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10666666666666667"/>
          <c:w val="1"/>
          <c:h val="0.77333333333333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CED7E6"/>
            </a:solidFill>
            <a:ln w="12700" cap="flat">
              <a:solidFill>
                <a:srgbClr val="070154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ED7E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ED7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D7E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00D3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70154"/>
                    </a:solidFill>
                    <a:latin typeface="IBM Plex Mono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TO 30 DAYS</c:v>
                  </c:pt>
                  <c:pt idx="1">
                    <c:v>31 TO 60</c:v>
                  </c:pt>
                  <c:pt idx="2">
                    <c:v>61 TO 90</c:v>
                  </c:pt>
                  <c:pt idx="3">
                    <c:v>OVER 90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34</c:v>
                </c:pt>
                <c:pt idx="2">
                  <c:v>19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70154"/>
                  </a:solidFill>
                  <a:latin typeface="IBM Plex Mono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07015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658E"/>
                </a:solidFill>
                <a:latin typeface="IBM Plex Mono SemiBol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658E"/>
                </a:solidFill>
                <a:latin typeface="IBM Plex Mono SemiBol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sv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cab003ea897bf85b8b43">
    <p:bg>
      <p:bgPr>
        <a:solidFill>
          <a:srgbClr val="070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pic>
        <p:nvPicPr>
          <p:cNvPr id="3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4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CED7E6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CED7E6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fb708f5938cf2f20be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3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4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324533c53c8c5aa65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d6f1a8810e384dd54f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c0aa20900c8916a1fd0f">
    <p:bg>
      <p:bgPr>
        <a:solidFill>
          <a:srgbClr val="070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pic>
        <p:nvPicPr>
          <p:cNvPr id="3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4" name="wm.legal"/>
          <p:cNvSpPr/>
          <p:nvPr/>
        </p:nvSpPr>
        <p:spPr>
          <a:xfrm>
            <a:off x="2171700" y="6172200"/>
            <a:ext cx="929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CED7E6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CED7E6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f142db3f1f4351284d3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3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4" name="wm.legal"/>
          <p:cNvSpPr/>
          <p:nvPr/>
        </p:nvSpPr>
        <p:spPr>
          <a:xfrm>
            <a:off x="2171700" y="6172200"/>
            <a:ext cx="929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347231e19606ed05a5e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8c73eb974e8c870d6c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575343a5c84c636b1e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581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7810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8039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8267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8496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8724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8953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9182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9410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9639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9867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10096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8039100" y="1600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692319499296f16744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4008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419850"/>
            <a:ext cx="891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9287aff480c4c345e2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ad6910ea27b9db5aa0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600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e100b18fd0bb74f518a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3beb4a113709e8973b7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1430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6dda9b4d20f433e799c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band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4389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4008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353fa72a79c66aca8f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c9981bf5b4f41b869c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bc8dc65b84715bf43f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rail"/>
          <p:cNvSpPr/>
          <p:nvPr/>
        </p:nvSpPr>
        <p:spPr>
          <a:xfrm>
            <a:off x="0" y="0"/>
            <a:ext cx="3467100" cy="68580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3" name="wm.footer.rule"/>
          <p:cNvSpPr/>
          <p:nvPr/>
        </p:nvSpPr>
        <p:spPr>
          <a:xfrm>
            <a:off x="4381500" y="60579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4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5" name="wm.legal"/>
          <p:cNvSpPr/>
          <p:nvPr/>
        </p:nvSpPr>
        <p:spPr>
          <a:xfrm>
            <a:off x="4381500" y="6172200"/>
            <a:ext cx="670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003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002-2.svg"/><Relationship Id="rId3" Type="http://schemas.openxmlformats.org/officeDocument/2006/relationships/image" Target="../media/image-3-1.png"/><Relationship Id="rId4" Type="http://schemas.openxmlformats.org/officeDocument/2006/relationships/image" Target="../media/image-18-4.jpe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002-2.sv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003-2.svg"/><Relationship Id="rId3" Type="http://schemas.openxmlformats.org/officeDocument/2006/relationships/image" Target="../media/image-20-3.png"/><Relationship Id="rId4" Type="http://schemas.openxmlformats.org/officeDocument/2006/relationships/image" Target="../media/image-2-2.svg"/><Relationship Id="rId5" Type="http://schemas.openxmlformats.org/officeDocument/2006/relationships/image" Target="../media/image-20-5.jpe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003-2.svg"/><Relationship Id="rId3" Type="http://schemas.openxmlformats.org/officeDocument/2006/relationships/image" Target="../media/image-21-3.png"/><Relationship Id="rId4" Type="http://schemas.openxmlformats.org/officeDocument/2006/relationships/image" Target="../media/image-2-2.svg"/><Relationship Id="rId5" Type="http://schemas.openxmlformats.org/officeDocument/2006/relationships/image" Target="../media/image-21-5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002-2.sv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002-2.svg"/><Relationship Id="rId3" Type="http://schemas.openxmlformats.org/officeDocument/2006/relationships/image" Target="../media/image-3-1.png"/><Relationship Id="rId4" Type="http://schemas.openxmlformats.org/officeDocument/2006/relationships/image" Target="../media/image-17-1.jpe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002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002-2.svg"/><Relationship Id="rId3" Type="http://schemas.openxmlformats.org/officeDocument/2006/relationships/image" Target="../media/image-25-3.png"/><Relationship Id="rId4" Type="http://schemas.openxmlformats.org/officeDocument/2006/relationships/image" Target="../media/image-24-4.svg"/><Relationship Id="rId5" Type="http://schemas.openxmlformats.org/officeDocument/2006/relationships/image" Target="../media/image-25-5.jpe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4-4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image" Target="../media/image-45-7.png"/><Relationship Id="rId8" Type="http://schemas.openxmlformats.org/officeDocument/2006/relationships/image" Target="../media/image-45-8.svg"/><Relationship Id="rId9" Type="http://schemas.openxmlformats.org/officeDocument/2006/relationships/image" Target="../media/image-45-9.png"/><Relationship Id="rId10" Type="http://schemas.openxmlformats.org/officeDocument/2006/relationships/image" Target="../media/image-45-10.svg"/><Relationship Id="rId11" Type="http://schemas.openxmlformats.org/officeDocument/2006/relationships/image" Target="../media/image-45-11.png"/><Relationship Id="rId12" Type="http://schemas.openxmlformats.org/officeDocument/2006/relationships/image" Target="../media/image-45-12.svg"/><Relationship Id="rId13" Type="http://schemas.openxmlformats.org/officeDocument/2006/relationships/image" Target="../media/image-45-13.png"/><Relationship Id="rId14" Type="http://schemas.openxmlformats.org/officeDocument/2006/relationships/image" Target="../media/image-45-14.svg"/><Relationship Id="rId15" Type="http://schemas.openxmlformats.org/officeDocument/2006/relationships/slideLayout" Target="../slideLayouts/slideLayout12.xml"/><Relationship Id="rId1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image" Target="../media/image-45-7.png"/><Relationship Id="rId8" Type="http://schemas.openxmlformats.org/officeDocument/2006/relationships/image" Target="../media/image-45-8.sv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image" Target="../media/image-64-3.png"/><Relationship Id="rId4" Type="http://schemas.openxmlformats.org/officeDocument/2006/relationships/image" Target="../media/image-64-4.svg"/><Relationship Id="rId5" Type="http://schemas.openxmlformats.org/officeDocument/2006/relationships/image" Target="../media/image-64-5.png"/><Relationship Id="rId6" Type="http://schemas.openxmlformats.org/officeDocument/2006/relationships/image" Target="../media/image-64-6.svg"/><Relationship Id="rId7" Type="http://schemas.openxmlformats.org/officeDocument/2006/relationships/image" Target="../media/image-64-7.png"/><Relationship Id="rId8" Type="http://schemas.openxmlformats.org/officeDocument/2006/relationships/image" Target="../media/image-64-8.svg"/><Relationship Id="rId9" Type="http://schemas.openxmlformats.org/officeDocument/2006/relationships/image" Target="../media/image-64-1.png"/><Relationship Id="rId10" Type="http://schemas.openxmlformats.org/officeDocument/2006/relationships/image" Target="../media/image-64-2.svg"/><Relationship Id="rId11" Type="http://schemas.openxmlformats.org/officeDocument/2006/relationships/slideLayout" Target="../slideLayouts/slideLayout17.xml"/><Relationship Id="rId1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1.png"/><Relationship Id="rId4" Type="http://schemas.openxmlformats.org/officeDocument/2006/relationships/image" Target="../media/image-69-2.svg"/><Relationship Id="rId5" Type="http://schemas.openxmlformats.org/officeDocument/2006/relationships/image" Target="../media/image-69-1.png"/><Relationship Id="rId6" Type="http://schemas.openxmlformats.org/officeDocument/2006/relationships/image" Target="../media/image-69-2.svg"/><Relationship Id="rId7" Type="http://schemas.openxmlformats.org/officeDocument/2006/relationships/image" Target="../media/image-69-1.png"/><Relationship Id="rId8" Type="http://schemas.openxmlformats.org/officeDocument/2006/relationships/image" Target="../media/image-69-2.svg"/><Relationship Id="rId9" Type="http://schemas.openxmlformats.org/officeDocument/2006/relationships/image" Target="../media/image-69-1.png"/><Relationship Id="rId10" Type="http://schemas.openxmlformats.org/officeDocument/2006/relationships/image" Target="../media/image-69-2.svg"/><Relationship Id="rId11" Type="http://schemas.openxmlformats.org/officeDocument/2006/relationships/image" Target="../media/image-69-1.png"/><Relationship Id="rId12" Type="http://schemas.openxmlformats.org/officeDocument/2006/relationships/image" Target="../media/image-69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5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e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APPENDIX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What the appendix contains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6" name="node01"/>
          <p:cNvGrpSpPr/>
          <p:nvPr/>
        </p:nvGrpSpPr>
        <p:grpSpPr>
          <a:xfrm>
            <a:off x="723900" y="1790700"/>
            <a:ext cx="457200" cy="304800"/>
            <a:chOff x="723900" y="1790700"/>
            <a:chExt cx="457200" cy="304800"/>
          </a:xfrm>
        </p:grpSpPr>
        <p:sp>
          <p:nvSpPr>
            <p:cNvPr id="6" name="node01.text"/>
            <p:cNvSpPr/>
            <p:nvPr/>
          </p:nvSpPr>
          <p:spPr>
            <a:xfrm>
              <a:off x="723900" y="17907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7" name="node02"/>
          <p:cNvGrpSpPr/>
          <p:nvPr/>
        </p:nvGrpSpPr>
        <p:grpSpPr>
          <a:xfrm>
            <a:off x="1409700" y="1790700"/>
            <a:ext cx="3200400" cy="304800"/>
            <a:chOff x="1409700" y="1790700"/>
            <a:chExt cx="3200400" cy="304800"/>
          </a:xfrm>
        </p:grpSpPr>
        <p:sp>
          <p:nvSpPr>
            <p:cNvPr id="7" name="node02.text"/>
            <p:cNvSpPr/>
            <p:nvPr/>
          </p:nvSpPr>
          <p:spPr>
            <a:xfrm>
              <a:off x="1409700" y="17907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Detailed close calendar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8" name="node03"/>
          <p:cNvGrpSpPr/>
          <p:nvPr/>
        </p:nvGrpSpPr>
        <p:grpSpPr>
          <a:xfrm>
            <a:off x="4762500" y="1809750"/>
            <a:ext cx="5334000" cy="266700"/>
            <a:chOff x="4762500" y="1809750"/>
            <a:chExt cx="5334000" cy="266700"/>
          </a:xfrm>
        </p:grpSpPr>
        <p:sp>
          <p:nvSpPr>
            <p:cNvPr id="8" name="node03.text"/>
            <p:cNvSpPr/>
            <p:nvPr/>
          </p:nvSpPr>
          <p:spPr>
            <a:xfrm>
              <a:off x="4762500" y="1809750"/>
              <a:ext cx="533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Day-by-day view of the current close for 14 entities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9" name="node04"/>
          <p:cNvGrpSpPr/>
          <p:nvPr/>
        </p:nvGrpSpPr>
        <p:grpSpPr>
          <a:xfrm>
            <a:off x="10706100" y="1828800"/>
            <a:ext cx="762000" cy="304800"/>
            <a:chOff x="10706100" y="1828800"/>
            <a:chExt cx="762000" cy="304800"/>
          </a:xfrm>
        </p:grpSpPr>
        <p:sp>
          <p:nvSpPr>
            <p:cNvPr id="9" name="node04.source-001.key"/>
            <p:cNvSpPr/>
            <p:nvPr/>
          </p:nvSpPr>
          <p:spPr>
            <a:xfrm>
              <a:off x="10706100" y="18288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p. 36</a:t>
              </a:r>
              <a:endParaRPr lang="en-US" sz="1400" spc="0" kern="0" b="1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0" name="node05"/>
          <p:cNvSpPr/>
          <p:nvPr/>
        </p:nvSpPr>
        <p:spPr>
          <a:xfrm>
            <a:off x="723900" y="22860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0" name="node06"/>
          <p:cNvGrpSpPr/>
          <p:nvPr/>
        </p:nvGrpSpPr>
        <p:grpSpPr>
          <a:xfrm>
            <a:off x="723900" y="2476500"/>
            <a:ext cx="457200" cy="304800"/>
            <a:chOff x="723900" y="2476500"/>
            <a:chExt cx="457200" cy="304800"/>
          </a:xfrm>
        </p:grpSpPr>
        <p:sp>
          <p:nvSpPr>
            <p:cNvPr id="11" name="node06.text"/>
            <p:cNvSpPr/>
            <p:nvPr/>
          </p:nvSpPr>
          <p:spPr>
            <a:xfrm>
              <a:off x="723900" y="24765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1" name="node07"/>
          <p:cNvGrpSpPr/>
          <p:nvPr/>
        </p:nvGrpSpPr>
        <p:grpSpPr>
          <a:xfrm>
            <a:off x="1409700" y="2476500"/>
            <a:ext cx="3200400" cy="304800"/>
            <a:chOff x="1409700" y="2476500"/>
            <a:chExt cx="3200400" cy="304800"/>
          </a:xfrm>
        </p:grpSpPr>
        <p:sp>
          <p:nvSpPr>
            <p:cNvPr id="12" name="node07.text"/>
            <p:cNvSpPr/>
            <p:nvPr/>
          </p:nvSpPr>
          <p:spPr>
            <a:xfrm>
              <a:off x="1409700" y="24765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Entity readiness assessment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2" name="node08"/>
          <p:cNvGrpSpPr/>
          <p:nvPr/>
        </p:nvGrpSpPr>
        <p:grpSpPr>
          <a:xfrm>
            <a:off x="4762500" y="2495550"/>
            <a:ext cx="5334000" cy="266700"/>
            <a:chOff x="4762500" y="2495550"/>
            <a:chExt cx="5334000" cy="266700"/>
          </a:xfrm>
        </p:grpSpPr>
        <p:sp>
          <p:nvSpPr>
            <p:cNvPr id="13" name="node08.text"/>
            <p:cNvSpPr/>
            <p:nvPr/>
          </p:nvSpPr>
          <p:spPr>
            <a:xfrm>
              <a:off x="4762500" y="2495550"/>
              <a:ext cx="533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Scores for data, process and system readiness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3" name="node09"/>
          <p:cNvGrpSpPr/>
          <p:nvPr/>
        </p:nvGrpSpPr>
        <p:grpSpPr>
          <a:xfrm>
            <a:off x="10706100" y="2514600"/>
            <a:ext cx="762000" cy="304800"/>
            <a:chOff x="10706100" y="2514600"/>
            <a:chExt cx="762000" cy="304800"/>
          </a:xfrm>
        </p:grpSpPr>
        <p:sp>
          <p:nvSpPr>
            <p:cNvPr id="14" name="node09.source-001.key"/>
            <p:cNvSpPr/>
            <p:nvPr/>
          </p:nvSpPr>
          <p:spPr>
            <a:xfrm>
              <a:off x="10706100" y="25146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p. 37</a:t>
              </a:r>
              <a:endParaRPr lang="en-US" sz="1400" spc="0" kern="0" b="1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5" name="node10"/>
          <p:cNvSpPr/>
          <p:nvPr/>
        </p:nvSpPr>
        <p:spPr>
          <a:xfrm>
            <a:off x="723900" y="2971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4" name="node11"/>
          <p:cNvGrpSpPr/>
          <p:nvPr/>
        </p:nvGrpSpPr>
        <p:grpSpPr>
          <a:xfrm>
            <a:off x="723900" y="3162300"/>
            <a:ext cx="457200" cy="304800"/>
            <a:chOff x="723900" y="3162300"/>
            <a:chExt cx="457200" cy="304800"/>
          </a:xfrm>
        </p:grpSpPr>
        <p:sp>
          <p:nvSpPr>
            <p:cNvPr id="16" name="node11.text"/>
            <p:cNvSpPr/>
            <p:nvPr/>
          </p:nvSpPr>
          <p:spPr>
            <a:xfrm>
              <a:off x="723900" y="31623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5" name="node12"/>
          <p:cNvGrpSpPr/>
          <p:nvPr/>
        </p:nvGrpSpPr>
        <p:grpSpPr>
          <a:xfrm>
            <a:off x="1409700" y="3162300"/>
            <a:ext cx="3200400" cy="304800"/>
            <a:chOff x="1409700" y="3162300"/>
            <a:chExt cx="3200400" cy="304800"/>
          </a:xfrm>
        </p:grpSpPr>
        <p:sp>
          <p:nvSpPr>
            <p:cNvPr id="17" name="node12.text"/>
            <p:cNvSpPr/>
            <p:nvPr/>
          </p:nvSpPr>
          <p:spPr>
            <a:xfrm>
              <a:off x="1409700" y="31623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Control framework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6" name="node13"/>
          <p:cNvGrpSpPr/>
          <p:nvPr/>
        </p:nvGrpSpPr>
        <p:grpSpPr>
          <a:xfrm>
            <a:off x="4762500" y="3181350"/>
            <a:ext cx="5334000" cy="266700"/>
            <a:chOff x="4762500" y="3181350"/>
            <a:chExt cx="5334000" cy="266700"/>
          </a:xfrm>
        </p:grpSpPr>
        <p:sp>
          <p:nvSpPr>
            <p:cNvPr id="18" name="node13.text"/>
            <p:cNvSpPr/>
            <p:nvPr/>
          </p:nvSpPr>
          <p:spPr>
            <a:xfrm>
              <a:off x="4762500" y="3181350"/>
              <a:ext cx="533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Key controls mapped to the target operating model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7" name="node14"/>
          <p:cNvGrpSpPr/>
          <p:nvPr/>
        </p:nvGrpSpPr>
        <p:grpSpPr>
          <a:xfrm>
            <a:off x="10706100" y="3200400"/>
            <a:ext cx="762000" cy="304800"/>
            <a:chOff x="10706100" y="3200400"/>
            <a:chExt cx="762000" cy="304800"/>
          </a:xfrm>
        </p:grpSpPr>
        <p:sp>
          <p:nvSpPr>
            <p:cNvPr id="19" name="node14.source-001.key"/>
            <p:cNvSpPr/>
            <p:nvPr/>
          </p:nvSpPr>
          <p:spPr>
            <a:xfrm>
              <a:off x="10706100" y="32004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p. 39</a:t>
              </a:r>
              <a:endParaRPr lang="en-US" sz="1400" spc="0" kern="0" b="1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0" name="node15"/>
          <p:cNvSpPr/>
          <p:nvPr/>
        </p:nvSpPr>
        <p:spPr>
          <a:xfrm>
            <a:off x="723900" y="3657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8" name="node16"/>
          <p:cNvGrpSpPr/>
          <p:nvPr/>
        </p:nvGrpSpPr>
        <p:grpSpPr>
          <a:xfrm>
            <a:off x="723900" y="3848100"/>
            <a:ext cx="457200" cy="304800"/>
            <a:chOff x="723900" y="3848100"/>
            <a:chExt cx="457200" cy="304800"/>
          </a:xfrm>
        </p:grpSpPr>
        <p:sp>
          <p:nvSpPr>
            <p:cNvPr id="21" name="node16.text"/>
            <p:cNvSpPr/>
            <p:nvPr/>
          </p:nvSpPr>
          <p:spPr>
            <a:xfrm>
              <a:off x="723900" y="38481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9" name="node17"/>
          <p:cNvGrpSpPr/>
          <p:nvPr/>
        </p:nvGrpSpPr>
        <p:grpSpPr>
          <a:xfrm>
            <a:off x="1409700" y="3848100"/>
            <a:ext cx="3200400" cy="304800"/>
            <a:chOff x="1409700" y="3848100"/>
            <a:chExt cx="3200400" cy="304800"/>
          </a:xfrm>
        </p:grpSpPr>
        <p:sp>
          <p:nvSpPr>
            <p:cNvPr id="22" name="node17.text"/>
            <p:cNvSpPr/>
            <p:nvPr/>
          </p:nvSpPr>
          <p:spPr>
            <a:xfrm>
              <a:off x="1409700" y="38481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Tooling options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0" name="node18"/>
          <p:cNvGrpSpPr/>
          <p:nvPr/>
        </p:nvGrpSpPr>
        <p:grpSpPr>
          <a:xfrm>
            <a:off x="4762500" y="3867150"/>
            <a:ext cx="5334000" cy="266700"/>
            <a:chOff x="4762500" y="3867150"/>
            <a:chExt cx="5334000" cy="266700"/>
          </a:xfrm>
        </p:grpSpPr>
        <p:sp>
          <p:nvSpPr>
            <p:cNvPr id="23" name="node18.text"/>
            <p:cNvSpPr/>
            <p:nvPr/>
          </p:nvSpPr>
          <p:spPr>
            <a:xfrm>
              <a:off x="4762500" y="3867150"/>
              <a:ext cx="533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Comparison of three automation platforms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19"/>
          <p:cNvGrpSpPr/>
          <p:nvPr/>
        </p:nvGrpSpPr>
        <p:grpSpPr>
          <a:xfrm>
            <a:off x="10706100" y="3886200"/>
            <a:ext cx="762000" cy="304800"/>
            <a:chOff x="10706100" y="3886200"/>
            <a:chExt cx="762000" cy="304800"/>
          </a:xfrm>
        </p:grpSpPr>
        <p:sp>
          <p:nvSpPr>
            <p:cNvPr id="24" name="node19.source-001.key"/>
            <p:cNvSpPr/>
            <p:nvPr/>
          </p:nvSpPr>
          <p:spPr>
            <a:xfrm>
              <a:off x="10706100" y="38862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p. 41</a:t>
              </a:r>
              <a:endParaRPr lang="en-US" sz="1400" spc="0" kern="0" b="1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5" name="node20"/>
          <p:cNvSpPr/>
          <p:nvPr/>
        </p:nvSpPr>
        <p:spPr>
          <a:xfrm>
            <a:off x="723900" y="43434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2" name="node21"/>
          <p:cNvGrpSpPr/>
          <p:nvPr/>
        </p:nvGrpSpPr>
        <p:grpSpPr>
          <a:xfrm>
            <a:off x="723900" y="4533900"/>
            <a:ext cx="457200" cy="304800"/>
            <a:chOff x="723900" y="4533900"/>
            <a:chExt cx="457200" cy="304800"/>
          </a:xfrm>
        </p:grpSpPr>
        <p:sp>
          <p:nvSpPr>
            <p:cNvPr id="26" name="node21.text"/>
            <p:cNvSpPr/>
            <p:nvPr/>
          </p:nvSpPr>
          <p:spPr>
            <a:xfrm>
              <a:off x="723900" y="45339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3" name="node22"/>
          <p:cNvGrpSpPr/>
          <p:nvPr/>
        </p:nvGrpSpPr>
        <p:grpSpPr>
          <a:xfrm>
            <a:off x="1409700" y="4533900"/>
            <a:ext cx="3200400" cy="304800"/>
            <a:chOff x="1409700" y="4533900"/>
            <a:chExt cx="3200400" cy="304800"/>
          </a:xfrm>
        </p:grpSpPr>
        <p:sp>
          <p:nvSpPr>
            <p:cNvPr id="27" name="node22.text"/>
            <p:cNvSpPr/>
            <p:nvPr/>
          </p:nvSpPr>
          <p:spPr>
            <a:xfrm>
              <a:off x="1409700" y="45339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Assumptions and fee detail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4" name="node23"/>
          <p:cNvGrpSpPr/>
          <p:nvPr/>
        </p:nvGrpSpPr>
        <p:grpSpPr>
          <a:xfrm>
            <a:off x="4762500" y="4552950"/>
            <a:ext cx="5334000" cy="266700"/>
            <a:chOff x="4762500" y="4552950"/>
            <a:chExt cx="5334000" cy="266700"/>
          </a:xfrm>
        </p:grpSpPr>
        <p:sp>
          <p:nvSpPr>
            <p:cNvPr id="28" name="node23.text"/>
            <p:cNvSpPr/>
            <p:nvPr/>
          </p:nvSpPr>
          <p:spPr>
            <a:xfrm>
              <a:off x="4762500" y="4552950"/>
              <a:ext cx="533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Rate card basis, phase fees and exclusions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5" name="node24"/>
          <p:cNvGrpSpPr/>
          <p:nvPr/>
        </p:nvGrpSpPr>
        <p:grpSpPr>
          <a:xfrm>
            <a:off x="10706100" y="4572000"/>
            <a:ext cx="762000" cy="304800"/>
            <a:chOff x="10706100" y="4572000"/>
            <a:chExt cx="762000" cy="304800"/>
          </a:xfrm>
        </p:grpSpPr>
        <p:sp>
          <p:nvSpPr>
            <p:cNvPr id="29" name="node24.source-001.key"/>
            <p:cNvSpPr/>
            <p:nvPr/>
          </p:nvSpPr>
          <p:spPr>
            <a:xfrm>
              <a:off x="10706100" y="45720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p. 42</a:t>
              </a:r>
              <a:endParaRPr lang="en-US" sz="1400" spc="0" kern="0" b="1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0" name="node25"/>
          <p:cNvSpPr/>
          <p:nvPr/>
        </p:nvSpPr>
        <p:spPr>
          <a:xfrm>
            <a:off x="723900" y="50292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6" name="node26"/>
          <p:cNvGrpSpPr/>
          <p:nvPr/>
        </p:nvGrpSpPr>
        <p:grpSpPr>
          <a:xfrm>
            <a:off x="723900" y="5219700"/>
            <a:ext cx="457200" cy="304800"/>
            <a:chOff x="723900" y="5219700"/>
            <a:chExt cx="457200" cy="304800"/>
          </a:xfrm>
        </p:grpSpPr>
        <p:sp>
          <p:nvSpPr>
            <p:cNvPr id="31" name="node26.text"/>
            <p:cNvSpPr/>
            <p:nvPr/>
          </p:nvSpPr>
          <p:spPr>
            <a:xfrm>
              <a:off x="723900" y="52197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7" name="node27"/>
          <p:cNvGrpSpPr/>
          <p:nvPr/>
        </p:nvGrpSpPr>
        <p:grpSpPr>
          <a:xfrm>
            <a:off x="1409700" y="5219700"/>
            <a:ext cx="3200400" cy="304800"/>
            <a:chOff x="1409700" y="5219700"/>
            <a:chExt cx="3200400" cy="304800"/>
          </a:xfrm>
        </p:grpSpPr>
        <p:sp>
          <p:nvSpPr>
            <p:cNvPr id="32" name="node27.text"/>
            <p:cNvSpPr/>
            <p:nvPr/>
          </p:nvSpPr>
          <p:spPr>
            <a:xfrm>
              <a:off x="1409700" y="52197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Selected client references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8" name="node28"/>
          <p:cNvGrpSpPr/>
          <p:nvPr/>
        </p:nvGrpSpPr>
        <p:grpSpPr>
          <a:xfrm>
            <a:off x="4762500" y="5238750"/>
            <a:ext cx="5334000" cy="266700"/>
            <a:chOff x="4762500" y="5238750"/>
            <a:chExt cx="5334000" cy="266700"/>
          </a:xfrm>
        </p:grpSpPr>
        <p:sp>
          <p:nvSpPr>
            <p:cNvPr id="33" name="node28.text"/>
            <p:cNvSpPr/>
            <p:nvPr/>
          </p:nvSpPr>
          <p:spPr>
            <a:xfrm>
              <a:off x="4762500" y="5238750"/>
              <a:ext cx="533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Four comparable healthcare finance programs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29"/>
          <p:cNvGrpSpPr/>
          <p:nvPr/>
        </p:nvGrpSpPr>
        <p:grpSpPr>
          <a:xfrm>
            <a:off x="10706100" y="5257800"/>
            <a:ext cx="762000" cy="304800"/>
            <a:chOff x="10706100" y="5257800"/>
            <a:chExt cx="762000" cy="304800"/>
          </a:xfrm>
        </p:grpSpPr>
        <p:sp>
          <p:nvSpPr>
            <p:cNvPr id="34" name="node29.source-001.key"/>
            <p:cNvSpPr/>
            <p:nvPr/>
          </p:nvSpPr>
          <p:spPr>
            <a:xfrm>
              <a:off x="10706100" y="52578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p. 44</a:t>
              </a:r>
              <a:endParaRPr lang="en-US" sz="1400" spc="0" kern="0" b="1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5" name="node30"/>
          <p:cNvSpPr/>
          <p:nvPr/>
        </p:nvSpPr>
        <p:spPr>
          <a:xfrm>
            <a:off x="723900" y="57150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353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353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7353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7353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7353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7353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7353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7353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7353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7353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7353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7353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7353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7353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7353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" name="wm.library-whiteboard.001.001.016"/>
          <p:cNvSpPr/>
          <p:nvPr/>
        </p:nvSpPr>
        <p:spPr>
          <a:xfrm>
            <a:off x="7353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" name="wm.library-whiteboard.001.001.017"/>
          <p:cNvSpPr/>
          <p:nvPr/>
        </p:nvSpPr>
        <p:spPr>
          <a:xfrm>
            <a:off x="7353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" name="wm.library-whiteboard.001.001.018"/>
          <p:cNvSpPr/>
          <p:nvPr/>
        </p:nvSpPr>
        <p:spPr>
          <a:xfrm>
            <a:off x="7353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" name="wm.library-whiteboard.001.001.019"/>
          <p:cNvSpPr/>
          <p:nvPr/>
        </p:nvSpPr>
        <p:spPr>
          <a:xfrm>
            <a:off x="7353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" name="wm.library-whiteboard.001.002.001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" name="wm.library-whiteboard.001.002.002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" name="wm.library-whiteboard.001.002.003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" name="wm.library-whiteboard.001.002.00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" name="wm.library-whiteboard.001.002.005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" name="wm.library-whiteboard.001.002.006"/>
          <p:cNvSpPr/>
          <p:nvPr/>
        </p:nvSpPr>
        <p:spPr>
          <a:xfrm>
            <a:off x="7581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" name="wm.library-whiteboard.001.002.007"/>
          <p:cNvSpPr/>
          <p:nvPr/>
        </p:nvSpPr>
        <p:spPr>
          <a:xfrm>
            <a:off x="7581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" name="wm.library-whiteboard.001.002.008"/>
          <p:cNvSpPr/>
          <p:nvPr/>
        </p:nvSpPr>
        <p:spPr>
          <a:xfrm>
            <a:off x="7581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" name="wm.library-whiteboard.001.002.009"/>
          <p:cNvSpPr/>
          <p:nvPr/>
        </p:nvSpPr>
        <p:spPr>
          <a:xfrm>
            <a:off x="7581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" name="wm.library-whiteboard.001.002.010"/>
          <p:cNvSpPr/>
          <p:nvPr/>
        </p:nvSpPr>
        <p:spPr>
          <a:xfrm>
            <a:off x="7581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" name="wm.library-whiteboard.001.002.011"/>
          <p:cNvSpPr/>
          <p:nvPr/>
        </p:nvSpPr>
        <p:spPr>
          <a:xfrm>
            <a:off x="7581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" name="wm.library-whiteboard.001.002.012"/>
          <p:cNvSpPr/>
          <p:nvPr/>
        </p:nvSpPr>
        <p:spPr>
          <a:xfrm>
            <a:off x="7581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" name="wm.library-whiteboard.001.002.013"/>
          <p:cNvSpPr/>
          <p:nvPr/>
        </p:nvSpPr>
        <p:spPr>
          <a:xfrm>
            <a:off x="7581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" name="wm.library-whiteboard.001.002.014"/>
          <p:cNvSpPr/>
          <p:nvPr/>
        </p:nvSpPr>
        <p:spPr>
          <a:xfrm>
            <a:off x="7581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" name="wm.library-whiteboard.001.002.015"/>
          <p:cNvSpPr/>
          <p:nvPr/>
        </p:nvSpPr>
        <p:spPr>
          <a:xfrm>
            <a:off x="7581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" name="wm.library-whiteboard.001.002.016"/>
          <p:cNvSpPr/>
          <p:nvPr/>
        </p:nvSpPr>
        <p:spPr>
          <a:xfrm>
            <a:off x="7581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" name="wm.library-whiteboard.001.002.017"/>
          <p:cNvSpPr/>
          <p:nvPr/>
        </p:nvSpPr>
        <p:spPr>
          <a:xfrm>
            <a:off x="7581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" name="wm.library-whiteboard.001.002.018"/>
          <p:cNvSpPr/>
          <p:nvPr/>
        </p:nvSpPr>
        <p:spPr>
          <a:xfrm>
            <a:off x="7581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" name="wm.library-whiteboard.001.002.019"/>
          <p:cNvSpPr/>
          <p:nvPr/>
        </p:nvSpPr>
        <p:spPr>
          <a:xfrm>
            <a:off x="7581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" name="wm.library-whiteboard.001.003.001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" name="wm.library-whiteboard.001.003.002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" name="wm.library-whiteboard.001.003.003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" name="wm.library-whiteboard.001.003.00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" name="wm.library-whiteboard.001.003.005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" name="wm.library-whiteboard.001.003.006"/>
          <p:cNvSpPr/>
          <p:nvPr/>
        </p:nvSpPr>
        <p:spPr>
          <a:xfrm>
            <a:off x="7810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6" name="wm.library-whiteboard.001.003.007"/>
          <p:cNvSpPr/>
          <p:nvPr/>
        </p:nvSpPr>
        <p:spPr>
          <a:xfrm>
            <a:off x="7810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7" name="wm.library-whiteboard.001.003.008"/>
          <p:cNvSpPr/>
          <p:nvPr/>
        </p:nvSpPr>
        <p:spPr>
          <a:xfrm>
            <a:off x="7810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8" name="wm.library-whiteboard.001.003.009"/>
          <p:cNvSpPr/>
          <p:nvPr/>
        </p:nvSpPr>
        <p:spPr>
          <a:xfrm>
            <a:off x="7810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9" name="wm.library-whiteboard.001.003.010"/>
          <p:cNvSpPr/>
          <p:nvPr/>
        </p:nvSpPr>
        <p:spPr>
          <a:xfrm>
            <a:off x="7810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0" name="wm.library-whiteboard.001.003.011"/>
          <p:cNvSpPr/>
          <p:nvPr/>
        </p:nvSpPr>
        <p:spPr>
          <a:xfrm>
            <a:off x="7810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1" name="wm.library-whiteboard.001.003.012"/>
          <p:cNvSpPr/>
          <p:nvPr/>
        </p:nvSpPr>
        <p:spPr>
          <a:xfrm>
            <a:off x="7810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2" name="wm.library-whiteboard.001.003.013"/>
          <p:cNvSpPr/>
          <p:nvPr/>
        </p:nvSpPr>
        <p:spPr>
          <a:xfrm>
            <a:off x="7810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3" name="wm.library-whiteboard.001.003.014"/>
          <p:cNvSpPr/>
          <p:nvPr/>
        </p:nvSpPr>
        <p:spPr>
          <a:xfrm>
            <a:off x="7810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4" name="wm.library-whiteboard.001.003.015"/>
          <p:cNvSpPr/>
          <p:nvPr/>
        </p:nvSpPr>
        <p:spPr>
          <a:xfrm>
            <a:off x="7810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5" name="wm.library-whiteboard.001.003.016"/>
          <p:cNvSpPr/>
          <p:nvPr/>
        </p:nvSpPr>
        <p:spPr>
          <a:xfrm>
            <a:off x="7810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6" name="wm.library-whiteboard.001.003.017"/>
          <p:cNvSpPr/>
          <p:nvPr/>
        </p:nvSpPr>
        <p:spPr>
          <a:xfrm>
            <a:off x="7810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7" name="wm.library-whiteboard.001.003.018"/>
          <p:cNvSpPr/>
          <p:nvPr/>
        </p:nvSpPr>
        <p:spPr>
          <a:xfrm>
            <a:off x="7810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8" name="wm.library-whiteboard.001.003.019"/>
          <p:cNvSpPr/>
          <p:nvPr/>
        </p:nvSpPr>
        <p:spPr>
          <a:xfrm>
            <a:off x="7810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9" name="wm.library-whiteboard.001.004.001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0" name="wm.library-whiteboard.001.004.002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1" name="wm.library-whiteboard.001.004.003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2" name="wm.library-whiteboard.001.004.00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3" name="wm.library-whiteboard.001.004.005"/>
          <p:cNvSpPr/>
          <p:nvPr/>
        </p:nvSpPr>
        <p:spPr>
          <a:xfrm>
            <a:off x="8039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4" name="wm.library-whiteboard.001.004.006"/>
          <p:cNvSpPr/>
          <p:nvPr/>
        </p:nvSpPr>
        <p:spPr>
          <a:xfrm>
            <a:off x="8039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5" name="wm.library-whiteboard.001.004.007"/>
          <p:cNvSpPr/>
          <p:nvPr/>
        </p:nvSpPr>
        <p:spPr>
          <a:xfrm>
            <a:off x="8039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6" name="wm.library-whiteboard.001.004.008"/>
          <p:cNvSpPr/>
          <p:nvPr/>
        </p:nvSpPr>
        <p:spPr>
          <a:xfrm>
            <a:off x="8039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7" name="wm.library-whiteboard.001.004.009"/>
          <p:cNvSpPr/>
          <p:nvPr/>
        </p:nvSpPr>
        <p:spPr>
          <a:xfrm>
            <a:off x="8039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8" name="wm.library-whiteboard.001.004.010"/>
          <p:cNvSpPr/>
          <p:nvPr/>
        </p:nvSpPr>
        <p:spPr>
          <a:xfrm>
            <a:off x="8039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9" name="wm.library-whiteboard.001.004.011"/>
          <p:cNvSpPr/>
          <p:nvPr/>
        </p:nvSpPr>
        <p:spPr>
          <a:xfrm>
            <a:off x="8039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0" name="wm.library-whiteboard.001.004.012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1" name="wm.library-whiteboard.001.004.013"/>
          <p:cNvSpPr/>
          <p:nvPr/>
        </p:nvSpPr>
        <p:spPr>
          <a:xfrm>
            <a:off x="8039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2" name="wm.library-whiteboard.001.004.014"/>
          <p:cNvSpPr/>
          <p:nvPr/>
        </p:nvSpPr>
        <p:spPr>
          <a:xfrm>
            <a:off x="8039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3" name="wm.library-whiteboard.001.004.015"/>
          <p:cNvSpPr/>
          <p:nvPr/>
        </p:nvSpPr>
        <p:spPr>
          <a:xfrm>
            <a:off x="8039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4" name="wm.library-whiteboard.001.004.016"/>
          <p:cNvSpPr/>
          <p:nvPr/>
        </p:nvSpPr>
        <p:spPr>
          <a:xfrm>
            <a:off x="8039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5" name="wm.library-whiteboard.001.004.017"/>
          <p:cNvSpPr/>
          <p:nvPr/>
        </p:nvSpPr>
        <p:spPr>
          <a:xfrm>
            <a:off x="8039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6" name="wm.library-whiteboard.001.004.018"/>
          <p:cNvSpPr/>
          <p:nvPr/>
        </p:nvSpPr>
        <p:spPr>
          <a:xfrm>
            <a:off x="8039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7" name="wm.library-whiteboard.001.004.019"/>
          <p:cNvSpPr/>
          <p:nvPr/>
        </p:nvSpPr>
        <p:spPr>
          <a:xfrm>
            <a:off x="8039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8" name="wm.library-whiteboard.001.005.001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9" name="wm.library-whiteboard.001.005.002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0" name="wm.library-whiteboard.001.005.003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1" name="wm.library-whiteboard.001.005.00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2" name="wm.library-whiteboard.001.005.005"/>
          <p:cNvSpPr/>
          <p:nvPr/>
        </p:nvSpPr>
        <p:spPr>
          <a:xfrm>
            <a:off x="8267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3" name="wm.library-whiteboard.001.005.006"/>
          <p:cNvSpPr/>
          <p:nvPr/>
        </p:nvSpPr>
        <p:spPr>
          <a:xfrm>
            <a:off x="8267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4" name="wm.library-whiteboard.001.005.007"/>
          <p:cNvSpPr/>
          <p:nvPr/>
        </p:nvSpPr>
        <p:spPr>
          <a:xfrm>
            <a:off x="8267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5" name="wm.library-whiteboard.001.005.008"/>
          <p:cNvSpPr/>
          <p:nvPr/>
        </p:nvSpPr>
        <p:spPr>
          <a:xfrm>
            <a:off x="8267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6" name="wm.library-whiteboard.001.005.009"/>
          <p:cNvSpPr/>
          <p:nvPr/>
        </p:nvSpPr>
        <p:spPr>
          <a:xfrm>
            <a:off x="8267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7" name="wm.library-whiteboard.001.005.010"/>
          <p:cNvSpPr/>
          <p:nvPr/>
        </p:nvSpPr>
        <p:spPr>
          <a:xfrm>
            <a:off x="8267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8" name="wm.library-whiteboard.001.005.011"/>
          <p:cNvSpPr/>
          <p:nvPr/>
        </p:nvSpPr>
        <p:spPr>
          <a:xfrm>
            <a:off x="8267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9" name="wm.library-whiteboard.001.005.012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0" name="wm.library-whiteboard.001.005.013"/>
          <p:cNvSpPr/>
          <p:nvPr/>
        </p:nvSpPr>
        <p:spPr>
          <a:xfrm>
            <a:off x="8267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1" name="wm.library-whiteboard.001.005.014"/>
          <p:cNvSpPr/>
          <p:nvPr/>
        </p:nvSpPr>
        <p:spPr>
          <a:xfrm>
            <a:off x="8267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2" name="wm.library-whiteboard.001.005.015"/>
          <p:cNvSpPr/>
          <p:nvPr/>
        </p:nvSpPr>
        <p:spPr>
          <a:xfrm>
            <a:off x="8267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3" name="wm.library-whiteboard.001.005.016"/>
          <p:cNvSpPr/>
          <p:nvPr/>
        </p:nvSpPr>
        <p:spPr>
          <a:xfrm>
            <a:off x="8267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4" name="wm.library-whiteboard.001.005.017"/>
          <p:cNvSpPr/>
          <p:nvPr/>
        </p:nvSpPr>
        <p:spPr>
          <a:xfrm>
            <a:off x="8267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5" name="wm.library-whiteboard.001.005.018"/>
          <p:cNvSpPr/>
          <p:nvPr/>
        </p:nvSpPr>
        <p:spPr>
          <a:xfrm>
            <a:off x="8267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6" name="wm.library-whiteboard.001.005.019"/>
          <p:cNvSpPr/>
          <p:nvPr/>
        </p:nvSpPr>
        <p:spPr>
          <a:xfrm>
            <a:off x="8267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7" name="wm.library-whiteboard.001.006.001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8" name="wm.library-whiteboard.001.006.002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9" name="wm.library-whiteboard.001.006.003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0" name="wm.library-whiteboard.001.006.00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1" name="wm.library-whiteboard.001.006.005"/>
          <p:cNvSpPr/>
          <p:nvPr/>
        </p:nvSpPr>
        <p:spPr>
          <a:xfrm>
            <a:off x="8496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2" name="wm.library-whiteboard.001.006.006"/>
          <p:cNvSpPr/>
          <p:nvPr/>
        </p:nvSpPr>
        <p:spPr>
          <a:xfrm>
            <a:off x="8496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3" name="wm.library-whiteboard.001.006.007"/>
          <p:cNvSpPr/>
          <p:nvPr/>
        </p:nvSpPr>
        <p:spPr>
          <a:xfrm>
            <a:off x="8496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4" name="wm.library-whiteboard.001.006.008"/>
          <p:cNvSpPr/>
          <p:nvPr/>
        </p:nvSpPr>
        <p:spPr>
          <a:xfrm>
            <a:off x="8496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5" name="wm.library-whiteboard.001.006.009"/>
          <p:cNvSpPr/>
          <p:nvPr/>
        </p:nvSpPr>
        <p:spPr>
          <a:xfrm>
            <a:off x="8496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6" name="wm.library-whiteboard.001.006.010"/>
          <p:cNvSpPr/>
          <p:nvPr/>
        </p:nvSpPr>
        <p:spPr>
          <a:xfrm>
            <a:off x="8496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7" name="wm.library-whiteboard.001.006.011"/>
          <p:cNvSpPr/>
          <p:nvPr/>
        </p:nvSpPr>
        <p:spPr>
          <a:xfrm>
            <a:off x="8496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8" name="wm.library-whiteboard.001.006.012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9" name="wm.library-whiteboard.001.006.013"/>
          <p:cNvSpPr/>
          <p:nvPr/>
        </p:nvSpPr>
        <p:spPr>
          <a:xfrm>
            <a:off x="8496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0" name="wm.library-whiteboard.001.006.014"/>
          <p:cNvSpPr/>
          <p:nvPr/>
        </p:nvSpPr>
        <p:spPr>
          <a:xfrm>
            <a:off x="8496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1" name="wm.library-whiteboard.001.006.015"/>
          <p:cNvSpPr/>
          <p:nvPr/>
        </p:nvSpPr>
        <p:spPr>
          <a:xfrm>
            <a:off x="8496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2" name="wm.library-whiteboard.001.006.016"/>
          <p:cNvSpPr/>
          <p:nvPr/>
        </p:nvSpPr>
        <p:spPr>
          <a:xfrm>
            <a:off x="8496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3" name="wm.library-whiteboard.001.006.017"/>
          <p:cNvSpPr/>
          <p:nvPr/>
        </p:nvSpPr>
        <p:spPr>
          <a:xfrm>
            <a:off x="8496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4" name="wm.library-whiteboard.001.006.018"/>
          <p:cNvSpPr/>
          <p:nvPr/>
        </p:nvSpPr>
        <p:spPr>
          <a:xfrm>
            <a:off x="8496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5" name="wm.library-whiteboard.001.006.019"/>
          <p:cNvSpPr/>
          <p:nvPr/>
        </p:nvSpPr>
        <p:spPr>
          <a:xfrm>
            <a:off x="8496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6" name="wm.library-whiteboard.001.007.001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7" name="wm.library-whiteboard.001.007.002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8" name="wm.library-whiteboard.001.007.003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9" name="wm.library-whiteboard.001.007.00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0" name="wm.library-whiteboard.001.007.005"/>
          <p:cNvSpPr/>
          <p:nvPr/>
        </p:nvSpPr>
        <p:spPr>
          <a:xfrm>
            <a:off x="8724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1" name="wm.library-whiteboard.001.007.006"/>
          <p:cNvSpPr/>
          <p:nvPr/>
        </p:nvSpPr>
        <p:spPr>
          <a:xfrm>
            <a:off x="8724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2" name="wm.library-whiteboard.001.007.007"/>
          <p:cNvSpPr/>
          <p:nvPr/>
        </p:nvSpPr>
        <p:spPr>
          <a:xfrm>
            <a:off x="8724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3" name="wm.library-whiteboard.001.007.008"/>
          <p:cNvSpPr/>
          <p:nvPr/>
        </p:nvSpPr>
        <p:spPr>
          <a:xfrm>
            <a:off x="8724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4" name="wm.library-whiteboard.001.007.009"/>
          <p:cNvSpPr/>
          <p:nvPr/>
        </p:nvSpPr>
        <p:spPr>
          <a:xfrm>
            <a:off x="8724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5" name="wm.library-whiteboard.001.007.010"/>
          <p:cNvSpPr/>
          <p:nvPr/>
        </p:nvSpPr>
        <p:spPr>
          <a:xfrm>
            <a:off x="8724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6" name="wm.library-whiteboard.001.007.011"/>
          <p:cNvSpPr/>
          <p:nvPr/>
        </p:nvSpPr>
        <p:spPr>
          <a:xfrm>
            <a:off x="8724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7" name="wm.library-whiteboard.001.007.012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8" name="wm.library-whiteboard.001.007.013"/>
          <p:cNvSpPr/>
          <p:nvPr/>
        </p:nvSpPr>
        <p:spPr>
          <a:xfrm>
            <a:off x="8724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9" name="wm.library-whiteboard.001.007.014"/>
          <p:cNvSpPr/>
          <p:nvPr/>
        </p:nvSpPr>
        <p:spPr>
          <a:xfrm>
            <a:off x="8724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0" name="wm.library-whiteboard.001.007.015"/>
          <p:cNvSpPr/>
          <p:nvPr/>
        </p:nvSpPr>
        <p:spPr>
          <a:xfrm>
            <a:off x="8724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1" name="wm.library-whiteboard.001.007.016"/>
          <p:cNvSpPr/>
          <p:nvPr/>
        </p:nvSpPr>
        <p:spPr>
          <a:xfrm>
            <a:off x="8724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2" name="wm.library-whiteboard.001.007.017"/>
          <p:cNvSpPr/>
          <p:nvPr/>
        </p:nvSpPr>
        <p:spPr>
          <a:xfrm>
            <a:off x="8724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3" name="wm.library-whiteboard.001.007.018"/>
          <p:cNvSpPr/>
          <p:nvPr/>
        </p:nvSpPr>
        <p:spPr>
          <a:xfrm>
            <a:off x="8724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4" name="wm.library-whiteboard.001.007.019"/>
          <p:cNvSpPr/>
          <p:nvPr/>
        </p:nvSpPr>
        <p:spPr>
          <a:xfrm>
            <a:off x="8724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5" name="wm.library-whiteboard.001.008.001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6" name="wm.library-whiteboard.001.008.002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7" name="wm.library-whiteboard.001.008.003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8" name="wm.library-whiteboard.001.008.004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9" name="wm.library-whiteboard.001.008.005"/>
          <p:cNvSpPr/>
          <p:nvPr/>
        </p:nvSpPr>
        <p:spPr>
          <a:xfrm>
            <a:off x="8953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0" name="wm.library-whiteboard.001.008.006"/>
          <p:cNvSpPr/>
          <p:nvPr/>
        </p:nvSpPr>
        <p:spPr>
          <a:xfrm>
            <a:off x="8953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1" name="wm.library-whiteboard.001.008.007"/>
          <p:cNvSpPr/>
          <p:nvPr/>
        </p:nvSpPr>
        <p:spPr>
          <a:xfrm>
            <a:off x="8953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2" name="wm.library-whiteboard.001.008.008"/>
          <p:cNvSpPr/>
          <p:nvPr/>
        </p:nvSpPr>
        <p:spPr>
          <a:xfrm>
            <a:off x="8953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3" name="wm.library-whiteboard.001.008.009"/>
          <p:cNvSpPr/>
          <p:nvPr/>
        </p:nvSpPr>
        <p:spPr>
          <a:xfrm>
            <a:off x="8953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4" name="wm.library-whiteboard.001.008.010"/>
          <p:cNvSpPr/>
          <p:nvPr/>
        </p:nvSpPr>
        <p:spPr>
          <a:xfrm>
            <a:off x="8953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5" name="wm.library-whiteboard.001.008.011"/>
          <p:cNvSpPr/>
          <p:nvPr/>
        </p:nvSpPr>
        <p:spPr>
          <a:xfrm>
            <a:off x="8953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6" name="wm.library-whiteboard.001.008.012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7" name="wm.library-whiteboard.001.008.013"/>
          <p:cNvSpPr/>
          <p:nvPr/>
        </p:nvSpPr>
        <p:spPr>
          <a:xfrm>
            <a:off x="8953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8" name="wm.library-whiteboard.001.008.014"/>
          <p:cNvSpPr/>
          <p:nvPr/>
        </p:nvSpPr>
        <p:spPr>
          <a:xfrm>
            <a:off x="8953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9" name="wm.library-whiteboard.001.008.015"/>
          <p:cNvSpPr/>
          <p:nvPr/>
        </p:nvSpPr>
        <p:spPr>
          <a:xfrm>
            <a:off x="8953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0" name="wm.library-whiteboard.001.008.016"/>
          <p:cNvSpPr/>
          <p:nvPr/>
        </p:nvSpPr>
        <p:spPr>
          <a:xfrm>
            <a:off x="8953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1" name="wm.library-whiteboard.001.008.017"/>
          <p:cNvSpPr/>
          <p:nvPr/>
        </p:nvSpPr>
        <p:spPr>
          <a:xfrm>
            <a:off x="8953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2" name="wm.library-whiteboard.001.008.018"/>
          <p:cNvSpPr/>
          <p:nvPr/>
        </p:nvSpPr>
        <p:spPr>
          <a:xfrm>
            <a:off x="8953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3" name="wm.library-whiteboard.001.008.019"/>
          <p:cNvSpPr/>
          <p:nvPr/>
        </p:nvSpPr>
        <p:spPr>
          <a:xfrm>
            <a:off x="8953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4" name="wm.library-whiteboard.001.009.001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5" name="wm.library-whiteboard.001.009.002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6" name="wm.library-whiteboard.001.009.003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7" name="wm.library-whiteboard.001.009.004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8" name="wm.library-whiteboard.001.009.005"/>
          <p:cNvSpPr/>
          <p:nvPr/>
        </p:nvSpPr>
        <p:spPr>
          <a:xfrm>
            <a:off x="9182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9" name="wm.library-whiteboard.001.009.006"/>
          <p:cNvSpPr/>
          <p:nvPr/>
        </p:nvSpPr>
        <p:spPr>
          <a:xfrm>
            <a:off x="9182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0" name="wm.library-whiteboard.001.009.007"/>
          <p:cNvSpPr/>
          <p:nvPr/>
        </p:nvSpPr>
        <p:spPr>
          <a:xfrm>
            <a:off x="9182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1" name="wm.library-whiteboard.001.009.008"/>
          <p:cNvSpPr/>
          <p:nvPr/>
        </p:nvSpPr>
        <p:spPr>
          <a:xfrm>
            <a:off x="9182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2" name="wm.library-whiteboard.001.009.009"/>
          <p:cNvSpPr/>
          <p:nvPr/>
        </p:nvSpPr>
        <p:spPr>
          <a:xfrm>
            <a:off x="9182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3" name="wm.library-whiteboard.001.009.010"/>
          <p:cNvSpPr/>
          <p:nvPr/>
        </p:nvSpPr>
        <p:spPr>
          <a:xfrm>
            <a:off x="9182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4" name="wm.library-whiteboard.001.009.011"/>
          <p:cNvSpPr/>
          <p:nvPr/>
        </p:nvSpPr>
        <p:spPr>
          <a:xfrm>
            <a:off x="9182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5" name="wm.library-whiteboard.001.009.012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6" name="wm.library-whiteboard.001.009.013"/>
          <p:cNvSpPr/>
          <p:nvPr/>
        </p:nvSpPr>
        <p:spPr>
          <a:xfrm>
            <a:off x="9182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7" name="wm.library-whiteboard.001.009.014"/>
          <p:cNvSpPr/>
          <p:nvPr/>
        </p:nvSpPr>
        <p:spPr>
          <a:xfrm>
            <a:off x="9182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8" name="wm.library-whiteboard.001.009.015"/>
          <p:cNvSpPr/>
          <p:nvPr/>
        </p:nvSpPr>
        <p:spPr>
          <a:xfrm>
            <a:off x="9182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9" name="wm.library-whiteboard.001.009.016"/>
          <p:cNvSpPr/>
          <p:nvPr/>
        </p:nvSpPr>
        <p:spPr>
          <a:xfrm>
            <a:off x="9182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0" name="wm.library-whiteboard.001.009.017"/>
          <p:cNvSpPr/>
          <p:nvPr/>
        </p:nvSpPr>
        <p:spPr>
          <a:xfrm>
            <a:off x="9182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1" name="wm.library-whiteboard.001.009.018"/>
          <p:cNvSpPr/>
          <p:nvPr/>
        </p:nvSpPr>
        <p:spPr>
          <a:xfrm>
            <a:off x="9182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2" name="wm.library-whiteboard.001.009.019"/>
          <p:cNvSpPr/>
          <p:nvPr/>
        </p:nvSpPr>
        <p:spPr>
          <a:xfrm>
            <a:off x="9182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3" name="wm.library-whiteboard.001.010.001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4" name="wm.library-whiteboard.001.010.002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5" name="wm.library-whiteboard.001.010.003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6" name="wm.library-whiteboard.001.010.004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7" name="wm.library-whiteboard.001.010.005"/>
          <p:cNvSpPr/>
          <p:nvPr/>
        </p:nvSpPr>
        <p:spPr>
          <a:xfrm>
            <a:off x="9410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8" name="wm.library-whiteboard.001.010.006"/>
          <p:cNvSpPr/>
          <p:nvPr/>
        </p:nvSpPr>
        <p:spPr>
          <a:xfrm>
            <a:off x="9410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9" name="wm.library-whiteboard.001.010.007"/>
          <p:cNvSpPr/>
          <p:nvPr/>
        </p:nvSpPr>
        <p:spPr>
          <a:xfrm>
            <a:off x="9410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0" name="wm.library-whiteboard.001.010.008"/>
          <p:cNvSpPr/>
          <p:nvPr/>
        </p:nvSpPr>
        <p:spPr>
          <a:xfrm>
            <a:off x="9410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1" name="wm.library-whiteboard.001.010.009"/>
          <p:cNvSpPr/>
          <p:nvPr/>
        </p:nvSpPr>
        <p:spPr>
          <a:xfrm>
            <a:off x="9410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2" name="wm.library-whiteboard.001.010.010"/>
          <p:cNvSpPr/>
          <p:nvPr/>
        </p:nvSpPr>
        <p:spPr>
          <a:xfrm>
            <a:off x="9410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3" name="wm.library-whiteboard.001.010.011"/>
          <p:cNvSpPr/>
          <p:nvPr/>
        </p:nvSpPr>
        <p:spPr>
          <a:xfrm>
            <a:off x="9410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4" name="wm.library-whiteboard.001.010.012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5" name="wm.library-whiteboard.001.010.013"/>
          <p:cNvSpPr/>
          <p:nvPr/>
        </p:nvSpPr>
        <p:spPr>
          <a:xfrm>
            <a:off x="9410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6" name="wm.library-whiteboard.001.010.014"/>
          <p:cNvSpPr/>
          <p:nvPr/>
        </p:nvSpPr>
        <p:spPr>
          <a:xfrm>
            <a:off x="9410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7" name="wm.library-whiteboard.001.010.015"/>
          <p:cNvSpPr/>
          <p:nvPr/>
        </p:nvSpPr>
        <p:spPr>
          <a:xfrm>
            <a:off x="9410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8" name="wm.library-whiteboard.001.010.016"/>
          <p:cNvSpPr/>
          <p:nvPr/>
        </p:nvSpPr>
        <p:spPr>
          <a:xfrm>
            <a:off x="9410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9" name="wm.library-whiteboard.001.010.017"/>
          <p:cNvSpPr/>
          <p:nvPr/>
        </p:nvSpPr>
        <p:spPr>
          <a:xfrm>
            <a:off x="9410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0" name="wm.library-whiteboard.001.010.018"/>
          <p:cNvSpPr/>
          <p:nvPr/>
        </p:nvSpPr>
        <p:spPr>
          <a:xfrm>
            <a:off x="9410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1" name="wm.library-whiteboard.001.010.019"/>
          <p:cNvSpPr/>
          <p:nvPr/>
        </p:nvSpPr>
        <p:spPr>
          <a:xfrm>
            <a:off x="9410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2" name="wm.library-whiteboard.001.011.001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3" name="wm.library-whiteboard.001.011.002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4" name="wm.library-whiteboard.001.011.003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5" name="wm.library-whiteboard.001.011.004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6" name="wm.library-whiteboard.001.011.005"/>
          <p:cNvSpPr/>
          <p:nvPr/>
        </p:nvSpPr>
        <p:spPr>
          <a:xfrm>
            <a:off x="9639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7" name="wm.library-whiteboard.001.011.006"/>
          <p:cNvSpPr/>
          <p:nvPr/>
        </p:nvSpPr>
        <p:spPr>
          <a:xfrm>
            <a:off x="9639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8" name="wm.library-whiteboard.001.011.007"/>
          <p:cNvSpPr/>
          <p:nvPr/>
        </p:nvSpPr>
        <p:spPr>
          <a:xfrm>
            <a:off x="9639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9" name="wm.library-whiteboard.001.011.008"/>
          <p:cNvSpPr/>
          <p:nvPr/>
        </p:nvSpPr>
        <p:spPr>
          <a:xfrm>
            <a:off x="9639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0" name="wm.library-whiteboard.001.011.009"/>
          <p:cNvSpPr/>
          <p:nvPr/>
        </p:nvSpPr>
        <p:spPr>
          <a:xfrm>
            <a:off x="9639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1" name="wm.library-whiteboard.001.011.010"/>
          <p:cNvSpPr/>
          <p:nvPr/>
        </p:nvSpPr>
        <p:spPr>
          <a:xfrm>
            <a:off x="9639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2" name="wm.library-whiteboard.001.011.011"/>
          <p:cNvSpPr/>
          <p:nvPr/>
        </p:nvSpPr>
        <p:spPr>
          <a:xfrm>
            <a:off x="9639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3" name="wm.library-whiteboard.001.011.012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4" name="wm.library-whiteboard.001.011.013"/>
          <p:cNvSpPr/>
          <p:nvPr/>
        </p:nvSpPr>
        <p:spPr>
          <a:xfrm>
            <a:off x="9639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5" name="wm.library-whiteboard.001.011.014"/>
          <p:cNvSpPr/>
          <p:nvPr/>
        </p:nvSpPr>
        <p:spPr>
          <a:xfrm>
            <a:off x="9639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6" name="wm.library-whiteboard.001.011.015"/>
          <p:cNvSpPr/>
          <p:nvPr/>
        </p:nvSpPr>
        <p:spPr>
          <a:xfrm>
            <a:off x="9639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7" name="wm.library-whiteboard.001.011.016"/>
          <p:cNvSpPr/>
          <p:nvPr/>
        </p:nvSpPr>
        <p:spPr>
          <a:xfrm>
            <a:off x="9639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8" name="wm.library-whiteboard.001.011.017"/>
          <p:cNvSpPr/>
          <p:nvPr/>
        </p:nvSpPr>
        <p:spPr>
          <a:xfrm>
            <a:off x="9639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9" name="wm.library-whiteboard.001.011.018"/>
          <p:cNvSpPr/>
          <p:nvPr/>
        </p:nvSpPr>
        <p:spPr>
          <a:xfrm>
            <a:off x="9639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0" name="wm.library-whiteboard.001.011.019"/>
          <p:cNvSpPr/>
          <p:nvPr/>
        </p:nvSpPr>
        <p:spPr>
          <a:xfrm>
            <a:off x="9639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1" name="wm.library-whiteboard.001.012.001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2" name="wm.library-whiteboard.001.012.002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3" name="wm.library-whiteboard.001.012.003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4" name="wm.library-whiteboard.001.012.004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5" name="wm.library-whiteboard.001.012.005"/>
          <p:cNvSpPr/>
          <p:nvPr/>
        </p:nvSpPr>
        <p:spPr>
          <a:xfrm>
            <a:off x="9867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6" name="wm.library-whiteboard.001.012.006"/>
          <p:cNvSpPr/>
          <p:nvPr/>
        </p:nvSpPr>
        <p:spPr>
          <a:xfrm>
            <a:off x="9867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7" name="wm.library-whiteboard.001.012.007"/>
          <p:cNvSpPr/>
          <p:nvPr/>
        </p:nvSpPr>
        <p:spPr>
          <a:xfrm>
            <a:off x="9867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8" name="wm.library-whiteboard.001.012.008"/>
          <p:cNvSpPr/>
          <p:nvPr/>
        </p:nvSpPr>
        <p:spPr>
          <a:xfrm>
            <a:off x="9867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9" name="wm.library-whiteboard.001.012.009"/>
          <p:cNvSpPr/>
          <p:nvPr/>
        </p:nvSpPr>
        <p:spPr>
          <a:xfrm>
            <a:off x="9867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0" name="wm.library-whiteboard.001.012.010"/>
          <p:cNvSpPr/>
          <p:nvPr/>
        </p:nvSpPr>
        <p:spPr>
          <a:xfrm>
            <a:off x="9867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1" name="wm.library-whiteboard.001.012.011"/>
          <p:cNvSpPr/>
          <p:nvPr/>
        </p:nvSpPr>
        <p:spPr>
          <a:xfrm>
            <a:off x="9867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2" name="wm.library-whiteboard.001.012.012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3" name="wm.library-whiteboard.001.012.013"/>
          <p:cNvSpPr/>
          <p:nvPr/>
        </p:nvSpPr>
        <p:spPr>
          <a:xfrm>
            <a:off x="9867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4" name="wm.library-whiteboard.001.012.014"/>
          <p:cNvSpPr/>
          <p:nvPr/>
        </p:nvSpPr>
        <p:spPr>
          <a:xfrm>
            <a:off x="9867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5" name="wm.library-whiteboard.001.012.015"/>
          <p:cNvSpPr/>
          <p:nvPr/>
        </p:nvSpPr>
        <p:spPr>
          <a:xfrm>
            <a:off x="9867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6" name="wm.library-whiteboard.001.012.016"/>
          <p:cNvSpPr/>
          <p:nvPr/>
        </p:nvSpPr>
        <p:spPr>
          <a:xfrm>
            <a:off x="9867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7" name="wm.library-whiteboard.001.012.017"/>
          <p:cNvSpPr/>
          <p:nvPr/>
        </p:nvSpPr>
        <p:spPr>
          <a:xfrm>
            <a:off x="9867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8" name="wm.library-whiteboard.001.012.018"/>
          <p:cNvSpPr/>
          <p:nvPr/>
        </p:nvSpPr>
        <p:spPr>
          <a:xfrm>
            <a:off x="9867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9" name="wm.library-whiteboard.001.012.019"/>
          <p:cNvSpPr/>
          <p:nvPr/>
        </p:nvSpPr>
        <p:spPr>
          <a:xfrm>
            <a:off x="9867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0" name="wm.library-whiteboard.001.013.001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1" name="wm.library-whiteboard.001.013.002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2" name="wm.library-whiteboard.001.013.003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3" name="wm.library-whiteboard.001.013.004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4" name="wm.library-whiteboard.001.013.005"/>
          <p:cNvSpPr/>
          <p:nvPr/>
        </p:nvSpPr>
        <p:spPr>
          <a:xfrm>
            <a:off x="10096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5" name="wm.library-whiteboard.001.013.006"/>
          <p:cNvSpPr/>
          <p:nvPr/>
        </p:nvSpPr>
        <p:spPr>
          <a:xfrm>
            <a:off x="10096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6" name="wm.library-whiteboard.001.013.007"/>
          <p:cNvSpPr/>
          <p:nvPr/>
        </p:nvSpPr>
        <p:spPr>
          <a:xfrm>
            <a:off x="10096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7" name="wm.library-whiteboard.001.013.008"/>
          <p:cNvSpPr/>
          <p:nvPr/>
        </p:nvSpPr>
        <p:spPr>
          <a:xfrm>
            <a:off x="10096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8" name="wm.library-whiteboard.001.013.009"/>
          <p:cNvSpPr/>
          <p:nvPr/>
        </p:nvSpPr>
        <p:spPr>
          <a:xfrm>
            <a:off x="10096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9" name="wm.library-whiteboard.001.013.010"/>
          <p:cNvSpPr/>
          <p:nvPr/>
        </p:nvSpPr>
        <p:spPr>
          <a:xfrm>
            <a:off x="10096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0" name="wm.library-whiteboard.001.013.011"/>
          <p:cNvSpPr/>
          <p:nvPr/>
        </p:nvSpPr>
        <p:spPr>
          <a:xfrm>
            <a:off x="10096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1" name="wm.library-whiteboard.001.013.012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2" name="wm.library-whiteboard.001.013.013"/>
          <p:cNvSpPr/>
          <p:nvPr/>
        </p:nvSpPr>
        <p:spPr>
          <a:xfrm>
            <a:off x="10096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3" name="wm.library-whiteboard.001.013.014"/>
          <p:cNvSpPr/>
          <p:nvPr/>
        </p:nvSpPr>
        <p:spPr>
          <a:xfrm>
            <a:off x="10096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4" name="wm.library-whiteboard.001.013.015"/>
          <p:cNvSpPr/>
          <p:nvPr/>
        </p:nvSpPr>
        <p:spPr>
          <a:xfrm>
            <a:off x="10096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5" name="wm.library-whiteboard.001.013.016"/>
          <p:cNvSpPr/>
          <p:nvPr/>
        </p:nvSpPr>
        <p:spPr>
          <a:xfrm>
            <a:off x="10096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6" name="wm.library-whiteboard.001.013.017"/>
          <p:cNvSpPr/>
          <p:nvPr/>
        </p:nvSpPr>
        <p:spPr>
          <a:xfrm>
            <a:off x="10096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7" name="wm.library-whiteboard.001.013.018"/>
          <p:cNvSpPr/>
          <p:nvPr/>
        </p:nvSpPr>
        <p:spPr>
          <a:xfrm>
            <a:off x="10096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8" name="wm.library-whiteboard.001.013.019"/>
          <p:cNvSpPr/>
          <p:nvPr/>
        </p:nvSpPr>
        <p:spPr>
          <a:xfrm>
            <a:off x="10096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9" name="wm.library-whiteboard.001.014.001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0" name="wm.library-whiteboard.001.014.002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1" name="wm.library-whiteboard.001.014.003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2" name="wm.library-whiteboard.001.014.004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3" name="wm.library-whiteboard.001.014.005"/>
          <p:cNvSpPr/>
          <p:nvPr/>
        </p:nvSpPr>
        <p:spPr>
          <a:xfrm>
            <a:off x="10325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4" name="wm.library-whiteboard.001.014.006"/>
          <p:cNvSpPr/>
          <p:nvPr/>
        </p:nvSpPr>
        <p:spPr>
          <a:xfrm>
            <a:off x="10325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5" name="wm.library-whiteboard.001.014.007"/>
          <p:cNvSpPr/>
          <p:nvPr/>
        </p:nvSpPr>
        <p:spPr>
          <a:xfrm>
            <a:off x="10325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6" name="wm.library-whiteboard.001.014.008"/>
          <p:cNvSpPr/>
          <p:nvPr/>
        </p:nvSpPr>
        <p:spPr>
          <a:xfrm>
            <a:off x="10325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7" name="wm.library-whiteboard.001.014.009"/>
          <p:cNvSpPr/>
          <p:nvPr/>
        </p:nvSpPr>
        <p:spPr>
          <a:xfrm>
            <a:off x="10325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8" name="wm.library-whiteboard.001.014.010"/>
          <p:cNvSpPr/>
          <p:nvPr/>
        </p:nvSpPr>
        <p:spPr>
          <a:xfrm>
            <a:off x="10325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9" name="wm.library-whiteboard.001.014.011"/>
          <p:cNvSpPr/>
          <p:nvPr/>
        </p:nvSpPr>
        <p:spPr>
          <a:xfrm>
            <a:off x="10325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0" name="wm.library-whiteboard.001.014.012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1" name="wm.library-whiteboard.001.014.013"/>
          <p:cNvSpPr/>
          <p:nvPr/>
        </p:nvSpPr>
        <p:spPr>
          <a:xfrm>
            <a:off x="10325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2" name="wm.library-whiteboard.001.014.014"/>
          <p:cNvSpPr/>
          <p:nvPr/>
        </p:nvSpPr>
        <p:spPr>
          <a:xfrm>
            <a:off x="10325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3" name="wm.library-whiteboard.001.014.015"/>
          <p:cNvSpPr/>
          <p:nvPr/>
        </p:nvSpPr>
        <p:spPr>
          <a:xfrm>
            <a:off x="10325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4" name="wm.library-whiteboard.001.014.016"/>
          <p:cNvSpPr/>
          <p:nvPr/>
        </p:nvSpPr>
        <p:spPr>
          <a:xfrm>
            <a:off x="10325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5" name="wm.library-whiteboard.001.014.017"/>
          <p:cNvSpPr/>
          <p:nvPr/>
        </p:nvSpPr>
        <p:spPr>
          <a:xfrm>
            <a:off x="10325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6" name="wm.library-whiteboard.001.014.018"/>
          <p:cNvSpPr/>
          <p:nvPr/>
        </p:nvSpPr>
        <p:spPr>
          <a:xfrm>
            <a:off x="10325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7" name="wm.library-whiteboard.001.014.019"/>
          <p:cNvSpPr/>
          <p:nvPr/>
        </p:nvSpPr>
        <p:spPr>
          <a:xfrm>
            <a:off x="10325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8" name="wm.library-whiteboard.001.015.001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9" name="wm.library-whiteboard.001.015.002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0" name="wm.library-whiteboard.001.015.003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1" name="wm.library-whiteboard.001.015.004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2" name="wm.library-whiteboard.001.015.005"/>
          <p:cNvSpPr/>
          <p:nvPr/>
        </p:nvSpPr>
        <p:spPr>
          <a:xfrm>
            <a:off x="10553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3" name="wm.library-whiteboard.001.015.006"/>
          <p:cNvSpPr/>
          <p:nvPr/>
        </p:nvSpPr>
        <p:spPr>
          <a:xfrm>
            <a:off x="10553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4" name="wm.library-whiteboard.001.015.007"/>
          <p:cNvSpPr/>
          <p:nvPr/>
        </p:nvSpPr>
        <p:spPr>
          <a:xfrm>
            <a:off x="10553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5" name="wm.library-whiteboard.001.015.008"/>
          <p:cNvSpPr/>
          <p:nvPr/>
        </p:nvSpPr>
        <p:spPr>
          <a:xfrm>
            <a:off x="10553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6" name="wm.library-whiteboard.001.015.009"/>
          <p:cNvSpPr/>
          <p:nvPr/>
        </p:nvSpPr>
        <p:spPr>
          <a:xfrm>
            <a:off x="10553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7" name="wm.library-whiteboard.001.015.010"/>
          <p:cNvSpPr/>
          <p:nvPr/>
        </p:nvSpPr>
        <p:spPr>
          <a:xfrm>
            <a:off x="10553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8" name="wm.library-whiteboard.001.015.011"/>
          <p:cNvSpPr/>
          <p:nvPr/>
        </p:nvSpPr>
        <p:spPr>
          <a:xfrm>
            <a:off x="10553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9" name="wm.library-whiteboard.001.015.012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0" name="wm.library-whiteboard.001.015.013"/>
          <p:cNvSpPr/>
          <p:nvPr/>
        </p:nvSpPr>
        <p:spPr>
          <a:xfrm>
            <a:off x="10553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1" name="wm.library-whiteboard.001.015.014"/>
          <p:cNvSpPr/>
          <p:nvPr/>
        </p:nvSpPr>
        <p:spPr>
          <a:xfrm>
            <a:off x="10553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2" name="wm.library-whiteboard.001.015.015"/>
          <p:cNvSpPr/>
          <p:nvPr/>
        </p:nvSpPr>
        <p:spPr>
          <a:xfrm>
            <a:off x="10553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3" name="wm.library-whiteboard.001.015.016"/>
          <p:cNvSpPr/>
          <p:nvPr/>
        </p:nvSpPr>
        <p:spPr>
          <a:xfrm>
            <a:off x="10553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4" name="wm.library-whiteboard.001.015.017"/>
          <p:cNvSpPr/>
          <p:nvPr/>
        </p:nvSpPr>
        <p:spPr>
          <a:xfrm>
            <a:off x="10553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5" name="wm.library-whiteboard.001.015.018"/>
          <p:cNvSpPr/>
          <p:nvPr/>
        </p:nvSpPr>
        <p:spPr>
          <a:xfrm>
            <a:off x="10553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6" name="wm.library-whiteboard.001.015.019"/>
          <p:cNvSpPr/>
          <p:nvPr/>
        </p:nvSpPr>
        <p:spPr>
          <a:xfrm>
            <a:off x="10553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7" name="wm.library-whiteboard.001.016.001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8" name="wm.library-whiteboard.001.016.002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9" name="wm.library-whiteboard.001.016.003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0" name="wm.library-whiteboard.001.016.004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1" name="wm.library-whiteboard.001.016.005"/>
          <p:cNvSpPr/>
          <p:nvPr/>
        </p:nvSpPr>
        <p:spPr>
          <a:xfrm>
            <a:off x="10782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2" name="wm.library-whiteboard.001.016.006"/>
          <p:cNvSpPr/>
          <p:nvPr/>
        </p:nvSpPr>
        <p:spPr>
          <a:xfrm>
            <a:off x="10782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3" name="wm.library-whiteboard.001.016.007"/>
          <p:cNvSpPr/>
          <p:nvPr/>
        </p:nvSpPr>
        <p:spPr>
          <a:xfrm>
            <a:off x="10782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4" name="wm.library-whiteboard.001.016.008"/>
          <p:cNvSpPr/>
          <p:nvPr/>
        </p:nvSpPr>
        <p:spPr>
          <a:xfrm>
            <a:off x="10782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5" name="wm.library-whiteboard.001.016.009"/>
          <p:cNvSpPr/>
          <p:nvPr/>
        </p:nvSpPr>
        <p:spPr>
          <a:xfrm>
            <a:off x="10782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6" name="wm.library-whiteboard.001.016.010"/>
          <p:cNvSpPr/>
          <p:nvPr/>
        </p:nvSpPr>
        <p:spPr>
          <a:xfrm>
            <a:off x="10782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7" name="wm.library-whiteboard.001.016.011"/>
          <p:cNvSpPr/>
          <p:nvPr/>
        </p:nvSpPr>
        <p:spPr>
          <a:xfrm>
            <a:off x="10782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8" name="wm.library-whiteboard.001.016.012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9" name="wm.library-whiteboard.001.016.013"/>
          <p:cNvSpPr/>
          <p:nvPr/>
        </p:nvSpPr>
        <p:spPr>
          <a:xfrm>
            <a:off x="10782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0" name="wm.library-whiteboard.001.016.014"/>
          <p:cNvSpPr/>
          <p:nvPr/>
        </p:nvSpPr>
        <p:spPr>
          <a:xfrm>
            <a:off x="10782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1" name="wm.library-whiteboard.001.016.015"/>
          <p:cNvSpPr/>
          <p:nvPr/>
        </p:nvSpPr>
        <p:spPr>
          <a:xfrm>
            <a:off x="10782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2" name="wm.library-whiteboard.001.016.016"/>
          <p:cNvSpPr/>
          <p:nvPr/>
        </p:nvSpPr>
        <p:spPr>
          <a:xfrm>
            <a:off x="10782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3" name="wm.library-whiteboard.001.016.017"/>
          <p:cNvSpPr/>
          <p:nvPr/>
        </p:nvSpPr>
        <p:spPr>
          <a:xfrm>
            <a:off x="10782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4" name="wm.library-whiteboard.001.016.018"/>
          <p:cNvSpPr/>
          <p:nvPr/>
        </p:nvSpPr>
        <p:spPr>
          <a:xfrm>
            <a:off x="10782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5" name="wm.library-whiteboard.001.016.019"/>
          <p:cNvSpPr/>
          <p:nvPr/>
        </p:nvSpPr>
        <p:spPr>
          <a:xfrm>
            <a:off x="10782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6" name="wm.library-whiteboard.001.017.001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7" name="wm.library-whiteboard.001.017.002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8" name="wm.library-whiteboard.001.017.003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9" name="wm.library-whiteboard.001.017.004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0" name="wm.library-whiteboard.001.017.005"/>
          <p:cNvSpPr/>
          <p:nvPr/>
        </p:nvSpPr>
        <p:spPr>
          <a:xfrm>
            <a:off x="11010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1" name="wm.library-whiteboard.001.017.006"/>
          <p:cNvSpPr/>
          <p:nvPr/>
        </p:nvSpPr>
        <p:spPr>
          <a:xfrm>
            <a:off x="11010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2" name="wm.library-whiteboard.001.017.007"/>
          <p:cNvSpPr/>
          <p:nvPr/>
        </p:nvSpPr>
        <p:spPr>
          <a:xfrm>
            <a:off x="11010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3" name="wm.library-whiteboard.001.017.008"/>
          <p:cNvSpPr/>
          <p:nvPr/>
        </p:nvSpPr>
        <p:spPr>
          <a:xfrm>
            <a:off x="11010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4" name="wm.library-whiteboard.001.017.009"/>
          <p:cNvSpPr/>
          <p:nvPr/>
        </p:nvSpPr>
        <p:spPr>
          <a:xfrm>
            <a:off x="11010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5" name="wm.library-whiteboard.001.017.010"/>
          <p:cNvSpPr/>
          <p:nvPr/>
        </p:nvSpPr>
        <p:spPr>
          <a:xfrm>
            <a:off x="11010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6" name="wm.library-whiteboard.001.017.011"/>
          <p:cNvSpPr/>
          <p:nvPr/>
        </p:nvSpPr>
        <p:spPr>
          <a:xfrm>
            <a:off x="11010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7" name="wm.library-whiteboard.001.017.012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8" name="wm.library-whiteboard.001.017.013"/>
          <p:cNvSpPr/>
          <p:nvPr/>
        </p:nvSpPr>
        <p:spPr>
          <a:xfrm>
            <a:off x="11010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9" name="wm.library-whiteboard.001.017.014"/>
          <p:cNvSpPr/>
          <p:nvPr/>
        </p:nvSpPr>
        <p:spPr>
          <a:xfrm>
            <a:off x="11010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0" name="wm.library-whiteboard.001.017.015"/>
          <p:cNvSpPr/>
          <p:nvPr/>
        </p:nvSpPr>
        <p:spPr>
          <a:xfrm>
            <a:off x="11010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1" name="wm.library-whiteboard.001.017.016"/>
          <p:cNvSpPr/>
          <p:nvPr/>
        </p:nvSpPr>
        <p:spPr>
          <a:xfrm>
            <a:off x="11010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2" name="wm.library-whiteboard.001.017.017"/>
          <p:cNvSpPr/>
          <p:nvPr/>
        </p:nvSpPr>
        <p:spPr>
          <a:xfrm>
            <a:off x="11010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3" name="wm.library-whiteboard.001.017.018"/>
          <p:cNvSpPr/>
          <p:nvPr/>
        </p:nvSpPr>
        <p:spPr>
          <a:xfrm>
            <a:off x="11010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4" name="wm.library-whiteboard.001.017.019"/>
          <p:cNvSpPr/>
          <p:nvPr/>
        </p:nvSpPr>
        <p:spPr>
          <a:xfrm>
            <a:off x="11010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5" name="wm.library-whiteboard.001.018.001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6" name="wm.library-whiteboard.001.018.002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7" name="wm.library-whiteboard.001.018.003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8" name="wm.library-whiteboard.001.018.004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9" name="wm.library-whiteboard.001.018.005"/>
          <p:cNvSpPr/>
          <p:nvPr/>
        </p:nvSpPr>
        <p:spPr>
          <a:xfrm>
            <a:off x="11239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0" name="wm.library-whiteboard.001.018.006"/>
          <p:cNvSpPr/>
          <p:nvPr/>
        </p:nvSpPr>
        <p:spPr>
          <a:xfrm>
            <a:off x="11239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1" name="wm.library-whiteboard.001.018.007"/>
          <p:cNvSpPr/>
          <p:nvPr/>
        </p:nvSpPr>
        <p:spPr>
          <a:xfrm>
            <a:off x="11239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2" name="wm.library-whiteboard.001.018.008"/>
          <p:cNvSpPr/>
          <p:nvPr/>
        </p:nvSpPr>
        <p:spPr>
          <a:xfrm>
            <a:off x="11239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3" name="wm.library-whiteboard.001.018.009"/>
          <p:cNvSpPr/>
          <p:nvPr/>
        </p:nvSpPr>
        <p:spPr>
          <a:xfrm>
            <a:off x="11239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4" name="wm.library-whiteboard.001.018.010"/>
          <p:cNvSpPr/>
          <p:nvPr/>
        </p:nvSpPr>
        <p:spPr>
          <a:xfrm>
            <a:off x="11239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5" name="wm.library-whiteboard.001.018.011"/>
          <p:cNvSpPr/>
          <p:nvPr/>
        </p:nvSpPr>
        <p:spPr>
          <a:xfrm>
            <a:off x="11239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6" name="wm.library-whiteboard.001.018.012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7" name="wm.library-whiteboard.001.018.013"/>
          <p:cNvSpPr/>
          <p:nvPr/>
        </p:nvSpPr>
        <p:spPr>
          <a:xfrm>
            <a:off x="11239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8" name="wm.library-whiteboard.001.018.014"/>
          <p:cNvSpPr/>
          <p:nvPr/>
        </p:nvSpPr>
        <p:spPr>
          <a:xfrm>
            <a:off x="11239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9" name="wm.library-whiteboard.001.018.015"/>
          <p:cNvSpPr/>
          <p:nvPr/>
        </p:nvSpPr>
        <p:spPr>
          <a:xfrm>
            <a:off x="11239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0" name="wm.library-whiteboard.001.018.016"/>
          <p:cNvSpPr/>
          <p:nvPr/>
        </p:nvSpPr>
        <p:spPr>
          <a:xfrm>
            <a:off x="11239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1" name="wm.library-whiteboard.001.018.017"/>
          <p:cNvSpPr/>
          <p:nvPr/>
        </p:nvSpPr>
        <p:spPr>
          <a:xfrm>
            <a:off x="11239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2" name="wm.library-whiteboard.001.018.018"/>
          <p:cNvSpPr/>
          <p:nvPr/>
        </p:nvSpPr>
        <p:spPr>
          <a:xfrm>
            <a:off x="11239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3" name="wm.library-whiteboard.001.018.019"/>
          <p:cNvSpPr/>
          <p:nvPr/>
        </p:nvSpPr>
        <p:spPr>
          <a:xfrm>
            <a:off x="11239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4" name="wm.library-whiteboard.001.019.001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5" name="wm.library-whiteboard.001.019.002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6" name="wm.library-whiteboard.001.019.003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7" name="wm.library-whiteboard.001.019.004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8" name="wm.library-whiteboard.001.019.005"/>
          <p:cNvSpPr/>
          <p:nvPr/>
        </p:nvSpPr>
        <p:spPr>
          <a:xfrm>
            <a:off x="11468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9" name="wm.library-whiteboard.001.019.006"/>
          <p:cNvSpPr/>
          <p:nvPr/>
        </p:nvSpPr>
        <p:spPr>
          <a:xfrm>
            <a:off x="11468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0" name="wm.library-whiteboard.001.019.007"/>
          <p:cNvSpPr/>
          <p:nvPr/>
        </p:nvSpPr>
        <p:spPr>
          <a:xfrm>
            <a:off x="11468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1" name="wm.library-whiteboard.001.019.008"/>
          <p:cNvSpPr/>
          <p:nvPr/>
        </p:nvSpPr>
        <p:spPr>
          <a:xfrm>
            <a:off x="11468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2" name="wm.library-whiteboard.001.019.009"/>
          <p:cNvSpPr/>
          <p:nvPr/>
        </p:nvSpPr>
        <p:spPr>
          <a:xfrm>
            <a:off x="11468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3" name="wm.library-whiteboard.001.019.010"/>
          <p:cNvSpPr/>
          <p:nvPr/>
        </p:nvSpPr>
        <p:spPr>
          <a:xfrm>
            <a:off x="11468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4" name="wm.library-whiteboard.001.019.011"/>
          <p:cNvSpPr/>
          <p:nvPr/>
        </p:nvSpPr>
        <p:spPr>
          <a:xfrm>
            <a:off x="11468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5" name="wm.library-whiteboard.001.019.012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6" name="wm.library-whiteboard.001.019.013"/>
          <p:cNvSpPr/>
          <p:nvPr/>
        </p:nvSpPr>
        <p:spPr>
          <a:xfrm>
            <a:off x="11468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7" name="wm.library-whiteboard.001.019.014"/>
          <p:cNvSpPr/>
          <p:nvPr/>
        </p:nvSpPr>
        <p:spPr>
          <a:xfrm>
            <a:off x="11468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8" name="wm.library-whiteboard.001.019.015"/>
          <p:cNvSpPr/>
          <p:nvPr/>
        </p:nvSpPr>
        <p:spPr>
          <a:xfrm>
            <a:off x="11468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9" name="wm.library-whiteboard.001.019.016"/>
          <p:cNvSpPr/>
          <p:nvPr/>
        </p:nvSpPr>
        <p:spPr>
          <a:xfrm>
            <a:off x="11468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0" name="wm.library-whiteboard.001.019.017"/>
          <p:cNvSpPr/>
          <p:nvPr/>
        </p:nvSpPr>
        <p:spPr>
          <a:xfrm>
            <a:off x="11468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1" name="wm.library-whiteboard.001.019.018"/>
          <p:cNvSpPr/>
          <p:nvPr/>
        </p:nvSpPr>
        <p:spPr>
          <a:xfrm>
            <a:off x="11468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2" name="wm.library-whiteboard.001.019.019"/>
          <p:cNvSpPr/>
          <p:nvPr/>
        </p:nvSpPr>
        <p:spPr>
          <a:xfrm>
            <a:off x="11468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4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71" name="node01"/>
          <p:cNvGrpSpPr/>
          <p:nvPr/>
        </p:nvGrpSpPr>
        <p:grpSpPr>
          <a:xfrm>
            <a:off x="723900" y="2057400"/>
            <a:ext cx="2514600" cy="611950"/>
            <a:chOff x="723900" y="2057400"/>
            <a:chExt cx="2514600" cy="611950"/>
          </a:xfrm>
        </p:grpSpPr>
        <p:sp>
          <p:nvSpPr>
            <p:cNvPr id="365" name="node01.text"/>
            <p:cNvSpPr/>
            <p:nvPr/>
          </p:nvSpPr>
          <p:spPr>
            <a:xfrm>
              <a:off x="723900" y="2057400"/>
              <a:ext cx="2514600" cy="61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800"/>
                </a:lnSpc>
                <a:buNone/>
              </a:pPr>
              <a:r>
                <a:rPr lang="en-US" sz="4800" spc="-9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</a:t>
              </a:r>
              <a:endParaRPr lang="en-US" sz="4800" spc="-9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72" name="node02"/>
          <p:cNvGrpSpPr/>
          <p:nvPr/>
        </p:nvGrpSpPr>
        <p:grpSpPr>
          <a:xfrm>
            <a:off x="723900" y="3200400"/>
            <a:ext cx="6172200" cy="152400"/>
            <a:chOff x="723900" y="3200400"/>
            <a:chExt cx="6172200" cy="152400"/>
          </a:xfrm>
        </p:grpSpPr>
        <p:sp>
          <p:nvSpPr>
            <p:cNvPr id="366" name="node02.text"/>
            <p:cNvSpPr/>
            <p:nvPr/>
          </p:nvSpPr>
          <p:spPr>
            <a:xfrm>
              <a:off x="723900" y="3200400"/>
              <a:ext cx="6172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CED7E6"/>
                  </a:solidFill>
                  <a:latin typeface="IBM Plex Mono SemiBold"/>
                  <a:ea typeface="IBM Plex Mono SemiBold"/>
                  <a:cs typeface="IBM Plex Mono SemiBold"/>
                </a:rPr>
                <a:t>SUPPORTING DETAIL</a:t>
              </a:r>
              <a:endParaRPr lang="en-US" sz="1000" spc="80" kern="0" b="0" i="0" dirty="0">
                <a:solidFill>
                  <a:srgbClr val="CED7E6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73" name="node03"/>
          <p:cNvGrpSpPr/>
          <p:nvPr/>
        </p:nvGrpSpPr>
        <p:grpSpPr>
          <a:xfrm>
            <a:off x="723900" y="3429000"/>
            <a:ext cx="6172200" cy="762000"/>
            <a:chOff x="723900" y="3429000"/>
            <a:chExt cx="6172200" cy="762000"/>
          </a:xfrm>
        </p:grpSpPr>
        <p:pic>
          <p:nvPicPr>
            <p:cNvPr id="367" name="node03.text.mark-001-001" descr="underscore; canonical SHA256=49d5a97f776a33dcf11e794bad153776f1f33cf3747f42e2c277857faa224278; resolved ink=F900D3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6766" y="4084320"/>
              <a:ext cx="3078749" cy="277756"/>
            </a:xfrm>
            <a:prstGeom prst="rect">
              <a:avLst/>
            </a:prstGeom>
          </p:spPr>
        </p:pic>
        <p:sp>
          <p:nvSpPr>
            <p:cNvPr id="368" name="node03.text"/>
            <p:cNvSpPr/>
            <p:nvPr/>
          </p:nvSpPr>
          <p:spPr>
            <a:xfrm>
              <a:off x="723900" y="3429000"/>
              <a:ext cx="61722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Appendix</a:t>
              </a:r>
              <a:endParaRPr lang="en-US" sz="5400" spc="-135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74" name="node04"/>
          <p:cNvGrpSpPr/>
          <p:nvPr/>
        </p:nvGrpSpPr>
        <p:grpSpPr>
          <a:xfrm>
            <a:off x="723900" y="4572000"/>
            <a:ext cx="5257800" cy="304800"/>
            <a:chOff x="723900" y="4572000"/>
            <a:chExt cx="5257800" cy="304800"/>
          </a:xfrm>
        </p:grpSpPr>
        <p:sp>
          <p:nvSpPr>
            <p:cNvPr id="369" name="node04.text"/>
            <p:cNvSpPr/>
            <p:nvPr/>
          </p:nvSpPr>
          <p:spPr>
            <a:xfrm>
              <a:off x="723900" y="45720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6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Six reference items, A1 to A6, on pages 36 to 44.</a:t>
              </a:r>
              <a:endParaRPr lang="en-US" sz="16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5" name="node05"/>
          <p:cNvGrpSpPr/>
          <p:nvPr/>
        </p:nvGrpSpPr>
        <p:grpSpPr>
          <a:xfrm>
            <a:off x="8039100" y="2057400"/>
            <a:ext cx="2743200" cy="2743200"/>
            <a:chOff x="8039100" y="2057400"/>
            <a:chExt cx="2743200" cy="2743200"/>
          </a:xfrm>
        </p:grpSpPr>
        <p:pic>
          <p:nvPicPr>
            <p:cNvPr id="370" name="node05.image" descr="photo-abstract-led; canonical SHA256=b7b344ce42203ad72ab0de695542e13a9f7289320ce9160a6f9a85bc05bb7748">    </p:cNvPr>
            <p:cNvPicPr>
              <a:picLocks noChangeAspect="1"/>
            </p:cNvPicPr>
            <p:nvPr/>
          </p:nvPicPr>
          <p:blipFill>
            <a:blip r:embed="rId3"/>
            <a:srcRect l="16729" r="16729" t="0" b="0"/>
            <a:stretch/>
          </p:blipFill>
          <p:spPr>
            <a:xfrm>
              <a:off x="8039100" y="2057400"/>
              <a:ext cx="2743200" cy="274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353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353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7353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7353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7353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7353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7353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7353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7353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7353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7353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7353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7353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7353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7353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1.016"/>
          <p:cNvSpPr/>
          <p:nvPr/>
        </p:nvSpPr>
        <p:spPr>
          <a:xfrm>
            <a:off x="7353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1.017"/>
          <p:cNvSpPr/>
          <p:nvPr/>
        </p:nvSpPr>
        <p:spPr>
          <a:xfrm>
            <a:off x="7353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" name="wm.library-whiteboard.001.001.018"/>
          <p:cNvSpPr/>
          <p:nvPr/>
        </p:nvSpPr>
        <p:spPr>
          <a:xfrm>
            <a:off x="7353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" name="wm.library-whiteboard.001.001.019"/>
          <p:cNvSpPr/>
          <p:nvPr/>
        </p:nvSpPr>
        <p:spPr>
          <a:xfrm>
            <a:off x="7353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" name="wm.library-whiteboard.001.002.001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" name="wm.library-whiteboard.001.002.002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" name="wm.library-whiteboard.001.002.003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library-whiteboard.001.002.00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library-whiteboard.001.002.005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library-whiteboard.001.002.006"/>
          <p:cNvSpPr/>
          <p:nvPr/>
        </p:nvSpPr>
        <p:spPr>
          <a:xfrm>
            <a:off x="7581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" name="wm.library-whiteboard.001.002.007"/>
          <p:cNvSpPr/>
          <p:nvPr/>
        </p:nvSpPr>
        <p:spPr>
          <a:xfrm>
            <a:off x="7581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" name="wm.library-whiteboard.001.002.008"/>
          <p:cNvSpPr/>
          <p:nvPr/>
        </p:nvSpPr>
        <p:spPr>
          <a:xfrm>
            <a:off x="7581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" name="wm.library-whiteboard.001.002.009"/>
          <p:cNvSpPr/>
          <p:nvPr/>
        </p:nvSpPr>
        <p:spPr>
          <a:xfrm>
            <a:off x="7581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" name="wm.library-whiteboard.001.002.010"/>
          <p:cNvSpPr/>
          <p:nvPr/>
        </p:nvSpPr>
        <p:spPr>
          <a:xfrm>
            <a:off x="7581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" name="wm.library-whiteboard.001.002.011"/>
          <p:cNvSpPr/>
          <p:nvPr/>
        </p:nvSpPr>
        <p:spPr>
          <a:xfrm>
            <a:off x="7581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" name="wm.library-whiteboard.001.002.012"/>
          <p:cNvSpPr/>
          <p:nvPr/>
        </p:nvSpPr>
        <p:spPr>
          <a:xfrm>
            <a:off x="7581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library-whiteboard.001.002.013"/>
          <p:cNvSpPr/>
          <p:nvPr/>
        </p:nvSpPr>
        <p:spPr>
          <a:xfrm>
            <a:off x="7581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library-whiteboard.001.002.014"/>
          <p:cNvSpPr/>
          <p:nvPr/>
        </p:nvSpPr>
        <p:spPr>
          <a:xfrm>
            <a:off x="7581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library-whiteboard.001.002.015"/>
          <p:cNvSpPr/>
          <p:nvPr/>
        </p:nvSpPr>
        <p:spPr>
          <a:xfrm>
            <a:off x="7581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" name="wm.library-whiteboard.001.002.016"/>
          <p:cNvSpPr/>
          <p:nvPr/>
        </p:nvSpPr>
        <p:spPr>
          <a:xfrm>
            <a:off x="7581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wm.library-whiteboard.001.002.017"/>
          <p:cNvSpPr/>
          <p:nvPr/>
        </p:nvSpPr>
        <p:spPr>
          <a:xfrm>
            <a:off x="7581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8" name="wm.library-whiteboard.001.002.018"/>
          <p:cNvSpPr/>
          <p:nvPr/>
        </p:nvSpPr>
        <p:spPr>
          <a:xfrm>
            <a:off x="7581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9" name="wm.library-whiteboard.001.002.019"/>
          <p:cNvSpPr/>
          <p:nvPr/>
        </p:nvSpPr>
        <p:spPr>
          <a:xfrm>
            <a:off x="7581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0" name="wm.library-whiteboard.001.003.001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1" name="wm.library-whiteboard.001.003.002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2" name="wm.library-whiteboard.001.003.003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3" name="wm.library-whiteboard.001.003.00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4" name="wm.library-whiteboard.001.003.005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5" name="wm.library-whiteboard.001.003.006"/>
          <p:cNvSpPr/>
          <p:nvPr/>
        </p:nvSpPr>
        <p:spPr>
          <a:xfrm>
            <a:off x="7810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6" name="wm.library-whiteboard.001.003.007"/>
          <p:cNvSpPr/>
          <p:nvPr/>
        </p:nvSpPr>
        <p:spPr>
          <a:xfrm>
            <a:off x="7810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7" name="wm.library-whiteboard.001.003.008"/>
          <p:cNvSpPr/>
          <p:nvPr/>
        </p:nvSpPr>
        <p:spPr>
          <a:xfrm>
            <a:off x="7810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8" name="wm.library-whiteboard.001.003.009"/>
          <p:cNvSpPr/>
          <p:nvPr/>
        </p:nvSpPr>
        <p:spPr>
          <a:xfrm>
            <a:off x="7810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9" name="wm.library-whiteboard.001.003.010"/>
          <p:cNvSpPr/>
          <p:nvPr/>
        </p:nvSpPr>
        <p:spPr>
          <a:xfrm>
            <a:off x="7810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0" name="wm.library-whiteboard.001.003.011"/>
          <p:cNvSpPr/>
          <p:nvPr/>
        </p:nvSpPr>
        <p:spPr>
          <a:xfrm>
            <a:off x="7810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1" name="wm.library-whiteboard.001.003.012"/>
          <p:cNvSpPr/>
          <p:nvPr/>
        </p:nvSpPr>
        <p:spPr>
          <a:xfrm>
            <a:off x="7810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2" name="wm.library-whiteboard.001.003.013"/>
          <p:cNvSpPr/>
          <p:nvPr/>
        </p:nvSpPr>
        <p:spPr>
          <a:xfrm>
            <a:off x="7810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3" name="wm.library-whiteboard.001.003.014"/>
          <p:cNvSpPr/>
          <p:nvPr/>
        </p:nvSpPr>
        <p:spPr>
          <a:xfrm>
            <a:off x="7810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4" name="wm.library-whiteboard.001.003.015"/>
          <p:cNvSpPr/>
          <p:nvPr/>
        </p:nvSpPr>
        <p:spPr>
          <a:xfrm>
            <a:off x="7810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5" name="wm.library-whiteboard.001.003.016"/>
          <p:cNvSpPr/>
          <p:nvPr/>
        </p:nvSpPr>
        <p:spPr>
          <a:xfrm>
            <a:off x="7810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6" name="wm.library-whiteboard.001.003.017"/>
          <p:cNvSpPr/>
          <p:nvPr/>
        </p:nvSpPr>
        <p:spPr>
          <a:xfrm>
            <a:off x="7810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7" name="wm.library-whiteboard.001.003.018"/>
          <p:cNvSpPr/>
          <p:nvPr/>
        </p:nvSpPr>
        <p:spPr>
          <a:xfrm>
            <a:off x="7810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8" name="wm.library-whiteboard.001.003.019"/>
          <p:cNvSpPr/>
          <p:nvPr/>
        </p:nvSpPr>
        <p:spPr>
          <a:xfrm>
            <a:off x="7810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9" name="wm.library-whiteboard.001.004.001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0" name="wm.library-whiteboard.001.004.002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1" name="wm.library-whiteboard.001.004.003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2" name="wm.library-whiteboard.001.004.00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3" name="wm.library-whiteboard.001.004.005"/>
          <p:cNvSpPr/>
          <p:nvPr/>
        </p:nvSpPr>
        <p:spPr>
          <a:xfrm>
            <a:off x="8039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4" name="wm.library-whiteboard.001.004.006"/>
          <p:cNvSpPr/>
          <p:nvPr/>
        </p:nvSpPr>
        <p:spPr>
          <a:xfrm>
            <a:off x="8039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5" name="wm.library-whiteboard.001.004.007"/>
          <p:cNvSpPr/>
          <p:nvPr/>
        </p:nvSpPr>
        <p:spPr>
          <a:xfrm>
            <a:off x="8039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6" name="wm.library-whiteboard.001.004.008"/>
          <p:cNvSpPr/>
          <p:nvPr/>
        </p:nvSpPr>
        <p:spPr>
          <a:xfrm>
            <a:off x="8039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7" name="wm.library-whiteboard.001.004.009"/>
          <p:cNvSpPr/>
          <p:nvPr/>
        </p:nvSpPr>
        <p:spPr>
          <a:xfrm>
            <a:off x="8039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8" name="wm.library-whiteboard.001.004.010"/>
          <p:cNvSpPr/>
          <p:nvPr/>
        </p:nvSpPr>
        <p:spPr>
          <a:xfrm>
            <a:off x="8039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9" name="wm.library-whiteboard.001.004.011"/>
          <p:cNvSpPr/>
          <p:nvPr/>
        </p:nvSpPr>
        <p:spPr>
          <a:xfrm>
            <a:off x="8039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0" name="wm.library-whiteboard.001.004.012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1" name="wm.library-whiteboard.001.004.013"/>
          <p:cNvSpPr/>
          <p:nvPr/>
        </p:nvSpPr>
        <p:spPr>
          <a:xfrm>
            <a:off x="8039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2" name="wm.library-whiteboard.001.004.014"/>
          <p:cNvSpPr/>
          <p:nvPr/>
        </p:nvSpPr>
        <p:spPr>
          <a:xfrm>
            <a:off x="8039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3" name="wm.library-whiteboard.001.004.015"/>
          <p:cNvSpPr/>
          <p:nvPr/>
        </p:nvSpPr>
        <p:spPr>
          <a:xfrm>
            <a:off x="8039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4" name="wm.library-whiteboard.001.004.016"/>
          <p:cNvSpPr/>
          <p:nvPr/>
        </p:nvSpPr>
        <p:spPr>
          <a:xfrm>
            <a:off x="8039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5" name="wm.library-whiteboard.001.004.017"/>
          <p:cNvSpPr/>
          <p:nvPr/>
        </p:nvSpPr>
        <p:spPr>
          <a:xfrm>
            <a:off x="8039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6" name="wm.library-whiteboard.001.004.018"/>
          <p:cNvSpPr/>
          <p:nvPr/>
        </p:nvSpPr>
        <p:spPr>
          <a:xfrm>
            <a:off x="8039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7" name="wm.library-whiteboard.001.004.019"/>
          <p:cNvSpPr/>
          <p:nvPr/>
        </p:nvSpPr>
        <p:spPr>
          <a:xfrm>
            <a:off x="8039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8" name="wm.library-whiteboard.001.005.001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9" name="wm.library-whiteboard.001.005.002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0" name="wm.library-whiteboard.001.005.003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1" name="wm.library-whiteboard.001.005.00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2" name="wm.library-whiteboard.001.005.005"/>
          <p:cNvSpPr/>
          <p:nvPr/>
        </p:nvSpPr>
        <p:spPr>
          <a:xfrm>
            <a:off x="8267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3" name="wm.library-whiteboard.001.005.006"/>
          <p:cNvSpPr/>
          <p:nvPr/>
        </p:nvSpPr>
        <p:spPr>
          <a:xfrm>
            <a:off x="8267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4" name="wm.library-whiteboard.001.005.007"/>
          <p:cNvSpPr/>
          <p:nvPr/>
        </p:nvSpPr>
        <p:spPr>
          <a:xfrm>
            <a:off x="8267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5" name="wm.library-whiteboard.001.005.008"/>
          <p:cNvSpPr/>
          <p:nvPr/>
        </p:nvSpPr>
        <p:spPr>
          <a:xfrm>
            <a:off x="8267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6" name="wm.library-whiteboard.001.005.009"/>
          <p:cNvSpPr/>
          <p:nvPr/>
        </p:nvSpPr>
        <p:spPr>
          <a:xfrm>
            <a:off x="8267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7" name="wm.library-whiteboard.001.005.010"/>
          <p:cNvSpPr/>
          <p:nvPr/>
        </p:nvSpPr>
        <p:spPr>
          <a:xfrm>
            <a:off x="8267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8" name="wm.library-whiteboard.001.005.011"/>
          <p:cNvSpPr/>
          <p:nvPr/>
        </p:nvSpPr>
        <p:spPr>
          <a:xfrm>
            <a:off x="8267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9" name="wm.library-whiteboard.001.005.012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0" name="wm.library-whiteboard.001.005.013"/>
          <p:cNvSpPr/>
          <p:nvPr/>
        </p:nvSpPr>
        <p:spPr>
          <a:xfrm>
            <a:off x="8267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1" name="wm.library-whiteboard.001.005.014"/>
          <p:cNvSpPr/>
          <p:nvPr/>
        </p:nvSpPr>
        <p:spPr>
          <a:xfrm>
            <a:off x="82677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2" name="wm.library-whiteboard.001.005.015"/>
          <p:cNvSpPr/>
          <p:nvPr/>
        </p:nvSpPr>
        <p:spPr>
          <a:xfrm>
            <a:off x="8267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3" name="wm.library-whiteboard.001.005.016"/>
          <p:cNvSpPr/>
          <p:nvPr/>
        </p:nvSpPr>
        <p:spPr>
          <a:xfrm>
            <a:off x="8267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4" name="wm.library-whiteboard.001.005.017"/>
          <p:cNvSpPr/>
          <p:nvPr/>
        </p:nvSpPr>
        <p:spPr>
          <a:xfrm>
            <a:off x="8267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5" name="wm.library-whiteboard.001.005.018"/>
          <p:cNvSpPr/>
          <p:nvPr/>
        </p:nvSpPr>
        <p:spPr>
          <a:xfrm>
            <a:off x="8267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6" name="wm.library-whiteboard.001.005.019"/>
          <p:cNvSpPr/>
          <p:nvPr/>
        </p:nvSpPr>
        <p:spPr>
          <a:xfrm>
            <a:off x="8267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7" name="wm.library-whiteboard.001.006.001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8" name="wm.library-whiteboard.001.006.002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9" name="wm.library-whiteboard.001.006.003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0" name="wm.library-whiteboard.001.006.00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1" name="wm.library-whiteboard.001.006.005"/>
          <p:cNvSpPr/>
          <p:nvPr/>
        </p:nvSpPr>
        <p:spPr>
          <a:xfrm>
            <a:off x="8496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2" name="wm.library-whiteboard.001.006.006"/>
          <p:cNvSpPr/>
          <p:nvPr/>
        </p:nvSpPr>
        <p:spPr>
          <a:xfrm>
            <a:off x="8496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3" name="wm.library-whiteboard.001.006.007"/>
          <p:cNvSpPr/>
          <p:nvPr/>
        </p:nvSpPr>
        <p:spPr>
          <a:xfrm>
            <a:off x="8496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4" name="wm.library-whiteboard.001.006.008"/>
          <p:cNvSpPr/>
          <p:nvPr/>
        </p:nvSpPr>
        <p:spPr>
          <a:xfrm>
            <a:off x="8496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5" name="wm.library-whiteboard.001.006.009"/>
          <p:cNvSpPr/>
          <p:nvPr/>
        </p:nvSpPr>
        <p:spPr>
          <a:xfrm>
            <a:off x="8496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6" name="wm.library-whiteboard.001.006.010"/>
          <p:cNvSpPr/>
          <p:nvPr/>
        </p:nvSpPr>
        <p:spPr>
          <a:xfrm>
            <a:off x="8496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7" name="wm.library-whiteboard.001.006.011"/>
          <p:cNvSpPr/>
          <p:nvPr/>
        </p:nvSpPr>
        <p:spPr>
          <a:xfrm>
            <a:off x="8496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8" name="wm.library-whiteboard.001.006.012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9" name="wm.library-whiteboard.001.006.013"/>
          <p:cNvSpPr/>
          <p:nvPr/>
        </p:nvSpPr>
        <p:spPr>
          <a:xfrm>
            <a:off x="8496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0" name="wm.library-whiteboard.001.006.014"/>
          <p:cNvSpPr/>
          <p:nvPr/>
        </p:nvSpPr>
        <p:spPr>
          <a:xfrm>
            <a:off x="8496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1" name="wm.library-whiteboard.001.006.015"/>
          <p:cNvSpPr/>
          <p:nvPr/>
        </p:nvSpPr>
        <p:spPr>
          <a:xfrm>
            <a:off x="8496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2" name="wm.library-whiteboard.001.006.016"/>
          <p:cNvSpPr/>
          <p:nvPr/>
        </p:nvSpPr>
        <p:spPr>
          <a:xfrm>
            <a:off x="8496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3" name="wm.library-whiteboard.001.006.017"/>
          <p:cNvSpPr/>
          <p:nvPr/>
        </p:nvSpPr>
        <p:spPr>
          <a:xfrm>
            <a:off x="8496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4" name="wm.library-whiteboard.001.006.018"/>
          <p:cNvSpPr/>
          <p:nvPr/>
        </p:nvSpPr>
        <p:spPr>
          <a:xfrm>
            <a:off x="8496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5" name="wm.library-whiteboard.001.006.019"/>
          <p:cNvSpPr/>
          <p:nvPr/>
        </p:nvSpPr>
        <p:spPr>
          <a:xfrm>
            <a:off x="8496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6" name="wm.library-whiteboard.001.007.001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7" name="wm.library-whiteboard.001.007.002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8" name="wm.library-whiteboard.001.007.003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9" name="wm.library-whiteboard.001.007.00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0" name="wm.library-whiteboard.001.007.005"/>
          <p:cNvSpPr/>
          <p:nvPr/>
        </p:nvSpPr>
        <p:spPr>
          <a:xfrm>
            <a:off x="8724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1" name="wm.library-whiteboard.001.007.006"/>
          <p:cNvSpPr/>
          <p:nvPr/>
        </p:nvSpPr>
        <p:spPr>
          <a:xfrm>
            <a:off x="8724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2" name="wm.library-whiteboard.001.007.007"/>
          <p:cNvSpPr/>
          <p:nvPr/>
        </p:nvSpPr>
        <p:spPr>
          <a:xfrm>
            <a:off x="8724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3" name="wm.library-whiteboard.001.007.008"/>
          <p:cNvSpPr/>
          <p:nvPr/>
        </p:nvSpPr>
        <p:spPr>
          <a:xfrm>
            <a:off x="8724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4" name="wm.library-whiteboard.001.007.009"/>
          <p:cNvSpPr/>
          <p:nvPr/>
        </p:nvSpPr>
        <p:spPr>
          <a:xfrm>
            <a:off x="8724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5" name="wm.library-whiteboard.001.007.010"/>
          <p:cNvSpPr/>
          <p:nvPr/>
        </p:nvSpPr>
        <p:spPr>
          <a:xfrm>
            <a:off x="8724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6" name="wm.library-whiteboard.001.007.011"/>
          <p:cNvSpPr/>
          <p:nvPr/>
        </p:nvSpPr>
        <p:spPr>
          <a:xfrm>
            <a:off x="8724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7" name="wm.library-whiteboard.001.007.012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8" name="wm.library-whiteboard.001.007.013"/>
          <p:cNvSpPr/>
          <p:nvPr/>
        </p:nvSpPr>
        <p:spPr>
          <a:xfrm>
            <a:off x="8724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9" name="wm.library-whiteboard.001.007.014"/>
          <p:cNvSpPr/>
          <p:nvPr/>
        </p:nvSpPr>
        <p:spPr>
          <a:xfrm>
            <a:off x="8724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0" name="wm.library-whiteboard.001.007.015"/>
          <p:cNvSpPr/>
          <p:nvPr/>
        </p:nvSpPr>
        <p:spPr>
          <a:xfrm>
            <a:off x="8724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1" name="wm.library-whiteboard.001.007.016"/>
          <p:cNvSpPr/>
          <p:nvPr/>
        </p:nvSpPr>
        <p:spPr>
          <a:xfrm>
            <a:off x="8724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2" name="wm.library-whiteboard.001.007.017"/>
          <p:cNvSpPr/>
          <p:nvPr/>
        </p:nvSpPr>
        <p:spPr>
          <a:xfrm>
            <a:off x="8724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3" name="wm.library-whiteboard.001.007.018"/>
          <p:cNvSpPr/>
          <p:nvPr/>
        </p:nvSpPr>
        <p:spPr>
          <a:xfrm>
            <a:off x="8724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4" name="wm.library-whiteboard.001.007.019"/>
          <p:cNvSpPr/>
          <p:nvPr/>
        </p:nvSpPr>
        <p:spPr>
          <a:xfrm>
            <a:off x="8724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5" name="wm.library-whiteboard.001.008.001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6" name="wm.library-whiteboard.001.008.002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7" name="wm.library-whiteboard.001.008.003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8" name="wm.library-whiteboard.001.008.004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9" name="wm.library-whiteboard.001.008.005"/>
          <p:cNvSpPr/>
          <p:nvPr/>
        </p:nvSpPr>
        <p:spPr>
          <a:xfrm>
            <a:off x="8953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0" name="wm.library-whiteboard.001.008.006"/>
          <p:cNvSpPr/>
          <p:nvPr/>
        </p:nvSpPr>
        <p:spPr>
          <a:xfrm>
            <a:off x="8953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1" name="wm.library-whiteboard.001.008.007"/>
          <p:cNvSpPr/>
          <p:nvPr/>
        </p:nvSpPr>
        <p:spPr>
          <a:xfrm>
            <a:off x="8953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2" name="wm.library-whiteboard.001.008.008"/>
          <p:cNvSpPr/>
          <p:nvPr/>
        </p:nvSpPr>
        <p:spPr>
          <a:xfrm>
            <a:off x="8953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3" name="wm.library-whiteboard.001.008.009"/>
          <p:cNvSpPr/>
          <p:nvPr/>
        </p:nvSpPr>
        <p:spPr>
          <a:xfrm>
            <a:off x="8953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4" name="wm.library-whiteboard.001.008.010"/>
          <p:cNvSpPr/>
          <p:nvPr/>
        </p:nvSpPr>
        <p:spPr>
          <a:xfrm>
            <a:off x="8953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5" name="wm.library-whiteboard.001.008.011"/>
          <p:cNvSpPr/>
          <p:nvPr/>
        </p:nvSpPr>
        <p:spPr>
          <a:xfrm>
            <a:off x="8953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6" name="wm.library-whiteboard.001.008.012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7" name="wm.library-whiteboard.001.008.013"/>
          <p:cNvSpPr/>
          <p:nvPr/>
        </p:nvSpPr>
        <p:spPr>
          <a:xfrm>
            <a:off x="8953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8" name="wm.library-whiteboard.001.008.014"/>
          <p:cNvSpPr/>
          <p:nvPr/>
        </p:nvSpPr>
        <p:spPr>
          <a:xfrm>
            <a:off x="8953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9" name="wm.library-whiteboard.001.008.015"/>
          <p:cNvSpPr/>
          <p:nvPr/>
        </p:nvSpPr>
        <p:spPr>
          <a:xfrm>
            <a:off x="8953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0" name="wm.library-whiteboard.001.008.016"/>
          <p:cNvSpPr/>
          <p:nvPr/>
        </p:nvSpPr>
        <p:spPr>
          <a:xfrm>
            <a:off x="8953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1" name="wm.library-whiteboard.001.008.017"/>
          <p:cNvSpPr/>
          <p:nvPr/>
        </p:nvSpPr>
        <p:spPr>
          <a:xfrm>
            <a:off x="8953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2" name="wm.library-whiteboard.001.008.018"/>
          <p:cNvSpPr/>
          <p:nvPr/>
        </p:nvSpPr>
        <p:spPr>
          <a:xfrm>
            <a:off x="8953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3" name="wm.library-whiteboard.001.008.019"/>
          <p:cNvSpPr/>
          <p:nvPr/>
        </p:nvSpPr>
        <p:spPr>
          <a:xfrm>
            <a:off x="8953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4" name="wm.library-whiteboard.001.009.001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5" name="wm.library-whiteboard.001.009.002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6" name="wm.library-whiteboard.001.009.003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7" name="wm.library-whiteboard.001.009.004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8" name="wm.library-whiteboard.001.009.005"/>
          <p:cNvSpPr/>
          <p:nvPr/>
        </p:nvSpPr>
        <p:spPr>
          <a:xfrm>
            <a:off x="9182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9" name="wm.library-whiteboard.001.009.006"/>
          <p:cNvSpPr/>
          <p:nvPr/>
        </p:nvSpPr>
        <p:spPr>
          <a:xfrm>
            <a:off x="9182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0" name="wm.library-whiteboard.001.009.007"/>
          <p:cNvSpPr/>
          <p:nvPr/>
        </p:nvSpPr>
        <p:spPr>
          <a:xfrm>
            <a:off x="9182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1" name="wm.library-whiteboard.001.009.008"/>
          <p:cNvSpPr/>
          <p:nvPr/>
        </p:nvSpPr>
        <p:spPr>
          <a:xfrm>
            <a:off x="9182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2" name="wm.library-whiteboard.001.009.009"/>
          <p:cNvSpPr/>
          <p:nvPr/>
        </p:nvSpPr>
        <p:spPr>
          <a:xfrm>
            <a:off x="9182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3" name="wm.library-whiteboard.001.009.010"/>
          <p:cNvSpPr/>
          <p:nvPr/>
        </p:nvSpPr>
        <p:spPr>
          <a:xfrm>
            <a:off x="9182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4" name="wm.library-whiteboard.001.009.011"/>
          <p:cNvSpPr/>
          <p:nvPr/>
        </p:nvSpPr>
        <p:spPr>
          <a:xfrm>
            <a:off x="9182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5" name="wm.library-whiteboard.001.009.012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6" name="wm.library-whiteboard.001.009.013"/>
          <p:cNvSpPr/>
          <p:nvPr/>
        </p:nvSpPr>
        <p:spPr>
          <a:xfrm>
            <a:off x="9182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7" name="wm.library-whiteboard.001.009.014"/>
          <p:cNvSpPr/>
          <p:nvPr/>
        </p:nvSpPr>
        <p:spPr>
          <a:xfrm>
            <a:off x="9182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8" name="wm.library-whiteboard.001.009.015"/>
          <p:cNvSpPr/>
          <p:nvPr/>
        </p:nvSpPr>
        <p:spPr>
          <a:xfrm>
            <a:off x="9182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9" name="wm.library-whiteboard.001.009.016"/>
          <p:cNvSpPr/>
          <p:nvPr/>
        </p:nvSpPr>
        <p:spPr>
          <a:xfrm>
            <a:off x="9182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0" name="wm.library-whiteboard.001.009.017"/>
          <p:cNvSpPr/>
          <p:nvPr/>
        </p:nvSpPr>
        <p:spPr>
          <a:xfrm>
            <a:off x="9182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1" name="wm.library-whiteboard.001.009.018"/>
          <p:cNvSpPr/>
          <p:nvPr/>
        </p:nvSpPr>
        <p:spPr>
          <a:xfrm>
            <a:off x="9182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2" name="wm.library-whiteboard.001.009.019"/>
          <p:cNvSpPr/>
          <p:nvPr/>
        </p:nvSpPr>
        <p:spPr>
          <a:xfrm>
            <a:off x="9182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3" name="wm.library-whiteboard.001.010.001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4" name="wm.library-whiteboard.001.010.002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5" name="wm.library-whiteboard.001.010.003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6" name="wm.library-whiteboard.001.010.004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7" name="wm.library-whiteboard.001.010.005"/>
          <p:cNvSpPr/>
          <p:nvPr/>
        </p:nvSpPr>
        <p:spPr>
          <a:xfrm>
            <a:off x="9410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8" name="wm.library-whiteboard.001.010.006"/>
          <p:cNvSpPr/>
          <p:nvPr/>
        </p:nvSpPr>
        <p:spPr>
          <a:xfrm>
            <a:off x="9410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9" name="wm.library-whiteboard.001.010.007"/>
          <p:cNvSpPr/>
          <p:nvPr/>
        </p:nvSpPr>
        <p:spPr>
          <a:xfrm>
            <a:off x="9410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0" name="wm.library-whiteboard.001.010.008"/>
          <p:cNvSpPr/>
          <p:nvPr/>
        </p:nvSpPr>
        <p:spPr>
          <a:xfrm>
            <a:off x="9410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1" name="wm.library-whiteboard.001.010.009"/>
          <p:cNvSpPr/>
          <p:nvPr/>
        </p:nvSpPr>
        <p:spPr>
          <a:xfrm>
            <a:off x="9410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2" name="wm.library-whiteboard.001.010.010"/>
          <p:cNvSpPr/>
          <p:nvPr/>
        </p:nvSpPr>
        <p:spPr>
          <a:xfrm>
            <a:off x="9410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3" name="wm.library-whiteboard.001.010.011"/>
          <p:cNvSpPr/>
          <p:nvPr/>
        </p:nvSpPr>
        <p:spPr>
          <a:xfrm>
            <a:off x="9410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4" name="wm.library-whiteboard.001.010.012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5" name="wm.library-whiteboard.001.010.013"/>
          <p:cNvSpPr/>
          <p:nvPr/>
        </p:nvSpPr>
        <p:spPr>
          <a:xfrm>
            <a:off x="9410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6" name="wm.library-whiteboard.001.010.014"/>
          <p:cNvSpPr/>
          <p:nvPr/>
        </p:nvSpPr>
        <p:spPr>
          <a:xfrm>
            <a:off x="94107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7" name="wm.library-whiteboard.001.010.015"/>
          <p:cNvSpPr/>
          <p:nvPr/>
        </p:nvSpPr>
        <p:spPr>
          <a:xfrm>
            <a:off x="9410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8" name="wm.library-whiteboard.001.010.016"/>
          <p:cNvSpPr/>
          <p:nvPr/>
        </p:nvSpPr>
        <p:spPr>
          <a:xfrm>
            <a:off x="9410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9" name="wm.library-whiteboard.001.010.017"/>
          <p:cNvSpPr/>
          <p:nvPr/>
        </p:nvSpPr>
        <p:spPr>
          <a:xfrm>
            <a:off x="9410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0" name="wm.library-whiteboard.001.010.018"/>
          <p:cNvSpPr/>
          <p:nvPr/>
        </p:nvSpPr>
        <p:spPr>
          <a:xfrm>
            <a:off x="9410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1" name="wm.library-whiteboard.001.010.019"/>
          <p:cNvSpPr/>
          <p:nvPr/>
        </p:nvSpPr>
        <p:spPr>
          <a:xfrm>
            <a:off x="9410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2" name="wm.library-whiteboard.001.011.001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3" name="wm.library-whiteboard.001.011.002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4" name="wm.library-whiteboard.001.011.003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5" name="wm.library-whiteboard.001.011.004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6" name="wm.library-whiteboard.001.011.005"/>
          <p:cNvSpPr/>
          <p:nvPr/>
        </p:nvSpPr>
        <p:spPr>
          <a:xfrm>
            <a:off x="9639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7" name="wm.library-whiteboard.001.011.006"/>
          <p:cNvSpPr/>
          <p:nvPr/>
        </p:nvSpPr>
        <p:spPr>
          <a:xfrm>
            <a:off x="9639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8" name="wm.library-whiteboard.001.011.007"/>
          <p:cNvSpPr/>
          <p:nvPr/>
        </p:nvSpPr>
        <p:spPr>
          <a:xfrm>
            <a:off x="9639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9" name="wm.library-whiteboard.001.011.008"/>
          <p:cNvSpPr/>
          <p:nvPr/>
        </p:nvSpPr>
        <p:spPr>
          <a:xfrm>
            <a:off x="9639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0" name="wm.library-whiteboard.001.011.009"/>
          <p:cNvSpPr/>
          <p:nvPr/>
        </p:nvSpPr>
        <p:spPr>
          <a:xfrm>
            <a:off x="9639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1" name="wm.library-whiteboard.001.011.010"/>
          <p:cNvSpPr/>
          <p:nvPr/>
        </p:nvSpPr>
        <p:spPr>
          <a:xfrm>
            <a:off x="9639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2" name="wm.library-whiteboard.001.011.011"/>
          <p:cNvSpPr/>
          <p:nvPr/>
        </p:nvSpPr>
        <p:spPr>
          <a:xfrm>
            <a:off x="9639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3" name="wm.library-whiteboard.001.011.012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4" name="wm.library-whiteboard.001.011.013"/>
          <p:cNvSpPr/>
          <p:nvPr/>
        </p:nvSpPr>
        <p:spPr>
          <a:xfrm>
            <a:off x="9639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5" name="wm.library-whiteboard.001.011.014"/>
          <p:cNvSpPr/>
          <p:nvPr/>
        </p:nvSpPr>
        <p:spPr>
          <a:xfrm>
            <a:off x="9639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6" name="wm.library-whiteboard.001.011.015"/>
          <p:cNvSpPr/>
          <p:nvPr/>
        </p:nvSpPr>
        <p:spPr>
          <a:xfrm>
            <a:off x="9639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7" name="wm.library-whiteboard.001.011.016"/>
          <p:cNvSpPr/>
          <p:nvPr/>
        </p:nvSpPr>
        <p:spPr>
          <a:xfrm>
            <a:off x="9639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8" name="wm.library-whiteboard.001.011.017"/>
          <p:cNvSpPr/>
          <p:nvPr/>
        </p:nvSpPr>
        <p:spPr>
          <a:xfrm>
            <a:off x="9639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9" name="wm.library-whiteboard.001.011.018"/>
          <p:cNvSpPr/>
          <p:nvPr/>
        </p:nvSpPr>
        <p:spPr>
          <a:xfrm>
            <a:off x="9639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0" name="wm.library-whiteboard.001.011.019"/>
          <p:cNvSpPr/>
          <p:nvPr/>
        </p:nvSpPr>
        <p:spPr>
          <a:xfrm>
            <a:off x="9639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1" name="wm.library-whiteboard.001.012.001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2" name="wm.library-whiteboard.001.012.002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3" name="wm.library-whiteboard.001.012.003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4" name="wm.library-whiteboard.001.012.004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5" name="wm.library-whiteboard.001.012.005"/>
          <p:cNvSpPr/>
          <p:nvPr/>
        </p:nvSpPr>
        <p:spPr>
          <a:xfrm>
            <a:off x="9867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6" name="wm.library-whiteboard.001.012.006"/>
          <p:cNvSpPr/>
          <p:nvPr/>
        </p:nvSpPr>
        <p:spPr>
          <a:xfrm>
            <a:off x="9867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7" name="wm.library-whiteboard.001.012.007"/>
          <p:cNvSpPr/>
          <p:nvPr/>
        </p:nvSpPr>
        <p:spPr>
          <a:xfrm>
            <a:off x="9867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8" name="wm.library-whiteboard.001.012.008"/>
          <p:cNvSpPr/>
          <p:nvPr/>
        </p:nvSpPr>
        <p:spPr>
          <a:xfrm>
            <a:off x="9867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9" name="wm.library-whiteboard.001.012.009"/>
          <p:cNvSpPr/>
          <p:nvPr/>
        </p:nvSpPr>
        <p:spPr>
          <a:xfrm>
            <a:off x="9867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0" name="wm.library-whiteboard.001.012.010"/>
          <p:cNvSpPr/>
          <p:nvPr/>
        </p:nvSpPr>
        <p:spPr>
          <a:xfrm>
            <a:off x="9867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1" name="wm.library-whiteboard.001.012.011"/>
          <p:cNvSpPr/>
          <p:nvPr/>
        </p:nvSpPr>
        <p:spPr>
          <a:xfrm>
            <a:off x="9867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2" name="wm.library-whiteboard.001.012.012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3" name="wm.library-whiteboard.001.012.013"/>
          <p:cNvSpPr/>
          <p:nvPr/>
        </p:nvSpPr>
        <p:spPr>
          <a:xfrm>
            <a:off x="9867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4" name="wm.library-whiteboard.001.012.014"/>
          <p:cNvSpPr/>
          <p:nvPr/>
        </p:nvSpPr>
        <p:spPr>
          <a:xfrm>
            <a:off x="9867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5" name="wm.library-whiteboard.001.012.015"/>
          <p:cNvSpPr/>
          <p:nvPr/>
        </p:nvSpPr>
        <p:spPr>
          <a:xfrm>
            <a:off x="9867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6" name="wm.library-whiteboard.001.012.016"/>
          <p:cNvSpPr/>
          <p:nvPr/>
        </p:nvSpPr>
        <p:spPr>
          <a:xfrm>
            <a:off x="9867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7" name="wm.library-whiteboard.001.012.017"/>
          <p:cNvSpPr/>
          <p:nvPr/>
        </p:nvSpPr>
        <p:spPr>
          <a:xfrm>
            <a:off x="9867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8" name="wm.library-whiteboard.001.012.018"/>
          <p:cNvSpPr/>
          <p:nvPr/>
        </p:nvSpPr>
        <p:spPr>
          <a:xfrm>
            <a:off x="9867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9" name="wm.library-whiteboard.001.012.019"/>
          <p:cNvSpPr/>
          <p:nvPr/>
        </p:nvSpPr>
        <p:spPr>
          <a:xfrm>
            <a:off x="9867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0" name="wm.library-whiteboard.001.013.001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1" name="wm.library-whiteboard.001.013.002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2" name="wm.library-whiteboard.001.013.003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3" name="wm.library-whiteboard.001.013.004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4" name="wm.library-whiteboard.001.013.005"/>
          <p:cNvSpPr/>
          <p:nvPr/>
        </p:nvSpPr>
        <p:spPr>
          <a:xfrm>
            <a:off x="10096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5" name="wm.library-whiteboard.001.013.006"/>
          <p:cNvSpPr/>
          <p:nvPr/>
        </p:nvSpPr>
        <p:spPr>
          <a:xfrm>
            <a:off x="10096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6" name="wm.library-whiteboard.001.013.007"/>
          <p:cNvSpPr/>
          <p:nvPr/>
        </p:nvSpPr>
        <p:spPr>
          <a:xfrm>
            <a:off x="10096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7" name="wm.library-whiteboard.001.013.008"/>
          <p:cNvSpPr/>
          <p:nvPr/>
        </p:nvSpPr>
        <p:spPr>
          <a:xfrm>
            <a:off x="10096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8" name="wm.library-whiteboard.001.013.009"/>
          <p:cNvSpPr/>
          <p:nvPr/>
        </p:nvSpPr>
        <p:spPr>
          <a:xfrm>
            <a:off x="10096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9" name="wm.library-whiteboard.001.013.010"/>
          <p:cNvSpPr/>
          <p:nvPr/>
        </p:nvSpPr>
        <p:spPr>
          <a:xfrm>
            <a:off x="10096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0" name="wm.library-whiteboard.001.013.011"/>
          <p:cNvSpPr/>
          <p:nvPr/>
        </p:nvSpPr>
        <p:spPr>
          <a:xfrm>
            <a:off x="10096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1" name="wm.library-whiteboard.001.013.012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2" name="wm.library-whiteboard.001.013.013"/>
          <p:cNvSpPr/>
          <p:nvPr/>
        </p:nvSpPr>
        <p:spPr>
          <a:xfrm>
            <a:off x="10096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3" name="wm.library-whiteboard.001.013.014"/>
          <p:cNvSpPr/>
          <p:nvPr/>
        </p:nvSpPr>
        <p:spPr>
          <a:xfrm>
            <a:off x="10096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4" name="wm.library-whiteboard.001.013.015"/>
          <p:cNvSpPr/>
          <p:nvPr/>
        </p:nvSpPr>
        <p:spPr>
          <a:xfrm>
            <a:off x="10096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5" name="wm.library-whiteboard.001.013.016"/>
          <p:cNvSpPr/>
          <p:nvPr/>
        </p:nvSpPr>
        <p:spPr>
          <a:xfrm>
            <a:off x="10096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6" name="wm.library-whiteboard.001.013.017"/>
          <p:cNvSpPr/>
          <p:nvPr/>
        </p:nvSpPr>
        <p:spPr>
          <a:xfrm>
            <a:off x="10096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7" name="wm.library-whiteboard.001.013.018"/>
          <p:cNvSpPr/>
          <p:nvPr/>
        </p:nvSpPr>
        <p:spPr>
          <a:xfrm>
            <a:off x="10096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8" name="wm.library-whiteboard.001.013.019"/>
          <p:cNvSpPr/>
          <p:nvPr/>
        </p:nvSpPr>
        <p:spPr>
          <a:xfrm>
            <a:off x="10096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9" name="wm.library-whiteboard.001.014.001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0" name="wm.library-whiteboard.001.014.002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1" name="wm.library-whiteboard.001.014.003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2" name="wm.library-whiteboard.001.014.004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3" name="wm.library-whiteboard.001.014.005"/>
          <p:cNvSpPr/>
          <p:nvPr/>
        </p:nvSpPr>
        <p:spPr>
          <a:xfrm>
            <a:off x="10325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4" name="wm.library-whiteboard.001.014.006"/>
          <p:cNvSpPr/>
          <p:nvPr/>
        </p:nvSpPr>
        <p:spPr>
          <a:xfrm>
            <a:off x="10325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5" name="wm.library-whiteboard.001.014.007"/>
          <p:cNvSpPr/>
          <p:nvPr/>
        </p:nvSpPr>
        <p:spPr>
          <a:xfrm>
            <a:off x="10325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6" name="wm.library-whiteboard.001.014.008"/>
          <p:cNvSpPr/>
          <p:nvPr/>
        </p:nvSpPr>
        <p:spPr>
          <a:xfrm>
            <a:off x="10325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7" name="wm.library-whiteboard.001.014.009"/>
          <p:cNvSpPr/>
          <p:nvPr/>
        </p:nvSpPr>
        <p:spPr>
          <a:xfrm>
            <a:off x="10325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8" name="wm.library-whiteboard.001.014.010"/>
          <p:cNvSpPr/>
          <p:nvPr/>
        </p:nvSpPr>
        <p:spPr>
          <a:xfrm>
            <a:off x="10325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9" name="wm.library-whiteboard.001.014.011"/>
          <p:cNvSpPr/>
          <p:nvPr/>
        </p:nvSpPr>
        <p:spPr>
          <a:xfrm>
            <a:off x="10325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0" name="wm.library-whiteboard.001.014.012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1" name="wm.library-whiteboard.001.014.013"/>
          <p:cNvSpPr/>
          <p:nvPr/>
        </p:nvSpPr>
        <p:spPr>
          <a:xfrm>
            <a:off x="10325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2" name="wm.library-whiteboard.001.014.014"/>
          <p:cNvSpPr/>
          <p:nvPr/>
        </p:nvSpPr>
        <p:spPr>
          <a:xfrm>
            <a:off x="10325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3" name="wm.library-whiteboard.001.014.015"/>
          <p:cNvSpPr/>
          <p:nvPr/>
        </p:nvSpPr>
        <p:spPr>
          <a:xfrm>
            <a:off x="10325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4" name="wm.library-whiteboard.001.014.016"/>
          <p:cNvSpPr/>
          <p:nvPr/>
        </p:nvSpPr>
        <p:spPr>
          <a:xfrm>
            <a:off x="10325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5" name="wm.library-whiteboard.001.014.017"/>
          <p:cNvSpPr/>
          <p:nvPr/>
        </p:nvSpPr>
        <p:spPr>
          <a:xfrm>
            <a:off x="10325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6" name="wm.library-whiteboard.001.014.018"/>
          <p:cNvSpPr/>
          <p:nvPr/>
        </p:nvSpPr>
        <p:spPr>
          <a:xfrm>
            <a:off x="10325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7" name="wm.library-whiteboard.001.014.019"/>
          <p:cNvSpPr/>
          <p:nvPr/>
        </p:nvSpPr>
        <p:spPr>
          <a:xfrm>
            <a:off x="10325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8" name="wm.library-whiteboard.001.015.001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9" name="wm.library-whiteboard.001.015.002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0" name="wm.library-whiteboard.001.015.003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1" name="wm.library-whiteboard.001.015.004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2" name="wm.library-whiteboard.001.015.005"/>
          <p:cNvSpPr/>
          <p:nvPr/>
        </p:nvSpPr>
        <p:spPr>
          <a:xfrm>
            <a:off x="10553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3" name="wm.library-whiteboard.001.015.006"/>
          <p:cNvSpPr/>
          <p:nvPr/>
        </p:nvSpPr>
        <p:spPr>
          <a:xfrm>
            <a:off x="10553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4" name="wm.library-whiteboard.001.015.007"/>
          <p:cNvSpPr/>
          <p:nvPr/>
        </p:nvSpPr>
        <p:spPr>
          <a:xfrm>
            <a:off x="10553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5" name="wm.library-whiteboard.001.015.008"/>
          <p:cNvSpPr/>
          <p:nvPr/>
        </p:nvSpPr>
        <p:spPr>
          <a:xfrm>
            <a:off x="10553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6" name="wm.library-whiteboard.001.015.009"/>
          <p:cNvSpPr/>
          <p:nvPr/>
        </p:nvSpPr>
        <p:spPr>
          <a:xfrm>
            <a:off x="10553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7" name="wm.library-whiteboard.001.015.010"/>
          <p:cNvSpPr/>
          <p:nvPr/>
        </p:nvSpPr>
        <p:spPr>
          <a:xfrm>
            <a:off x="10553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8" name="wm.library-whiteboard.001.015.011"/>
          <p:cNvSpPr/>
          <p:nvPr/>
        </p:nvSpPr>
        <p:spPr>
          <a:xfrm>
            <a:off x="10553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9" name="wm.library-whiteboard.001.015.012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0" name="wm.library-whiteboard.001.015.013"/>
          <p:cNvSpPr/>
          <p:nvPr/>
        </p:nvSpPr>
        <p:spPr>
          <a:xfrm>
            <a:off x="10553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1" name="wm.library-whiteboard.001.015.014"/>
          <p:cNvSpPr/>
          <p:nvPr/>
        </p:nvSpPr>
        <p:spPr>
          <a:xfrm>
            <a:off x="105537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2" name="wm.library-whiteboard.001.015.015"/>
          <p:cNvSpPr/>
          <p:nvPr/>
        </p:nvSpPr>
        <p:spPr>
          <a:xfrm>
            <a:off x="10553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3" name="wm.library-whiteboard.001.015.016"/>
          <p:cNvSpPr/>
          <p:nvPr/>
        </p:nvSpPr>
        <p:spPr>
          <a:xfrm>
            <a:off x="10553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4" name="wm.library-whiteboard.001.015.017"/>
          <p:cNvSpPr/>
          <p:nvPr/>
        </p:nvSpPr>
        <p:spPr>
          <a:xfrm>
            <a:off x="10553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5" name="wm.library-whiteboard.001.015.018"/>
          <p:cNvSpPr/>
          <p:nvPr/>
        </p:nvSpPr>
        <p:spPr>
          <a:xfrm>
            <a:off x="10553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6" name="wm.library-whiteboard.001.015.019"/>
          <p:cNvSpPr/>
          <p:nvPr/>
        </p:nvSpPr>
        <p:spPr>
          <a:xfrm>
            <a:off x="10553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7" name="wm.library-whiteboard.001.016.001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8" name="wm.library-whiteboard.001.016.002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9" name="wm.library-whiteboard.001.016.003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0" name="wm.library-whiteboard.001.016.004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1" name="wm.library-whiteboard.001.016.005"/>
          <p:cNvSpPr/>
          <p:nvPr/>
        </p:nvSpPr>
        <p:spPr>
          <a:xfrm>
            <a:off x="10782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2" name="wm.library-whiteboard.001.016.006"/>
          <p:cNvSpPr/>
          <p:nvPr/>
        </p:nvSpPr>
        <p:spPr>
          <a:xfrm>
            <a:off x="10782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3" name="wm.library-whiteboard.001.016.007"/>
          <p:cNvSpPr/>
          <p:nvPr/>
        </p:nvSpPr>
        <p:spPr>
          <a:xfrm>
            <a:off x="10782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4" name="wm.library-whiteboard.001.016.008"/>
          <p:cNvSpPr/>
          <p:nvPr/>
        </p:nvSpPr>
        <p:spPr>
          <a:xfrm>
            <a:off x="10782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5" name="wm.library-whiteboard.001.016.009"/>
          <p:cNvSpPr/>
          <p:nvPr/>
        </p:nvSpPr>
        <p:spPr>
          <a:xfrm>
            <a:off x="10782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6" name="wm.library-whiteboard.001.016.010"/>
          <p:cNvSpPr/>
          <p:nvPr/>
        </p:nvSpPr>
        <p:spPr>
          <a:xfrm>
            <a:off x="10782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7" name="wm.library-whiteboard.001.016.011"/>
          <p:cNvSpPr/>
          <p:nvPr/>
        </p:nvSpPr>
        <p:spPr>
          <a:xfrm>
            <a:off x="10782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8" name="wm.library-whiteboard.001.016.012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9" name="wm.library-whiteboard.001.016.013"/>
          <p:cNvSpPr/>
          <p:nvPr/>
        </p:nvSpPr>
        <p:spPr>
          <a:xfrm>
            <a:off x="10782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0" name="wm.library-whiteboard.001.016.014"/>
          <p:cNvSpPr/>
          <p:nvPr/>
        </p:nvSpPr>
        <p:spPr>
          <a:xfrm>
            <a:off x="10782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1" name="wm.library-whiteboard.001.016.015"/>
          <p:cNvSpPr/>
          <p:nvPr/>
        </p:nvSpPr>
        <p:spPr>
          <a:xfrm>
            <a:off x="10782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2" name="wm.library-whiteboard.001.016.016"/>
          <p:cNvSpPr/>
          <p:nvPr/>
        </p:nvSpPr>
        <p:spPr>
          <a:xfrm>
            <a:off x="10782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3" name="wm.library-whiteboard.001.016.017"/>
          <p:cNvSpPr/>
          <p:nvPr/>
        </p:nvSpPr>
        <p:spPr>
          <a:xfrm>
            <a:off x="10782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4" name="wm.library-whiteboard.001.016.018"/>
          <p:cNvSpPr/>
          <p:nvPr/>
        </p:nvSpPr>
        <p:spPr>
          <a:xfrm>
            <a:off x="10782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5" name="wm.library-whiteboard.001.016.019"/>
          <p:cNvSpPr/>
          <p:nvPr/>
        </p:nvSpPr>
        <p:spPr>
          <a:xfrm>
            <a:off x="10782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6" name="wm.library-whiteboard.001.017.001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7" name="wm.library-whiteboard.001.017.002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8" name="wm.library-whiteboard.001.017.003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9" name="wm.library-whiteboard.001.017.004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0" name="wm.library-whiteboard.001.017.005"/>
          <p:cNvSpPr/>
          <p:nvPr/>
        </p:nvSpPr>
        <p:spPr>
          <a:xfrm>
            <a:off x="11010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1" name="wm.library-whiteboard.001.017.006"/>
          <p:cNvSpPr/>
          <p:nvPr/>
        </p:nvSpPr>
        <p:spPr>
          <a:xfrm>
            <a:off x="11010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2" name="wm.library-whiteboard.001.017.007"/>
          <p:cNvSpPr/>
          <p:nvPr/>
        </p:nvSpPr>
        <p:spPr>
          <a:xfrm>
            <a:off x="11010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3" name="wm.library-whiteboard.001.017.008"/>
          <p:cNvSpPr/>
          <p:nvPr/>
        </p:nvSpPr>
        <p:spPr>
          <a:xfrm>
            <a:off x="11010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4" name="wm.library-whiteboard.001.017.009"/>
          <p:cNvSpPr/>
          <p:nvPr/>
        </p:nvSpPr>
        <p:spPr>
          <a:xfrm>
            <a:off x="11010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5" name="wm.library-whiteboard.001.017.010"/>
          <p:cNvSpPr/>
          <p:nvPr/>
        </p:nvSpPr>
        <p:spPr>
          <a:xfrm>
            <a:off x="11010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6" name="wm.library-whiteboard.001.017.011"/>
          <p:cNvSpPr/>
          <p:nvPr/>
        </p:nvSpPr>
        <p:spPr>
          <a:xfrm>
            <a:off x="11010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7" name="wm.library-whiteboard.001.017.012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8" name="wm.library-whiteboard.001.017.013"/>
          <p:cNvSpPr/>
          <p:nvPr/>
        </p:nvSpPr>
        <p:spPr>
          <a:xfrm>
            <a:off x="11010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9" name="wm.library-whiteboard.001.017.014"/>
          <p:cNvSpPr/>
          <p:nvPr/>
        </p:nvSpPr>
        <p:spPr>
          <a:xfrm>
            <a:off x="11010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0" name="wm.library-whiteboard.001.017.015"/>
          <p:cNvSpPr/>
          <p:nvPr/>
        </p:nvSpPr>
        <p:spPr>
          <a:xfrm>
            <a:off x="11010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1" name="wm.library-whiteboard.001.017.016"/>
          <p:cNvSpPr/>
          <p:nvPr/>
        </p:nvSpPr>
        <p:spPr>
          <a:xfrm>
            <a:off x="11010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2" name="wm.library-whiteboard.001.017.017"/>
          <p:cNvSpPr/>
          <p:nvPr/>
        </p:nvSpPr>
        <p:spPr>
          <a:xfrm>
            <a:off x="11010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3" name="wm.library-whiteboard.001.017.018"/>
          <p:cNvSpPr/>
          <p:nvPr/>
        </p:nvSpPr>
        <p:spPr>
          <a:xfrm>
            <a:off x="11010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4" name="wm.library-whiteboard.001.017.019"/>
          <p:cNvSpPr/>
          <p:nvPr/>
        </p:nvSpPr>
        <p:spPr>
          <a:xfrm>
            <a:off x="11010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5" name="wm.library-whiteboard.001.018.001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6" name="wm.library-whiteboard.001.018.002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7" name="wm.library-whiteboard.001.018.003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8" name="wm.library-whiteboard.001.018.004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9" name="wm.library-whiteboard.001.018.005"/>
          <p:cNvSpPr/>
          <p:nvPr/>
        </p:nvSpPr>
        <p:spPr>
          <a:xfrm>
            <a:off x="11239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0" name="wm.library-whiteboard.001.018.006"/>
          <p:cNvSpPr/>
          <p:nvPr/>
        </p:nvSpPr>
        <p:spPr>
          <a:xfrm>
            <a:off x="11239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1" name="wm.library-whiteboard.001.018.007"/>
          <p:cNvSpPr/>
          <p:nvPr/>
        </p:nvSpPr>
        <p:spPr>
          <a:xfrm>
            <a:off x="11239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2" name="wm.library-whiteboard.001.018.008"/>
          <p:cNvSpPr/>
          <p:nvPr/>
        </p:nvSpPr>
        <p:spPr>
          <a:xfrm>
            <a:off x="11239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3" name="wm.library-whiteboard.001.018.009"/>
          <p:cNvSpPr/>
          <p:nvPr/>
        </p:nvSpPr>
        <p:spPr>
          <a:xfrm>
            <a:off x="11239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4" name="wm.library-whiteboard.001.018.010"/>
          <p:cNvSpPr/>
          <p:nvPr/>
        </p:nvSpPr>
        <p:spPr>
          <a:xfrm>
            <a:off x="11239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5" name="wm.library-whiteboard.001.018.011"/>
          <p:cNvSpPr/>
          <p:nvPr/>
        </p:nvSpPr>
        <p:spPr>
          <a:xfrm>
            <a:off x="11239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6" name="wm.library-whiteboard.001.018.012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7" name="wm.library-whiteboard.001.018.013"/>
          <p:cNvSpPr/>
          <p:nvPr/>
        </p:nvSpPr>
        <p:spPr>
          <a:xfrm>
            <a:off x="11239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8" name="wm.library-whiteboard.001.018.014"/>
          <p:cNvSpPr/>
          <p:nvPr/>
        </p:nvSpPr>
        <p:spPr>
          <a:xfrm>
            <a:off x="11239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9" name="wm.library-whiteboard.001.018.015"/>
          <p:cNvSpPr/>
          <p:nvPr/>
        </p:nvSpPr>
        <p:spPr>
          <a:xfrm>
            <a:off x="11239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0" name="wm.library-whiteboard.001.018.016"/>
          <p:cNvSpPr/>
          <p:nvPr/>
        </p:nvSpPr>
        <p:spPr>
          <a:xfrm>
            <a:off x="11239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1" name="wm.library-whiteboard.001.018.017"/>
          <p:cNvSpPr/>
          <p:nvPr/>
        </p:nvSpPr>
        <p:spPr>
          <a:xfrm>
            <a:off x="11239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2" name="wm.library-whiteboard.001.018.018"/>
          <p:cNvSpPr/>
          <p:nvPr/>
        </p:nvSpPr>
        <p:spPr>
          <a:xfrm>
            <a:off x="11239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3" name="wm.library-whiteboard.001.018.019"/>
          <p:cNvSpPr/>
          <p:nvPr/>
        </p:nvSpPr>
        <p:spPr>
          <a:xfrm>
            <a:off x="11239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4" name="wm.library-whiteboard.001.019.001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5" name="wm.library-whiteboard.001.019.002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6" name="wm.library-whiteboard.001.019.003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7" name="wm.library-whiteboard.001.019.004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8" name="wm.library-whiteboard.001.019.005"/>
          <p:cNvSpPr/>
          <p:nvPr/>
        </p:nvSpPr>
        <p:spPr>
          <a:xfrm>
            <a:off x="11468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9" name="wm.library-whiteboard.001.019.006"/>
          <p:cNvSpPr/>
          <p:nvPr/>
        </p:nvSpPr>
        <p:spPr>
          <a:xfrm>
            <a:off x="11468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0" name="wm.library-whiteboard.001.019.007"/>
          <p:cNvSpPr/>
          <p:nvPr/>
        </p:nvSpPr>
        <p:spPr>
          <a:xfrm>
            <a:off x="11468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1" name="wm.library-whiteboard.001.019.008"/>
          <p:cNvSpPr/>
          <p:nvPr/>
        </p:nvSpPr>
        <p:spPr>
          <a:xfrm>
            <a:off x="11468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2" name="wm.library-whiteboard.001.019.009"/>
          <p:cNvSpPr/>
          <p:nvPr/>
        </p:nvSpPr>
        <p:spPr>
          <a:xfrm>
            <a:off x="11468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3" name="wm.library-whiteboard.001.019.010"/>
          <p:cNvSpPr/>
          <p:nvPr/>
        </p:nvSpPr>
        <p:spPr>
          <a:xfrm>
            <a:off x="11468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4" name="wm.library-whiteboard.001.019.011"/>
          <p:cNvSpPr/>
          <p:nvPr/>
        </p:nvSpPr>
        <p:spPr>
          <a:xfrm>
            <a:off x="11468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5" name="wm.library-whiteboard.001.019.012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6" name="wm.library-whiteboard.001.019.013"/>
          <p:cNvSpPr/>
          <p:nvPr/>
        </p:nvSpPr>
        <p:spPr>
          <a:xfrm>
            <a:off x="11468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7" name="wm.library-whiteboard.001.019.014"/>
          <p:cNvSpPr/>
          <p:nvPr/>
        </p:nvSpPr>
        <p:spPr>
          <a:xfrm>
            <a:off x="11468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8" name="wm.library-whiteboard.001.019.015"/>
          <p:cNvSpPr/>
          <p:nvPr/>
        </p:nvSpPr>
        <p:spPr>
          <a:xfrm>
            <a:off x="11468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9" name="wm.library-whiteboard.001.019.016"/>
          <p:cNvSpPr/>
          <p:nvPr/>
        </p:nvSpPr>
        <p:spPr>
          <a:xfrm>
            <a:off x="11468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0" name="wm.library-whiteboard.001.019.017"/>
          <p:cNvSpPr/>
          <p:nvPr/>
        </p:nvSpPr>
        <p:spPr>
          <a:xfrm>
            <a:off x="11468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1" name="wm.library-whiteboard.001.019.018"/>
          <p:cNvSpPr/>
          <p:nvPr/>
        </p:nvSpPr>
        <p:spPr>
          <a:xfrm>
            <a:off x="11468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2" name="wm.library-whiteboard.001.019.019"/>
          <p:cNvSpPr/>
          <p:nvPr/>
        </p:nvSpPr>
        <p:spPr>
          <a:xfrm>
            <a:off x="11468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4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71" name="node01"/>
          <p:cNvGrpSpPr/>
          <p:nvPr/>
        </p:nvGrpSpPr>
        <p:grpSpPr>
          <a:xfrm>
            <a:off x="723900" y="2057400"/>
            <a:ext cx="2514600" cy="611950"/>
            <a:chOff x="723900" y="2057400"/>
            <a:chExt cx="2514600" cy="611950"/>
          </a:xfrm>
        </p:grpSpPr>
        <p:sp>
          <p:nvSpPr>
            <p:cNvPr id="365" name="node01.text"/>
            <p:cNvSpPr/>
            <p:nvPr/>
          </p:nvSpPr>
          <p:spPr>
            <a:xfrm>
              <a:off x="723900" y="2057400"/>
              <a:ext cx="2514600" cy="61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800"/>
                </a:lnSpc>
                <a:buNone/>
              </a:pPr>
              <a:r>
                <a:rPr lang="en-US" sz="4800" spc="-96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</a:t>
              </a:r>
              <a:endParaRPr lang="en-US" sz="4800" spc="-96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72" name="node02"/>
          <p:cNvGrpSpPr/>
          <p:nvPr/>
        </p:nvGrpSpPr>
        <p:grpSpPr>
          <a:xfrm>
            <a:off x="723900" y="3200400"/>
            <a:ext cx="6172200" cy="152400"/>
            <a:chOff x="723900" y="3200400"/>
            <a:chExt cx="6172200" cy="152400"/>
          </a:xfrm>
        </p:grpSpPr>
        <p:sp>
          <p:nvSpPr>
            <p:cNvPr id="366" name="node02.text"/>
            <p:cNvSpPr/>
            <p:nvPr/>
          </p:nvSpPr>
          <p:spPr>
            <a:xfrm>
              <a:off x="723900" y="3200400"/>
              <a:ext cx="6172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SUPPORTING DETAIL</a:t>
              </a:r>
              <a:endParaRPr lang="en-US" sz="10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73" name="node03"/>
          <p:cNvGrpSpPr/>
          <p:nvPr/>
        </p:nvGrpSpPr>
        <p:grpSpPr>
          <a:xfrm>
            <a:off x="723900" y="3429000"/>
            <a:ext cx="6172200" cy="762000"/>
            <a:chOff x="723900" y="3429000"/>
            <a:chExt cx="6172200" cy="762000"/>
          </a:xfrm>
        </p:grpSpPr>
        <p:pic>
          <p:nvPicPr>
            <p:cNvPr id="367" name="node03.text.mark-001-001" descr="highlight-1; canonical SHA256=b0048aa39744978d339a9910f5cc1482814a8a0eae4c5a63e1f80d6a2885b314">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9609" y="3508553"/>
              <a:ext cx="3041640" cy="624840"/>
            </a:xfrm>
            <a:prstGeom prst="rect">
              <a:avLst/>
            </a:prstGeom>
          </p:spPr>
        </p:pic>
        <p:sp>
          <p:nvSpPr>
            <p:cNvPr id="368" name="node03.text"/>
            <p:cNvSpPr/>
            <p:nvPr/>
          </p:nvSpPr>
          <p:spPr>
            <a:xfrm>
              <a:off x="723900" y="3429000"/>
              <a:ext cx="61722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Appendix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74" name="node04"/>
          <p:cNvGrpSpPr/>
          <p:nvPr/>
        </p:nvGrpSpPr>
        <p:grpSpPr>
          <a:xfrm>
            <a:off x="723900" y="4572000"/>
            <a:ext cx="5257800" cy="304800"/>
            <a:chOff x="723900" y="4572000"/>
            <a:chExt cx="5257800" cy="304800"/>
          </a:xfrm>
        </p:grpSpPr>
        <p:sp>
          <p:nvSpPr>
            <p:cNvPr id="369" name="node04.text"/>
            <p:cNvSpPr/>
            <p:nvPr/>
          </p:nvSpPr>
          <p:spPr>
            <a:xfrm>
              <a:off x="723900" y="45720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6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Six reference items, A1 to A6, on pages 36 to 44.</a:t>
              </a:r>
              <a:endParaRPr lang="en-US" sz="16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5" name="node05"/>
          <p:cNvGrpSpPr/>
          <p:nvPr/>
        </p:nvGrpSpPr>
        <p:grpSpPr>
          <a:xfrm>
            <a:off x="8039100" y="2057400"/>
            <a:ext cx="2743200" cy="2743200"/>
            <a:chOff x="8039100" y="2057400"/>
            <a:chExt cx="2743200" cy="2743200"/>
          </a:xfrm>
        </p:grpSpPr>
        <p:pic>
          <p:nvPicPr>
            <p:cNvPr id="370" name="node05.image" descr="photo-abstract-blocks; canonical SHA256=8f8e6dba2f69af9152b9ed1e3ab69831cc495c17f8dd85d5cf2ea3fb7148d8cb">    </p:cNvPr>
            <p:cNvPicPr>
              <a:picLocks noChangeAspect="1"/>
            </p:cNvPicPr>
            <p:nvPr/>
          </p:nvPicPr>
          <p:blipFill>
            <a:blip r:embed="rId2"/>
            <a:srcRect l="21979" r="21979" t="0" b="0"/>
            <a:stretch/>
          </p:blipFill>
          <p:spPr>
            <a:xfrm>
              <a:off x="8039100" y="2057400"/>
              <a:ext cx="2743200" cy="274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2.001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2.002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2.003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3.001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3.002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3.003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4.001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4.002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4.003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5.001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5.002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5.003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6.001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90796"/>
            </a:srgbClr>
          </a:solidFill>
          <a:ln>
            <a:noFill/>
          </a:ln>
        </p:spPr>
      </p:sp>
      <p:sp>
        <p:nvSpPr>
          <p:cNvPr id="18" name="wm.library-whiteboard.001.006.002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90796"/>
            </a:srgbClr>
          </a:solidFill>
          <a:ln>
            <a:noFill/>
          </a:ln>
        </p:spPr>
      </p:sp>
      <p:sp>
        <p:nvSpPr>
          <p:cNvPr id="19" name="wm.library-whiteboard.001.006.003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0796"/>
            </a:srgbClr>
          </a:solidFill>
          <a:ln>
            <a:noFill/>
          </a:ln>
        </p:spPr>
      </p:sp>
      <p:sp>
        <p:nvSpPr>
          <p:cNvPr id="20" name="wm.library-whiteboard.001.007.001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5871"/>
            </a:srgbClr>
          </a:solidFill>
          <a:ln>
            <a:noFill/>
          </a:ln>
        </p:spPr>
      </p:sp>
      <p:sp>
        <p:nvSpPr>
          <p:cNvPr id="21" name="wm.library-whiteboard.001.007.002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75871"/>
            </a:srgbClr>
          </a:solidFill>
          <a:ln>
            <a:noFill/>
          </a:ln>
        </p:spPr>
      </p:sp>
      <p:sp>
        <p:nvSpPr>
          <p:cNvPr id="22" name="wm.library-whiteboard.001.007.003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75871"/>
            </a:srgbClr>
          </a:solidFill>
          <a:ln>
            <a:noFill/>
          </a:ln>
        </p:spPr>
      </p:sp>
      <p:sp>
        <p:nvSpPr>
          <p:cNvPr id="23" name="wm.library-whiteboard.001.008.001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60945"/>
            </a:srgbClr>
          </a:solidFill>
          <a:ln>
            <a:noFill/>
          </a:ln>
        </p:spPr>
      </p:sp>
      <p:sp>
        <p:nvSpPr>
          <p:cNvPr id="24" name="wm.library-whiteboard.001.008.002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60945"/>
            </a:srgbClr>
          </a:solidFill>
          <a:ln>
            <a:noFill/>
          </a:ln>
        </p:spPr>
      </p:sp>
      <p:sp>
        <p:nvSpPr>
          <p:cNvPr id="25" name="wm.library-whiteboard.001.008.003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60945"/>
            </a:srgbClr>
          </a:solidFill>
          <a:ln>
            <a:noFill/>
          </a:ln>
        </p:spPr>
      </p:sp>
      <p:sp>
        <p:nvSpPr>
          <p:cNvPr id="26" name="wm.library-whiteboard.001.009.001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6020"/>
            </a:srgbClr>
          </a:solidFill>
          <a:ln>
            <a:noFill/>
          </a:ln>
        </p:spPr>
      </p:sp>
      <p:sp>
        <p:nvSpPr>
          <p:cNvPr id="27" name="wm.library-whiteboard.001.009.002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6020"/>
            </a:srgbClr>
          </a:solidFill>
          <a:ln>
            <a:noFill/>
          </a:ln>
        </p:spPr>
      </p:sp>
      <p:sp>
        <p:nvSpPr>
          <p:cNvPr id="28" name="wm.library-whiteboard.001.009.003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46020"/>
            </a:srgbClr>
          </a:solidFill>
          <a:ln>
            <a:noFill/>
          </a:ln>
        </p:spPr>
      </p:sp>
      <p:sp>
        <p:nvSpPr>
          <p:cNvPr id="29" name="wm.library-whiteboard.001.010.001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31095"/>
            </a:srgbClr>
          </a:solidFill>
          <a:ln>
            <a:noFill/>
          </a:ln>
        </p:spPr>
      </p:sp>
      <p:sp>
        <p:nvSpPr>
          <p:cNvPr id="30" name="wm.library-whiteboard.001.010.002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31095"/>
            </a:srgbClr>
          </a:solidFill>
          <a:ln>
            <a:noFill/>
          </a:ln>
        </p:spPr>
      </p:sp>
      <p:sp>
        <p:nvSpPr>
          <p:cNvPr id="31" name="wm.library-whiteboard.001.010.003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31095"/>
            </a:srgbClr>
          </a:solidFill>
          <a:ln>
            <a:noFill/>
          </a:ln>
        </p:spPr>
      </p:sp>
      <p:sp>
        <p:nvSpPr>
          <p:cNvPr id="32" name="wm.library-whiteboard.001.011.001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6169"/>
            </a:srgbClr>
          </a:solidFill>
          <a:ln>
            <a:noFill/>
          </a:ln>
        </p:spPr>
      </p:sp>
      <p:sp>
        <p:nvSpPr>
          <p:cNvPr id="33" name="wm.library-whiteboard.001.011.002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6169"/>
            </a:srgbClr>
          </a:solidFill>
          <a:ln>
            <a:noFill/>
          </a:ln>
        </p:spPr>
      </p:sp>
      <p:sp>
        <p:nvSpPr>
          <p:cNvPr id="34" name="wm.library-whiteboard.001.011.003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6169"/>
            </a:srgbClr>
          </a:solidFill>
          <a:ln>
            <a:noFill/>
          </a:ln>
        </p:spPr>
      </p:sp>
      <p:sp>
        <p:nvSpPr>
          <p:cNvPr id="35" name="wm.library-whiteboard.001.012.001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244"/>
            </a:srgbClr>
          </a:solidFill>
          <a:ln>
            <a:noFill/>
          </a:ln>
        </p:spPr>
      </p:sp>
      <p:sp>
        <p:nvSpPr>
          <p:cNvPr id="36" name="wm.library-whiteboard.001.012.002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1244"/>
            </a:srgbClr>
          </a:solidFill>
          <a:ln>
            <a:noFill/>
          </a:ln>
        </p:spPr>
      </p:sp>
      <p:sp>
        <p:nvSpPr>
          <p:cNvPr id="37" name="wm.library-whiteboard.001.012.003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1244"/>
            </a:srgbClr>
          </a:solidFill>
          <a:ln>
            <a:noFill/>
          </a:ln>
        </p:spPr>
      </p:sp>
      <p:sp>
        <p:nvSpPr>
          <p:cNvPr id="39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0" name="node01"/>
          <p:cNvGrpSpPr/>
          <p:nvPr/>
        </p:nvGrpSpPr>
        <p:grpSpPr>
          <a:xfrm>
            <a:off x="0" y="914400"/>
            <a:ext cx="7124700" cy="5029200"/>
            <a:chOff x="0" y="914400"/>
            <a:chExt cx="7124700" cy="5029200"/>
          </a:xfrm>
        </p:grpSpPr>
        <p:sp>
          <p:nvSpPr>
            <p:cNvPr id="40" name="node01.surface"/>
            <p:cNvSpPr/>
            <p:nvPr/>
          </p:nvSpPr>
          <p:spPr>
            <a:xfrm>
              <a:off x="0" y="914400"/>
              <a:ext cx="7124700" cy="5029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41" name="node02"/>
          <p:cNvSpPr/>
          <p:nvPr/>
        </p:nvSpPr>
        <p:spPr>
          <a:xfrm>
            <a:off x="7048500" y="914400"/>
            <a:ext cx="76200" cy="5029200"/>
          </a:xfrm>
          <a:prstGeom prst="rect">
            <a:avLst/>
          </a:prstGeom>
          <a:solidFill>
            <a:srgbClr val="F900D3"/>
          </a:solidFill>
          <a:ln>
            <a:noFill/>
          </a:ln>
        </p:spPr>
      </p:sp>
      <p:grpSp>
        <p:nvGrpSpPr>
          <p:cNvPr id="61" name="node03"/>
          <p:cNvGrpSpPr/>
          <p:nvPr/>
        </p:nvGrpSpPr>
        <p:grpSpPr>
          <a:xfrm>
            <a:off x="723900" y="1371600"/>
            <a:ext cx="5257800" cy="152400"/>
            <a:chOff x="723900" y="1371600"/>
            <a:chExt cx="5257800" cy="152400"/>
          </a:xfrm>
        </p:grpSpPr>
        <p:sp>
          <p:nvSpPr>
            <p:cNvPr id="42" name="node03.text"/>
            <p:cNvSpPr/>
            <p:nvPr/>
          </p:nvSpPr>
          <p:spPr>
            <a:xfrm>
              <a:off x="723900" y="13716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CED7E6"/>
                  </a:solidFill>
                  <a:latin typeface="IBM Plex Mono SemiBold"/>
                  <a:ea typeface="IBM Plex Mono SemiBold"/>
                  <a:cs typeface="IBM Plex Mono SemiBold"/>
                </a:rPr>
                <a:t>APPENDIX</a:t>
              </a:r>
              <a:endParaRPr lang="en-US" sz="1000" spc="80" kern="0" b="0" i="0" dirty="0">
                <a:solidFill>
                  <a:srgbClr val="CED7E6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2" name="node04"/>
          <p:cNvGrpSpPr/>
          <p:nvPr/>
        </p:nvGrpSpPr>
        <p:grpSpPr>
          <a:xfrm>
            <a:off x="723900" y="1600200"/>
            <a:ext cx="5257800" cy="1524000"/>
            <a:chOff x="723900" y="1600200"/>
            <a:chExt cx="5257800" cy="1524000"/>
          </a:xfrm>
        </p:grpSpPr>
        <p:sp>
          <p:nvSpPr>
            <p:cNvPr id="43" name="node04.text"/>
            <p:cNvSpPr/>
            <p:nvPr/>
          </p:nvSpPr>
          <p:spPr>
            <a:xfrm>
              <a:off x="723900" y="1600200"/>
              <a:ext cx="52578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Reference material</a:t>
              </a:r>
              <a:endParaRPr lang="en-US" sz="5400" spc="-135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3" name="node05"/>
          <p:cNvGrpSpPr/>
          <p:nvPr/>
        </p:nvGrpSpPr>
        <p:grpSpPr>
          <a:xfrm>
            <a:off x="723900" y="4343400"/>
            <a:ext cx="5257800" cy="533400"/>
            <a:chOff x="723900" y="4343400"/>
            <a:chExt cx="5257800" cy="533400"/>
          </a:xfrm>
        </p:grpSpPr>
        <p:sp>
          <p:nvSpPr>
            <p:cNvPr id="44" name="node05.text"/>
            <p:cNvSpPr/>
            <p:nvPr/>
          </p:nvSpPr>
          <p:spPr>
            <a:xfrm>
              <a:off x="723900" y="4343400"/>
              <a:ext cx="52578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Detail for readers who want to check the numbers and the sources behind the proposal.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6"/>
          <p:cNvGrpSpPr/>
          <p:nvPr/>
        </p:nvGrpSpPr>
        <p:grpSpPr>
          <a:xfrm>
            <a:off x="7581900" y="1028700"/>
            <a:ext cx="457200" cy="304800"/>
            <a:chOff x="7581900" y="1028700"/>
            <a:chExt cx="457200" cy="304800"/>
          </a:xfrm>
        </p:grpSpPr>
        <p:sp>
          <p:nvSpPr>
            <p:cNvPr id="45" name="node06.text"/>
            <p:cNvSpPr/>
            <p:nvPr/>
          </p:nvSpPr>
          <p:spPr>
            <a:xfrm>
              <a:off x="7581900" y="10287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5" name="node07"/>
          <p:cNvGrpSpPr/>
          <p:nvPr/>
        </p:nvGrpSpPr>
        <p:grpSpPr>
          <a:xfrm>
            <a:off x="8191500" y="1028700"/>
            <a:ext cx="3276600" cy="304800"/>
            <a:chOff x="8191500" y="1028700"/>
            <a:chExt cx="3276600" cy="304800"/>
          </a:xfrm>
        </p:grpSpPr>
        <p:sp>
          <p:nvSpPr>
            <p:cNvPr id="46" name="node07.text"/>
            <p:cNvSpPr/>
            <p:nvPr/>
          </p:nvSpPr>
          <p:spPr>
            <a:xfrm>
              <a:off x="8191500" y="1028700"/>
              <a:ext cx="3276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Detailed close calendar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6" name="node08"/>
          <p:cNvGrpSpPr/>
          <p:nvPr/>
        </p:nvGrpSpPr>
        <p:grpSpPr>
          <a:xfrm>
            <a:off x="8191500" y="1371600"/>
            <a:ext cx="3276600" cy="533400"/>
            <a:chOff x="8191500" y="1371600"/>
            <a:chExt cx="3276600" cy="533400"/>
          </a:xfrm>
        </p:grpSpPr>
        <p:sp>
          <p:nvSpPr>
            <p:cNvPr id="47" name="node08.text"/>
            <p:cNvSpPr/>
            <p:nvPr/>
          </p:nvSpPr>
          <p:spPr>
            <a:xfrm>
              <a:off x="8191500" y="1371600"/>
              <a:ext cx="32766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Day-by-day view of the current close for 14 entities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48" name="node09"/>
          <p:cNvSpPr/>
          <p:nvPr/>
        </p:nvSpPr>
        <p:spPr>
          <a:xfrm>
            <a:off x="7353300" y="2171700"/>
            <a:ext cx="4114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7" name="node10"/>
          <p:cNvGrpSpPr/>
          <p:nvPr/>
        </p:nvGrpSpPr>
        <p:grpSpPr>
          <a:xfrm>
            <a:off x="7581900" y="2286000"/>
            <a:ext cx="457200" cy="304800"/>
            <a:chOff x="7581900" y="2286000"/>
            <a:chExt cx="457200" cy="304800"/>
          </a:xfrm>
        </p:grpSpPr>
        <p:sp>
          <p:nvSpPr>
            <p:cNvPr id="49" name="node10.text"/>
            <p:cNvSpPr/>
            <p:nvPr/>
          </p:nvSpPr>
          <p:spPr>
            <a:xfrm>
              <a:off x="7581900" y="22860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8" name="node11"/>
          <p:cNvGrpSpPr/>
          <p:nvPr/>
        </p:nvGrpSpPr>
        <p:grpSpPr>
          <a:xfrm>
            <a:off x="8191500" y="2286000"/>
            <a:ext cx="3276600" cy="304800"/>
            <a:chOff x="8191500" y="2286000"/>
            <a:chExt cx="3276600" cy="304800"/>
          </a:xfrm>
        </p:grpSpPr>
        <p:sp>
          <p:nvSpPr>
            <p:cNvPr id="50" name="node11.text"/>
            <p:cNvSpPr/>
            <p:nvPr/>
          </p:nvSpPr>
          <p:spPr>
            <a:xfrm>
              <a:off x="8191500" y="2286000"/>
              <a:ext cx="3276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Entity readiness assessment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9" name="node12"/>
          <p:cNvGrpSpPr/>
          <p:nvPr/>
        </p:nvGrpSpPr>
        <p:grpSpPr>
          <a:xfrm>
            <a:off x="8191500" y="2628900"/>
            <a:ext cx="3276600" cy="533400"/>
            <a:chOff x="8191500" y="2628900"/>
            <a:chExt cx="3276600" cy="533400"/>
          </a:xfrm>
        </p:grpSpPr>
        <p:sp>
          <p:nvSpPr>
            <p:cNvPr id="51" name="node12.text"/>
            <p:cNvSpPr/>
            <p:nvPr/>
          </p:nvSpPr>
          <p:spPr>
            <a:xfrm>
              <a:off x="8191500" y="2628900"/>
              <a:ext cx="32766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Scores for data, process and system readiness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52" name="node13"/>
          <p:cNvSpPr/>
          <p:nvPr/>
        </p:nvSpPr>
        <p:spPr>
          <a:xfrm>
            <a:off x="7353300" y="3429000"/>
            <a:ext cx="4114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0" name="node14"/>
          <p:cNvGrpSpPr/>
          <p:nvPr/>
        </p:nvGrpSpPr>
        <p:grpSpPr>
          <a:xfrm>
            <a:off x="7581900" y="3543300"/>
            <a:ext cx="457200" cy="304800"/>
            <a:chOff x="7581900" y="3543300"/>
            <a:chExt cx="457200" cy="304800"/>
          </a:xfrm>
        </p:grpSpPr>
        <p:sp>
          <p:nvSpPr>
            <p:cNvPr id="53" name="node14.text"/>
            <p:cNvSpPr/>
            <p:nvPr/>
          </p:nvSpPr>
          <p:spPr>
            <a:xfrm>
              <a:off x="7581900" y="35433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1" name="node15"/>
          <p:cNvGrpSpPr/>
          <p:nvPr/>
        </p:nvGrpSpPr>
        <p:grpSpPr>
          <a:xfrm>
            <a:off x="8191500" y="3543300"/>
            <a:ext cx="3276600" cy="304800"/>
            <a:chOff x="8191500" y="3543300"/>
            <a:chExt cx="3276600" cy="304800"/>
          </a:xfrm>
        </p:grpSpPr>
        <p:sp>
          <p:nvSpPr>
            <p:cNvPr id="54" name="node15.text"/>
            <p:cNvSpPr/>
            <p:nvPr/>
          </p:nvSpPr>
          <p:spPr>
            <a:xfrm>
              <a:off x="8191500" y="3543300"/>
              <a:ext cx="3276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Control framework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2" name="node16"/>
          <p:cNvGrpSpPr/>
          <p:nvPr/>
        </p:nvGrpSpPr>
        <p:grpSpPr>
          <a:xfrm>
            <a:off x="8191500" y="3886200"/>
            <a:ext cx="3276600" cy="533400"/>
            <a:chOff x="8191500" y="3886200"/>
            <a:chExt cx="3276600" cy="533400"/>
          </a:xfrm>
        </p:grpSpPr>
        <p:sp>
          <p:nvSpPr>
            <p:cNvPr id="55" name="node16.text"/>
            <p:cNvSpPr/>
            <p:nvPr/>
          </p:nvSpPr>
          <p:spPr>
            <a:xfrm>
              <a:off x="8191500" y="3886200"/>
              <a:ext cx="32766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Key controls mapped to the target operating model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56" name="node17"/>
          <p:cNvSpPr/>
          <p:nvPr/>
        </p:nvSpPr>
        <p:spPr>
          <a:xfrm>
            <a:off x="7353300" y="4686300"/>
            <a:ext cx="4114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3" name="node18"/>
          <p:cNvGrpSpPr/>
          <p:nvPr/>
        </p:nvGrpSpPr>
        <p:grpSpPr>
          <a:xfrm>
            <a:off x="7581900" y="4800600"/>
            <a:ext cx="457200" cy="304800"/>
            <a:chOff x="7581900" y="4800600"/>
            <a:chExt cx="457200" cy="304800"/>
          </a:xfrm>
        </p:grpSpPr>
        <p:sp>
          <p:nvSpPr>
            <p:cNvPr id="57" name="node18.text"/>
            <p:cNvSpPr/>
            <p:nvPr/>
          </p:nvSpPr>
          <p:spPr>
            <a:xfrm>
              <a:off x="7581900" y="48006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4" name="node19"/>
          <p:cNvGrpSpPr/>
          <p:nvPr/>
        </p:nvGrpSpPr>
        <p:grpSpPr>
          <a:xfrm>
            <a:off x="8191500" y="4800600"/>
            <a:ext cx="3276600" cy="304800"/>
            <a:chOff x="8191500" y="4800600"/>
            <a:chExt cx="3276600" cy="304800"/>
          </a:xfrm>
        </p:grpSpPr>
        <p:sp>
          <p:nvSpPr>
            <p:cNvPr id="58" name="node19.text"/>
            <p:cNvSpPr/>
            <p:nvPr/>
          </p:nvSpPr>
          <p:spPr>
            <a:xfrm>
              <a:off x="8191500" y="4800600"/>
              <a:ext cx="3276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Tooling options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20"/>
          <p:cNvGrpSpPr/>
          <p:nvPr/>
        </p:nvGrpSpPr>
        <p:grpSpPr>
          <a:xfrm>
            <a:off x="8191500" y="5143500"/>
            <a:ext cx="3276600" cy="533400"/>
            <a:chOff x="8191500" y="5143500"/>
            <a:chExt cx="3276600" cy="533400"/>
          </a:xfrm>
        </p:grpSpPr>
        <p:sp>
          <p:nvSpPr>
            <p:cNvPr id="59" name="node20.text"/>
            <p:cNvSpPr/>
            <p:nvPr/>
          </p:nvSpPr>
          <p:spPr>
            <a:xfrm>
              <a:off x="8191500" y="5143500"/>
              <a:ext cx="32766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Comparison of three automation platforms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EPIC BREAKDOWN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Self-scheduling splits into four features and nine stories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3" name="node01"/>
          <p:cNvGrpSpPr/>
          <p:nvPr/>
        </p:nvGrpSpPr>
        <p:grpSpPr>
          <a:xfrm>
            <a:off x="723900" y="1600200"/>
            <a:ext cx="2514600" cy="4114800"/>
            <a:chOff x="723900" y="1600200"/>
            <a:chExt cx="2514600" cy="41148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2514600" cy="4114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34" name="node02"/>
          <p:cNvGrpSpPr/>
          <p:nvPr/>
        </p:nvGrpSpPr>
        <p:grpSpPr>
          <a:xfrm>
            <a:off x="952500" y="1828800"/>
            <a:ext cx="2057400" cy="139700"/>
            <a:chOff x="952500" y="1828800"/>
            <a:chExt cx="2057400" cy="139700"/>
          </a:xfrm>
        </p:grpSpPr>
        <p:sp>
          <p:nvSpPr>
            <p:cNvPr id="8" name="node02.text"/>
            <p:cNvSpPr/>
            <p:nvPr/>
          </p:nvSpPr>
          <p:spPr>
            <a:xfrm>
              <a:off x="952500" y="18288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EPIC E-101</a:t>
              </a:r>
              <a:endParaRPr lang="en-US" sz="800" spc="48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5" name="node03"/>
          <p:cNvGrpSpPr/>
          <p:nvPr/>
        </p:nvGrpSpPr>
        <p:grpSpPr>
          <a:xfrm>
            <a:off x="952500" y="2133600"/>
            <a:ext cx="2057400" cy="266700"/>
            <a:chOff x="952500" y="2133600"/>
            <a:chExt cx="2057400" cy="266700"/>
          </a:xfrm>
        </p:grpSpPr>
        <p:sp>
          <p:nvSpPr>
            <p:cNvPr id="9" name="node03.text"/>
            <p:cNvSpPr/>
            <p:nvPr/>
          </p:nvSpPr>
          <p:spPr>
            <a:xfrm>
              <a:off x="952500" y="21336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Self-scheduling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6" name="node04"/>
          <p:cNvGrpSpPr/>
          <p:nvPr/>
        </p:nvGrpSpPr>
        <p:grpSpPr>
          <a:xfrm>
            <a:off x="952500" y="2590800"/>
            <a:ext cx="2057400" cy="647700"/>
            <a:chOff x="952500" y="2590800"/>
            <a:chExt cx="2057400" cy="647700"/>
          </a:xfrm>
        </p:grpSpPr>
        <p:sp>
          <p:nvSpPr>
            <p:cNvPr id="10" name="node04.text"/>
            <p:cNvSpPr/>
            <p:nvPr/>
          </p:nvSpPr>
          <p:spPr>
            <a:xfrm>
              <a:off x="952500" y="2590800"/>
              <a:ext cx="2057400" cy="647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Patients book, move and cancel visits in the app without a call.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" name="node05"/>
          <p:cNvGrpSpPr/>
          <p:nvPr/>
        </p:nvGrpSpPr>
        <p:grpSpPr>
          <a:xfrm>
            <a:off x="952500" y="3657600"/>
            <a:ext cx="2057400" cy="802069"/>
            <a:chOff x="952500" y="3657600"/>
            <a:chExt cx="2057400" cy="802069"/>
          </a:xfrm>
        </p:grpSpPr>
        <p:sp>
          <p:nvSpPr>
            <p:cNvPr id="11" name="node05.value"/>
            <p:cNvSpPr/>
            <p:nvPr/>
          </p:nvSpPr>
          <p:spPr>
            <a:xfrm>
              <a:off x="952500" y="3657600"/>
              <a:ext cx="20574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4000" spc="-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5.label"/>
            <p:cNvSpPr/>
            <p:nvPr/>
          </p:nvSpPr>
          <p:spPr>
            <a:xfrm>
              <a:off x="952500" y="4243769"/>
              <a:ext cx="2057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points, four features</a:t>
              </a:r>
              <a:endParaRPr lang="en-US" sz="12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" name="node06"/>
          <p:cNvGrpSpPr/>
          <p:nvPr/>
        </p:nvGrpSpPr>
        <p:grpSpPr>
          <a:xfrm>
            <a:off x="952500" y="4648200"/>
            <a:ext cx="2057400" cy="802069"/>
            <a:chOff x="952500" y="4648200"/>
            <a:chExt cx="2057400" cy="802069"/>
          </a:xfrm>
        </p:grpSpPr>
        <p:sp>
          <p:nvSpPr>
            <p:cNvPr id="13" name="node06.value"/>
            <p:cNvSpPr/>
            <p:nvPr/>
          </p:nvSpPr>
          <p:spPr>
            <a:xfrm>
              <a:off x="952500" y="4648200"/>
              <a:ext cx="20574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4000" spc="-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6.label"/>
            <p:cNvSpPr/>
            <p:nvPr/>
          </p:nvSpPr>
          <p:spPr>
            <a:xfrm>
              <a:off x="952500" y="5234369"/>
              <a:ext cx="2057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acceptance criteria</a:t>
              </a:r>
              <a:endParaRPr lang="en-US" sz="12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9" name="node07"/>
          <p:cNvGrpSpPr/>
          <p:nvPr/>
        </p:nvGrpSpPr>
        <p:grpSpPr>
          <a:xfrm>
            <a:off x="3467100" y="1600200"/>
            <a:ext cx="8001000" cy="3784600"/>
            <a:chOff x="3467100" y="1600200"/>
            <a:chExt cx="8001000" cy="3784600"/>
          </a:xfrm>
        </p:grpSpPr>
        <p:graphicFrame>
          <p:nvGraphicFramePr>
            <p:cNvPr id="15" name="node07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3848100" y="1600200"/>
            <a:ext cx="7620000" cy="3784600"/>
          </p:xfrm>
          <a:graphic>
            <a:graphicData uri="http://schemas.openxmlformats.org/drawingml/2006/table">
              <a:tbl>
                <a:tblPr/>
                <a:tblGrid>
                  <a:gridCol w="4800600"/>
                  <a:gridCol w="609600"/>
                  <a:gridCol w="762000"/>
                  <a:gridCol w="1447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USER STORY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AC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POINTS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search open slots by provider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filter by location and time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pick a visit type and book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a booking confirmation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reschedule from the app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cancel and free the slot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a text reminder with a link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add the visit to my calendar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a day-before prep note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Blocked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" name="node07.row.item-001.st.status-mark"/>
            <p:cNvSpPr/>
            <p:nvPr/>
          </p:nvSpPr>
          <p:spPr>
            <a:xfrm>
              <a:off x="10179050" y="21018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7.row.item-002.st.status-mark"/>
            <p:cNvSpPr/>
            <p:nvPr/>
          </p:nvSpPr>
          <p:spPr>
            <a:xfrm>
              <a:off x="10179050" y="24828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7.row.item-003.st.status-mark"/>
            <p:cNvSpPr/>
            <p:nvPr/>
          </p:nvSpPr>
          <p:spPr>
            <a:xfrm>
              <a:off x="10179050" y="28638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7.row.item-004.st.status-mark"/>
            <p:cNvSpPr/>
            <p:nvPr/>
          </p:nvSpPr>
          <p:spPr>
            <a:xfrm>
              <a:off x="10179050" y="32448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7.row.item-005.st.status-mark"/>
            <p:cNvSpPr/>
            <p:nvPr/>
          </p:nvSpPr>
          <p:spPr>
            <a:xfrm>
              <a:off x="10179050" y="36258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7.row.item-006.st.status-mark"/>
            <p:cNvSpPr/>
            <p:nvPr/>
          </p:nvSpPr>
          <p:spPr>
            <a:xfrm>
              <a:off x="10179050" y="40068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7.row.item-007.st.status-mark"/>
            <p:cNvSpPr/>
            <p:nvPr/>
          </p:nvSpPr>
          <p:spPr>
            <a:xfrm>
              <a:off x="10179050" y="43878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7.row.item-008.st.status-mark"/>
            <p:cNvSpPr/>
            <p:nvPr/>
          </p:nvSpPr>
          <p:spPr>
            <a:xfrm>
              <a:off x="10179050" y="47688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7.row.item-009.st.status-mark"/>
            <p:cNvSpPr/>
            <p:nvPr/>
          </p:nvSpPr>
          <p:spPr>
            <a:xfrm>
              <a:off x="10179050" y="51498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7.row-group.source-001.fill"/>
            <p:cNvSpPr/>
            <p:nvPr/>
          </p:nvSpPr>
          <p:spPr>
            <a:xfrm>
              <a:off x="3467100" y="1974850"/>
              <a:ext cx="304800" cy="723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7.row-group.source-001.label"/>
            <p:cNvSpPr/>
            <p:nvPr/>
          </p:nvSpPr>
          <p:spPr>
            <a:xfrm rot="-5400000">
              <a:off x="3257550" y="2266950"/>
              <a:ext cx="723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FIND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7.row-group.source-002.fill"/>
            <p:cNvSpPr/>
            <p:nvPr/>
          </p:nvSpPr>
          <p:spPr>
            <a:xfrm>
              <a:off x="3467100" y="2736850"/>
              <a:ext cx="304800" cy="723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7.row-group.source-002.label"/>
            <p:cNvSpPr/>
            <p:nvPr/>
          </p:nvSpPr>
          <p:spPr>
            <a:xfrm rot="-5400000">
              <a:off x="3257550" y="3028950"/>
              <a:ext cx="723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BOOK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7.row-group.source-003.fill"/>
            <p:cNvSpPr/>
            <p:nvPr/>
          </p:nvSpPr>
          <p:spPr>
            <a:xfrm>
              <a:off x="3467100" y="3498850"/>
              <a:ext cx="304800" cy="723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7.row-group.source-003.label"/>
            <p:cNvSpPr/>
            <p:nvPr/>
          </p:nvSpPr>
          <p:spPr>
            <a:xfrm rot="-5400000">
              <a:off x="3257550" y="3790950"/>
              <a:ext cx="723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CHANGE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7.row-group.source-004.fill"/>
            <p:cNvSpPr/>
            <p:nvPr/>
          </p:nvSpPr>
          <p:spPr>
            <a:xfrm>
              <a:off x="3467100" y="4260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7.row-group.source-004.label"/>
            <p:cNvSpPr/>
            <p:nvPr/>
          </p:nvSpPr>
          <p:spPr>
            <a:xfrm rot="-5400000">
              <a:off x="3067050" y="4743450"/>
              <a:ext cx="1104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NOTIFY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BACKLOG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epics carry the front door; access and estimates lead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2667000"/>
                  <a:gridCol w="3581400"/>
                  <a:gridCol w="914400"/>
                  <a:gridCol w="762000"/>
                  <a:gridCol w="12192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EPIC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OUTCOME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PRIORITY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SIZE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RELEASE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Book and move visits without a call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4.1 · Nov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 and cancellations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Refill released slots within hours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4.2 ·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Arrive with forms and consents 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4.1 · Nov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Cost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Show the patient price before the visit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4.2 ·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 a statement in two taps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4.0 · Oct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Set up a plan without calling billing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4.3 ·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Secure messaging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Reach the care team in one thread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Blocked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4.2 ·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Let caregivers act for family members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4.3 ·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p.priority.fill"/>
            <p:cNvSpPr/>
            <p:nvPr/>
          </p:nvSpPr>
          <p:spPr>
            <a:xfrm>
              <a:off x="7556500" y="20891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p.priority"/>
            <p:cNvSpPr/>
            <p:nvPr/>
          </p:nvSpPr>
          <p:spPr>
            <a:xfrm>
              <a:off x="7658100" y="21145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1.s.outline"/>
            <p:cNvSpPr/>
            <p:nvPr/>
          </p:nvSpPr>
          <p:spPr>
            <a:xfrm>
              <a:off x="8420100" y="21145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1.st.status-mark"/>
            <p:cNvSpPr/>
            <p:nvPr/>
          </p:nvSpPr>
          <p:spPr>
            <a:xfrm>
              <a:off x="9188450" y="21399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2.p.priority.fill"/>
            <p:cNvSpPr/>
            <p:nvPr/>
          </p:nvSpPr>
          <p:spPr>
            <a:xfrm>
              <a:off x="7556500" y="25463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2.p.priority"/>
            <p:cNvSpPr/>
            <p:nvPr/>
          </p:nvSpPr>
          <p:spPr>
            <a:xfrm>
              <a:off x="7658100" y="25717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2.s.outline"/>
            <p:cNvSpPr/>
            <p:nvPr/>
          </p:nvSpPr>
          <p:spPr>
            <a:xfrm>
              <a:off x="8420100" y="25717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2.st.status-mark"/>
            <p:cNvSpPr/>
            <p:nvPr/>
          </p:nvSpPr>
          <p:spPr>
            <a:xfrm>
              <a:off x="9188450" y="25971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3.p.priority.fill"/>
            <p:cNvSpPr/>
            <p:nvPr/>
          </p:nvSpPr>
          <p:spPr>
            <a:xfrm>
              <a:off x="7556500" y="30035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3.p.priority"/>
            <p:cNvSpPr/>
            <p:nvPr/>
          </p:nvSpPr>
          <p:spPr>
            <a:xfrm>
              <a:off x="7658100" y="30289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3.s.outline"/>
            <p:cNvSpPr/>
            <p:nvPr/>
          </p:nvSpPr>
          <p:spPr>
            <a:xfrm>
              <a:off x="8420100" y="30289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3.st.status-mark"/>
            <p:cNvSpPr/>
            <p:nvPr/>
          </p:nvSpPr>
          <p:spPr>
            <a:xfrm>
              <a:off x="9188450" y="30543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4.p.priority.fill"/>
            <p:cNvSpPr/>
            <p:nvPr/>
          </p:nvSpPr>
          <p:spPr>
            <a:xfrm>
              <a:off x="7556500" y="34607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04.p.priority"/>
            <p:cNvSpPr/>
            <p:nvPr/>
          </p:nvSpPr>
          <p:spPr>
            <a:xfrm>
              <a:off x="7658100" y="34861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.item-004.s.outline"/>
            <p:cNvSpPr/>
            <p:nvPr/>
          </p:nvSpPr>
          <p:spPr>
            <a:xfrm>
              <a:off x="8420100" y="34861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4.st.status-mark"/>
            <p:cNvSpPr/>
            <p:nvPr/>
          </p:nvSpPr>
          <p:spPr>
            <a:xfrm>
              <a:off x="9188450" y="35115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1.row.item-005.p.priority.fill"/>
            <p:cNvSpPr/>
            <p:nvPr/>
          </p:nvSpPr>
          <p:spPr>
            <a:xfrm>
              <a:off x="7556500" y="39179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05.p.priority"/>
            <p:cNvSpPr/>
            <p:nvPr/>
          </p:nvSpPr>
          <p:spPr>
            <a:xfrm>
              <a:off x="7658100" y="39433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row.item-005.s.outline"/>
            <p:cNvSpPr/>
            <p:nvPr/>
          </p:nvSpPr>
          <p:spPr>
            <a:xfrm>
              <a:off x="8420100" y="39433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7" name="node01.row.item-005.st.status-mark"/>
            <p:cNvSpPr/>
            <p:nvPr/>
          </p:nvSpPr>
          <p:spPr>
            <a:xfrm>
              <a:off x="9188450" y="39687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6.p.priority.fill"/>
            <p:cNvSpPr/>
            <p:nvPr/>
          </p:nvSpPr>
          <p:spPr>
            <a:xfrm>
              <a:off x="7556500" y="437515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node01.row.item-006.p.priority"/>
            <p:cNvSpPr/>
            <p:nvPr/>
          </p:nvSpPr>
          <p:spPr>
            <a:xfrm>
              <a:off x="7658100" y="44005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row.item-006.s.outline"/>
            <p:cNvSpPr/>
            <p:nvPr/>
          </p:nvSpPr>
          <p:spPr>
            <a:xfrm>
              <a:off x="8420100" y="44005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1" name="node01.row.item-006.st.status-mark"/>
            <p:cNvSpPr/>
            <p:nvPr/>
          </p:nvSpPr>
          <p:spPr>
            <a:xfrm>
              <a:off x="9188450" y="4425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2" name="node01.row.item-007.p.priority.fill"/>
            <p:cNvSpPr/>
            <p:nvPr/>
          </p:nvSpPr>
          <p:spPr>
            <a:xfrm>
              <a:off x="7556500" y="48323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3" name="node01.row.item-007.p.priority"/>
            <p:cNvSpPr/>
            <p:nvPr/>
          </p:nvSpPr>
          <p:spPr>
            <a:xfrm>
              <a:off x="7658100" y="48577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row.item-007.s.outline"/>
            <p:cNvSpPr/>
            <p:nvPr/>
          </p:nvSpPr>
          <p:spPr>
            <a:xfrm>
              <a:off x="8420100" y="48577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5" name="node01.row.item-007.st.status-mark"/>
            <p:cNvSpPr/>
            <p:nvPr/>
          </p:nvSpPr>
          <p:spPr>
            <a:xfrm>
              <a:off x="9188450" y="48831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6" name="node01.row.item-008.p.priority.fill"/>
            <p:cNvSpPr/>
            <p:nvPr/>
          </p:nvSpPr>
          <p:spPr>
            <a:xfrm>
              <a:off x="7556500" y="528955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7" name="node01.row.item-008.p.priority"/>
            <p:cNvSpPr/>
            <p:nvPr/>
          </p:nvSpPr>
          <p:spPr>
            <a:xfrm>
              <a:off x="7658100" y="53149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row.item-008.s.outline"/>
            <p:cNvSpPr/>
            <p:nvPr/>
          </p:nvSpPr>
          <p:spPr>
            <a:xfrm>
              <a:off x="8420100" y="53149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9" name="node01.row.item-008.st.status-mark"/>
            <p:cNvSpPr/>
            <p:nvPr/>
          </p:nvSpPr>
          <p:spPr>
            <a:xfrm>
              <a:off x="9188450" y="53403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0" name="node01.row-group.source-001.fill"/>
            <p:cNvSpPr/>
            <p:nvPr/>
          </p:nvSpPr>
          <p:spPr>
            <a:xfrm>
              <a:off x="723900" y="1974850"/>
              <a:ext cx="304800" cy="1333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1.row-group.source-001.label"/>
            <p:cNvSpPr/>
            <p:nvPr/>
          </p:nvSpPr>
          <p:spPr>
            <a:xfrm rot="-5400000">
              <a:off x="209550" y="2571750"/>
              <a:ext cx="1333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ACCESS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row-group.source-002.fill"/>
            <p:cNvSpPr/>
            <p:nvPr/>
          </p:nvSpPr>
          <p:spPr>
            <a:xfrm>
              <a:off x="723900" y="3346450"/>
              <a:ext cx="304800" cy="1333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01.row-group.source-002.label"/>
            <p:cNvSpPr/>
            <p:nvPr/>
          </p:nvSpPr>
          <p:spPr>
            <a:xfrm rot="-5400000">
              <a:off x="209550" y="3943350"/>
              <a:ext cx="1333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MONEY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row-group.source-003.fill"/>
            <p:cNvSpPr/>
            <p:nvPr/>
          </p:nvSpPr>
          <p:spPr>
            <a:xfrm>
              <a:off x="723900" y="4718050"/>
              <a:ext cx="304800" cy="876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01.row-group.source-003.label"/>
            <p:cNvSpPr/>
            <p:nvPr/>
          </p:nvSpPr>
          <p:spPr>
            <a:xfrm rot="-5400000">
              <a:off x="438150" y="50863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ENGAGE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BACKLOG HEALTH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next two sprints are ready; the tail is aging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4" name="node01"/>
          <p:cNvGrpSpPr/>
          <p:nvPr/>
        </p:nvGrpSpPr>
        <p:grpSpPr>
          <a:xfrm>
            <a:off x="723900" y="1600200"/>
            <a:ext cx="1965960" cy="802069"/>
            <a:chOff x="723900" y="1600200"/>
            <a:chExt cx="1965960" cy="802069"/>
          </a:xfrm>
        </p:grpSpPr>
        <p:sp>
          <p:nvSpPr>
            <p:cNvPr id="7" name="node01.value"/>
            <p:cNvSpPr/>
            <p:nvPr/>
          </p:nvSpPr>
          <p:spPr>
            <a:xfrm>
              <a:off x="72390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42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label"/>
            <p:cNvSpPr/>
            <p:nvPr/>
          </p:nvSpPr>
          <p:spPr>
            <a:xfrm>
              <a:off x="723900" y="2186369"/>
              <a:ext cx="196596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ready items, of 118 open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5" name="node02"/>
          <p:cNvGrpSpPr/>
          <p:nvPr/>
        </p:nvGrpSpPr>
        <p:grpSpPr>
          <a:xfrm>
            <a:off x="2918460" y="1600200"/>
            <a:ext cx="1965960" cy="1017969"/>
            <a:chOff x="2918460" y="1600200"/>
            <a:chExt cx="1965960" cy="1017969"/>
          </a:xfrm>
        </p:grpSpPr>
        <p:sp>
          <p:nvSpPr>
            <p:cNvPr id="9" name="node02.value"/>
            <p:cNvSpPr/>
            <p:nvPr/>
          </p:nvSpPr>
          <p:spPr>
            <a:xfrm>
              <a:off x="291846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88%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2.label"/>
            <p:cNvSpPr/>
            <p:nvPr/>
          </p:nvSpPr>
          <p:spPr>
            <a:xfrm>
              <a:off x="2918460" y="2186369"/>
              <a:ext cx="196596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refined for the next two sprints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6" name="node03"/>
          <p:cNvGrpSpPr/>
          <p:nvPr/>
        </p:nvGrpSpPr>
        <p:grpSpPr>
          <a:xfrm>
            <a:off x="5113020" y="1600200"/>
            <a:ext cx="1965960" cy="1017969"/>
            <a:chOff x="5113020" y="1600200"/>
            <a:chExt cx="1965960" cy="1017969"/>
          </a:xfrm>
        </p:grpSpPr>
        <p:sp>
          <p:nvSpPr>
            <p:cNvPr id="11" name="node03.value"/>
            <p:cNvSpPr/>
            <p:nvPr/>
          </p:nvSpPr>
          <p:spPr>
            <a:xfrm>
              <a:off x="511302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47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3.label"/>
            <p:cNvSpPr/>
            <p:nvPr/>
          </p:nvSpPr>
          <p:spPr>
            <a:xfrm>
              <a:off x="5113020" y="2186369"/>
              <a:ext cx="196596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days average backlog age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3.footer.status-mark"/>
            <p:cNvSpPr/>
            <p:nvPr/>
          </p:nvSpPr>
          <p:spPr>
            <a:xfrm>
              <a:off x="5119370" y="2510219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4" name="node03.footer.status.text"/>
            <p:cNvSpPr/>
            <p:nvPr/>
          </p:nvSpPr>
          <p:spPr>
            <a:xfrm>
              <a:off x="5290820" y="2478469"/>
              <a:ext cx="47764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AT RISK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7" name="node04"/>
          <p:cNvGrpSpPr/>
          <p:nvPr/>
        </p:nvGrpSpPr>
        <p:grpSpPr>
          <a:xfrm>
            <a:off x="7307580" y="1600200"/>
            <a:ext cx="1965960" cy="1017969"/>
            <a:chOff x="7307580" y="1600200"/>
            <a:chExt cx="1965960" cy="1017969"/>
          </a:xfrm>
        </p:grpSpPr>
        <p:sp>
          <p:nvSpPr>
            <p:cNvPr id="15" name="node04.value"/>
            <p:cNvSpPr/>
            <p:nvPr/>
          </p:nvSpPr>
          <p:spPr>
            <a:xfrm>
              <a:off x="730758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4.label"/>
            <p:cNvSpPr/>
            <p:nvPr/>
          </p:nvSpPr>
          <p:spPr>
            <a:xfrm>
              <a:off x="7307580" y="2186369"/>
              <a:ext cx="196596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blocked items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4.footer.status-mark"/>
            <p:cNvSpPr/>
            <p:nvPr/>
          </p:nvSpPr>
          <p:spPr>
            <a:xfrm>
              <a:off x="7313930" y="2510219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4.footer.status.text"/>
            <p:cNvSpPr/>
            <p:nvPr/>
          </p:nvSpPr>
          <p:spPr>
            <a:xfrm>
              <a:off x="7485380" y="2478469"/>
              <a:ext cx="47764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AT RISK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8" name="node05"/>
          <p:cNvGrpSpPr/>
          <p:nvPr/>
        </p:nvGrpSpPr>
        <p:grpSpPr>
          <a:xfrm>
            <a:off x="9502140" y="1600200"/>
            <a:ext cx="1965960" cy="1017969"/>
            <a:chOff x="9502140" y="1600200"/>
            <a:chExt cx="1965960" cy="1017969"/>
          </a:xfrm>
        </p:grpSpPr>
        <p:sp>
          <p:nvSpPr>
            <p:cNvPr id="19" name="node05.value"/>
            <p:cNvSpPr/>
            <p:nvPr/>
          </p:nvSpPr>
          <p:spPr>
            <a:xfrm>
              <a:off x="950214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28%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5.label"/>
            <p:cNvSpPr/>
            <p:nvPr/>
          </p:nvSpPr>
          <p:spPr>
            <a:xfrm>
              <a:off x="9502140" y="2186369"/>
              <a:ext cx="196596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of open items are bugs, 72% features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1" name="node06"/>
          <p:cNvSpPr/>
          <p:nvPr/>
        </p:nvSpPr>
        <p:spPr>
          <a:xfrm>
            <a:off x="723900" y="2971800"/>
            <a:ext cx="10744200" cy="1905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9" name="node07"/>
          <p:cNvGrpSpPr/>
          <p:nvPr/>
        </p:nvGrpSpPr>
        <p:grpSpPr>
          <a:xfrm>
            <a:off x="723900" y="3200400"/>
            <a:ext cx="5257800" cy="2514600"/>
            <a:chOff x="723900" y="3200400"/>
            <a:chExt cx="5257800" cy="2514600"/>
          </a:xfrm>
        </p:grpSpPr>
        <p:sp>
          <p:nvSpPr>
            <p:cNvPr id="22" name="node07.title"/>
            <p:cNvSpPr/>
            <p:nvPr/>
          </p:nvSpPr>
          <p:spPr>
            <a:xfrm>
              <a:off x="723900" y="32004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Open items by age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7.units"/>
            <p:cNvSpPr/>
            <p:nvPr/>
          </p:nvSpPr>
          <p:spPr>
            <a:xfrm>
              <a:off x="723900" y="3505200"/>
              <a:ext cx="5257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ITEMS</a:t>
              </a:r>
              <a:endParaRPr lang="en-US" sz="800" spc="60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graphicFrame>
          <p:nvGraphicFramePr>
            <p:cNvPr id="24" name="node07.native" descr=""/>
            <p:cNvGraphicFramePr/>
            <p:nvPr/>
          </p:nvGraphicFramePr>
          <p:xfrm>
            <a:off x="723900" y="3810000"/>
            <a:ext cx="5257800" cy="1905000"/>
          </p:xfrm>
          <a:graphic xmlns:a="http://schemas.openxmlformats.org/drawingml/2006/main">
            <a:graphicData uri="http://schemas.openxmlformats.org/drawingml/2006/chart">
              <c:chart xmlns:c="http://schemas.openxmlformats.org/drawingml/2006/chart" r:id="rId1"/>
            </a:graphicData>
          </a:graphic>
        </p:graphicFrame>
      </p:grpSp>
      <p:grpSp>
        <p:nvGrpSpPr>
          <p:cNvPr id="40" name="node08"/>
          <p:cNvGrpSpPr/>
          <p:nvPr/>
        </p:nvGrpSpPr>
        <p:grpSpPr>
          <a:xfrm>
            <a:off x="6210300" y="3200400"/>
            <a:ext cx="5257800" cy="1600200"/>
            <a:chOff x="6210300" y="3200400"/>
            <a:chExt cx="5257800" cy="1600200"/>
          </a:xfrm>
        </p:grpSpPr>
        <p:sp>
          <p:nvSpPr>
            <p:cNvPr id="25" name="node08.source-001.number"/>
            <p:cNvSpPr/>
            <p:nvPr/>
          </p:nvSpPr>
          <p:spPr>
            <a:xfrm>
              <a:off x="6210300" y="32004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8.source-001.title"/>
            <p:cNvSpPr/>
            <p:nvPr/>
          </p:nvSpPr>
          <p:spPr>
            <a:xfrm>
              <a:off x="6743700" y="32004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Refinement is on track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8.source-001.text"/>
            <p:cNvSpPr/>
            <p:nvPr/>
          </p:nvSpPr>
          <p:spPr>
            <a:xfrm>
              <a:off x="6743700" y="34163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Next two sprints hold 88% refined stories.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8.source-002.number"/>
            <p:cNvSpPr/>
            <p:nvPr/>
          </p:nvSpPr>
          <p:spPr>
            <a:xfrm>
              <a:off x="6210300" y="37846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8.source-002.title"/>
            <p:cNvSpPr/>
            <p:nvPr/>
          </p:nvSpPr>
          <p:spPr>
            <a:xfrm>
              <a:off x="6743700" y="37846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Messaging is stuck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0" name="node08.source-002.text"/>
            <p:cNvSpPr/>
            <p:nvPr/>
          </p:nvSpPr>
          <p:spPr>
            <a:xfrm>
              <a:off x="6743700" y="40005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Five of six blocked items wait on the vendor API.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8.source-003.number"/>
            <p:cNvSpPr/>
            <p:nvPr/>
          </p:nvSpPr>
          <p:spPr>
            <a:xfrm>
              <a:off x="6210300" y="43688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8.source-003.title"/>
            <p:cNvSpPr/>
            <p:nvPr/>
          </p:nvSpPr>
          <p:spPr>
            <a:xfrm>
              <a:off x="6743700" y="43688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Old items need a verdict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8.source-003.text"/>
            <p:cNvSpPr/>
            <p:nvPr/>
          </p:nvSpPr>
          <p:spPr>
            <a:xfrm>
              <a:off x="6743700" y="45847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13 items over 90 days: close, split or schedule.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WORKING AGREEMENTS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 story must be ready to start and done to count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7" name="node01"/>
          <p:cNvGrpSpPr/>
          <p:nvPr/>
        </p:nvGrpSpPr>
        <p:grpSpPr>
          <a:xfrm>
            <a:off x="723900" y="1600200"/>
            <a:ext cx="5257800" cy="3200400"/>
            <a:chOff x="723900" y="1600200"/>
            <a:chExt cx="5257800" cy="3200400"/>
          </a:xfrm>
        </p:grpSpPr>
        <p:sp>
          <p:nvSpPr>
            <p:cNvPr id="7" name="node01.container"/>
            <p:cNvSpPr/>
            <p:nvPr/>
          </p:nvSpPr>
          <p:spPr>
            <a:xfrm>
              <a:off x="723900" y="1600200"/>
              <a:ext cx="5257800" cy="3200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" name="node01.label"/>
            <p:cNvSpPr/>
            <p:nvPr/>
          </p:nvSpPr>
          <p:spPr>
            <a:xfrm>
              <a:off x="952500" y="1828800"/>
              <a:ext cx="4800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DEFINITION OF READY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1.title"/>
            <p:cNvSpPr/>
            <p:nvPr/>
          </p:nvSpPr>
          <p:spPr>
            <a:xfrm>
              <a:off x="952500" y="2044700"/>
              <a:ext cx="4800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 story enters a sprint when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node01.body.item-001.checklist.item-001.marker"/>
            <p:cNvSpPr/>
            <p:nvPr/>
          </p:nvSpPr>
          <p:spPr>
            <a:xfrm>
              <a:off x="952500" y="25527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body.item-001.checklist.item-001.check"/>
            <p:cNvSpPr/>
            <p:nvPr/>
          </p:nvSpPr>
          <p:spPr>
            <a:xfrm>
              <a:off x="952500" y="25527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12" name="node01.body.item-001.checklist.item-001.text"/>
            <p:cNvSpPr/>
            <p:nvPr/>
          </p:nvSpPr>
          <p:spPr>
            <a:xfrm>
              <a:off x="1219200" y="25019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Story states who, what and why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1.checklist.item-002.marker"/>
            <p:cNvSpPr/>
            <p:nvPr/>
          </p:nvSpPr>
          <p:spPr>
            <a:xfrm>
              <a:off x="952500" y="28448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1.checklist.item-002.check"/>
            <p:cNvSpPr/>
            <p:nvPr/>
          </p:nvSpPr>
          <p:spPr>
            <a:xfrm>
              <a:off x="952500" y="2844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15" name="node01.body.item-001.checklist.item-002.text"/>
            <p:cNvSpPr/>
            <p:nvPr/>
          </p:nvSpPr>
          <p:spPr>
            <a:xfrm>
              <a:off x="1219200" y="27940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Acceptance criteria are testable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1.body.item-001.checklist.item-003.marker"/>
            <p:cNvSpPr/>
            <p:nvPr/>
          </p:nvSpPr>
          <p:spPr>
            <a:xfrm>
              <a:off x="952500" y="31369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ody.item-001.checklist.item-003.check"/>
            <p:cNvSpPr/>
            <p:nvPr/>
          </p:nvSpPr>
          <p:spPr>
            <a:xfrm>
              <a:off x="952500" y="3136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18" name="node01.body.item-001.checklist.item-003.text"/>
            <p:cNvSpPr/>
            <p:nvPr/>
          </p:nvSpPr>
          <p:spPr>
            <a:xfrm>
              <a:off x="1219200" y="30861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Designs are linked and reviewed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1.body.item-001.checklist.item-004.marker"/>
            <p:cNvSpPr/>
            <p:nvPr/>
          </p:nvSpPr>
          <p:spPr>
            <a:xfrm>
              <a:off x="952500" y="34290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1.body.item-001.checklist.item-004.check"/>
            <p:cNvSpPr/>
            <p:nvPr/>
          </p:nvSpPr>
          <p:spPr>
            <a:xfrm>
              <a:off x="952500" y="3429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21" name="node01.body.item-001.checklist.item-004.text"/>
            <p:cNvSpPr/>
            <p:nvPr/>
          </p:nvSpPr>
          <p:spPr>
            <a:xfrm>
              <a:off x="1219200" y="33782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Dependencies are named and clear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1.body.item-001.checklist.item-005.marker"/>
            <p:cNvSpPr/>
            <p:nvPr/>
          </p:nvSpPr>
          <p:spPr>
            <a:xfrm>
              <a:off x="952500" y="37211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1.body.item-001.checklist.item-005.check"/>
            <p:cNvSpPr/>
            <p:nvPr/>
          </p:nvSpPr>
          <p:spPr>
            <a:xfrm>
              <a:off x="952500" y="3721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24" name="node01.body.item-001.checklist.item-005.text"/>
            <p:cNvSpPr/>
            <p:nvPr/>
          </p:nvSpPr>
          <p:spPr>
            <a:xfrm>
              <a:off x="1219200" y="36703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Estimated by the team at 8 points or less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1.body.item-001.checklist.item-006.marker"/>
            <p:cNvSpPr/>
            <p:nvPr/>
          </p:nvSpPr>
          <p:spPr>
            <a:xfrm>
              <a:off x="952500" y="40132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1.body.item-001.checklist.item-006.check"/>
            <p:cNvSpPr/>
            <p:nvPr/>
          </p:nvSpPr>
          <p:spPr>
            <a:xfrm>
              <a:off x="952500" y="4013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27" name="node01.body.item-001.checklist.item-006.text"/>
            <p:cNvSpPr/>
            <p:nvPr/>
          </p:nvSpPr>
          <p:spPr>
            <a:xfrm>
              <a:off x="1219200" y="39624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Product owner has ranked 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body.item-001.checklist.item-007.marker"/>
            <p:cNvSpPr/>
            <p:nvPr/>
          </p:nvSpPr>
          <p:spPr>
            <a:xfrm>
              <a:off x="952500" y="43053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01.body.item-001.checklist.item-007.check"/>
            <p:cNvSpPr/>
            <p:nvPr/>
          </p:nvSpPr>
          <p:spPr>
            <a:xfrm>
              <a:off x="952500" y="4305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30" name="node01.body.item-001.checklist.item-007.text"/>
            <p:cNvSpPr/>
            <p:nvPr/>
          </p:nvSpPr>
          <p:spPr>
            <a:xfrm>
              <a:off x="1219200" y="42545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Fits in one sprint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2"/>
          <p:cNvGrpSpPr/>
          <p:nvPr/>
        </p:nvGrpSpPr>
        <p:grpSpPr>
          <a:xfrm>
            <a:off x="6210300" y="1600200"/>
            <a:ext cx="5257800" cy="3200400"/>
            <a:chOff x="6210300" y="1600200"/>
            <a:chExt cx="5257800" cy="3200400"/>
          </a:xfrm>
        </p:grpSpPr>
        <p:sp>
          <p:nvSpPr>
            <p:cNvPr id="31" name="node02.container"/>
            <p:cNvSpPr/>
            <p:nvPr/>
          </p:nvSpPr>
          <p:spPr>
            <a:xfrm>
              <a:off x="6210300" y="1600200"/>
              <a:ext cx="5257800" cy="3200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2" name="node02.label"/>
            <p:cNvSpPr/>
            <p:nvPr/>
          </p:nvSpPr>
          <p:spPr>
            <a:xfrm>
              <a:off x="6438900" y="1828800"/>
              <a:ext cx="4800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DEFINITION OF DONE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3" name="node02.title"/>
            <p:cNvSpPr/>
            <p:nvPr/>
          </p:nvSpPr>
          <p:spPr>
            <a:xfrm>
              <a:off x="6438900" y="2044700"/>
              <a:ext cx="4800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 story is done when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02.body.item-001.checklist.item-001.marker"/>
            <p:cNvSpPr/>
            <p:nvPr/>
          </p:nvSpPr>
          <p:spPr>
            <a:xfrm>
              <a:off x="6438900" y="25527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2.body.item-001.checklist.item-001.check"/>
            <p:cNvSpPr/>
            <p:nvPr/>
          </p:nvSpPr>
          <p:spPr>
            <a:xfrm>
              <a:off x="6438900" y="25527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36" name="node02.body.item-001.checklist.item-001.text"/>
            <p:cNvSpPr/>
            <p:nvPr/>
          </p:nvSpPr>
          <p:spPr>
            <a:xfrm>
              <a:off x="6705600" y="25019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Code reviewed and merged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2.body.item-001.checklist.item-002.marker"/>
            <p:cNvSpPr/>
            <p:nvPr/>
          </p:nvSpPr>
          <p:spPr>
            <a:xfrm>
              <a:off x="6438900" y="28448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2.body.item-001.checklist.item-002.check"/>
            <p:cNvSpPr/>
            <p:nvPr/>
          </p:nvSpPr>
          <p:spPr>
            <a:xfrm>
              <a:off x="6438900" y="2844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39" name="node02.body.item-001.checklist.item-002.text"/>
            <p:cNvSpPr/>
            <p:nvPr/>
          </p:nvSpPr>
          <p:spPr>
            <a:xfrm>
              <a:off x="6705600" y="27940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Unit and UI tests pass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02.body.item-001.checklist.item-003.marker"/>
            <p:cNvSpPr/>
            <p:nvPr/>
          </p:nvSpPr>
          <p:spPr>
            <a:xfrm>
              <a:off x="6438900" y="31369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2.body.item-001.checklist.item-003.check"/>
            <p:cNvSpPr/>
            <p:nvPr/>
          </p:nvSpPr>
          <p:spPr>
            <a:xfrm>
              <a:off x="6438900" y="3136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42" name="node02.body.item-001.checklist.item-003.text"/>
            <p:cNvSpPr/>
            <p:nvPr/>
          </p:nvSpPr>
          <p:spPr>
            <a:xfrm>
              <a:off x="6705600" y="30861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Accessibility check passed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2.body.item-001.checklist.item-004.marker"/>
            <p:cNvSpPr/>
            <p:nvPr/>
          </p:nvSpPr>
          <p:spPr>
            <a:xfrm>
              <a:off x="6438900" y="34290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2.body.item-001.checklist.item-004.check"/>
            <p:cNvSpPr/>
            <p:nvPr/>
          </p:nvSpPr>
          <p:spPr>
            <a:xfrm>
              <a:off x="6438900" y="3429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45" name="node02.body.item-001.checklist.item-004.text"/>
            <p:cNvSpPr/>
            <p:nvPr/>
          </p:nvSpPr>
          <p:spPr>
            <a:xfrm>
              <a:off x="6705600" y="33782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Analytics events verified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02.body.item-001.checklist.item-005.marker"/>
            <p:cNvSpPr/>
            <p:nvPr/>
          </p:nvSpPr>
          <p:spPr>
            <a:xfrm>
              <a:off x="6438900" y="37211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2.body.item-001.checklist.item-005.check"/>
            <p:cNvSpPr/>
            <p:nvPr/>
          </p:nvSpPr>
          <p:spPr>
            <a:xfrm>
              <a:off x="6438900" y="3721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48" name="node02.body.item-001.checklist.item-005.text"/>
            <p:cNvSpPr/>
            <p:nvPr/>
          </p:nvSpPr>
          <p:spPr>
            <a:xfrm>
              <a:off x="6705600" y="36703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Release notes drafted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2.body.item-001.checklist.item-006.marker"/>
            <p:cNvSpPr/>
            <p:nvPr/>
          </p:nvSpPr>
          <p:spPr>
            <a:xfrm>
              <a:off x="6438900" y="40132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2.body.item-001.checklist.item-006.check"/>
            <p:cNvSpPr/>
            <p:nvPr/>
          </p:nvSpPr>
          <p:spPr>
            <a:xfrm>
              <a:off x="6438900" y="4013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51" name="node02.body.item-001.checklist.item-006.text"/>
            <p:cNvSpPr/>
            <p:nvPr/>
          </p:nvSpPr>
          <p:spPr>
            <a:xfrm>
              <a:off x="6705600" y="39624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Product owner accepted 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2.body.item-001.checklist.item-007.marker"/>
            <p:cNvSpPr/>
            <p:nvPr/>
          </p:nvSpPr>
          <p:spPr>
            <a:xfrm>
              <a:off x="6438900" y="43053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2.body.item-001.checklist.item-007.check"/>
            <p:cNvSpPr/>
            <p:nvPr/>
          </p:nvSpPr>
          <p:spPr>
            <a:xfrm>
              <a:off x="6438900" y="4305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54" name="node02.body.item-001.checklist.item-007.text"/>
            <p:cNvSpPr/>
            <p:nvPr/>
          </p:nvSpPr>
          <p:spPr>
            <a:xfrm>
              <a:off x="6705600" y="42545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Support team briefed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03"/>
          <p:cNvGrpSpPr/>
          <p:nvPr/>
        </p:nvGrpSpPr>
        <p:grpSpPr>
          <a:xfrm>
            <a:off x="723900" y="5029200"/>
            <a:ext cx="10744200" cy="685800"/>
            <a:chOff x="723900" y="5029200"/>
            <a:chExt cx="10744200" cy="685800"/>
          </a:xfrm>
        </p:grpSpPr>
        <p:sp>
          <p:nvSpPr>
            <p:cNvPr id="55" name="node03.surface"/>
            <p:cNvSpPr/>
            <p:nvPr/>
          </p:nvSpPr>
          <p:spPr>
            <a:xfrm>
              <a:off x="723900" y="5029200"/>
              <a:ext cx="107442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0" name="node04"/>
          <p:cNvGrpSpPr/>
          <p:nvPr/>
        </p:nvGrpSpPr>
        <p:grpSpPr>
          <a:xfrm>
            <a:off x="952500" y="5257800"/>
            <a:ext cx="10287000" cy="215900"/>
            <a:chOff x="952500" y="5257800"/>
            <a:chExt cx="10287000" cy="215900"/>
          </a:xfrm>
        </p:grpSpPr>
        <p:sp>
          <p:nvSpPr>
            <p:cNvPr id="56" name="node04.text"/>
            <p:cNvSpPr/>
            <p:nvPr/>
          </p:nvSpPr>
          <p:spPr>
            <a:xfrm>
              <a:off x="952500" y="5257800"/>
              <a:ext cx="10287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The product owner owns ready, the delivery team owns done, and both are reviewed in the quarterly retro.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RELEASE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releases take the front door through March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7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OVERVIEW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8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9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PRIORITIZE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1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PLAN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2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3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HEALTH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4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1" name="node01"/>
          <p:cNvGrpSpPr/>
          <p:nvPr/>
        </p:nvGrpSpPr>
        <p:grpSpPr>
          <a:xfrm>
            <a:off x="723900" y="1600200"/>
            <a:ext cx="10744200" cy="2743200"/>
            <a:chOff x="723900" y="1600200"/>
            <a:chExt cx="10744200" cy="2743200"/>
          </a:xfrm>
        </p:grpSpPr>
        <p:grpSp>
          <p:nvGrpSpPr>
            <p:cNvPr id="58" name="node01.item-001"/>
            <p:cNvGrpSpPr/>
            <p:nvPr/>
          </p:nvGrpSpPr>
          <p:grpSpPr>
            <a:xfrm>
              <a:off x="723900" y="1600200"/>
              <a:ext cx="3429000" cy="2743200"/>
              <a:chOff x="723900" y="1600200"/>
              <a:chExt cx="3429000" cy="2743200"/>
            </a:xfrm>
          </p:grpSpPr>
          <p:sp>
            <p:nvSpPr>
              <p:cNvPr id="15" name="node01.item-001.container"/>
              <p:cNvSpPr/>
              <p:nvPr/>
            </p:nvSpPr>
            <p:spPr>
              <a:xfrm>
                <a:off x="723900" y="1600200"/>
                <a:ext cx="3429000" cy="27432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16" name="node01.item-001.edge"/>
              <p:cNvSpPr/>
              <p:nvPr/>
            </p:nvSpPr>
            <p:spPr>
              <a:xfrm>
                <a:off x="723900" y="1600200"/>
                <a:ext cx="3429000" cy="76200"/>
              </a:xfrm>
              <a:prstGeom prst="rect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17" name="node01.item-001.label"/>
              <p:cNvSpPr/>
              <p:nvPr/>
            </p:nvSpPr>
            <p:spPr>
              <a:xfrm>
                <a:off x="952500" y="19050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RELEASE 4.1 · NOV 2026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18" name="node01.item-001.number"/>
              <p:cNvSpPr/>
              <p:nvPr/>
            </p:nvSpPr>
            <p:spPr>
              <a:xfrm>
                <a:off x="952500" y="2120900"/>
                <a:ext cx="25717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01</a:t>
                </a:r>
                <a:endPara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19" name="node01.item-001.title"/>
              <p:cNvSpPr/>
              <p:nvPr/>
            </p:nvSpPr>
            <p:spPr>
              <a:xfrm>
                <a:off x="1323975" y="2120646"/>
                <a:ext cx="26003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-16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Book and arrive ready</a:t>
                </a:r>
                <a:endPara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20" name="node01.item-001.body.item-001.bullets.item-001.marker"/>
              <p:cNvSpPr/>
              <p:nvPr/>
            </p:nvSpPr>
            <p:spPr>
              <a:xfrm>
                <a:off x="952500" y="2628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21" name="node01.item-001.body.item-001.bullets.item-001.text"/>
              <p:cNvSpPr/>
              <p:nvPr/>
            </p:nvSpPr>
            <p:spPr>
              <a:xfrm>
                <a:off x="1104900" y="2540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Self-scheduling · 33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2" name="node01.item-001.body.item-001.bullets.item-002.marker"/>
              <p:cNvSpPr/>
              <p:nvPr/>
            </p:nvSpPr>
            <p:spPr>
              <a:xfrm>
                <a:off x="952500" y="2882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23" name="node01.item-001.body.item-001.bullets.item-002.text"/>
              <p:cNvSpPr/>
              <p:nvPr/>
            </p:nvSpPr>
            <p:spPr>
              <a:xfrm>
                <a:off x="1104900" y="2794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Digital intake · 20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4" name="node01.item-001.body.item-002.label"/>
              <p:cNvSpPr/>
              <p:nvPr/>
            </p:nvSpPr>
            <p:spPr>
              <a:xfrm>
                <a:off x="952500" y="30861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OUTCOME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25" name="node01.item-001.body.item-003.paragraph"/>
              <p:cNvSpPr/>
              <p:nvPr/>
            </p:nvSpPr>
            <p:spPr>
              <a:xfrm>
                <a:off x="952500" y="3302000"/>
                <a:ext cx="2971800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Patients book, move and arrive with forms done.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59" name="node01.item-002"/>
            <p:cNvGrpSpPr/>
            <p:nvPr/>
          </p:nvGrpSpPr>
          <p:grpSpPr>
            <a:xfrm>
              <a:off x="4381500" y="1600200"/>
              <a:ext cx="3429000" cy="2743200"/>
              <a:chOff x="4381500" y="1600200"/>
              <a:chExt cx="3429000" cy="2743200"/>
            </a:xfrm>
          </p:grpSpPr>
          <p:sp>
            <p:nvSpPr>
              <p:cNvPr id="26" name="node01.item-002.container"/>
              <p:cNvSpPr/>
              <p:nvPr/>
            </p:nvSpPr>
            <p:spPr>
              <a:xfrm>
                <a:off x="4381500" y="1600200"/>
                <a:ext cx="3429000" cy="27432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27" name="node01.item-002.edge"/>
              <p:cNvSpPr/>
              <p:nvPr/>
            </p:nvSpPr>
            <p:spPr>
              <a:xfrm>
                <a:off x="4381500" y="1600200"/>
                <a:ext cx="3429000" cy="76200"/>
              </a:xfrm>
              <a:prstGeom prst="rect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28" name="node01.item-002.label"/>
              <p:cNvSpPr/>
              <p:nvPr/>
            </p:nvSpPr>
            <p:spPr>
              <a:xfrm>
                <a:off x="4610100" y="19050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RELEASE 4.2 · JAN 2027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29" name="node01.item-002.number"/>
              <p:cNvSpPr/>
              <p:nvPr/>
            </p:nvSpPr>
            <p:spPr>
              <a:xfrm>
                <a:off x="4610100" y="2120900"/>
                <a:ext cx="25717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02</a:t>
                </a:r>
                <a:endPara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30" name="node01.item-002.title"/>
              <p:cNvSpPr/>
              <p:nvPr/>
            </p:nvSpPr>
            <p:spPr>
              <a:xfrm>
                <a:off x="4981575" y="2120646"/>
                <a:ext cx="26003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-16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Know the price first</a:t>
                </a:r>
                <a:endPara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31" name="node01.item-002.body.item-001.bullets.item-001.marker"/>
              <p:cNvSpPr/>
              <p:nvPr/>
            </p:nvSpPr>
            <p:spPr>
              <a:xfrm>
                <a:off x="4610100" y="2628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32" name="node01.item-002.body.item-001.bullets.item-001.text"/>
              <p:cNvSpPr/>
              <p:nvPr/>
            </p:nvSpPr>
            <p:spPr>
              <a:xfrm>
                <a:off x="4762500" y="2540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Cost estimates · 34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3" name="node01.item-002.body.item-001.bullets.item-002.marker"/>
              <p:cNvSpPr/>
              <p:nvPr/>
            </p:nvSpPr>
            <p:spPr>
              <a:xfrm>
                <a:off x="4610100" y="2882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34" name="node01.item-002.body.item-001.bullets.item-002.text"/>
              <p:cNvSpPr/>
              <p:nvPr/>
            </p:nvSpPr>
            <p:spPr>
              <a:xfrm>
                <a:off x="4762500" y="2794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Waitlist offers · 18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5" name="node01.item-002.body.item-001.bullets.item-003.marker"/>
              <p:cNvSpPr/>
              <p:nvPr/>
            </p:nvSpPr>
            <p:spPr>
              <a:xfrm>
                <a:off x="4610100" y="3136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36" name="node01.item-002.body.item-001.bullets.item-003.text"/>
              <p:cNvSpPr/>
              <p:nvPr/>
            </p:nvSpPr>
            <p:spPr>
              <a:xfrm>
                <a:off x="4762500" y="3048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Messaging · 8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7" name="node01.item-002.body.item-002.label"/>
              <p:cNvSpPr/>
              <p:nvPr/>
            </p:nvSpPr>
            <p:spPr>
              <a:xfrm>
                <a:off x="4610100" y="33401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OUTCOME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38" name="node01.item-002.body.item-003.paragraph"/>
              <p:cNvSpPr/>
              <p:nvPr/>
            </p:nvSpPr>
            <p:spPr>
              <a:xfrm>
                <a:off x="4610100" y="3556000"/>
                <a:ext cx="29718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Patients see the price before they commit.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60" name="node01.item-003"/>
            <p:cNvGrpSpPr/>
            <p:nvPr/>
          </p:nvGrpSpPr>
          <p:grpSpPr>
            <a:xfrm>
              <a:off x="8039100" y="1600200"/>
              <a:ext cx="3429000" cy="2743200"/>
              <a:chOff x="8039100" y="1600200"/>
              <a:chExt cx="3429000" cy="2743200"/>
            </a:xfrm>
          </p:grpSpPr>
          <p:sp>
            <p:nvSpPr>
              <p:cNvPr id="39" name="node01.item-003.container"/>
              <p:cNvSpPr/>
              <p:nvPr/>
            </p:nvSpPr>
            <p:spPr>
              <a:xfrm>
                <a:off x="8039100" y="1600200"/>
                <a:ext cx="3429000" cy="27432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40" name="node01.item-003.edge"/>
              <p:cNvSpPr/>
              <p:nvPr/>
            </p:nvSpPr>
            <p:spPr>
              <a:xfrm>
                <a:off x="8039100" y="1600200"/>
                <a:ext cx="3429000" cy="76200"/>
              </a:xfrm>
              <a:prstGeom prst="rect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41" name="node01.item-003.label"/>
              <p:cNvSpPr/>
              <p:nvPr/>
            </p:nvSpPr>
            <p:spPr>
              <a:xfrm>
                <a:off x="8267700" y="19050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RELEASE 4.3 · MAR 2027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42" name="node01.item-003.number"/>
              <p:cNvSpPr/>
              <p:nvPr/>
            </p:nvSpPr>
            <p:spPr>
              <a:xfrm>
                <a:off x="8267700" y="2120900"/>
                <a:ext cx="25717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03</a:t>
                </a:r>
                <a:endPara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43" name="node01.item-003.title"/>
              <p:cNvSpPr/>
              <p:nvPr/>
            </p:nvSpPr>
            <p:spPr>
              <a:xfrm>
                <a:off x="8639175" y="2120646"/>
                <a:ext cx="26003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-16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Pay and share care</a:t>
                </a:r>
                <a:endPara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44" name="node01.item-003.body.item-001.bullets.item-001.marker"/>
              <p:cNvSpPr/>
              <p:nvPr/>
            </p:nvSpPr>
            <p:spPr>
              <a:xfrm>
                <a:off x="8267700" y="2628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45" name="node01.item-003.body.item-001.bullets.item-001.text"/>
              <p:cNvSpPr/>
              <p:nvPr/>
            </p:nvSpPr>
            <p:spPr>
              <a:xfrm>
                <a:off x="8420100" y="2540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Payment plans · 21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46" name="node01.item-003.body.item-001.bullets.item-002.marker"/>
              <p:cNvSpPr/>
              <p:nvPr/>
            </p:nvSpPr>
            <p:spPr>
              <a:xfrm>
                <a:off x="8267700" y="2882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47" name="node01.item-003.body.item-001.bullets.item-002.text"/>
              <p:cNvSpPr/>
              <p:nvPr/>
            </p:nvSpPr>
            <p:spPr>
              <a:xfrm>
                <a:off x="8420100" y="2794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Proxy access · 13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48" name="node01.item-003.body.item-001.bullets.item-003.marker"/>
              <p:cNvSpPr/>
              <p:nvPr/>
            </p:nvSpPr>
            <p:spPr>
              <a:xfrm>
                <a:off x="8267700" y="3136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49" name="node01.item-003.body.item-001.bullets.item-003.text"/>
              <p:cNvSpPr/>
              <p:nvPr/>
            </p:nvSpPr>
            <p:spPr>
              <a:xfrm>
                <a:off x="8420100" y="3048000"/>
                <a:ext cx="28194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Hardening · 14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50" name="node01.item-003.body.item-002.label"/>
              <p:cNvSpPr/>
              <p:nvPr/>
            </p:nvSpPr>
            <p:spPr>
              <a:xfrm>
                <a:off x="8267700" y="33401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OUTCOME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51" name="node01.item-003.body.item-003.paragraph"/>
              <p:cNvSpPr/>
              <p:nvPr/>
            </p:nvSpPr>
            <p:spPr>
              <a:xfrm>
                <a:off x="8267700" y="3556000"/>
                <a:ext cx="2971800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Patients settle bills and share care with family.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  <p:grpSp>
        <p:nvGrpSpPr>
          <p:cNvPr id="62" name="node02"/>
          <p:cNvGrpSpPr/>
          <p:nvPr/>
        </p:nvGrpSpPr>
        <p:grpSpPr>
          <a:xfrm>
            <a:off x="723900" y="4572000"/>
            <a:ext cx="3429000" cy="802069"/>
            <a:chOff x="723900" y="4572000"/>
            <a:chExt cx="3429000" cy="802069"/>
          </a:xfrm>
        </p:grpSpPr>
        <p:sp>
          <p:nvSpPr>
            <p:cNvPr id="52" name="node02.value"/>
            <p:cNvSpPr/>
            <p:nvPr/>
          </p:nvSpPr>
          <p:spPr>
            <a:xfrm>
              <a:off x="723900" y="45720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53 of 60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3" name="node02.label"/>
            <p:cNvSpPr/>
            <p:nvPr/>
          </p:nvSpPr>
          <p:spPr>
            <a:xfrm>
              <a:off x="723900" y="51581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points planned against capacity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3"/>
          <p:cNvGrpSpPr/>
          <p:nvPr/>
        </p:nvGrpSpPr>
        <p:grpSpPr>
          <a:xfrm>
            <a:off x="4381500" y="4572000"/>
            <a:ext cx="3429000" cy="802069"/>
            <a:chOff x="4381500" y="4572000"/>
            <a:chExt cx="3429000" cy="802069"/>
          </a:xfrm>
        </p:grpSpPr>
        <p:sp>
          <p:nvSpPr>
            <p:cNvPr id="54" name="node03.value"/>
            <p:cNvSpPr/>
            <p:nvPr/>
          </p:nvSpPr>
          <p:spPr>
            <a:xfrm>
              <a:off x="4381500" y="45720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60 of 62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3.label"/>
            <p:cNvSpPr/>
            <p:nvPr/>
          </p:nvSpPr>
          <p:spPr>
            <a:xfrm>
              <a:off x="4381500" y="51581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points planned against capacity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4"/>
          <p:cNvGrpSpPr/>
          <p:nvPr/>
        </p:nvGrpSpPr>
        <p:grpSpPr>
          <a:xfrm>
            <a:off x="8039100" y="4572000"/>
            <a:ext cx="3429000" cy="802069"/>
            <a:chOff x="8039100" y="4572000"/>
            <a:chExt cx="3429000" cy="802069"/>
          </a:xfrm>
        </p:grpSpPr>
        <p:sp>
          <p:nvSpPr>
            <p:cNvPr id="56" name="node04.value"/>
            <p:cNvSpPr/>
            <p:nvPr/>
          </p:nvSpPr>
          <p:spPr>
            <a:xfrm>
              <a:off x="8039100" y="45720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48 of 60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7" name="node04.label"/>
            <p:cNvSpPr/>
            <p:nvPr/>
          </p:nvSpPr>
          <p:spPr>
            <a:xfrm>
              <a:off x="8039100" y="51581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points planned against capacity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RANKED BACKLOG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Twelve ranked items; the top five fill two sprints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5" name="node01"/>
          <p:cNvGrpSpPr/>
          <p:nvPr/>
        </p:nvGrpSpPr>
        <p:grpSpPr>
          <a:xfrm>
            <a:off x="723900" y="2286000"/>
            <a:ext cx="3429000" cy="1193800"/>
            <a:chOff x="723900" y="2286000"/>
            <a:chExt cx="3429000" cy="1193800"/>
          </a:xfrm>
        </p:grpSpPr>
        <p:sp>
          <p:nvSpPr>
            <p:cNvPr id="6" name="node01.source-001.bullet"/>
            <p:cNvSpPr/>
            <p:nvPr/>
          </p:nvSpPr>
          <p:spPr>
            <a:xfrm>
              <a:off x="7239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" name="node01.source-001.text"/>
            <p:cNvSpPr/>
            <p:nvPr/>
          </p:nvSpPr>
          <p:spPr>
            <a:xfrm>
              <a:off x="876300" y="2286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Value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patient time saved and calls avoided.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" name="node01.source-002.bullet"/>
            <p:cNvSpPr/>
            <p:nvPr/>
          </p:nvSpPr>
          <p:spPr>
            <a:xfrm>
              <a:off x="723900" y="262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source-002.text"/>
            <p:cNvSpPr/>
            <p:nvPr/>
          </p:nvSpPr>
          <p:spPr>
            <a:xfrm>
              <a:off x="876300" y="2540000"/>
              <a:ext cx="32766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Urgency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payer and vendor dates that cannot move.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" name="node01.source-003.bullet"/>
            <p:cNvSpPr/>
            <p:nvPr/>
          </p:nvSpPr>
          <p:spPr>
            <a:xfrm>
              <a:off x="723900" y="3098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source-003.text"/>
            <p:cNvSpPr/>
            <p:nvPr/>
          </p:nvSpPr>
          <p:spPr>
            <a:xfrm>
              <a:off x="876300" y="3009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Effort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team sizing, in S to XL tags.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1.source-004.bullet"/>
            <p:cNvSpPr/>
            <p:nvPr/>
          </p:nvSpPr>
          <p:spPr>
            <a:xfrm>
              <a:off x="723900" y="3352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source-004.text"/>
            <p:cNvSpPr/>
            <p:nvPr/>
          </p:nvSpPr>
          <p:spPr>
            <a:xfrm>
              <a:off x="876300" y="3263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Risk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unblock the messaging vendor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02"/>
          <p:cNvGrpSpPr/>
          <p:nvPr/>
        </p:nvGrpSpPr>
        <p:grpSpPr>
          <a:xfrm>
            <a:off x="723900" y="4191000"/>
            <a:ext cx="3429000" cy="1475169"/>
            <a:chOff x="723900" y="4191000"/>
            <a:chExt cx="3429000" cy="1475169"/>
          </a:xfrm>
        </p:grpSpPr>
        <p:sp>
          <p:nvSpPr>
            <p:cNvPr id="14" name="node02.container"/>
            <p:cNvSpPr/>
            <p:nvPr/>
          </p:nvSpPr>
          <p:spPr>
            <a:xfrm>
              <a:off x="723900" y="4191000"/>
              <a:ext cx="3429000" cy="1475169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5" name="node02.eyebrow"/>
            <p:cNvSpPr/>
            <p:nvPr/>
          </p:nvSpPr>
          <p:spPr>
            <a:xfrm>
              <a:off x="952500" y="4419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CUT LINE</a:t>
              </a:r>
              <a:endParaRPr lang="en-US" sz="900" spc="7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2.metric.value"/>
            <p:cNvSpPr/>
            <p:nvPr/>
          </p:nvSpPr>
          <p:spPr>
            <a:xfrm>
              <a:off x="952500" y="4635500"/>
              <a:ext cx="29718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Top 5</a:t>
              </a:r>
              <a:endParaRPr lang="en-US" sz="4000" spc="-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2.metric.label"/>
            <p:cNvSpPr/>
            <p:nvPr/>
          </p:nvSpPr>
          <p:spPr>
            <a:xfrm>
              <a:off x="952500" y="5221669"/>
              <a:ext cx="2971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fit 48 points, two sprints at capacity.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7" name="node03"/>
          <p:cNvGrpSpPr/>
          <p:nvPr/>
        </p:nvGrpSpPr>
        <p:grpSpPr>
          <a:xfrm>
            <a:off x="4381500" y="457200"/>
            <a:ext cx="7086600" cy="5384800"/>
            <a:chOff x="4381500" y="457200"/>
            <a:chExt cx="7086600" cy="5384800"/>
          </a:xfrm>
        </p:grpSpPr>
        <p:graphicFrame>
          <p:nvGraphicFramePr>
            <p:cNvPr id="18" name="node0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457200"/>
            <a:ext cx="7086600" cy="5384800"/>
          </p:xfrm>
          <a:graphic>
            <a:graphicData uri="http://schemas.openxmlformats.org/drawingml/2006/table">
              <a:tbl>
                <a:tblPr/>
                <a:tblGrid>
                  <a:gridCol w="533400"/>
                  <a:gridCol w="2590800"/>
                  <a:gridCol w="1447800"/>
                  <a:gridCol w="838200"/>
                  <a:gridCol w="762000"/>
                  <a:gridCol w="914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#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BACKLOG ITEM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EPIC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PRIORITY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SIZE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SPRINT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Saved cards for 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Reschedule from reminder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Open-slot filters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 at booking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Cost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pre-fill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 offers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Message threads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 setup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invite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Message attachments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Family calendar 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Wayfinding maps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Wayfinding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9" name="node03.row.item-001.p.priority.fill"/>
            <p:cNvSpPr/>
            <p:nvPr/>
          </p:nvSpPr>
          <p:spPr>
            <a:xfrm>
              <a:off x="9118600" y="9271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3.row.item-001.p.priority"/>
            <p:cNvSpPr/>
            <p:nvPr/>
          </p:nvSpPr>
          <p:spPr>
            <a:xfrm>
              <a:off x="9220200" y="9525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3.row.item-001.s.outline"/>
            <p:cNvSpPr/>
            <p:nvPr/>
          </p:nvSpPr>
          <p:spPr>
            <a:xfrm>
              <a:off x="9944100" y="9525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3.row.item-002.p.priority.fill"/>
            <p:cNvSpPr/>
            <p:nvPr/>
          </p:nvSpPr>
          <p:spPr>
            <a:xfrm>
              <a:off x="9118600" y="13462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3.row.item-002.p.priority"/>
            <p:cNvSpPr/>
            <p:nvPr/>
          </p:nvSpPr>
          <p:spPr>
            <a:xfrm>
              <a:off x="9220200" y="13716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3.row.item-002.s.outline"/>
            <p:cNvSpPr/>
            <p:nvPr/>
          </p:nvSpPr>
          <p:spPr>
            <a:xfrm>
              <a:off x="9944100" y="13716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3.row.item-003.p.priority.fill"/>
            <p:cNvSpPr/>
            <p:nvPr/>
          </p:nvSpPr>
          <p:spPr>
            <a:xfrm>
              <a:off x="9118600" y="17653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6" name="node03.row.item-003.p.priority"/>
            <p:cNvSpPr/>
            <p:nvPr/>
          </p:nvSpPr>
          <p:spPr>
            <a:xfrm>
              <a:off x="9220200" y="17907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3.row.item-003.s.outline"/>
            <p:cNvSpPr/>
            <p:nvPr/>
          </p:nvSpPr>
          <p:spPr>
            <a:xfrm>
              <a:off x="9944100" y="17907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3.row.item-004.p.priority.fill"/>
            <p:cNvSpPr/>
            <p:nvPr/>
          </p:nvSpPr>
          <p:spPr>
            <a:xfrm>
              <a:off x="9118600" y="21844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node03.row.item-004.p.priority"/>
            <p:cNvSpPr/>
            <p:nvPr/>
          </p:nvSpPr>
          <p:spPr>
            <a:xfrm>
              <a:off x="9220200" y="22098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3.row.item-004.s.outline"/>
            <p:cNvSpPr/>
            <p:nvPr/>
          </p:nvSpPr>
          <p:spPr>
            <a:xfrm>
              <a:off x="9944100" y="220980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1" name="node03.row.item-005.p.priority.fill"/>
            <p:cNvSpPr/>
            <p:nvPr/>
          </p:nvSpPr>
          <p:spPr>
            <a:xfrm>
              <a:off x="9118600" y="26035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2" name="node03.row.item-005.p.priority"/>
            <p:cNvSpPr/>
            <p:nvPr/>
          </p:nvSpPr>
          <p:spPr>
            <a:xfrm>
              <a:off x="9220200" y="26289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3.row.item-005.s.outline"/>
            <p:cNvSpPr/>
            <p:nvPr/>
          </p:nvSpPr>
          <p:spPr>
            <a:xfrm>
              <a:off x="9944100" y="26289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4" name="node03.row.item-006.p.priority.fill"/>
            <p:cNvSpPr/>
            <p:nvPr/>
          </p:nvSpPr>
          <p:spPr>
            <a:xfrm>
              <a:off x="9118600" y="30226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5" name="node03.row.item-006.p.priority"/>
            <p:cNvSpPr/>
            <p:nvPr/>
          </p:nvSpPr>
          <p:spPr>
            <a:xfrm>
              <a:off x="9220200" y="30480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3.row.item-006.s.outline"/>
            <p:cNvSpPr/>
            <p:nvPr/>
          </p:nvSpPr>
          <p:spPr>
            <a:xfrm>
              <a:off x="9944100" y="30480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7" name="node03.row.item-007.p.priority.fill"/>
            <p:cNvSpPr/>
            <p:nvPr/>
          </p:nvSpPr>
          <p:spPr>
            <a:xfrm>
              <a:off x="9118600" y="34417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8" name="node03.row.item-007.p.priority"/>
            <p:cNvSpPr/>
            <p:nvPr/>
          </p:nvSpPr>
          <p:spPr>
            <a:xfrm>
              <a:off x="9220200" y="34671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3.row.item-007.s.outline"/>
            <p:cNvSpPr/>
            <p:nvPr/>
          </p:nvSpPr>
          <p:spPr>
            <a:xfrm>
              <a:off x="9944100" y="34671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0" name="node03.row.item-008.p.priority.fill"/>
            <p:cNvSpPr/>
            <p:nvPr/>
          </p:nvSpPr>
          <p:spPr>
            <a:xfrm>
              <a:off x="9118600" y="38608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1" name="node03.row.item-008.p.priority"/>
            <p:cNvSpPr/>
            <p:nvPr/>
          </p:nvSpPr>
          <p:spPr>
            <a:xfrm>
              <a:off x="9220200" y="38862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3.row.item-008.s.outline"/>
            <p:cNvSpPr/>
            <p:nvPr/>
          </p:nvSpPr>
          <p:spPr>
            <a:xfrm>
              <a:off x="9944100" y="38862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3" name="node03.row.item-009.p.priority.fill"/>
            <p:cNvSpPr/>
            <p:nvPr/>
          </p:nvSpPr>
          <p:spPr>
            <a:xfrm>
              <a:off x="9118600" y="42799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4" name="node03.row.item-009.p.priority"/>
            <p:cNvSpPr/>
            <p:nvPr/>
          </p:nvSpPr>
          <p:spPr>
            <a:xfrm>
              <a:off x="9220200" y="43053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3.row.item-009.s.outline"/>
            <p:cNvSpPr/>
            <p:nvPr/>
          </p:nvSpPr>
          <p:spPr>
            <a:xfrm>
              <a:off x="9944100" y="43053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6" name="node03.row.item-010.p.priority.fill"/>
            <p:cNvSpPr/>
            <p:nvPr/>
          </p:nvSpPr>
          <p:spPr>
            <a:xfrm>
              <a:off x="9118600" y="46990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7" name="node03.row.item-010.p.priority"/>
            <p:cNvSpPr/>
            <p:nvPr/>
          </p:nvSpPr>
          <p:spPr>
            <a:xfrm>
              <a:off x="9220200" y="47244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3.row.item-010.s.outline"/>
            <p:cNvSpPr/>
            <p:nvPr/>
          </p:nvSpPr>
          <p:spPr>
            <a:xfrm>
              <a:off x="9944100" y="47244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9" name="node03.row.item-011.p.priority.fill"/>
            <p:cNvSpPr/>
            <p:nvPr/>
          </p:nvSpPr>
          <p:spPr>
            <a:xfrm>
              <a:off x="9118600" y="511810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0" name="node03.row.item-011.p.priority"/>
            <p:cNvSpPr/>
            <p:nvPr/>
          </p:nvSpPr>
          <p:spPr>
            <a:xfrm>
              <a:off x="9220200" y="51435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3.row.item-011.s.outline"/>
            <p:cNvSpPr/>
            <p:nvPr/>
          </p:nvSpPr>
          <p:spPr>
            <a:xfrm>
              <a:off x="9944100" y="51435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2" name="node03.row.item-012.p.priority.fill"/>
            <p:cNvSpPr/>
            <p:nvPr/>
          </p:nvSpPr>
          <p:spPr>
            <a:xfrm>
              <a:off x="9118600" y="553720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3" name="node03.row.item-012.p.priority"/>
            <p:cNvSpPr/>
            <p:nvPr/>
          </p:nvSpPr>
          <p:spPr>
            <a:xfrm>
              <a:off x="9220200" y="55626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3.row.item-012.s.outline"/>
            <p:cNvSpPr/>
            <p:nvPr/>
          </p:nvSpPr>
          <p:spPr>
            <a:xfrm>
              <a:off x="9944100" y="556260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SPRINT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Sprints 24 to 27 commit to 24 points each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9" name="node01"/>
          <p:cNvGrpSpPr/>
          <p:nvPr/>
        </p:nvGrpSpPr>
        <p:grpSpPr>
          <a:xfrm>
            <a:off x="723900" y="1600200"/>
            <a:ext cx="2514600" cy="266700"/>
            <a:chOff x="723900" y="1600200"/>
            <a:chExt cx="2514600" cy="2667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24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0" name="node02"/>
          <p:cNvGrpSpPr/>
          <p:nvPr/>
        </p:nvGrpSpPr>
        <p:grpSpPr>
          <a:xfrm>
            <a:off x="723900" y="1905000"/>
            <a:ext cx="2514600" cy="139700"/>
            <a:chOff x="723900" y="1905000"/>
            <a:chExt cx="2514600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12 TO 23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03"/>
          <p:cNvGrpSpPr/>
          <p:nvPr/>
        </p:nvGrpSpPr>
        <p:grpSpPr>
          <a:xfrm>
            <a:off x="723900" y="2286000"/>
            <a:ext cx="2514600" cy="3200400"/>
            <a:chOff x="723900" y="2286000"/>
            <a:chExt cx="2514600" cy="3200400"/>
          </a:xfrm>
        </p:grpSpPr>
        <p:sp>
          <p:nvSpPr>
            <p:cNvPr id="8" name="node03.surface"/>
            <p:cNvSpPr/>
            <p:nvPr/>
          </p:nvSpPr>
          <p:spPr>
            <a:xfrm>
              <a:off x="7239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62" name="node04"/>
          <p:cNvGrpSpPr/>
          <p:nvPr/>
        </p:nvGrpSpPr>
        <p:grpSpPr>
          <a:xfrm>
            <a:off x="723900" y="2286000"/>
            <a:ext cx="2514600" cy="457200"/>
            <a:chOff x="723900" y="2286000"/>
            <a:chExt cx="2514600" cy="457200"/>
          </a:xfrm>
        </p:grpSpPr>
        <p:sp>
          <p:nvSpPr>
            <p:cNvPr id="9" name="node04.surface"/>
            <p:cNvSpPr/>
            <p:nvPr/>
          </p:nvSpPr>
          <p:spPr>
            <a:xfrm>
              <a:off x="723900" y="2286000"/>
              <a:ext cx="25146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4.text"/>
            <p:cNvSpPr/>
            <p:nvPr/>
          </p:nvSpPr>
          <p:spPr>
            <a:xfrm>
              <a:off x="876300" y="2419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Saved cards · 4</a:t>
              </a:r>
              <a:endParaRPr lang="en-US" sz="11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5"/>
          <p:cNvGrpSpPr/>
          <p:nvPr/>
        </p:nvGrpSpPr>
        <p:grpSpPr>
          <a:xfrm>
            <a:off x="723900" y="2743200"/>
            <a:ext cx="2514600" cy="685800"/>
            <a:chOff x="723900" y="2743200"/>
            <a:chExt cx="2514600" cy="685800"/>
          </a:xfrm>
        </p:grpSpPr>
        <p:sp>
          <p:nvSpPr>
            <p:cNvPr id="11" name="node05.surface"/>
            <p:cNvSpPr/>
            <p:nvPr/>
          </p:nvSpPr>
          <p:spPr>
            <a:xfrm>
              <a:off x="730250" y="27495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2" name="node05.text"/>
            <p:cNvSpPr/>
            <p:nvPr/>
          </p:nvSpPr>
          <p:spPr>
            <a:xfrm>
              <a:off x="876300" y="29908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Reschedule link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6"/>
          <p:cNvGrpSpPr/>
          <p:nvPr/>
        </p:nvGrpSpPr>
        <p:grpSpPr>
          <a:xfrm>
            <a:off x="723900" y="3429000"/>
            <a:ext cx="2514600" cy="457200"/>
            <a:chOff x="723900" y="3429000"/>
            <a:chExt cx="2514600" cy="457200"/>
          </a:xfrm>
        </p:grpSpPr>
        <p:sp>
          <p:nvSpPr>
            <p:cNvPr id="13" name="node06.surface"/>
            <p:cNvSpPr/>
            <p:nvPr/>
          </p:nvSpPr>
          <p:spPr>
            <a:xfrm>
              <a:off x="723900" y="3429000"/>
              <a:ext cx="25146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6.text"/>
            <p:cNvSpPr/>
            <p:nvPr/>
          </p:nvSpPr>
          <p:spPr>
            <a:xfrm>
              <a:off x="876300" y="3562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Cancel, free slot · 4</a:t>
              </a:r>
              <a:endParaRPr lang="en-US" sz="11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7"/>
          <p:cNvGrpSpPr/>
          <p:nvPr/>
        </p:nvGrpSpPr>
        <p:grpSpPr>
          <a:xfrm>
            <a:off x="723900" y="3886200"/>
            <a:ext cx="2514600" cy="685800"/>
            <a:chOff x="723900" y="3886200"/>
            <a:chExt cx="2514600" cy="685800"/>
          </a:xfrm>
        </p:grpSpPr>
        <p:sp>
          <p:nvSpPr>
            <p:cNvPr id="15" name="node07.surface"/>
            <p:cNvSpPr/>
            <p:nvPr/>
          </p:nvSpPr>
          <p:spPr>
            <a:xfrm>
              <a:off x="730250" y="38925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6" name="node07.text"/>
            <p:cNvSpPr/>
            <p:nvPr/>
          </p:nvSpPr>
          <p:spPr>
            <a:xfrm>
              <a:off x="876300" y="41338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Open-slot filters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08"/>
          <p:cNvGrpSpPr/>
          <p:nvPr/>
        </p:nvGrpSpPr>
        <p:grpSpPr>
          <a:xfrm>
            <a:off x="723900" y="4572000"/>
            <a:ext cx="2514600" cy="457200"/>
            <a:chOff x="723900" y="4572000"/>
            <a:chExt cx="2514600" cy="457200"/>
          </a:xfrm>
        </p:grpSpPr>
        <p:sp>
          <p:nvSpPr>
            <p:cNvPr id="17" name="node08.surface"/>
            <p:cNvSpPr/>
            <p:nvPr/>
          </p:nvSpPr>
          <p:spPr>
            <a:xfrm>
              <a:off x="730250" y="45783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8" name="node08.text"/>
            <p:cNvSpPr/>
            <p:nvPr/>
          </p:nvSpPr>
          <p:spPr>
            <a:xfrm>
              <a:off x="876300" y="4705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Confirmation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09"/>
          <p:cNvGrpSpPr/>
          <p:nvPr/>
        </p:nvGrpSpPr>
        <p:grpSpPr>
          <a:xfrm>
            <a:off x="3467100" y="1600200"/>
            <a:ext cx="2514600" cy="266700"/>
            <a:chOff x="3467100" y="1600200"/>
            <a:chExt cx="2514600" cy="266700"/>
          </a:xfrm>
        </p:grpSpPr>
        <p:sp>
          <p:nvSpPr>
            <p:cNvPr id="19" name="node09.text"/>
            <p:cNvSpPr/>
            <p:nvPr/>
          </p:nvSpPr>
          <p:spPr>
            <a:xfrm>
              <a:off x="34671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25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10"/>
          <p:cNvGrpSpPr/>
          <p:nvPr/>
        </p:nvGrpSpPr>
        <p:grpSpPr>
          <a:xfrm>
            <a:off x="3467100" y="1905000"/>
            <a:ext cx="2514600" cy="139700"/>
            <a:chOff x="3467100" y="1905000"/>
            <a:chExt cx="2514600" cy="139700"/>
          </a:xfrm>
        </p:grpSpPr>
        <p:sp>
          <p:nvSpPr>
            <p:cNvPr id="20" name="node10.text"/>
            <p:cNvSpPr/>
            <p:nvPr/>
          </p:nvSpPr>
          <p:spPr>
            <a:xfrm>
              <a:off x="34671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26 TO NOV 6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9" name="node11"/>
          <p:cNvGrpSpPr/>
          <p:nvPr/>
        </p:nvGrpSpPr>
        <p:grpSpPr>
          <a:xfrm>
            <a:off x="3467100" y="2286000"/>
            <a:ext cx="2514600" cy="3200400"/>
            <a:chOff x="3467100" y="2286000"/>
            <a:chExt cx="2514600" cy="3200400"/>
          </a:xfrm>
        </p:grpSpPr>
        <p:sp>
          <p:nvSpPr>
            <p:cNvPr id="21" name="node11.surface"/>
            <p:cNvSpPr/>
            <p:nvPr/>
          </p:nvSpPr>
          <p:spPr>
            <a:xfrm>
              <a:off x="34671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70" name="node12"/>
          <p:cNvGrpSpPr/>
          <p:nvPr/>
        </p:nvGrpSpPr>
        <p:grpSpPr>
          <a:xfrm>
            <a:off x="3467100" y="2286000"/>
            <a:ext cx="2514600" cy="914400"/>
            <a:chOff x="3467100" y="2286000"/>
            <a:chExt cx="2514600" cy="914400"/>
          </a:xfrm>
        </p:grpSpPr>
        <p:sp>
          <p:nvSpPr>
            <p:cNvPr id="22" name="node12.surface"/>
            <p:cNvSpPr/>
            <p:nvPr/>
          </p:nvSpPr>
          <p:spPr>
            <a:xfrm>
              <a:off x="3473450" y="22923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3" name="node12.text"/>
            <p:cNvSpPr/>
            <p:nvPr/>
          </p:nvSpPr>
          <p:spPr>
            <a:xfrm>
              <a:off x="3619500" y="2647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 API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1" name="node13"/>
          <p:cNvGrpSpPr/>
          <p:nvPr/>
        </p:nvGrpSpPr>
        <p:grpSpPr>
          <a:xfrm>
            <a:off x="3467100" y="3200400"/>
            <a:ext cx="2514600" cy="914400"/>
            <a:chOff x="3467100" y="3200400"/>
            <a:chExt cx="2514600" cy="914400"/>
          </a:xfrm>
        </p:grpSpPr>
        <p:sp>
          <p:nvSpPr>
            <p:cNvPr id="24" name="node13.surface"/>
            <p:cNvSpPr/>
            <p:nvPr/>
          </p:nvSpPr>
          <p:spPr>
            <a:xfrm>
              <a:off x="3473450" y="32067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5" name="node13.text"/>
            <p:cNvSpPr/>
            <p:nvPr/>
          </p:nvSpPr>
          <p:spPr>
            <a:xfrm>
              <a:off x="3619500" y="3562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Intake pre-fill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14"/>
          <p:cNvGrpSpPr/>
          <p:nvPr/>
        </p:nvGrpSpPr>
        <p:grpSpPr>
          <a:xfrm>
            <a:off x="3467100" y="4114800"/>
            <a:ext cx="2514600" cy="228600"/>
            <a:chOff x="3467100" y="4114800"/>
            <a:chExt cx="2514600" cy="228600"/>
          </a:xfrm>
        </p:grpSpPr>
        <p:sp>
          <p:nvSpPr>
            <p:cNvPr id="26" name="node14.surface"/>
            <p:cNvSpPr/>
            <p:nvPr/>
          </p:nvSpPr>
          <p:spPr>
            <a:xfrm>
              <a:off x="3473450" y="4121150"/>
              <a:ext cx="2501900" cy="215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7" name="node14.text"/>
            <p:cNvSpPr/>
            <p:nvPr/>
          </p:nvSpPr>
          <p:spPr>
            <a:xfrm>
              <a:off x="3543300" y="41338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Calendar add · 2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15"/>
          <p:cNvGrpSpPr/>
          <p:nvPr/>
        </p:nvGrpSpPr>
        <p:grpSpPr>
          <a:xfrm>
            <a:off x="3467100" y="4343400"/>
            <a:ext cx="2514600" cy="685800"/>
            <a:chOff x="3467100" y="4343400"/>
            <a:chExt cx="2514600" cy="685800"/>
          </a:xfrm>
        </p:grpSpPr>
        <p:sp>
          <p:nvSpPr>
            <p:cNvPr id="28" name="node15.surface"/>
            <p:cNvSpPr/>
            <p:nvPr/>
          </p:nvSpPr>
          <p:spPr>
            <a:xfrm>
              <a:off x="3473450" y="43497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9" name="node15.text"/>
            <p:cNvSpPr/>
            <p:nvPr/>
          </p:nvSpPr>
          <p:spPr>
            <a:xfrm>
              <a:off x="3619500" y="45910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Waitlist offers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4" name="node16"/>
          <p:cNvGrpSpPr/>
          <p:nvPr/>
        </p:nvGrpSpPr>
        <p:grpSpPr>
          <a:xfrm>
            <a:off x="6210300" y="1600200"/>
            <a:ext cx="2514600" cy="266700"/>
            <a:chOff x="6210300" y="1600200"/>
            <a:chExt cx="2514600" cy="266700"/>
          </a:xfrm>
        </p:grpSpPr>
        <p:sp>
          <p:nvSpPr>
            <p:cNvPr id="30" name="node16.text"/>
            <p:cNvSpPr/>
            <p:nvPr/>
          </p:nvSpPr>
          <p:spPr>
            <a:xfrm>
              <a:off x="62103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26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17"/>
          <p:cNvGrpSpPr/>
          <p:nvPr/>
        </p:nvGrpSpPr>
        <p:grpSpPr>
          <a:xfrm>
            <a:off x="6210300" y="1905000"/>
            <a:ext cx="2514600" cy="139700"/>
            <a:chOff x="6210300" y="1905000"/>
            <a:chExt cx="2514600" cy="139700"/>
          </a:xfrm>
        </p:grpSpPr>
        <p:sp>
          <p:nvSpPr>
            <p:cNvPr id="31" name="node17.text"/>
            <p:cNvSpPr/>
            <p:nvPr/>
          </p:nvSpPr>
          <p:spPr>
            <a:xfrm>
              <a:off x="62103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9 TO 20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18"/>
          <p:cNvGrpSpPr/>
          <p:nvPr/>
        </p:nvGrpSpPr>
        <p:grpSpPr>
          <a:xfrm>
            <a:off x="6210300" y="2286000"/>
            <a:ext cx="2514600" cy="3200400"/>
            <a:chOff x="6210300" y="2286000"/>
            <a:chExt cx="2514600" cy="3200400"/>
          </a:xfrm>
        </p:grpSpPr>
        <p:sp>
          <p:nvSpPr>
            <p:cNvPr id="32" name="node18.surface"/>
            <p:cNvSpPr/>
            <p:nvPr/>
          </p:nvSpPr>
          <p:spPr>
            <a:xfrm>
              <a:off x="62103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77" name="node19"/>
          <p:cNvGrpSpPr/>
          <p:nvPr/>
        </p:nvGrpSpPr>
        <p:grpSpPr>
          <a:xfrm>
            <a:off x="6210300" y="2286000"/>
            <a:ext cx="2514600" cy="914400"/>
            <a:chOff x="6210300" y="2286000"/>
            <a:chExt cx="2514600" cy="914400"/>
          </a:xfrm>
        </p:grpSpPr>
        <p:sp>
          <p:nvSpPr>
            <p:cNvPr id="33" name="node19.surface"/>
            <p:cNvSpPr/>
            <p:nvPr/>
          </p:nvSpPr>
          <p:spPr>
            <a:xfrm>
              <a:off x="6216650" y="22923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4" name="node19.text"/>
            <p:cNvSpPr/>
            <p:nvPr/>
          </p:nvSpPr>
          <p:spPr>
            <a:xfrm>
              <a:off x="6362700" y="2647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 screen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20"/>
          <p:cNvGrpSpPr/>
          <p:nvPr/>
        </p:nvGrpSpPr>
        <p:grpSpPr>
          <a:xfrm>
            <a:off x="6210300" y="3200400"/>
            <a:ext cx="2514600" cy="685800"/>
            <a:chOff x="6210300" y="3200400"/>
            <a:chExt cx="2514600" cy="685800"/>
          </a:xfrm>
        </p:grpSpPr>
        <p:sp>
          <p:nvSpPr>
            <p:cNvPr id="35" name="node20.surface"/>
            <p:cNvSpPr/>
            <p:nvPr/>
          </p:nvSpPr>
          <p:spPr>
            <a:xfrm>
              <a:off x="6216650" y="32067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6" name="node20.text"/>
            <p:cNvSpPr/>
            <p:nvPr/>
          </p:nvSpPr>
          <p:spPr>
            <a:xfrm>
              <a:off x="6362700" y="34480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Message threads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21"/>
          <p:cNvGrpSpPr/>
          <p:nvPr/>
        </p:nvGrpSpPr>
        <p:grpSpPr>
          <a:xfrm>
            <a:off x="6210300" y="3886200"/>
            <a:ext cx="2514600" cy="457200"/>
            <a:chOff x="6210300" y="3886200"/>
            <a:chExt cx="2514600" cy="457200"/>
          </a:xfrm>
        </p:grpSpPr>
        <p:sp>
          <p:nvSpPr>
            <p:cNvPr id="37" name="node21.surface"/>
            <p:cNvSpPr/>
            <p:nvPr/>
          </p:nvSpPr>
          <p:spPr>
            <a:xfrm>
              <a:off x="6216650" y="38925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8" name="node21.text"/>
            <p:cNvSpPr/>
            <p:nvPr/>
          </p:nvSpPr>
          <p:spPr>
            <a:xfrm>
              <a:off x="6362700" y="40195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Prep note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22"/>
          <p:cNvGrpSpPr/>
          <p:nvPr/>
        </p:nvGrpSpPr>
        <p:grpSpPr>
          <a:xfrm>
            <a:off x="6210300" y="4343400"/>
            <a:ext cx="2514600" cy="685800"/>
            <a:chOff x="6210300" y="4343400"/>
            <a:chExt cx="2514600" cy="685800"/>
          </a:xfrm>
        </p:grpSpPr>
        <p:sp>
          <p:nvSpPr>
            <p:cNvPr id="39" name="node22.surface"/>
            <p:cNvSpPr/>
            <p:nvPr/>
          </p:nvSpPr>
          <p:spPr>
            <a:xfrm>
              <a:off x="6216650" y="43497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0" name="node22.text"/>
            <p:cNvSpPr/>
            <p:nvPr/>
          </p:nvSpPr>
          <p:spPr>
            <a:xfrm>
              <a:off x="6362700" y="45910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Bug burn-down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23"/>
          <p:cNvGrpSpPr/>
          <p:nvPr/>
        </p:nvGrpSpPr>
        <p:grpSpPr>
          <a:xfrm>
            <a:off x="8953500" y="1600200"/>
            <a:ext cx="2514600" cy="266700"/>
            <a:chOff x="8953500" y="1600200"/>
            <a:chExt cx="2514600" cy="266700"/>
          </a:xfrm>
        </p:grpSpPr>
        <p:sp>
          <p:nvSpPr>
            <p:cNvPr id="41" name="node23.text"/>
            <p:cNvSpPr/>
            <p:nvPr/>
          </p:nvSpPr>
          <p:spPr>
            <a:xfrm>
              <a:off x="89535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27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2" name="node24"/>
          <p:cNvGrpSpPr/>
          <p:nvPr/>
        </p:nvGrpSpPr>
        <p:grpSpPr>
          <a:xfrm>
            <a:off x="8953500" y="1905000"/>
            <a:ext cx="2514600" cy="139700"/>
            <a:chOff x="8953500" y="1905000"/>
            <a:chExt cx="2514600" cy="139700"/>
          </a:xfrm>
        </p:grpSpPr>
        <p:sp>
          <p:nvSpPr>
            <p:cNvPr id="42" name="node24.text"/>
            <p:cNvSpPr/>
            <p:nvPr/>
          </p:nvSpPr>
          <p:spPr>
            <a:xfrm>
              <a:off x="89535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30 TO DEC 11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3" name="node25"/>
          <p:cNvGrpSpPr/>
          <p:nvPr/>
        </p:nvGrpSpPr>
        <p:grpSpPr>
          <a:xfrm>
            <a:off x="8953500" y="2286000"/>
            <a:ext cx="2514600" cy="3200400"/>
            <a:chOff x="8953500" y="2286000"/>
            <a:chExt cx="2514600" cy="3200400"/>
          </a:xfrm>
        </p:grpSpPr>
        <p:sp>
          <p:nvSpPr>
            <p:cNvPr id="43" name="node25.surface"/>
            <p:cNvSpPr/>
            <p:nvPr/>
          </p:nvSpPr>
          <p:spPr>
            <a:xfrm>
              <a:off x="89535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84" name="node26"/>
          <p:cNvGrpSpPr/>
          <p:nvPr/>
        </p:nvGrpSpPr>
        <p:grpSpPr>
          <a:xfrm>
            <a:off x="8953500" y="2286000"/>
            <a:ext cx="2514600" cy="914400"/>
            <a:chOff x="8953500" y="2286000"/>
            <a:chExt cx="2514600" cy="914400"/>
          </a:xfrm>
        </p:grpSpPr>
        <p:sp>
          <p:nvSpPr>
            <p:cNvPr id="44" name="node26.surface"/>
            <p:cNvSpPr/>
            <p:nvPr/>
          </p:nvSpPr>
          <p:spPr>
            <a:xfrm>
              <a:off x="8959850" y="22923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5" name="node26.text"/>
            <p:cNvSpPr/>
            <p:nvPr/>
          </p:nvSpPr>
          <p:spPr>
            <a:xfrm>
              <a:off x="9105900" y="2647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Payment plan setup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27"/>
          <p:cNvGrpSpPr/>
          <p:nvPr/>
        </p:nvGrpSpPr>
        <p:grpSpPr>
          <a:xfrm>
            <a:off x="8953500" y="3200400"/>
            <a:ext cx="2514600" cy="457200"/>
            <a:chOff x="8953500" y="3200400"/>
            <a:chExt cx="2514600" cy="457200"/>
          </a:xfrm>
        </p:grpSpPr>
        <p:sp>
          <p:nvSpPr>
            <p:cNvPr id="46" name="node27.surface"/>
            <p:cNvSpPr/>
            <p:nvPr/>
          </p:nvSpPr>
          <p:spPr>
            <a:xfrm>
              <a:off x="8959850" y="32067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7" name="node27.text"/>
            <p:cNvSpPr/>
            <p:nvPr/>
          </p:nvSpPr>
          <p:spPr>
            <a:xfrm>
              <a:off x="9105900" y="33337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Proxy invites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28"/>
          <p:cNvGrpSpPr/>
          <p:nvPr/>
        </p:nvGrpSpPr>
        <p:grpSpPr>
          <a:xfrm>
            <a:off x="8953500" y="3657600"/>
            <a:ext cx="2514600" cy="457200"/>
            <a:chOff x="8953500" y="3657600"/>
            <a:chExt cx="2514600" cy="457200"/>
          </a:xfrm>
        </p:grpSpPr>
        <p:sp>
          <p:nvSpPr>
            <p:cNvPr id="48" name="node28.surface"/>
            <p:cNvSpPr/>
            <p:nvPr/>
          </p:nvSpPr>
          <p:spPr>
            <a:xfrm>
              <a:off x="8959850" y="36639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9" name="node28.text"/>
            <p:cNvSpPr/>
            <p:nvPr/>
          </p:nvSpPr>
          <p:spPr>
            <a:xfrm>
              <a:off x="9105900" y="3790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Attachments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29"/>
          <p:cNvGrpSpPr/>
          <p:nvPr/>
        </p:nvGrpSpPr>
        <p:grpSpPr>
          <a:xfrm>
            <a:off x="8953500" y="4114800"/>
            <a:ext cx="2514600" cy="685800"/>
            <a:chOff x="8953500" y="4114800"/>
            <a:chExt cx="2514600" cy="685800"/>
          </a:xfrm>
        </p:grpSpPr>
        <p:sp>
          <p:nvSpPr>
            <p:cNvPr id="50" name="node29.surface"/>
            <p:cNvSpPr/>
            <p:nvPr/>
          </p:nvSpPr>
          <p:spPr>
            <a:xfrm>
              <a:off x="8959850" y="41211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51" name="node29.text"/>
            <p:cNvSpPr/>
            <p:nvPr/>
          </p:nvSpPr>
          <p:spPr>
            <a:xfrm>
              <a:off x="9105900" y="43624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Hardening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30"/>
          <p:cNvGrpSpPr/>
          <p:nvPr/>
        </p:nvGrpSpPr>
        <p:grpSpPr>
          <a:xfrm>
            <a:off x="723900" y="4914900"/>
            <a:ext cx="10744200" cy="228600"/>
            <a:chOff x="723900" y="4914900"/>
            <a:chExt cx="10744200" cy="228600"/>
          </a:xfrm>
        </p:grpSpPr>
        <p:sp>
          <p:nvSpPr>
            <p:cNvPr id="52" name="node30.segment-1"/>
            <p:cNvSpPr/>
            <p:nvPr/>
          </p:nvSpPr>
          <p:spPr>
            <a:xfrm>
              <a:off x="723900" y="502920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53" name="node30.label-patch"/>
            <p:cNvSpPr/>
            <p:nvPr/>
          </p:nvSpPr>
          <p:spPr>
            <a:xfrm>
              <a:off x="5455224" y="4914900"/>
              <a:ext cx="1281553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30.label"/>
            <p:cNvSpPr/>
            <p:nvPr/>
          </p:nvSpPr>
          <p:spPr>
            <a:xfrm>
              <a:off x="5493324" y="4953000"/>
              <a:ext cx="1205353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COMMITMENT 24 PTS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9" name="node31"/>
          <p:cNvGrpSpPr/>
          <p:nvPr/>
        </p:nvGrpSpPr>
        <p:grpSpPr>
          <a:xfrm>
            <a:off x="723900" y="5715000"/>
            <a:ext cx="228600" cy="228600"/>
            <a:chOff x="723900" y="5715000"/>
            <a:chExt cx="228600" cy="228600"/>
          </a:xfrm>
        </p:grpSpPr>
        <p:sp>
          <p:nvSpPr>
            <p:cNvPr id="55" name="node31.surface"/>
            <p:cNvSpPr/>
            <p:nvPr/>
          </p:nvSpPr>
          <p:spPr>
            <a:xfrm>
              <a:off x="723900" y="5715000"/>
              <a:ext cx="2286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0" name="node32"/>
          <p:cNvGrpSpPr/>
          <p:nvPr/>
        </p:nvGrpSpPr>
        <p:grpSpPr>
          <a:xfrm>
            <a:off x="1066800" y="5715000"/>
            <a:ext cx="2514600" cy="190500"/>
            <a:chOff x="1066800" y="5715000"/>
            <a:chExt cx="2514600" cy="190500"/>
          </a:xfrm>
        </p:grpSpPr>
        <p:sp>
          <p:nvSpPr>
            <p:cNvPr id="56" name="node32.text"/>
            <p:cNvSpPr/>
            <p:nvPr/>
          </p:nvSpPr>
          <p:spPr>
            <a:xfrm>
              <a:off x="1066800" y="5715000"/>
              <a:ext cx="2514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Carryover from Sprint 23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33"/>
          <p:cNvGrpSpPr/>
          <p:nvPr/>
        </p:nvGrpSpPr>
        <p:grpSpPr>
          <a:xfrm>
            <a:off x="3924300" y="5715000"/>
            <a:ext cx="228600" cy="228600"/>
            <a:chOff x="3924300" y="5715000"/>
            <a:chExt cx="228600" cy="228600"/>
          </a:xfrm>
        </p:grpSpPr>
        <p:sp>
          <p:nvSpPr>
            <p:cNvPr id="57" name="node33.surface"/>
            <p:cNvSpPr/>
            <p:nvPr/>
          </p:nvSpPr>
          <p:spPr>
            <a:xfrm>
              <a:off x="3930650" y="5721350"/>
              <a:ext cx="215900" cy="215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92" name="node34"/>
          <p:cNvGrpSpPr/>
          <p:nvPr/>
        </p:nvGrpSpPr>
        <p:grpSpPr>
          <a:xfrm>
            <a:off x="4267200" y="5715000"/>
            <a:ext cx="3810000" cy="190500"/>
            <a:chOff x="4267200" y="5715000"/>
            <a:chExt cx="3810000" cy="190500"/>
          </a:xfrm>
        </p:grpSpPr>
        <p:sp>
          <p:nvSpPr>
            <p:cNvPr id="58" name="node34.text"/>
            <p:cNvSpPr/>
            <p:nvPr/>
          </p:nvSpPr>
          <p:spPr>
            <a:xfrm>
              <a:off x="4267200" y="5715000"/>
              <a:ext cx="3810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Planned story, points shown after the name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STORY NFHS-214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Reschedule from a text reminder in under a minute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0" name="node01"/>
          <p:cNvGrpSpPr/>
          <p:nvPr/>
        </p:nvGrpSpPr>
        <p:grpSpPr>
          <a:xfrm>
            <a:off x="723900" y="1600200"/>
            <a:ext cx="7086600" cy="1143000"/>
            <a:chOff x="723900" y="1600200"/>
            <a:chExt cx="7086600" cy="1143000"/>
          </a:xfrm>
        </p:grpSpPr>
        <p:sp>
          <p:nvSpPr>
            <p:cNvPr id="7" name="node01.container"/>
            <p:cNvSpPr/>
            <p:nvPr/>
          </p:nvSpPr>
          <p:spPr>
            <a:xfrm>
              <a:off x="723900" y="1600200"/>
              <a:ext cx="70866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" name="node01.label"/>
            <p:cNvSpPr/>
            <p:nvPr/>
          </p:nvSpPr>
          <p:spPr>
            <a:xfrm>
              <a:off x="952500" y="1828800"/>
              <a:ext cx="66294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USER STORY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1.title"/>
            <p:cNvSpPr/>
            <p:nvPr/>
          </p:nvSpPr>
          <p:spPr>
            <a:xfrm>
              <a:off x="952500" y="2032000"/>
              <a:ext cx="662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 a patient, I want to move a visit from the reminder text, so that I keep my care without calling.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1" name="node02"/>
          <p:cNvGrpSpPr/>
          <p:nvPr/>
        </p:nvGrpSpPr>
        <p:grpSpPr>
          <a:xfrm>
            <a:off x="723900" y="2971800"/>
            <a:ext cx="7086600" cy="228600"/>
            <a:chOff x="723900" y="2971800"/>
            <a:chExt cx="7086600" cy="228600"/>
          </a:xfrm>
        </p:grpSpPr>
        <p:sp>
          <p:nvSpPr>
            <p:cNvPr id="10" name="node02.label"/>
            <p:cNvSpPr/>
            <p:nvPr/>
          </p:nvSpPr>
          <p:spPr>
            <a:xfrm>
              <a:off x="723900" y="2971800"/>
              <a:ext cx="12873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ACCEPTANCE CRITERIA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1" name="node02.rule"/>
            <p:cNvSpPr/>
            <p:nvPr/>
          </p:nvSpPr>
          <p:spPr>
            <a:xfrm>
              <a:off x="2138294" y="3081338"/>
              <a:ext cx="56722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32" name="node03"/>
          <p:cNvGrpSpPr/>
          <p:nvPr/>
        </p:nvGrpSpPr>
        <p:grpSpPr>
          <a:xfrm>
            <a:off x="723900" y="3200400"/>
            <a:ext cx="7086600" cy="1955800"/>
            <a:chOff x="723900" y="3200400"/>
            <a:chExt cx="7086600" cy="1955800"/>
          </a:xfrm>
        </p:grpSpPr>
        <p:graphicFrame>
          <p:nvGraphicFramePr>
            <p:cNvPr id="12" name="node0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3200400"/>
            <a:ext cx="7086600" cy="1955800"/>
          </p:xfrm>
          <a:graphic>
            <a:graphicData uri="http://schemas.openxmlformats.org/drawingml/2006/table">
              <a:tbl>
                <a:tblPr/>
                <a:tblGrid>
                  <a:gridCol w="2362200"/>
                  <a:gridCol w="2362200"/>
                  <a:gridCol w="2362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GIVEN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WHEN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THEN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 reminder text 48 hours out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 tap the link and sign in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My visit opens with a Reschedule action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 slots with the same provider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 choose a new slot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The old slot is freed and I get a confirmation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open slots in 14 days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 tap Reschedule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 am offered the waitlist or a call-back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33" name="node04"/>
          <p:cNvGrpSpPr/>
          <p:nvPr/>
        </p:nvGrpSpPr>
        <p:grpSpPr>
          <a:xfrm>
            <a:off x="723900" y="5257800"/>
            <a:ext cx="7086600" cy="457200"/>
            <a:chOff x="723900" y="5257800"/>
            <a:chExt cx="7086600" cy="457200"/>
          </a:xfrm>
        </p:grpSpPr>
        <p:sp>
          <p:nvSpPr>
            <p:cNvPr id="13" name="node04.surface"/>
            <p:cNvSpPr/>
            <p:nvPr/>
          </p:nvSpPr>
          <p:spPr>
            <a:xfrm>
              <a:off x="730250" y="5264150"/>
              <a:ext cx="7073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4" name="node04.text"/>
            <p:cNvSpPr/>
            <p:nvPr/>
          </p:nvSpPr>
          <p:spPr>
            <a:xfrm>
              <a:off x="876300" y="5391150"/>
              <a:ext cx="678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Designs: Figma link placeholder, reschedule flow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4" name="node05"/>
          <p:cNvGrpSpPr/>
          <p:nvPr/>
        </p:nvGrpSpPr>
        <p:grpSpPr>
          <a:xfrm>
            <a:off x="8039100" y="1600200"/>
            <a:ext cx="3429000" cy="674688"/>
            <a:chOff x="8039100" y="1600200"/>
            <a:chExt cx="3429000" cy="674688"/>
          </a:xfrm>
        </p:grpSpPr>
        <p:sp>
          <p:nvSpPr>
            <p:cNvPr id="15" name="node05.value"/>
            <p:cNvSpPr/>
            <p:nvPr/>
          </p:nvSpPr>
          <p:spPr>
            <a:xfrm>
              <a:off x="8039100" y="1600200"/>
              <a:ext cx="3429000" cy="407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00"/>
                </a:lnSpc>
                <a:buNone/>
              </a:pPr>
              <a:r>
                <a:rPr lang="en-US" sz="3200" spc="-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5 pts</a:t>
              </a:r>
              <a:endParaRPr lang="en-US" sz="3200" spc="-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5.label"/>
            <p:cNvSpPr/>
            <p:nvPr/>
          </p:nvSpPr>
          <p:spPr>
            <a:xfrm>
              <a:off x="8039100" y="2084388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estimate, planned for Sprint 25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5" name="node06"/>
          <p:cNvGrpSpPr/>
          <p:nvPr/>
        </p:nvGrpSpPr>
        <p:grpSpPr>
          <a:xfrm>
            <a:off x="8039100" y="2514600"/>
            <a:ext cx="3429000" cy="1879600"/>
            <a:chOff x="8039100" y="2514600"/>
            <a:chExt cx="3429000" cy="1879600"/>
          </a:xfrm>
        </p:grpSpPr>
        <p:graphicFrame>
          <p:nvGraphicFramePr>
            <p:cNvPr id="17" name="node06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2514600"/>
            <a:ext cx="3429000" cy="1879600"/>
          </p:xfrm>
          <a:graphic>
            <a:graphicData uri="http://schemas.openxmlformats.org/drawingml/2006/table">
              <a:tbl>
                <a:tblPr/>
                <a:tblGrid>
                  <a:gridCol w="685800"/>
                  <a:gridCol w="2743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DONE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DEFINITION OF DONE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Code reviewed and merged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Unit and UI tests pass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Accessibility check passed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Product owner accepted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8" name="node06.row.item-001.d.checkbox"/>
            <p:cNvSpPr/>
            <p:nvPr/>
          </p:nvSpPr>
          <p:spPr>
            <a:xfrm>
              <a:off x="8312150" y="2990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6.row.item-001.d.tick"/>
            <p:cNvSpPr/>
            <p:nvPr/>
          </p:nvSpPr>
          <p:spPr>
            <a:xfrm>
              <a:off x="8305800" y="2984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070154"/>
              </a:solidFill>
              <a:prstDash val="solid"/>
            </a:ln>
          </p:spPr>
        </p:sp>
        <p:sp>
          <p:nvSpPr>
            <p:cNvPr id="20" name="node06.row.item-002.d.checkbox"/>
            <p:cNvSpPr/>
            <p:nvPr/>
          </p:nvSpPr>
          <p:spPr>
            <a:xfrm>
              <a:off x="8312150" y="3371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6.row.item-002.d.tick"/>
            <p:cNvSpPr/>
            <p:nvPr/>
          </p:nvSpPr>
          <p:spPr>
            <a:xfrm>
              <a:off x="8305800" y="3365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070154"/>
              </a:solidFill>
              <a:prstDash val="solid"/>
            </a:ln>
          </p:spPr>
        </p:sp>
        <p:sp>
          <p:nvSpPr>
            <p:cNvPr id="22" name="node06.row.item-003.d.checkbox"/>
            <p:cNvSpPr/>
            <p:nvPr/>
          </p:nvSpPr>
          <p:spPr>
            <a:xfrm>
              <a:off x="8312150" y="3752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6.row.item-004.d.checkbox"/>
            <p:cNvSpPr/>
            <p:nvPr/>
          </p:nvSpPr>
          <p:spPr>
            <a:xfrm>
              <a:off x="8312150" y="4133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36" name="node07"/>
          <p:cNvGrpSpPr/>
          <p:nvPr/>
        </p:nvGrpSpPr>
        <p:grpSpPr>
          <a:xfrm>
            <a:off x="8039100" y="4648200"/>
            <a:ext cx="3429000" cy="228600"/>
            <a:chOff x="8039100" y="4648200"/>
            <a:chExt cx="3429000" cy="228600"/>
          </a:xfrm>
        </p:grpSpPr>
        <p:sp>
          <p:nvSpPr>
            <p:cNvPr id="24" name="node07.label"/>
            <p:cNvSpPr/>
            <p:nvPr/>
          </p:nvSpPr>
          <p:spPr>
            <a:xfrm>
              <a:off x="8039100" y="4648200"/>
              <a:ext cx="6896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DEPENDS 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5" name="node07.rule"/>
            <p:cNvSpPr/>
            <p:nvPr/>
          </p:nvSpPr>
          <p:spPr>
            <a:xfrm>
              <a:off x="8855708" y="4757738"/>
              <a:ext cx="261239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37" name="node08"/>
          <p:cNvGrpSpPr/>
          <p:nvPr/>
        </p:nvGrpSpPr>
        <p:grpSpPr>
          <a:xfrm>
            <a:off x="8039100" y="4953000"/>
            <a:ext cx="3429000" cy="406400"/>
            <a:chOff x="8039100" y="4953000"/>
            <a:chExt cx="3429000" cy="406400"/>
          </a:xfrm>
        </p:grpSpPr>
        <p:sp>
          <p:nvSpPr>
            <p:cNvPr id="26" name="node08.source-001.bullet"/>
            <p:cNvSpPr/>
            <p:nvPr/>
          </p:nvSpPr>
          <p:spPr>
            <a:xfrm>
              <a:off x="8039100" y="5029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8.source-001.text"/>
            <p:cNvSpPr/>
            <p:nvPr/>
          </p:nvSpPr>
          <p:spPr>
            <a:xfrm>
              <a:off x="8178800" y="49530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NFHS-198 slot search API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8.source-002.bullet"/>
            <p:cNvSpPr/>
            <p:nvPr/>
          </p:nvSpPr>
          <p:spPr>
            <a:xfrm>
              <a:off x="8039100" y="524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08.source-002.text"/>
            <p:cNvSpPr/>
            <p:nvPr/>
          </p:nvSpPr>
          <p:spPr>
            <a:xfrm>
              <a:off x="8178800" y="51689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Text reminder deep links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PRIORITIZATION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quick wins come first; wayfinding waits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8" name="node01"/>
          <p:cNvGrpSpPr/>
          <p:nvPr/>
        </p:nvGrpSpPr>
        <p:grpSpPr>
          <a:xfrm>
            <a:off x="723900" y="1600200"/>
            <a:ext cx="4572000" cy="3860800"/>
            <a:chOff x="723900" y="1600200"/>
            <a:chExt cx="4572000" cy="3860800"/>
          </a:xfrm>
        </p:grpSpPr>
        <p:sp>
          <p:nvSpPr>
            <p:cNvPr id="7" name="node01.title"/>
            <p:cNvSpPr/>
            <p:nvPr/>
          </p:nvSpPr>
          <p:spPr>
            <a:xfrm>
              <a:off x="723900" y="16002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Value and effort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quadrant.tl"/>
            <p:cNvSpPr/>
            <p:nvPr/>
          </p:nvSpPr>
          <p:spPr>
            <a:xfrm>
              <a:off x="1028700" y="1905000"/>
              <a:ext cx="1676400" cy="1676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" name="node01.name.tl"/>
            <p:cNvSpPr/>
            <p:nvPr/>
          </p:nvSpPr>
          <p:spPr>
            <a:xfrm>
              <a:off x="1143000" y="19812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QUICK WINS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tag-bg.tl"/>
            <p:cNvSpPr/>
            <p:nvPr/>
          </p:nvSpPr>
          <p:spPr>
            <a:xfrm>
              <a:off x="1143000" y="2209800"/>
              <a:ext cx="759470" cy="203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1" name="node01.tag.tl"/>
            <p:cNvSpPr/>
            <p:nvPr/>
          </p:nvSpPr>
          <p:spPr>
            <a:xfrm>
              <a:off x="1219200" y="2222500"/>
              <a:ext cx="60707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50" spc="6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DO FIRST</a:t>
              </a:r>
              <a:endParaRPr lang="en-US" sz="850" spc="6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quadrant.tr"/>
            <p:cNvSpPr/>
            <p:nvPr/>
          </p:nvSpPr>
          <p:spPr>
            <a:xfrm>
              <a:off x="2705100" y="1905000"/>
              <a:ext cx="1676400" cy="16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node01.name.tr"/>
            <p:cNvSpPr/>
            <p:nvPr/>
          </p:nvSpPr>
          <p:spPr>
            <a:xfrm>
              <a:off x="2819400" y="19812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BIG BETS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quadrant.bl"/>
            <p:cNvSpPr/>
            <p:nvPr/>
          </p:nvSpPr>
          <p:spPr>
            <a:xfrm>
              <a:off x="1028700" y="3581400"/>
              <a:ext cx="1676400" cy="16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node01.name.bl"/>
            <p:cNvSpPr/>
            <p:nvPr/>
          </p:nvSpPr>
          <p:spPr>
            <a:xfrm>
              <a:off x="1143000" y="49530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FILL-INS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quadrant.br"/>
            <p:cNvSpPr/>
            <p:nvPr/>
          </p:nvSpPr>
          <p:spPr>
            <a:xfrm>
              <a:off x="2705100" y="3581400"/>
              <a:ext cx="1676400" cy="16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node01.hatch.br.000"/>
            <p:cNvSpPr/>
            <p:nvPr/>
          </p:nvSpPr>
          <p:spPr>
            <a:xfrm>
              <a:off x="2705100" y="5257800"/>
              <a:ext cx="127" cy="127"/>
            </a:xfrm>
            <a:custGeom>
              <a:avLst/>
              <a:gdLst/>
              <a:ahLst/>
              <a:cxnLst/>
              <a:rect l="l" t="t" r="r" b="b"/>
              <a:pathLst>
                <a:path w="127" h="127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18" name="node01.hatch.br.001"/>
            <p:cNvSpPr/>
            <p:nvPr/>
          </p:nvSpPr>
          <p:spPr>
            <a:xfrm>
              <a:off x="2705100" y="5181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19" name="node01.hatch.br.002"/>
            <p:cNvSpPr/>
            <p:nvPr/>
          </p:nvSpPr>
          <p:spPr>
            <a:xfrm>
              <a:off x="270510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0" name="node01.hatch.br.003"/>
            <p:cNvSpPr/>
            <p:nvPr/>
          </p:nvSpPr>
          <p:spPr>
            <a:xfrm>
              <a:off x="2705100" y="5029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1" name="node01.hatch.br.004"/>
            <p:cNvSpPr/>
            <p:nvPr/>
          </p:nvSpPr>
          <p:spPr>
            <a:xfrm>
              <a:off x="27051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2" name="node01.hatch.br.005"/>
            <p:cNvSpPr/>
            <p:nvPr/>
          </p:nvSpPr>
          <p:spPr>
            <a:xfrm>
              <a:off x="2705100" y="48768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381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3" name="node01.hatch.br.006"/>
            <p:cNvSpPr/>
            <p:nvPr/>
          </p:nvSpPr>
          <p:spPr>
            <a:xfrm>
              <a:off x="2705100" y="4800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457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4" name="node01.hatch.br.007"/>
            <p:cNvSpPr/>
            <p:nvPr/>
          </p:nvSpPr>
          <p:spPr>
            <a:xfrm>
              <a:off x="2705100" y="47244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5" name="node01.hatch.br.008"/>
            <p:cNvSpPr/>
            <p:nvPr/>
          </p:nvSpPr>
          <p:spPr>
            <a:xfrm>
              <a:off x="2705100" y="4648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609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6" name="node01.hatch.br.009"/>
            <p:cNvSpPr/>
            <p:nvPr/>
          </p:nvSpPr>
          <p:spPr>
            <a:xfrm>
              <a:off x="2705100" y="45720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685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7" name="node01.hatch.br.010"/>
            <p:cNvSpPr/>
            <p:nvPr/>
          </p:nvSpPr>
          <p:spPr>
            <a:xfrm>
              <a:off x="2705100" y="44958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8" name="node01.hatch.br.011"/>
            <p:cNvSpPr/>
            <p:nvPr/>
          </p:nvSpPr>
          <p:spPr>
            <a:xfrm>
              <a:off x="2705100" y="441960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838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9" name="node01.hatch.br.012"/>
            <p:cNvSpPr/>
            <p:nvPr/>
          </p:nvSpPr>
          <p:spPr>
            <a:xfrm>
              <a:off x="2705100" y="43434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0" name="node01.hatch.br.013"/>
            <p:cNvSpPr/>
            <p:nvPr/>
          </p:nvSpPr>
          <p:spPr>
            <a:xfrm>
              <a:off x="2705100" y="426720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990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1" name="node01.hatch.br.014"/>
            <p:cNvSpPr/>
            <p:nvPr/>
          </p:nvSpPr>
          <p:spPr>
            <a:xfrm>
              <a:off x="2705100" y="41910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1066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2" name="node01.hatch.br.015"/>
            <p:cNvSpPr/>
            <p:nvPr/>
          </p:nvSpPr>
          <p:spPr>
            <a:xfrm>
              <a:off x="2705100" y="41148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1143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3" name="node01.hatch.br.016"/>
            <p:cNvSpPr/>
            <p:nvPr/>
          </p:nvSpPr>
          <p:spPr>
            <a:xfrm>
              <a:off x="2705100" y="403860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1219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4" name="node01.hatch.br.017"/>
            <p:cNvSpPr/>
            <p:nvPr/>
          </p:nvSpPr>
          <p:spPr>
            <a:xfrm>
              <a:off x="2705100" y="396240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0"/>
                  </a:moveTo>
                  <a:lnTo>
                    <a:pt x="1295400" y="1295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5" name="node01.hatch.br.018"/>
            <p:cNvSpPr/>
            <p:nvPr/>
          </p:nvSpPr>
          <p:spPr>
            <a:xfrm>
              <a:off x="2705100" y="38862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1371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6" name="node01.hatch.br.019"/>
            <p:cNvSpPr/>
            <p:nvPr/>
          </p:nvSpPr>
          <p:spPr>
            <a:xfrm>
              <a:off x="2705100" y="381000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0"/>
                  </a:moveTo>
                  <a:lnTo>
                    <a:pt x="1447800" y="1447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7" name="node01.hatch.br.020"/>
            <p:cNvSpPr/>
            <p:nvPr/>
          </p:nvSpPr>
          <p:spPr>
            <a:xfrm>
              <a:off x="2705100" y="37338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1524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8" name="node01.hatch.br.021"/>
            <p:cNvSpPr/>
            <p:nvPr/>
          </p:nvSpPr>
          <p:spPr>
            <a:xfrm>
              <a:off x="2705100" y="365760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0" y="0"/>
                  </a:moveTo>
                  <a:lnTo>
                    <a:pt x="1600200" y="1600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9" name="node01.hatch.br.022"/>
            <p:cNvSpPr/>
            <p:nvPr/>
          </p:nvSpPr>
          <p:spPr>
            <a:xfrm>
              <a:off x="2705100" y="3581400"/>
              <a:ext cx="1676400" cy="1676400"/>
            </a:xfrm>
            <a:custGeom>
              <a:avLst/>
              <a:gdLst/>
              <a:ahLst/>
              <a:cxnLst/>
              <a:rect l="l" t="t" r="r" b="b"/>
              <a:pathLst>
                <a:path w="1676400" h="1676400">
                  <a:moveTo>
                    <a:pt x="0" y="0"/>
                  </a:moveTo>
                  <a:lnTo>
                    <a:pt x="1676400" y="1676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0" name="node01.hatch.br.023"/>
            <p:cNvSpPr/>
            <p:nvPr/>
          </p:nvSpPr>
          <p:spPr>
            <a:xfrm>
              <a:off x="2781300" y="358140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0" y="0"/>
                  </a:moveTo>
                  <a:lnTo>
                    <a:pt x="1600200" y="1600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1" name="node01.hatch.br.024"/>
            <p:cNvSpPr/>
            <p:nvPr/>
          </p:nvSpPr>
          <p:spPr>
            <a:xfrm>
              <a:off x="2857500" y="35814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1524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2" name="node01.hatch.br.025"/>
            <p:cNvSpPr/>
            <p:nvPr/>
          </p:nvSpPr>
          <p:spPr>
            <a:xfrm>
              <a:off x="2933700" y="358140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0"/>
                  </a:moveTo>
                  <a:lnTo>
                    <a:pt x="1447800" y="1447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3" name="node01.hatch.br.026"/>
            <p:cNvSpPr/>
            <p:nvPr/>
          </p:nvSpPr>
          <p:spPr>
            <a:xfrm>
              <a:off x="3009900" y="35814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1371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4" name="node01.hatch.br.027"/>
            <p:cNvSpPr/>
            <p:nvPr/>
          </p:nvSpPr>
          <p:spPr>
            <a:xfrm>
              <a:off x="3086100" y="358140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0"/>
                  </a:moveTo>
                  <a:lnTo>
                    <a:pt x="1295400" y="1295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5" name="node01.hatch.br.028"/>
            <p:cNvSpPr/>
            <p:nvPr/>
          </p:nvSpPr>
          <p:spPr>
            <a:xfrm>
              <a:off x="3162300" y="358140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1219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6" name="node01.hatch.br.029"/>
            <p:cNvSpPr/>
            <p:nvPr/>
          </p:nvSpPr>
          <p:spPr>
            <a:xfrm>
              <a:off x="3238500" y="35814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1143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7" name="node01.hatch.br.030"/>
            <p:cNvSpPr/>
            <p:nvPr/>
          </p:nvSpPr>
          <p:spPr>
            <a:xfrm>
              <a:off x="3314700" y="35814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1066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8" name="node01.hatch.br.031"/>
            <p:cNvSpPr/>
            <p:nvPr/>
          </p:nvSpPr>
          <p:spPr>
            <a:xfrm>
              <a:off x="3390900" y="358140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990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9" name="node01.hatch.br.032"/>
            <p:cNvSpPr/>
            <p:nvPr/>
          </p:nvSpPr>
          <p:spPr>
            <a:xfrm>
              <a:off x="3467100" y="35814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0" name="node01.hatch.br.033"/>
            <p:cNvSpPr/>
            <p:nvPr/>
          </p:nvSpPr>
          <p:spPr>
            <a:xfrm>
              <a:off x="3543300" y="358140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838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1" name="node01.hatch.br.034"/>
            <p:cNvSpPr/>
            <p:nvPr/>
          </p:nvSpPr>
          <p:spPr>
            <a:xfrm>
              <a:off x="3619500" y="35814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2" name="node01.hatch.br.035"/>
            <p:cNvSpPr/>
            <p:nvPr/>
          </p:nvSpPr>
          <p:spPr>
            <a:xfrm>
              <a:off x="3695700" y="35814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685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3" name="node01.hatch.br.036"/>
            <p:cNvSpPr/>
            <p:nvPr/>
          </p:nvSpPr>
          <p:spPr>
            <a:xfrm>
              <a:off x="3771900" y="35814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609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4" name="node01.hatch.br.037"/>
            <p:cNvSpPr/>
            <p:nvPr/>
          </p:nvSpPr>
          <p:spPr>
            <a:xfrm>
              <a:off x="3848100" y="35814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5" name="node01.hatch.br.038"/>
            <p:cNvSpPr/>
            <p:nvPr/>
          </p:nvSpPr>
          <p:spPr>
            <a:xfrm>
              <a:off x="3924300" y="3581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457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6" name="node01.hatch.br.039"/>
            <p:cNvSpPr/>
            <p:nvPr/>
          </p:nvSpPr>
          <p:spPr>
            <a:xfrm>
              <a:off x="4000500" y="3581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381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7" name="node01.hatch.br.040"/>
            <p:cNvSpPr/>
            <p:nvPr/>
          </p:nvSpPr>
          <p:spPr>
            <a:xfrm>
              <a:off x="40767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8" name="node01.hatch.br.041"/>
            <p:cNvSpPr/>
            <p:nvPr/>
          </p:nvSpPr>
          <p:spPr>
            <a:xfrm>
              <a:off x="4152900" y="3581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9" name="node01.hatch.br.042"/>
            <p:cNvSpPr/>
            <p:nvPr/>
          </p:nvSpPr>
          <p:spPr>
            <a:xfrm>
              <a:off x="4229100" y="358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60" name="node01.hatch.br.043"/>
            <p:cNvSpPr/>
            <p:nvPr/>
          </p:nvSpPr>
          <p:spPr>
            <a:xfrm>
              <a:off x="4305300" y="3581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61" name="node01.name.br"/>
            <p:cNvSpPr/>
            <p:nvPr/>
          </p:nvSpPr>
          <p:spPr>
            <a:xfrm>
              <a:off x="2819400" y="49530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MONEY PITS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1.tag-bg.br"/>
            <p:cNvSpPr/>
            <p:nvPr/>
          </p:nvSpPr>
          <p:spPr>
            <a:xfrm>
              <a:off x="3725856" y="4724400"/>
              <a:ext cx="541344" cy="203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01.tag.br"/>
            <p:cNvSpPr/>
            <p:nvPr/>
          </p:nvSpPr>
          <p:spPr>
            <a:xfrm>
              <a:off x="3802056" y="4737100"/>
              <a:ext cx="388944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50" spc="6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AVOID</a:t>
              </a:r>
              <a:endParaRPr lang="en-US" sz="850" spc="6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4" name="node01.axis-1"/>
            <p:cNvSpPr/>
            <p:nvPr/>
          </p:nvSpPr>
          <p:spPr>
            <a:xfrm>
              <a:off x="1028700" y="1905000"/>
              <a:ext cx="3352800" cy="3352800"/>
            </a:xfrm>
            <a:custGeom>
              <a:avLst/>
              <a:gdLst/>
              <a:ahLst/>
              <a:cxnLst/>
              <a:rect l="l" t="t" r="r" b="b"/>
              <a:pathLst>
                <a:path w="3352800" h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5" name="node01.axis-2"/>
            <p:cNvSpPr/>
            <p:nvPr/>
          </p:nvSpPr>
          <p:spPr>
            <a:xfrm>
              <a:off x="2705100" y="1905000"/>
              <a:ext cx="127" cy="3352800"/>
            </a:xfrm>
            <a:custGeom>
              <a:avLst/>
              <a:gdLst/>
              <a:ahLst/>
              <a:cxnLst/>
              <a:rect l="l" t="t" r="r" b="b"/>
              <a:pathLst>
                <a:path w="127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6" name="node01.axis-3"/>
            <p:cNvSpPr/>
            <p:nvPr/>
          </p:nvSpPr>
          <p:spPr>
            <a:xfrm>
              <a:off x="1028700" y="3581400"/>
              <a:ext cx="3352800" cy="127"/>
            </a:xfrm>
            <a:custGeom>
              <a:avLst/>
              <a:gdLst/>
              <a:ahLst/>
              <a:cxnLst/>
              <a:rect l="l" t="t" r="r" b="b"/>
              <a:pathLst>
                <a:path w="3352800" h="127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7" name="node01.x.low"/>
            <p:cNvSpPr/>
            <p:nvPr/>
          </p:nvSpPr>
          <p:spPr>
            <a:xfrm>
              <a:off x="1028700" y="5283200"/>
              <a:ext cx="4572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LOW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1.x.high"/>
            <p:cNvSpPr/>
            <p:nvPr/>
          </p:nvSpPr>
          <p:spPr>
            <a:xfrm>
              <a:off x="3924300" y="5283200"/>
              <a:ext cx="4572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HIGH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9" name="node01.x.title"/>
            <p:cNvSpPr/>
            <p:nvPr/>
          </p:nvSpPr>
          <p:spPr>
            <a:xfrm>
              <a:off x="1485900" y="5283200"/>
              <a:ext cx="24384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EFFORT →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0" name="node01.y-0"/>
            <p:cNvSpPr/>
            <p:nvPr/>
          </p:nvSpPr>
          <p:spPr>
            <a:xfrm rot="-5400000">
              <a:off x="762508" y="2044700"/>
              <a:ext cx="278383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HIGH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1" name="node01.y-1"/>
            <p:cNvSpPr/>
            <p:nvPr/>
          </p:nvSpPr>
          <p:spPr>
            <a:xfrm rot="-5400000">
              <a:off x="795719" y="4940300"/>
              <a:ext cx="211962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LOW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2" name="node01.y-2"/>
            <p:cNvSpPr/>
            <p:nvPr/>
          </p:nvSpPr>
          <p:spPr>
            <a:xfrm rot="-5400000">
              <a:off x="662877" y="3492500"/>
              <a:ext cx="477645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VALUE →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3" name="node01.item.item-001.point"/>
            <p:cNvSpPr/>
            <p:nvPr/>
          </p:nvSpPr>
          <p:spPr>
            <a:xfrm>
              <a:off x="1396492" y="3010408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4" name="node01.item.item-001.number"/>
            <p:cNvSpPr/>
            <p:nvPr/>
          </p:nvSpPr>
          <p:spPr>
            <a:xfrm>
              <a:off x="1409192" y="3023108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5" name="node01.item.item-002.point"/>
            <p:cNvSpPr/>
            <p:nvPr/>
          </p:nvSpPr>
          <p:spPr>
            <a:xfrm>
              <a:off x="2201164" y="2876296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6" name="node01.item.item-002.number"/>
            <p:cNvSpPr/>
            <p:nvPr/>
          </p:nvSpPr>
          <p:spPr>
            <a:xfrm>
              <a:off x="2213864" y="2888996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1.item.item-003.point"/>
            <p:cNvSpPr/>
            <p:nvPr/>
          </p:nvSpPr>
          <p:spPr>
            <a:xfrm>
              <a:off x="1731772" y="3345688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8" name="node01.item.item-003.number"/>
            <p:cNvSpPr/>
            <p:nvPr/>
          </p:nvSpPr>
          <p:spPr>
            <a:xfrm>
              <a:off x="1744472" y="3358388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9" name="node01.item.item-004.point"/>
            <p:cNvSpPr/>
            <p:nvPr/>
          </p:nvSpPr>
          <p:spPr>
            <a:xfrm>
              <a:off x="3274060" y="2272792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0" name="node01.item.item-004.number"/>
            <p:cNvSpPr/>
            <p:nvPr/>
          </p:nvSpPr>
          <p:spPr>
            <a:xfrm>
              <a:off x="3286760" y="2285492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4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1" name="node01.item.item-005.point"/>
            <p:cNvSpPr/>
            <p:nvPr/>
          </p:nvSpPr>
          <p:spPr>
            <a:xfrm>
              <a:off x="2804668" y="2809240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2" name="node01.item.item-005.number"/>
            <p:cNvSpPr/>
            <p:nvPr/>
          </p:nvSpPr>
          <p:spPr>
            <a:xfrm>
              <a:off x="2817368" y="2821940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5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3" name="node01.item.item-006.point"/>
            <p:cNvSpPr/>
            <p:nvPr/>
          </p:nvSpPr>
          <p:spPr>
            <a:xfrm>
              <a:off x="1932940" y="4150360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4" name="node01.item.item-006.number"/>
            <p:cNvSpPr/>
            <p:nvPr/>
          </p:nvSpPr>
          <p:spPr>
            <a:xfrm>
              <a:off x="1945640" y="4163060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5" name="node01.item.item-007.point"/>
            <p:cNvSpPr/>
            <p:nvPr/>
          </p:nvSpPr>
          <p:spPr>
            <a:xfrm>
              <a:off x="3408172" y="3748024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6" name="node01.item.item-007.number"/>
            <p:cNvSpPr/>
            <p:nvPr/>
          </p:nvSpPr>
          <p:spPr>
            <a:xfrm>
              <a:off x="3420872" y="3760724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7" name="node01.item.item-008.point"/>
            <p:cNvSpPr/>
            <p:nvPr/>
          </p:nvSpPr>
          <p:spPr>
            <a:xfrm>
              <a:off x="2804668" y="4485640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8" name="node01.item.item-008.number"/>
            <p:cNvSpPr/>
            <p:nvPr/>
          </p:nvSpPr>
          <p:spPr>
            <a:xfrm>
              <a:off x="2817368" y="4498340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8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19" name="node02"/>
          <p:cNvGrpSpPr/>
          <p:nvPr/>
        </p:nvGrpSpPr>
        <p:grpSpPr>
          <a:xfrm>
            <a:off x="5524500" y="1600200"/>
            <a:ext cx="3200400" cy="228600"/>
            <a:chOff x="5524500" y="1600200"/>
            <a:chExt cx="3200400" cy="228600"/>
          </a:xfrm>
        </p:grpSpPr>
        <p:sp>
          <p:nvSpPr>
            <p:cNvPr id="89" name="node02.label"/>
            <p:cNvSpPr/>
            <p:nvPr/>
          </p:nvSpPr>
          <p:spPr>
            <a:xfrm>
              <a:off x="5524500" y="1600200"/>
              <a:ext cx="1818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RANKED BY VALUE OVER EFFORT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0" name="node02.rule"/>
            <p:cNvSpPr/>
            <p:nvPr/>
          </p:nvSpPr>
          <p:spPr>
            <a:xfrm>
              <a:off x="7470260" y="1709738"/>
              <a:ext cx="125464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120" name="node03"/>
          <p:cNvGrpSpPr/>
          <p:nvPr/>
        </p:nvGrpSpPr>
        <p:grpSpPr>
          <a:xfrm>
            <a:off x="5524500" y="1905000"/>
            <a:ext cx="3200400" cy="1993900"/>
            <a:chOff x="5524500" y="1905000"/>
            <a:chExt cx="3200400" cy="1993900"/>
          </a:xfrm>
        </p:grpSpPr>
        <p:sp>
          <p:nvSpPr>
            <p:cNvPr id="91" name="node03.source-001.number"/>
            <p:cNvSpPr/>
            <p:nvPr/>
          </p:nvSpPr>
          <p:spPr>
            <a:xfrm>
              <a:off x="5524500" y="1905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3.source-001.text"/>
            <p:cNvSpPr/>
            <p:nvPr/>
          </p:nvSpPr>
          <p:spPr>
            <a:xfrm>
              <a:off x="5715000" y="1905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Reschedule from reminder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3" name="node03.source-002.number"/>
            <p:cNvSpPr/>
            <p:nvPr/>
          </p:nvSpPr>
          <p:spPr>
            <a:xfrm>
              <a:off x="5524500" y="2159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4" name="node03.source-002.text"/>
            <p:cNvSpPr/>
            <p:nvPr/>
          </p:nvSpPr>
          <p:spPr>
            <a:xfrm>
              <a:off x="5715000" y="2159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Open-slot filters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5" name="node03.source-003.number"/>
            <p:cNvSpPr/>
            <p:nvPr/>
          </p:nvSpPr>
          <p:spPr>
            <a:xfrm>
              <a:off x="5524500" y="2413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6" name="node03.source-003.text"/>
            <p:cNvSpPr/>
            <p:nvPr/>
          </p:nvSpPr>
          <p:spPr>
            <a:xfrm>
              <a:off x="5715000" y="2413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Saved cards for bill pay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7" name="node03.source-004.number"/>
            <p:cNvSpPr/>
            <p:nvPr/>
          </p:nvSpPr>
          <p:spPr>
            <a:xfrm>
              <a:off x="5524500" y="2667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8" name="node03.source-004.text"/>
            <p:cNvSpPr/>
            <p:nvPr/>
          </p:nvSpPr>
          <p:spPr>
            <a:xfrm>
              <a:off x="5715000" y="2667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 at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9" name="node03.source-005.number"/>
            <p:cNvSpPr/>
            <p:nvPr/>
          </p:nvSpPr>
          <p:spPr>
            <a:xfrm>
              <a:off x="5524500" y="2921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0" name="node03.source-005.text"/>
            <p:cNvSpPr/>
            <p:nvPr/>
          </p:nvSpPr>
          <p:spPr>
            <a:xfrm>
              <a:off x="5715000" y="2921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Intake pre-fill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1" name="node03.source-006.number"/>
            <p:cNvSpPr/>
            <p:nvPr/>
          </p:nvSpPr>
          <p:spPr>
            <a:xfrm>
              <a:off x="5524500" y="3175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6.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2" name="node03.source-006.text"/>
            <p:cNvSpPr/>
            <p:nvPr/>
          </p:nvSpPr>
          <p:spPr>
            <a:xfrm>
              <a:off x="5715000" y="3175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Proxy invite reminders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3" name="node03.source-007.number"/>
            <p:cNvSpPr/>
            <p:nvPr/>
          </p:nvSpPr>
          <p:spPr>
            <a:xfrm>
              <a:off x="5524500" y="3429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7.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4" name="node03.source-007.text"/>
            <p:cNvSpPr/>
            <p:nvPr/>
          </p:nvSpPr>
          <p:spPr>
            <a:xfrm>
              <a:off x="5715000" y="3429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Family calendar view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5" name="node03.source-008.number"/>
            <p:cNvSpPr/>
            <p:nvPr/>
          </p:nvSpPr>
          <p:spPr>
            <a:xfrm>
              <a:off x="5524500" y="3683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8.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6" name="node03.source-008.text"/>
            <p:cNvSpPr/>
            <p:nvPr/>
          </p:nvSpPr>
          <p:spPr>
            <a:xfrm>
              <a:off x="5715000" y="3683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Wayfinding maps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1" name="node04"/>
          <p:cNvGrpSpPr/>
          <p:nvPr/>
        </p:nvGrpSpPr>
        <p:grpSpPr>
          <a:xfrm>
            <a:off x="8953500" y="1600200"/>
            <a:ext cx="2514600" cy="228600"/>
            <a:chOff x="8953500" y="1600200"/>
            <a:chExt cx="2514600" cy="228600"/>
          </a:xfrm>
        </p:grpSpPr>
        <p:sp>
          <p:nvSpPr>
            <p:cNvPr id="107" name="node04.label"/>
            <p:cNvSpPr/>
            <p:nvPr/>
          </p:nvSpPr>
          <p:spPr>
            <a:xfrm>
              <a:off x="8953500" y="1600200"/>
              <a:ext cx="102171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READING THE 2X2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08" name="node04.rule"/>
            <p:cNvSpPr/>
            <p:nvPr/>
          </p:nvSpPr>
          <p:spPr>
            <a:xfrm>
              <a:off x="10102211" y="1709738"/>
              <a:ext cx="1365889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122" name="node05"/>
          <p:cNvGrpSpPr/>
          <p:nvPr/>
        </p:nvGrpSpPr>
        <p:grpSpPr>
          <a:xfrm>
            <a:off x="8953500" y="1905000"/>
            <a:ext cx="2514600" cy="2247900"/>
            <a:chOff x="8953500" y="1905000"/>
            <a:chExt cx="2514600" cy="2247900"/>
          </a:xfrm>
        </p:grpSpPr>
        <p:sp>
          <p:nvSpPr>
            <p:cNvPr id="109" name="node05.source-001.number"/>
            <p:cNvSpPr/>
            <p:nvPr/>
          </p:nvSpPr>
          <p:spPr>
            <a:xfrm>
              <a:off x="8953500" y="19050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0" name="node05.source-001.title"/>
            <p:cNvSpPr/>
            <p:nvPr/>
          </p:nvSpPr>
          <p:spPr>
            <a:xfrm>
              <a:off x="9486900" y="1905000"/>
              <a:ext cx="1981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Quick wins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1" name="node05.source-001.text"/>
            <p:cNvSpPr/>
            <p:nvPr/>
          </p:nvSpPr>
          <p:spPr>
            <a:xfrm>
              <a:off x="9486900" y="2120900"/>
              <a:ext cx="1981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Items 1 to 3 go into the next sprint.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2" name="node05.source-002.number"/>
            <p:cNvSpPr/>
            <p:nvPr/>
          </p:nvSpPr>
          <p:spPr>
            <a:xfrm>
              <a:off x="8953500" y="27051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3" name="node05.source-002.title"/>
            <p:cNvSpPr/>
            <p:nvPr/>
          </p:nvSpPr>
          <p:spPr>
            <a:xfrm>
              <a:off x="9486900" y="2705100"/>
              <a:ext cx="1981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Big bets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4" name="node05.source-002.text"/>
            <p:cNvSpPr/>
            <p:nvPr/>
          </p:nvSpPr>
          <p:spPr>
            <a:xfrm>
              <a:off x="9486900" y="2921000"/>
              <a:ext cx="1981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Items 4 and 5 are sliced before commitment.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5" name="node05.source-003.number"/>
            <p:cNvSpPr/>
            <p:nvPr/>
          </p:nvSpPr>
          <p:spPr>
            <a:xfrm>
              <a:off x="8953500" y="35052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6" name="node05.source-003.title"/>
            <p:cNvSpPr/>
            <p:nvPr/>
          </p:nvSpPr>
          <p:spPr>
            <a:xfrm>
              <a:off x="9486900" y="3505200"/>
              <a:ext cx="1981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Hold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7" name="node05.source-003.text"/>
            <p:cNvSpPr/>
            <p:nvPr/>
          </p:nvSpPr>
          <p:spPr>
            <a:xfrm>
              <a:off x="9486900" y="3721100"/>
              <a:ext cx="1981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Items 6 to 8 wait for capacity.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PRIORITIZATION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Weighted scoring puts bill pay and reschedule at the top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5" name="node01"/>
          <p:cNvGrpSpPr/>
          <p:nvPr/>
        </p:nvGrpSpPr>
        <p:grpSpPr>
          <a:xfrm>
            <a:off x="723900" y="1600200"/>
            <a:ext cx="10744200" cy="3403600"/>
            <a:chOff x="723900" y="1600200"/>
            <a:chExt cx="10744200" cy="34036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403600"/>
          </p:xfrm>
          <a:graphic>
            <a:graphicData uri="http://schemas.openxmlformats.org/drawingml/2006/table">
              <a:tbl>
                <a:tblPr/>
                <a:tblGrid>
                  <a:gridCol w="2667000"/>
                  <a:gridCol w="1066800"/>
                  <a:gridCol w="1524000"/>
                  <a:gridCol w="1524000"/>
                  <a:gridCol w="1066800"/>
                  <a:gridCol w="1219200"/>
                  <a:gridCol w="762000"/>
                  <a:gridCol w="914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BACKLOG ITEM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VALUE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 CRITICALITY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RISK REDUCTION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JOB SIZE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WSJF SCORE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RANK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Saved cards for 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Reschedule from reminder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Open-slot filters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 at booking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pre-fill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2.2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invite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Message attachments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Wayfinding maps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p.priority.fill"/>
            <p:cNvSpPr/>
            <p:nvPr/>
          </p:nvSpPr>
          <p:spPr>
            <a:xfrm>
              <a:off x="10756900" y="20510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p.priority"/>
            <p:cNvSpPr/>
            <p:nvPr/>
          </p:nvSpPr>
          <p:spPr>
            <a:xfrm>
              <a:off x="10858500" y="2076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2.p.priority.fill"/>
            <p:cNvSpPr/>
            <p:nvPr/>
          </p:nvSpPr>
          <p:spPr>
            <a:xfrm>
              <a:off x="10756900" y="24320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p.priority"/>
            <p:cNvSpPr/>
            <p:nvPr/>
          </p:nvSpPr>
          <p:spPr>
            <a:xfrm>
              <a:off x="10858500" y="2457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p.priority.fill"/>
            <p:cNvSpPr/>
            <p:nvPr/>
          </p:nvSpPr>
          <p:spPr>
            <a:xfrm>
              <a:off x="10756900" y="28130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p.priority"/>
            <p:cNvSpPr/>
            <p:nvPr/>
          </p:nvSpPr>
          <p:spPr>
            <a:xfrm>
              <a:off x="10858500" y="2838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p.priority.fill"/>
            <p:cNvSpPr/>
            <p:nvPr/>
          </p:nvSpPr>
          <p:spPr>
            <a:xfrm>
              <a:off x="10756900" y="31940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4.p.priority"/>
            <p:cNvSpPr/>
            <p:nvPr/>
          </p:nvSpPr>
          <p:spPr>
            <a:xfrm>
              <a:off x="10858500" y="3219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.item-005.p.priority.fill"/>
            <p:cNvSpPr/>
            <p:nvPr/>
          </p:nvSpPr>
          <p:spPr>
            <a:xfrm>
              <a:off x="10756900" y="35750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5.p.priority"/>
            <p:cNvSpPr/>
            <p:nvPr/>
          </p:nvSpPr>
          <p:spPr>
            <a:xfrm>
              <a:off x="10858500" y="3600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6.p.priority.fill"/>
            <p:cNvSpPr/>
            <p:nvPr/>
          </p:nvSpPr>
          <p:spPr>
            <a:xfrm>
              <a:off x="10756900" y="395605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6.p.priority"/>
            <p:cNvSpPr/>
            <p:nvPr/>
          </p:nvSpPr>
          <p:spPr>
            <a:xfrm>
              <a:off x="10858500" y="3981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row.item-007.p.priority.fill"/>
            <p:cNvSpPr/>
            <p:nvPr/>
          </p:nvSpPr>
          <p:spPr>
            <a:xfrm>
              <a:off x="10756900" y="433705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07.p.priority"/>
            <p:cNvSpPr/>
            <p:nvPr/>
          </p:nvSpPr>
          <p:spPr>
            <a:xfrm>
              <a:off x="10858500" y="4362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.item-008.p.priority.fill"/>
            <p:cNvSpPr/>
            <p:nvPr/>
          </p:nvSpPr>
          <p:spPr>
            <a:xfrm>
              <a:off x="10756900" y="471805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8.p.priority"/>
            <p:cNvSpPr/>
            <p:nvPr/>
          </p:nvSpPr>
          <p:spPr>
            <a:xfrm>
              <a:off x="10858500" y="4743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6" name="node02"/>
          <p:cNvGrpSpPr/>
          <p:nvPr/>
        </p:nvGrpSpPr>
        <p:grpSpPr>
          <a:xfrm>
            <a:off x="723900" y="5257800"/>
            <a:ext cx="10744200" cy="215900"/>
            <a:chOff x="723900" y="5257800"/>
            <a:chExt cx="10744200" cy="215900"/>
          </a:xfrm>
        </p:grpSpPr>
        <p:sp>
          <p:nvSpPr>
            <p:cNvPr id="24" name="node02.text"/>
            <p:cNvSpPr/>
            <p:nvPr/>
          </p:nvSpPr>
          <p:spPr>
            <a:xfrm>
              <a:off x="723900" y="5257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WSJF = (value + time criticality + risk reduction) divided by job size, each on a 1, 2, 3, 5, 8, 13 scale.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124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124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7124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7124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7124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7124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7124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7124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7124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7124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7124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7124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7124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7124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7124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" name="wm.library-whiteboard.001.001.016"/>
          <p:cNvSpPr/>
          <p:nvPr/>
        </p:nvSpPr>
        <p:spPr>
          <a:xfrm>
            <a:off x="7124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" name="wm.library-whiteboard.001.001.017"/>
          <p:cNvSpPr/>
          <p:nvPr/>
        </p:nvSpPr>
        <p:spPr>
          <a:xfrm>
            <a:off x="7124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" name="wm.library-whiteboard.001.001.018"/>
          <p:cNvSpPr/>
          <p:nvPr/>
        </p:nvSpPr>
        <p:spPr>
          <a:xfrm>
            <a:off x="7124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" name="wm.library-whiteboard.001.001.019"/>
          <p:cNvSpPr/>
          <p:nvPr/>
        </p:nvSpPr>
        <p:spPr>
          <a:xfrm>
            <a:off x="7124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" name="wm.library-whiteboard.001.001.020"/>
          <p:cNvSpPr/>
          <p:nvPr/>
        </p:nvSpPr>
        <p:spPr>
          <a:xfrm>
            <a:off x="7124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" name="wm.library-whiteboard.001.001.021"/>
          <p:cNvSpPr/>
          <p:nvPr/>
        </p:nvSpPr>
        <p:spPr>
          <a:xfrm>
            <a:off x="7124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" name="wm.library-whiteboard.001.001.022"/>
          <p:cNvSpPr/>
          <p:nvPr/>
        </p:nvSpPr>
        <p:spPr>
          <a:xfrm>
            <a:off x="7124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" name="wm.library-whiteboard.001.001.023"/>
          <p:cNvSpPr/>
          <p:nvPr/>
        </p:nvSpPr>
        <p:spPr>
          <a:xfrm>
            <a:off x="71247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" name="wm.library-whiteboard.001.002.001"/>
          <p:cNvSpPr/>
          <p:nvPr/>
        </p:nvSpPr>
        <p:spPr>
          <a:xfrm>
            <a:off x="7353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" name="wm.library-whiteboard.001.002.002"/>
          <p:cNvSpPr/>
          <p:nvPr/>
        </p:nvSpPr>
        <p:spPr>
          <a:xfrm>
            <a:off x="7353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" name="wm.library-whiteboard.001.002.003"/>
          <p:cNvSpPr/>
          <p:nvPr/>
        </p:nvSpPr>
        <p:spPr>
          <a:xfrm>
            <a:off x="7353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" name="wm.library-whiteboard.001.002.004"/>
          <p:cNvSpPr/>
          <p:nvPr/>
        </p:nvSpPr>
        <p:spPr>
          <a:xfrm>
            <a:off x="7353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" name="wm.library-whiteboard.001.002.005"/>
          <p:cNvSpPr/>
          <p:nvPr/>
        </p:nvSpPr>
        <p:spPr>
          <a:xfrm>
            <a:off x="7353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" name="wm.library-whiteboard.001.002.006"/>
          <p:cNvSpPr/>
          <p:nvPr/>
        </p:nvSpPr>
        <p:spPr>
          <a:xfrm>
            <a:off x="7353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" name="wm.library-whiteboard.001.002.007"/>
          <p:cNvSpPr/>
          <p:nvPr/>
        </p:nvSpPr>
        <p:spPr>
          <a:xfrm>
            <a:off x="7353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" name="wm.library-whiteboard.001.002.008"/>
          <p:cNvSpPr/>
          <p:nvPr/>
        </p:nvSpPr>
        <p:spPr>
          <a:xfrm>
            <a:off x="7353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" name="wm.library-whiteboard.001.002.009"/>
          <p:cNvSpPr/>
          <p:nvPr/>
        </p:nvSpPr>
        <p:spPr>
          <a:xfrm>
            <a:off x="7353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" name="wm.library-whiteboard.001.002.010"/>
          <p:cNvSpPr/>
          <p:nvPr/>
        </p:nvSpPr>
        <p:spPr>
          <a:xfrm>
            <a:off x="7353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" name="wm.library-whiteboard.001.002.011"/>
          <p:cNvSpPr/>
          <p:nvPr/>
        </p:nvSpPr>
        <p:spPr>
          <a:xfrm>
            <a:off x="7353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" name="wm.library-whiteboard.001.002.012"/>
          <p:cNvSpPr/>
          <p:nvPr/>
        </p:nvSpPr>
        <p:spPr>
          <a:xfrm>
            <a:off x="7353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" name="wm.library-whiteboard.001.002.013"/>
          <p:cNvSpPr/>
          <p:nvPr/>
        </p:nvSpPr>
        <p:spPr>
          <a:xfrm>
            <a:off x="7353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" name="wm.library-whiteboard.001.002.014"/>
          <p:cNvSpPr/>
          <p:nvPr/>
        </p:nvSpPr>
        <p:spPr>
          <a:xfrm>
            <a:off x="7353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" name="wm.library-whiteboard.001.002.015"/>
          <p:cNvSpPr/>
          <p:nvPr/>
        </p:nvSpPr>
        <p:spPr>
          <a:xfrm>
            <a:off x="7353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" name="wm.library-whiteboard.001.002.016"/>
          <p:cNvSpPr/>
          <p:nvPr/>
        </p:nvSpPr>
        <p:spPr>
          <a:xfrm>
            <a:off x="7353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" name="wm.library-whiteboard.001.002.017"/>
          <p:cNvSpPr/>
          <p:nvPr/>
        </p:nvSpPr>
        <p:spPr>
          <a:xfrm>
            <a:off x="7353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" name="wm.library-whiteboard.001.002.018"/>
          <p:cNvSpPr/>
          <p:nvPr/>
        </p:nvSpPr>
        <p:spPr>
          <a:xfrm>
            <a:off x="7353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" name="wm.library-whiteboard.001.002.019"/>
          <p:cNvSpPr/>
          <p:nvPr/>
        </p:nvSpPr>
        <p:spPr>
          <a:xfrm>
            <a:off x="7353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" name="wm.library-whiteboard.001.002.020"/>
          <p:cNvSpPr/>
          <p:nvPr/>
        </p:nvSpPr>
        <p:spPr>
          <a:xfrm>
            <a:off x="7353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" name="wm.library-whiteboard.001.002.021"/>
          <p:cNvSpPr/>
          <p:nvPr/>
        </p:nvSpPr>
        <p:spPr>
          <a:xfrm>
            <a:off x="7353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6" name="wm.library-whiteboard.001.002.022"/>
          <p:cNvSpPr/>
          <p:nvPr/>
        </p:nvSpPr>
        <p:spPr>
          <a:xfrm>
            <a:off x="7353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7" name="wm.library-whiteboard.001.002.023"/>
          <p:cNvSpPr/>
          <p:nvPr/>
        </p:nvSpPr>
        <p:spPr>
          <a:xfrm>
            <a:off x="73533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8" name="wm.library-whiteboard.001.003.001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9" name="wm.library-whiteboard.001.003.002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0" name="wm.library-whiteboard.001.003.003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1" name="wm.library-whiteboard.001.003.004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2" name="wm.library-whiteboard.001.003.005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3" name="wm.library-whiteboard.001.003.00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4" name="wm.library-whiteboard.001.003.007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5" name="wm.library-whiteboard.001.003.008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6" name="wm.library-whiteboard.001.003.009"/>
          <p:cNvSpPr/>
          <p:nvPr/>
        </p:nvSpPr>
        <p:spPr>
          <a:xfrm>
            <a:off x="7581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7" name="wm.library-whiteboard.001.003.010"/>
          <p:cNvSpPr/>
          <p:nvPr/>
        </p:nvSpPr>
        <p:spPr>
          <a:xfrm>
            <a:off x="7581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8" name="wm.library-whiteboard.001.003.011"/>
          <p:cNvSpPr/>
          <p:nvPr/>
        </p:nvSpPr>
        <p:spPr>
          <a:xfrm>
            <a:off x="7581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9" name="wm.library-whiteboard.001.003.012"/>
          <p:cNvSpPr/>
          <p:nvPr/>
        </p:nvSpPr>
        <p:spPr>
          <a:xfrm>
            <a:off x="7581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0" name="wm.library-whiteboard.001.003.013"/>
          <p:cNvSpPr/>
          <p:nvPr/>
        </p:nvSpPr>
        <p:spPr>
          <a:xfrm>
            <a:off x="7581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1" name="wm.library-whiteboard.001.003.014"/>
          <p:cNvSpPr/>
          <p:nvPr/>
        </p:nvSpPr>
        <p:spPr>
          <a:xfrm>
            <a:off x="7581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2" name="wm.library-whiteboard.001.003.015"/>
          <p:cNvSpPr/>
          <p:nvPr/>
        </p:nvSpPr>
        <p:spPr>
          <a:xfrm>
            <a:off x="7581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3" name="wm.library-whiteboard.001.003.016"/>
          <p:cNvSpPr/>
          <p:nvPr/>
        </p:nvSpPr>
        <p:spPr>
          <a:xfrm>
            <a:off x="7581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4" name="wm.library-whiteboard.001.003.017"/>
          <p:cNvSpPr/>
          <p:nvPr/>
        </p:nvSpPr>
        <p:spPr>
          <a:xfrm>
            <a:off x="7581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5" name="wm.library-whiteboard.001.003.018"/>
          <p:cNvSpPr/>
          <p:nvPr/>
        </p:nvSpPr>
        <p:spPr>
          <a:xfrm>
            <a:off x="7581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6" name="wm.library-whiteboard.001.003.019"/>
          <p:cNvSpPr/>
          <p:nvPr/>
        </p:nvSpPr>
        <p:spPr>
          <a:xfrm>
            <a:off x="7581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7" name="wm.library-whiteboard.001.003.020"/>
          <p:cNvSpPr/>
          <p:nvPr/>
        </p:nvSpPr>
        <p:spPr>
          <a:xfrm>
            <a:off x="7581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8" name="wm.library-whiteboard.001.003.021"/>
          <p:cNvSpPr/>
          <p:nvPr/>
        </p:nvSpPr>
        <p:spPr>
          <a:xfrm>
            <a:off x="7581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9" name="wm.library-whiteboard.001.003.022"/>
          <p:cNvSpPr/>
          <p:nvPr/>
        </p:nvSpPr>
        <p:spPr>
          <a:xfrm>
            <a:off x="7581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0" name="wm.library-whiteboard.001.003.023"/>
          <p:cNvSpPr/>
          <p:nvPr/>
        </p:nvSpPr>
        <p:spPr>
          <a:xfrm>
            <a:off x="75819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1" name="wm.library-whiteboard.001.004.001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2" name="wm.library-whiteboard.001.004.002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3" name="wm.library-whiteboard.001.004.003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4" name="wm.library-whiteboard.001.004.004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5" name="wm.library-whiteboard.001.004.005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6" name="wm.library-whiteboard.001.004.00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7" name="wm.library-whiteboard.001.004.007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8" name="wm.library-whiteboard.001.004.008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9" name="wm.library-whiteboard.001.004.009"/>
          <p:cNvSpPr/>
          <p:nvPr/>
        </p:nvSpPr>
        <p:spPr>
          <a:xfrm>
            <a:off x="7810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0" name="wm.library-whiteboard.001.004.010"/>
          <p:cNvSpPr/>
          <p:nvPr/>
        </p:nvSpPr>
        <p:spPr>
          <a:xfrm>
            <a:off x="7810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1" name="wm.library-whiteboard.001.004.011"/>
          <p:cNvSpPr/>
          <p:nvPr/>
        </p:nvSpPr>
        <p:spPr>
          <a:xfrm>
            <a:off x="7810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2" name="wm.library-whiteboard.001.004.012"/>
          <p:cNvSpPr/>
          <p:nvPr/>
        </p:nvSpPr>
        <p:spPr>
          <a:xfrm>
            <a:off x="7810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3" name="wm.library-whiteboard.001.004.013"/>
          <p:cNvSpPr/>
          <p:nvPr/>
        </p:nvSpPr>
        <p:spPr>
          <a:xfrm>
            <a:off x="7810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4" name="wm.library-whiteboard.001.004.014"/>
          <p:cNvSpPr/>
          <p:nvPr/>
        </p:nvSpPr>
        <p:spPr>
          <a:xfrm>
            <a:off x="7810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5" name="wm.library-whiteboard.001.004.015"/>
          <p:cNvSpPr/>
          <p:nvPr/>
        </p:nvSpPr>
        <p:spPr>
          <a:xfrm>
            <a:off x="7810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6" name="wm.library-whiteboard.001.004.016"/>
          <p:cNvSpPr/>
          <p:nvPr/>
        </p:nvSpPr>
        <p:spPr>
          <a:xfrm>
            <a:off x="7810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7" name="wm.library-whiteboard.001.004.017"/>
          <p:cNvSpPr/>
          <p:nvPr/>
        </p:nvSpPr>
        <p:spPr>
          <a:xfrm>
            <a:off x="7810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8" name="wm.library-whiteboard.001.004.018"/>
          <p:cNvSpPr/>
          <p:nvPr/>
        </p:nvSpPr>
        <p:spPr>
          <a:xfrm>
            <a:off x="7810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9" name="wm.library-whiteboard.001.004.019"/>
          <p:cNvSpPr/>
          <p:nvPr/>
        </p:nvSpPr>
        <p:spPr>
          <a:xfrm>
            <a:off x="7810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0" name="wm.library-whiteboard.001.004.020"/>
          <p:cNvSpPr/>
          <p:nvPr/>
        </p:nvSpPr>
        <p:spPr>
          <a:xfrm>
            <a:off x="7810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1" name="wm.library-whiteboard.001.004.021"/>
          <p:cNvSpPr/>
          <p:nvPr/>
        </p:nvSpPr>
        <p:spPr>
          <a:xfrm>
            <a:off x="7810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2" name="wm.library-whiteboard.001.004.022"/>
          <p:cNvSpPr/>
          <p:nvPr/>
        </p:nvSpPr>
        <p:spPr>
          <a:xfrm>
            <a:off x="7810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3" name="wm.library-whiteboard.001.004.023"/>
          <p:cNvSpPr/>
          <p:nvPr/>
        </p:nvSpPr>
        <p:spPr>
          <a:xfrm>
            <a:off x="78105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4" name="wm.library-whiteboard.001.005.001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5" name="wm.library-whiteboard.001.005.002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6" name="wm.library-whiteboard.001.005.003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7" name="wm.library-whiteboard.001.005.004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8" name="wm.library-whiteboard.001.005.005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9" name="wm.library-whiteboard.001.005.00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0" name="wm.library-whiteboard.001.005.007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1" name="wm.library-whiteboard.001.005.008"/>
          <p:cNvSpPr/>
          <p:nvPr/>
        </p:nvSpPr>
        <p:spPr>
          <a:xfrm>
            <a:off x="8039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2" name="wm.library-whiteboard.001.005.009"/>
          <p:cNvSpPr/>
          <p:nvPr/>
        </p:nvSpPr>
        <p:spPr>
          <a:xfrm>
            <a:off x="8039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3" name="wm.library-whiteboard.001.005.010"/>
          <p:cNvSpPr/>
          <p:nvPr/>
        </p:nvSpPr>
        <p:spPr>
          <a:xfrm>
            <a:off x="8039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4" name="wm.library-whiteboard.001.005.011"/>
          <p:cNvSpPr/>
          <p:nvPr/>
        </p:nvSpPr>
        <p:spPr>
          <a:xfrm>
            <a:off x="8039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5" name="wm.library-whiteboard.001.005.012"/>
          <p:cNvSpPr/>
          <p:nvPr/>
        </p:nvSpPr>
        <p:spPr>
          <a:xfrm>
            <a:off x="8039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6" name="wm.library-whiteboard.001.005.013"/>
          <p:cNvSpPr/>
          <p:nvPr/>
        </p:nvSpPr>
        <p:spPr>
          <a:xfrm>
            <a:off x="8039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7" name="wm.library-whiteboard.001.005.014"/>
          <p:cNvSpPr/>
          <p:nvPr/>
        </p:nvSpPr>
        <p:spPr>
          <a:xfrm>
            <a:off x="8039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8" name="wm.library-whiteboard.001.005.015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9" name="wm.library-whiteboard.001.005.016"/>
          <p:cNvSpPr/>
          <p:nvPr/>
        </p:nvSpPr>
        <p:spPr>
          <a:xfrm>
            <a:off x="8039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0" name="wm.library-whiteboard.001.005.017"/>
          <p:cNvSpPr/>
          <p:nvPr/>
        </p:nvSpPr>
        <p:spPr>
          <a:xfrm>
            <a:off x="8039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1" name="wm.library-whiteboard.001.005.018"/>
          <p:cNvSpPr/>
          <p:nvPr/>
        </p:nvSpPr>
        <p:spPr>
          <a:xfrm>
            <a:off x="8039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2" name="wm.library-whiteboard.001.005.019"/>
          <p:cNvSpPr/>
          <p:nvPr/>
        </p:nvSpPr>
        <p:spPr>
          <a:xfrm>
            <a:off x="8039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3" name="wm.library-whiteboard.001.005.020"/>
          <p:cNvSpPr/>
          <p:nvPr/>
        </p:nvSpPr>
        <p:spPr>
          <a:xfrm>
            <a:off x="8039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4" name="wm.library-whiteboard.001.005.021"/>
          <p:cNvSpPr/>
          <p:nvPr/>
        </p:nvSpPr>
        <p:spPr>
          <a:xfrm>
            <a:off x="8039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5" name="wm.library-whiteboard.001.005.022"/>
          <p:cNvSpPr/>
          <p:nvPr/>
        </p:nvSpPr>
        <p:spPr>
          <a:xfrm>
            <a:off x="8039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6" name="wm.library-whiteboard.001.005.023"/>
          <p:cNvSpPr/>
          <p:nvPr/>
        </p:nvSpPr>
        <p:spPr>
          <a:xfrm>
            <a:off x="80391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7" name="wm.library-whiteboard.001.006.001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8" name="wm.library-whiteboard.001.006.002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9" name="wm.library-whiteboard.001.006.003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0" name="wm.library-whiteboard.001.006.004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1" name="wm.library-whiteboard.001.006.005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2" name="wm.library-whiteboard.001.006.00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3" name="wm.library-whiteboard.001.006.007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4" name="wm.library-whiteboard.001.006.008"/>
          <p:cNvSpPr/>
          <p:nvPr/>
        </p:nvSpPr>
        <p:spPr>
          <a:xfrm>
            <a:off x="8267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5" name="wm.library-whiteboard.001.006.009"/>
          <p:cNvSpPr/>
          <p:nvPr/>
        </p:nvSpPr>
        <p:spPr>
          <a:xfrm>
            <a:off x="8267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6" name="wm.library-whiteboard.001.006.010"/>
          <p:cNvSpPr/>
          <p:nvPr/>
        </p:nvSpPr>
        <p:spPr>
          <a:xfrm>
            <a:off x="8267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7" name="wm.library-whiteboard.001.006.011"/>
          <p:cNvSpPr/>
          <p:nvPr/>
        </p:nvSpPr>
        <p:spPr>
          <a:xfrm>
            <a:off x="8267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8" name="wm.library-whiteboard.001.006.012"/>
          <p:cNvSpPr/>
          <p:nvPr/>
        </p:nvSpPr>
        <p:spPr>
          <a:xfrm>
            <a:off x="8267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9" name="wm.library-whiteboard.001.006.013"/>
          <p:cNvSpPr/>
          <p:nvPr/>
        </p:nvSpPr>
        <p:spPr>
          <a:xfrm>
            <a:off x="8267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0" name="wm.library-whiteboard.001.006.014"/>
          <p:cNvSpPr/>
          <p:nvPr/>
        </p:nvSpPr>
        <p:spPr>
          <a:xfrm>
            <a:off x="8267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1" name="wm.library-whiteboard.001.006.015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2" name="wm.library-whiteboard.001.006.016"/>
          <p:cNvSpPr/>
          <p:nvPr/>
        </p:nvSpPr>
        <p:spPr>
          <a:xfrm>
            <a:off x="8267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3" name="wm.library-whiteboard.001.006.017"/>
          <p:cNvSpPr/>
          <p:nvPr/>
        </p:nvSpPr>
        <p:spPr>
          <a:xfrm>
            <a:off x="8267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4" name="wm.library-whiteboard.001.006.018"/>
          <p:cNvSpPr/>
          <p:nvPr/>
        </p:nvSpPr>
        <p:spPr>
          <a:xfrm>
            <a:off x="8267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5" name="wm.library-whiteboard.001.006.019"/>
          <p:cNvSpPr/>
          <p:nvPr/>
        </p:nvSpPr>
        <p:spPr>
          <a:xfrm>
            <a:off x="8267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6" name="wm.library-whiteboard.001.006.020"/>
          <p:cNvSpPr/>
          <p:nvPr/>
        </p:nvSpPr>
        <p:spPr>
          <a:xfrm>
            <a:off x="8267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7" name="wm.library-whiteboard.001.006.021"/>
          <p:cNvSpPr/>
          <p:nvPr/>
        </p:nvSpPr>
        <p:spPr>
          <a:xfrm>
            <a:off x="8267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8" name="wm.library-whiteboard.001.006.022"/>
          <p:cNvSpPr/>
          <p:nvPr/>
        </p:nvSpPr>
        <p:spPr>
          <a:xfrm>
            <a:off x="8267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9" name="wm.library-whiteboard.001.006.023"/>
          <p:cNvSpPr/>
          <p:nvPr/>
        </p:nvSpPr>
        <p:spPr>
          <a:xfrm>
            <a:off x="82677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0" name="wm.library-whiteboard.001.007.001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1" name="wm.library-whiteboard.001.007.002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2" name="wm.library-whiteboard.001.007.003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3" name="wm.library-whiteboard.001.007.004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4" name="wm.library-whiteboard.001.007.005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5" name="wm.library-whiteboard.001.007.00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6" name="wm.library-whiteboard.001.007.007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7" name="wm.library-whiteboard.001.007.008"/>
          <p:cNvSpPr/>
          <p:nvPr/>
        </p:nvSpPr>
        <p:spPr>
          <a:xfrm>
            <a:off x="8496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8" name="wm.library-whiteboard.001.007.009"/>
          <p:cNvSpPr/>
          <p:nvPr/>
        </p:nvSpPr>
        <p:spPr>
          <a:xfrm>
            <a:off x="8496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9" name="wm.library-whiteboard.001.007.010"/>
          <p:cNvSpPr/>
          <p:nvPr/>
        </p:nvSpPr>
        <p:spPr>
          <a:xfrm>
            <a:off x="8496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0" name="wm.library-whiteboard.001.007.011"/>
          <p:cNvSpPr/>
          <p:nvPr/>
        </p:nvSpPr>
        <p:spPr>
          <a:xfrm>
            <a:off x="8496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1" name="wm.library-whiteboard.001.007.012"/>
          <p:cNvSpPr/>
          <p:nvPr/>
        </p:nvSpPr>
        <p:spPr>
          <a:xfrm>
            <a:off x="8496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2" name="wm.library-whiteboard.001.007.013"/>
          <p:cNvSpPr/>
          <p:nvPr/>
        </p:nvSpPr>
        <p:spPr>
          <a:xfrm>
            <a:off x="8496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3" name="wm.library-whiteboard.001.007.014"/>
          <p:cNvSpPr/>
          <p:nvPr/>
        </p:nvSpPr>
        <p:spPr>
          <a:xfrm>
            <a:off x="8496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4" name="wm.library-whiteboard.001.007.015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5" name="wm.library-whiteboard.001.007.016"/>
          <p:cNvSpPr/>
          <p:nvPr/>
        </p:nvSpPr>
        <p:spPr>
          <a:xfrm>
            <a:off x="8496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6" name="wm.library-whiteboard.001.007.017"/>
          <p:cNvSpPr/>
          <p:nvPr/>
        </p:nvSpPr>
        <p:spPr>
          <a:xfrm>
            <a:off x="8496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7" name="wm.library-whiteboard.001.007.018"/>
          <p:cNvSpPr/>
          <p:nvPr/>
        </p:nvSpPr>
        <p:spPr>
          <a:xfrm>
            <a:off x="8496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8" name="wm.library-whiteboard.001.007.019"/>
          <p:cNvSpPr/>
          <p:nvPr/>
        </p:nvSpPr>
        <p:spPr>
          <a:xfrm>
            <a:off x="8496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9" name="wm.library-whiteboard.001.007.020"/>
          <p:cNvSpPr/>
          <p:nvPr/>
        </p:nvSpPr>
        <p:spPr>
          <a:xfrm>
            <a:off x="8496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0" name="wm.library-whiteboard.001.007.021"/>
          <p:cNvSpPr/>
          <p:nvPr/>
        </p:nvSpPr>
        <p:spPr>
          <a:xfrm>
            <a:off x="8496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1" name="wm.library-whiteboard.001.007.022"/>
          <p:cNvSpPr/>
          <p:nvPr/>
        </p:nvSpPr>
        <p:spPr>
          <a:xfrm>
            <a:off x="8496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2" name="wm.library-whiteboard.001.007.023"/>
          <p:cNvSpPr/>
          <p:nvPr/>
        </p:nvSpPr>
        <p:spPr>
          <a:xfrm>
            <a:off x="84963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3" name="wm.library-whiteboard.001.008.001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4" name="wm.library-whiteboard.001.008.002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5" name="wm.library-whiteboard.001.008.003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6" name="wm.library-whiteboard.001.008.004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7" name="wm.library-whiteboard.001.008.005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8" name="wm.library-whiteboard.001.008.00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9" name="wm.library-whiteboard.001.008.007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0" name="wm.library-whiteboard.001.008.008"/>
          <p:cNvSpPr/>
          <p:nvPr/>
        </p:nvSpPr>
        <p:spPr>
          <a:xfrm>
            <a:off x="8724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1" name="wm.library-whiteboard.001.008.009"/>
          <p:cNvSpPr/>
          <p:nvPr/>
        </p:nvSpPr>
        <p:spPr>
          <a:xfrm>
            <a:off x="8724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2" name="wm.library-whiteboard.001.008.010"/>
          <p:cNvSpPr/>
          <p:nvPr/>
        </p:nvSpPr>
        <p:spPr>
          <a:xfrm>
            <a:off x="8724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3" name="wm.library-whiteboard.001.008.011"/>
          <p:cNvSpPr/>
          <p:nvPr/>
        </p:nvSpPr>
        <p:spPr>
          <a:xfrm>
            <a:off x="8724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4" name="wm.library-whiteboard.001.008.012"/>
          <p:cNvSpPr/>
          <p:nvPr/>
        </p:nvSpPr>
        <p:spPr>
          <a:xfrm>
            <a:off x="8724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5" name="wm.library-whiteboard.001.008.013"/>
          <p:cNvSpPr/>
          <p:nvPr/>
        </p:nvSpPr>
        <p:spPr>
          <a:xfrm>
            <a:off x="8724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6" name="wm.library-whiteboard.001.008.014"/>
          <p:cNvSpPr/>
          <p:nvPr/>
        </p:nvSpPr>
        <p:spPr>
          <a:xfrm>
            <a:off x="8724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7" name="wm.library-whiteboard.001.008.015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8" name="wm.library-whiteboard.001.008.016"/>
          <p:cNvSpPr/>
          <p:nvPr/>
        </p:nvSpPr>
        <p:spPr>
          <a:xfrm>
            <a:off x="8724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9" name="wm.library-whiteboard.001.008.017"/>
          <p:cNvSpPr/>
          <p:nvPr/>
        </p:nvSpPr>
        <p:spPr>
          <a:xfrm>
            <a:off x="8724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0" name="wm.library-whiteboard.001.008.018"/>
          <p:cNvSpPr/>
          <p:nvPr/>
        </p:nvSpPr>
        <p:spPr>
          <a:xfrm>
            <a:off x="8724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1" name="wm.library-whiteboard.001.008.019"/>
          <p:cNvSpPr/>
          <p:nvPr/>
        </p:nvSpPr>
        <p:spPr>
          <a:xfrm>
            <a:off x="8724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2" name="wm.library-whiteboard.001.008.020"/>
          <p:cNvSpPr/>
          <p:nvPr/>
        </p:nvSpPr>
        <p:spPr>
          <a:xfrm>
            <a:off x="8724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3" name="wm.library-whiteboard.001.008.021"/>
          <p:cNvSpPr/>
          <p:nvPr/>
        </p:nvSpPr>
        <p:spPr>
          <a:xfrm>
            <a:off x="8724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4" name="wm.library-whiteboard.001.008.022"/>
          <p:cNvSpPr/>
          <p:nvPr/>
        </p:nvSpPr>
        <p:spPr>
          <a:xfrm>
            <a:off x="8724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5" name="wm.library-whiteboard.001.008.023"/>
          <p:cNvSpPr/>
          <p:nvPr/>
        </p:nvSpPr>
        <p:spPr>
          <a:xfrm>
            <a:off x="87249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6" name="wm.library-whiteboard.001.009.001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7" name="wm.library-whiteboard.001.009.002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8" name="wm.library-whiteboard.001.009.003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9" name="wm.library-whiteboard.001.009.004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0" name="wm.library-whiteboard.001.009.005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1" name="wm.library-whiteboard.001.009.00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2" name="wm.library-whiteboard.001.009.007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3" name="wm.library-whiteboard.001.009.008"/>
          <p:cNvSpPr/>
          <p:nvPr/>
        </p:nvSpPr>
        <p:spPr>
          <a:xfrm>
            <a:off x="8953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4" name="wm.library-whiteboard.001.009.009"/>
          <p:cNvSpPr/>
          <p:nvPr/>
        </p:nvSpPr>
        <p:spPr>
          <a:xfrm>
            <a:off x="8953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5" name="wm.library-whiteboard.001.009.010"/>
          <p:cNvSpPr/>
          <p:nvPr/>
        </p:nvSpPr>
        <p:spPr>
          <a:xfrm>
            <a:off x="8953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6" name="wm.library-whiteboard.001.009.011"/>
          <p:cNvSpPr/>
          <p:nvPr/>
        </p:nvSpPr>
        <p:spPr>
          <a:xfrm>
            <a:off x="8953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7" name="wm.library-whiteboard.001.009.012"/>
          <p:cNvSpPr/>
          <p:nvPr/>
        </p:nvSpPr>
        <p:spPr>
          <a:xfrm>
            <a:off x="8953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8" name="wm.library-whiteboard.001.009.013"/>
          <p:cNvSpPr/>
          <p:nvPr/>
        </p:nvSpPr>
        <p:spPr>
          <a:xfrm>
            <a:off x="8953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9" name="wm.library-whiteboard.001.009.014"/>
          <p:cNvSpPr/>
          <p:nvPr/>
        </p:nvSpPr>
        <p:spPr>
          <a:xfrm>
            <a:off x="8953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0" name="wm.library-whiteboard.001.009.015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1" name="wm.library-whiteboard.001.009.016"/>
          <p:cNvSpPr/>
          <p:nvPr/>
        </p:nvSpPr>
        <p:spPr>
          <a:xfrm>
            <a:off x="8953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2" name="wm.library-whiteboard.001.009.017"/>
          <p:cNvSpPr/>
          <p:nvPr/>
        </p:nvSpPr>
        <p:spPr>
          <a:xfrm>
            <a:off x="8953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3" name="wm.library-whiteboard.001.009.018"/>
          <p:cNvSpPr/>
          <p:nvPr/>
        </p:nvSpPr>
        <p:spPr>
          <a:xfrm>
            <a:off x="8953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4" name="wm.library-whiteboard.001.009.019"/>
          <p:cNvSpPr/>
          <p:nvPr/>
        </p:nvSpPr>
        <p:spPr>
          <a:xfrm>
            <a:off x="8953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5" name="wm.library-whiteboard.001.009.020"/>
          <p:cNvSpPr/>
          <p:nvPr/>
        </p:nvSpPr>
        <p:spPr>
          <a:xfrm>
            <a:off x="8953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6" name="wm.library-whiteboard.001.009.021"/>
          <p:cNvSpPr/>
          <p:nvPr/>
        </p:nvSpPr>
        <p:spPr>
          <a:xfrm>
            <a:off x="8953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7" name="wm.library-whiteboard.001.009.022"/>
          <p:cNvSpPr/>
          <p:nvPr/>
        </p:nvSpPr>
        <p:spPr>
          <a:xfrm>
            <a:off x="8953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8" name="wm.library-whiteboard.001.009.023"/>
          <p:cNvSpPr/>
          <p:nvPr/>
        </p:nvSpPr>
        <p:spPr>
          <a:xfrm>
            <a:off x="89535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9" name="wm.library-whiteboard.001.010.001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0" name="wm.library-whiteboard.001.010.002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1" name="wm.library-whiteboard.001.010.003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2" name="wm.library-whiteboard.001.010.004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3" name="wm.library-whiteboard.001.010.005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4" name="wm.library-whiteboard.001.010.00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5" name="wm.library-whiteboard.001.010.007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6" name="wm.library-whiteboard.001.010.008"/>
          <p:cNvSpPr/>
          <p:nvPr/>
        </p:nvSpPr>
        <p:spPr>
          <a:xfrm>
            <a:off x="9182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7" name="wm.library-whiteboard.001.010.009"/>
          <p:cNvSpPr/>
          <p:nvPr/>
        </p:nvSpPr>
        <p:spPr>
          <a:xfrm>
            <a:off x="9182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8" name="wm.library-whiteboard.001.010.010"/>
          <p:cNvSpPr/>
          <p:nvPr/>
        </p:nvSpPr>
        <p:spPr>
          <a:xfrm>
            <a:off x="9182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9" name="wm.library-whiteboard.001.010.011"/>
          <p:cNvSpPr/>
          <p:nvPr/>
        </p:nvSpPr>
        <p:spPr>
          <a:xfrm>
            <a:off x="9182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0" name="wm.library-whiteboard.001.010.012"/>
          <p:cNvSpPr/>
          <p:nvPr/>
        </p:nvSpPr>
        <p:spPr>
          <a:xfrm>
            <a:off x="9182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1" name="wm.library-whiteboard.001.010.013"/>
          <p:cNvSpPr/>
          <p:nvPr/>
        </p:nvSpPr>
        <p:spPr>
          <a:xfrm>
            <a:off x="9182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2" name="wm.library-whiteboard.001.010.014"/>
          <p:cNvSpPr/>
          <p:nvPr/>
        </p:nvSpPr>
        <p:spPr>
          <a:xfrm>
            <a:off x="9182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3" name="wm.library-whiteboard.001.010.015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4" name="wm.library-whiteboard.001.010.016"/>
          <p:cNvSpPr/>
          <p:nvPr/>
        </p:nvSpPr>
        <p:spPr>
          <a:xfrm>
            <a:off x="9182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5" name="wm.library-whiteboard.001.010.017"/>
          <p:cNvSpPr/>
          <p:nvPr/>
        </p:nvSpPr>
        <p:spPr>
          <a:xfrm>
            <a:off x="9182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6" name="wm.library-whiteboard.001.010.018"/>
          <p:cNvSpPr/>
          <p:nvPr/>
        </p:nvSpPr>
        <p:spPr>
          <a:xfrm>
            <a:off x="9182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7" name="wm.library-whiteboard.001.010.019"/>
          <p:cNvSpPr/>
          <p:nvPr/>
        </p:nvSpPr>
        <p:spPr>
          <a:xfrm>
            <a:off x="9182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8" name="wm.library-whiteboard.001.010.020"/>
          <p:cNvSpPr/>
          <p:nvPr/>
        </p:nvSpPr>
        <p:spPr>
          <a:xfrm>
            <a:off x="9182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9" name="wm.library-whiteboard.001.010.021"/>
          <p:cNvSpPr/>
          <p:nvPr/>
        </p:nvSpPr>
        <p:spPr>
          <a:xfrm>
            <a:off x="9182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0" name="wm.library-whiteboard.001.010.022"/>
          <p:cNvSpPr/>
          <p:nvPr/>
        </p:nvSpPr>
        <p:spPr>
          <a:xfrm>
            <a:off x="9182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1" name="wm.library-whiteboard.001.010.023"/>
          <p:cNvSpPr/>
          <p:nvPr/>
        </p:nvSpPr>
        <p:spPr>
          <a:xfrm>
            <a:off x="91821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2" name="wm.library-whiteboard.001.011.001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3" name="wm.library-whiteboard.001.011.002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4" name="wm.library-whiteboard.001.011.003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5" name="wm.library-whiteboard.001.011.004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6" name="wm.library-whiteboard.001.011.005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7" name="wm.library-whiteboard.001.011.006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8" name="wm.library-whiteboard.001.011.007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9" name="wm.library-whiteboard.001.011.008"/>
          <p:cNvSpPr/>
          <p:nvPr/>
        </p:nvSpPr>
        <p:spPr>
          <a:xfrm>
            <a:off x="9410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0" name="wm.library-whiteboard.001.011.009"/>
          <p:cNvSpPr/>
          <p:nvPr/>
        </p:nvSpPr>
        <p:spPr>
          <a:xfrm>
            <a:off x="9410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1" name="wm.library-whiteboard.001.011.010"/>
          <p:cNvSpPr/>
          <p:nvPr/>
        </p:nvSpPr>
        <p:spPr>
          <a:xfrm>
            <a:off x="9410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2" name="wm.library-whiteboard.001.011.011"/>
          <p:cNvSpPr/>
          <p:nvPr/>
        </p:nvSpPr>
        <p:spPr>
          <a:xfrm>
            <a:off x="9410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3" name="wm.library-whiteboard.001.011.012"/>
          <p:cNvSpPr/>
          <p:nvPr/>
        </p:nvSpPr>
        <p:spPr>
          <a:xfrm>
            <a:off x="9410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4" name="wm.library-whiteboard.001.011.013"/>
          <p:cNvSpPr/>
          <p:nvPr/>
        </p:nvSpPr>
        <p:spPr>
          <a:xfrm>
            <a:off x="9410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5" name="wm.library-whiteboard.001.011.014"/>
          <p:cNvSpPr/>
          <p:nvPr/>
        </p:nvSpPr>
        <p:spPr>
          <a:xfrm>
            <a:off x="9410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6" name="wm.library-whiteboard.001.011.015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7" name="wm.library-whiteboard.001.011.016"/>
          <p:cNvSpPr/>
          <p:nvPr/>
        </p:nvSpPr>
        <p:spPr>
          <a:xfrm>
            <a:off x="9410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8" name="wm.library-whiteboard.001.011.017"/>
          <p:cNvSpPr/>
          <p:nvPr/>
        </p:nvSpPr>
        <p:spPr>
          <a:xfrm>
            <a:off x="9410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9" name="wm.library-whiteboard.001.011.018"/>
          <p:cNvSpPr/>
          <p:nvPr/>
        </p:nvSpPr>
        <p:spPr>
          <a:xfrm>
            <a:off x="9410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0" name="wm.library-whiteboard.001.011.019"/>
          <p:cNvSpPr/>
          <p:nvPr/>
        </p:nvSpPr>
        <p:spPr>
          <a:xfrm>
            <a:off x="9410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1" name="wm.library-whiteboard.001.011.020"/>
          <p:cNvSpPr/>
          <p:nvPr/>
        </p:nvSpPr>
        <p:spPr>
          <a:xfrm>
            <a:off x="9410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2" name="wm.library-whiteboard.001.011.021"/>
          <p:cNvSpPr/>
          <p:nvPr/>
        </p:nvSpPr>
        <p:spPr>
          <a:xfrm>
            <a:off x="9410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3" name="wm.library-whiteboard.001.011.022"/>
          <p:cNvSpPr/>
          <p:nvPr/>
        </p:nvSpPr>
        <p:spPr>
          <a:xfrm>
            <a:off x="9410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4" name="wm.library-whiteboard.001.011.023"/>
          <p:cNvSpPr/>
          <p:nvPr/>
        </p:nvSpPr>
        <p:spPr>
          <a:xfrm>
            <a:off x="94107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5" name="wm.library-whiteboard.001.012.001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6" name="wm.library-whiteboard.001.012.002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7" name="wm.library-whiteboard.001.012.003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8" name="wm.library-whiteboard.001.012.004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9" name="wm.library-whiteboard.001.012.005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0" name="wm.library-whiteboard.001.012.006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1" name="wm.library-whiteboard.001.012.007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2" name="wm.library-whiteboard.001.012.008"/>
          <p:cNvSpPr/>
          <p:nvPr/>
        </p:nvSpPr>
        <p:spPr>
          <a:xfrm>
            <a:off x="9639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3" name="wm.library-whiteboard.001.012.009"/>
          <p:cNvSpPr/>
          <p:nvPr/>
        </p:nvSpPr>
        <p:spPr>
          <a:xfrm>
            <a:off x="9639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4" name="wm.library-whiteboard.001.012.010"/>
          <p:cNvSpPr/>
          <p:nvPr/>
        </p:nvSpPr>
        <p:spPr>
          <a:xfrm>
            <a:off x="9639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5" name="wm.library-whiteboard.001.012.011"/>
          <p:cNvSpPr/>
          <p:nvPr/>
        </p:nvSpPr>
        <p:spPr>
          <a:xfrm>
            <a:off x="9639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6" name="wm.library-whiteboard.001.012.012"/>
          <p:cNvSpPr/>
          <p:nvPr/>
        </p:nvSpPr>
        <p:spPr>
          <a:xfrm>
            <a:off x="9639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7" name="wm.library-whiteboard.001.012.013"/>
          <p:cNvSpPr/>
          <p:nvPr/>
        </p:nvSpPr>
        <p:spPr>
          <a:xfrm>
            <a:off x="9639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8" name="wm.library-whiteboard.001.012.014"/>
          <p:cNvSpPr/>
          <p:nvPr/>
        </p:nvSpPr>
        <p:spPr>
          <a:xfrm>
            <a:off x="9639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9" name="wm.library-whiteboard.001.012.015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0" name="wm.library-whiteboard.001.012.016"/>
          <p:cNvSpPr/>
          <p:nvPr/>
        </p:nvSpPr>
        <p:spPr>
          <a:xfrm>
            <a:off x="9639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1" name="wm.library-whiteboard.001.012.017"/>
          <p:cNvSpPr/>
          <p:nvPr/>
        </p:nvSpPr>
        <p:spPr>
          <a:xfrm>
            <a:off x="9639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2" name="wm.library-whiteboard.001.012.018"/>
          <p:cNvSpPr/>
          <p:nvPr/>
        </p:nvSpPr>
        <p:spPr>
          <a:xfrm>
            <a:off x="9639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3" name="wm.library-whiteboard.001.012.019"/>
          <p:cNvSpPr/>
          <p:nvPr/>
        </p:nvSpPr>
        <p:spPr>
          <a:xfrm>
            <a:off x="9639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4" name="wm.library-whiteboard.001.012.020"/>
          <p:cNvSpPr/>
          <p:nvPr/>
        </p:nvSpPr>
        <p:spPr>
          <a:xfrm>
            <a:off x="9639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5" name="wm.library-whiteboard.001.012.021"/>
          <p:cNvSpPr/>
          <p:nvPr/>
        </p:nvSpPr>
        <p:spPr>
          <a:xfrm>
            <a:off x="9639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6" name="wm.library-whiteboard.001.012.022"/>
          <p:cNvSpPr/>
          <p:nvPr/>
        </p:nvSpPr>
        <p:spPr>
          <a:xfrm>
            <a:off x="9639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7" name="wm.library-whiteboard.001.012.023"/>
          <p:cNvSpPr/>
          <p:nvPr/>
        </p:nvSpPr>
        <p:spPr>
          <a:xfrm>
            <a:off x="96393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8" name="wm.library-whiteboard.001.013.001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9" name="wm.library-whiteboard.001.013.002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0" name="wm.library-whiteboard.001.013.003"/>
          <p:cNvSpPr/>
          <p:nvPr/>
        </p:nvSpPr>
        <p:spPr>
          <a:xfrm>
            <a:off x="9867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1" name="wm.library-whiteboard.001.013.004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2" name="wm.library-whiteboard.001.013.005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3" name="wm.library-whiteboard.001.013.006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4" name="wm.library-whiteboard.001.013.007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5" name="wm.library-whiteboard.001.013.008"/>
          <p:cNvSpPr/>
          <p:nvPr/>
        </p:nvSpPr>
        <p:spPr>
          <a:xfrm>
            <a:off x="9867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6" name="wm.library-whiteboard.001.013.009"/>
          <p:cNvSpPr/>
          <p:nvPr/>
        </p:nvSpPr>
        <p:spPr>
          <a:xfrm>
            <a:off x="9867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7" name="wm.library-whiteboard.001.013.010"/>
          <p:cNvSpPr/>
          <p:nvPr/>
        </p:nvSpPr>
        <p:spPr>
          <a:xfrm>
            <a:off x="9867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8" name="wm.library-whiteboard.001.013.011"/>
          <p:cNvSpPr/>
          <p:nvPr/>
        </p:nvSpPr>
        <p:spPr>
          <a:xfrm>
            <a:off x="9867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9" name="wm.library-whiteboard.001.013.012"/>
          <p:cNvSpPr/>
          <p:nvPr/>
        </p:nvSpPr>
        <p:spPr>
          <a:xfrm>
            <a:off x="9867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0" name="wm.library-whiteboard.001.013.013"/>
          <p:cNvSpPr/>
          <p:nvPr/>
        </p:nvSpPr>
        <p:spPr>
          <a:xfrm>
            <a:off x="9867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1" name="wm.library-whiteboard.001.013.014"/>
          <p:cNvSpPr/>
          <p:nvPr/>
        </p:nvSpPr>
        <p:spPr>
          <a:xfrm>
            <a:off x="9867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2" name="wm.library-whiteboard.001.013.015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3" name="wm.library-whiteboard.001.013.016"/>
          <p:cNvSpPr/>
          <p:nvPr/>
        </p:nvSpPr>
        <p:spPr>
          <a:xfrm>
            <a:off x="9867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4" name="wm.library-whiteboard.001.013.017"/>
          <p:cNvSpPr/>
          <p:nvPr/>
        </p:nvSpPr>
        <p:spPr>
          <a:xfrm>
            <a:off x="9867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5" name="wm.library-whiteboard.001.013.018"/>
          <p:cNvSpPr/>
          <p:nvPr/>
        </p:nvSpPr>
        <p:spPr>
          <a:xfrm>
            <a:off x="9867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6" name="wm.library-whiteboard.001.013.019"/>
          <p:cNvSpPr/>
          <p:nvPr/>
        </p:nvSpPr>
        <p:spPr>
          <a:xfrm>
            <a:off x="9867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7" name="wm.library-whiteboard.001.013.020"/>
          <p:cNvSpPr/>
          <p:nvPr/>
        </p:nvSpPr>
        <p:spPr>
          <a:xfrm>
            <a:off x="9867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8" name="wm.library-whiteboard.001.013.021"/>
          <p:cNvSpPr/>
          <p:nvPr/>
        </p:nvSpPr>
        <p:spPr>
          <a:xfrm>
            <a:off x="9867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9" name="wm.library-whiteboard.001.013.022"/>
          <p:cNvSpPr/>
          <p:nvPr/>
        </p:nvSpPr>
        <p:spPr>
          <a:xfrm>
            <a:off x="9867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0" name="wm.library-whiteboard.001.013.023"/>
          <p:cNvSpPr/>
          <p:nvPr/>
        </p:nvSpPr>
        <p:spPr>
          <a:xfrm>
            <a:off x="98679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1" name="wm.library-whiteboard.001.014.001"/>
          <p:cNvSpPr/>
          <p:nvPr/>
        </p:nvSpPr>
        <p:spPr>
          <a:xfrm>
            <a:off x="10096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2" name="wm.library-whiteboard.001.014.002"/>
          <p:cNvSpPr/>
          <p:nvPr/>
        </p:nvSpPr>
        <p:spPr>
          <a:xfrm>
            <a:off x="10096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3" name="wm.library-whiteboard.001.014.003"/>
          <p:cNvSpPr/>
          <p:nvPr/>
        </p:nvSpPr>
        <p:spPr>
          <a:xfrm>
            <a:off x="10096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4" name="wm.library-whiteboard.001.014.004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5" name="wm.library-whiteboard.001.014.005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6" name="wm.library-whiteboard.001.014.006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7" name="wm.library-whiteboard.001.014.007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8" name="wm.library-whiteboard.001.014.008"/>
          <p:cNvSpPr/>
          <p:nvPr/>
        </p:nvSpPr>
        <p:spPr>
          <a:xfrm>
            <a:off x="10096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09" name="wm.library-whiteboard.001.014.009"/>
          <p:cNvSpPr/>
          <p:nvPr/>
        </p:nvSpPr>
        <p:spPr>
          <a:xfrm>
            <a:off x="10096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0" name="wm.library-whiteboard.001.014.010"/>
          <p:cNvSpPr/>
          <p:nvPr/>
        </p:nvSpPr>
        <p:spPr>
          <a:xfrm>
            <a:off x="10096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1" name="wm.library-whiteboard.001.014.011"/>
          <p:cNvSpPr/>
          <p:nvPr/>
        </p:nvSpPr>
        <p:spPr>
          <a:xfrm>
            <a:off x="10096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2" name="wm.library-whiteboard.001.014.012"/>
          <p:cNvSpPr/>
          <p:nvPr/>
        </p:nvSpPr>
        <p:spPr>
          <a:xfrm>
            <a:off x="10096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3" name="wm.library-whiteboard.001.014.013"/>
          <p:cNvSpPr/>
          <p:nvPr/>
        </p:nvSpPr>
        <p:spPr>
          <a:xfrm>
            <a:off x="10096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4" name="wm.library-whiteboard.001.014.014"/>
          <p:cNvSpPr/>
          <p:nvPr/>
        </p:nvSpPr>
        <p:spPr>
          <a:xfrm>
            <a:off x="10096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5" name="wm.library-whiteboard.001.014.015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6" name="wm.library-whiteboard.001.014.016"/>
          <p:cNvSpPr/>
          <p:nvPr/>
        </p:nvSpPr>
        <p:spPr>
          <a:xfrm>
            <a:off x="10096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7" name="wm.library-whiteboard.001.014.017"/>
          <p:cNvSpPr/>
          <p:nvPr/>
        </p:nvSpPr>
        <p:spPr>
          <a:xfrm>
            <a:off x="10096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8" name="wm.library-whiteboard.001.014.018"/>
          <p:cNvSpPr/>
          <p:nvPr/>
        </p:nvSpPr>
        <p:spPr>
          <a:xfrm>
            <a:off x="10096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19" name="wm.library-whiteboard.001.014.019"/>
          <p:cNvSpPr/>
          <p:nvPr/>
        </p:nvSpPr>
        <p:spPr>
          <a:xfrm>
            <a:off x="10096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0" name="wm.library-whiteboard.001.014.020"/>
          <p:cNvSpPr/>
          <p:nvPr/>
        </p:nvSpPr>
        <p:spPr>
          <a:xfrm>
            <a:off x="10096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1" name="wm.library-whiteboard.001.014.021"/>
          <p:cNvSpPr/>
          <p:nvPr/>
        </p:nvSpPr>
        <p:spPr>
          <a:xfrm>
            <a:off x="10096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2" name="wm.library-whiteboard.001.014.022"/>
          <p:cNvSpPr/>
          <p:nvPr/>
        </p:nvSpPr>
        <p:spPr>
          <a:xfrm>
            <a:off x="10096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3" name="wm.library-whiteboard.001.014.023"/>
          <p:cNvSpPr/>
          <p:nvPr/>
        </p:nvSpPr>
        <p:spPr>
          <a:xfrm>
            <a:off x="100965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4" name="wm.library-whiteboard.001.015.001"/>
          <p:cNvSpPr/>
          <p:nvPr/>
        </p:nvSpPr>
        <p:spPr>
          <a:xfrm>
            <a:off x="10325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5" name="wm.library-whiteboard.001.015.002"/>
          <p:cNvSpPr/>
          <p:nvPr/>
        </p:nvSpPr>
        <p:spPr>
          <a:xfrm>
            <a:off x="10325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6" name="wm.library-whiteboard.001.015.003"/>
          <p:cNvSpPr/>
          <p:nvPr/>
        </p:nvSpPr>
        <p:spPr>
          <a:xfrm>
            <a:off x="10325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7" name="wm.library-whiteboard.001.015.004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8" name="wm.library-whiteboard.001.015.005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29" name="wm.library-whiteboard.001.015.006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0" name="wm.library-whiteboard.001.015.007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1" name="wm.library-whiteboard.001.015.008"/>
          <p:cNvSpPr/>
          <p:nvPr/>
        </p:nvSpPr>
        <p:spPr>
          <a:xfrm>
            <a:off x="10325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2" name="wm.library-whiteboard.001.015.009"/>
          <p:cNvSpPr/>
          <p:nvPr/>
        </p:nvSpPr>
        <p:spPr>
          <a:xfrm>
            <a:off x="10325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3" name="wm.library-whiteboard.001.015.010"/>
          <p:cNvSpPr/>
          <p:nvPr/>
        </p:nvSpPr>
        <p:spPr>
          <a:xfrm>
            <a:off x="10325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4" name="wm.library-whiteboard.001.015.011"/>
          <p:cNvSpPr/>
          <p:nvPr/>
        </p:nvSpPr>
        <p:spPr>
          <a:xfrm>
            <a:off x="10325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5" name="wm.library-whiteboard.001.015.012"/>
          <p:cNvSpPr/>
          <p:nvPr/>
        </p:nvSpPr>
        <p:spPr>
          <a:xfrm>
            <a:off x="10325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6" name="wm.library-whiteboard.001.015.013"/>
          <p:cNvSpPr/>
          <p:nvPr/>
        </p:nvSpPr>
        <p:spPr>
          <a:xfrm>
            <a:off x="10325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7" name="wm.library-whiteboard.001.015.014"/>
          <p:cNvSpPr/>
          <p:nvPr/>
        </p:nvSpPr>
        <p:spPr>
          <a:xfrm>
            <a:off x="10325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8" name="wm.library-whiteboard.001.015.015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9" name="wm.library-whiteboard.001.015.016"/>
          <p:cNvSpPr/>
          <p:nvPr/>
        </p:nvSpPr>
        <p:spPr>
          <a:xfrm>
            <a:off x="10325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0" name="wm.library-whiteboard.001.015.017"/>
          <p:cNvSpPr/>
          <p:nvPr/>
        </p:nvSpPr>
        <p:spPr>
          <a:xfrm>
            <a:off x="10325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1" name="wm.library-whiteboard.001.015.018"/>
          <p:cNvSpPr/>
          <p:nvPr/>
        </p:nvSpPr>
        <p:spPr>
          <a:xfrm>
            <a:off x="10325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2" name="wm.library-whiteboard.001.015.019"/>
          <p:cNvSpPr/>
          <p:nvPr/>
        </p:nvSpPr>
        <p:spPr>
          <a:xfrm>
            <a:off x="10325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3" name="wm.library-whiteboard.001.015.020"/>
          <p:cNvSpPr/>
          <p:nvPr/>
        </p:nvSpPr>
        <p:spPr>
          <a:xfrm>
            <a:off x="10325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4" name="wm.library-whiteboard.001.015.021"/>
          <p:cNvSpPr/>
          <p:nvPr/>
        </p:nvSpPr>
        <p:spPr>
          <a:xfrm>
            <a:off x="10325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5" name="wm.library-whiteboard.001.015.022"/>
          <p:cNvSpPr/>
          <p:nvPr/>
        </p:nvSpPr>
        <p:spPr>
          <a:xfrm>
            <a:off x="10325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6" name="wm.library-whiteboard.001.015.023"/>
          <p:cNvSpPr/>
          <p:nvPr/>
        </p:nvSpPr>
        <p:spPr>
          <a:xfrm>
            <a:off x="103251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7" name="wm.library-whiteboard.001.016.001"/>
          <p:cNvSpPr/>
          <p:nvPr/>
        </p:nvSpPr>
        <p:spPr>
          <a:xfrm>
            <a:off x="10553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8" name="wm.library-whiteboard.001.016.002"/>
          <p:cNvSpPr/>
          <p:nvPr/>
        </p:nvSpPr>
        <p:spPr>
          <a:xfrm>
            <a:off x="10553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9" name="wm.library-whiteboard.001.016.003"/>
          <p:cNvSpPr/>
          <p:nvPr/>
        </p:nvSpPr>
        <p:spPr>
          <a:xfrm>
            <a:off x="10553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0" name="wm.library-whiteboard.001.016.004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1" name="wm.library-whiteboard.001.016.005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2" name="wm.library-whiteboard.001.016.006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3" name="wm.library-whiteboard.001.016.007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4" name="wm.library-whiteboard.001.016.008"/>
          <p:cNvSpPr/>
          <p:nvPr/>
        </p:nvSpPr>
        <p:spPr>
          <a:xfrm>
            <a:off x="105537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5" name="wm.library-whiteboard.001.016.009"/>
          <p:cNvSpPr/>
          <p:nvPr/>
        </p:nvSpPr>
        <p:spPr>
          <a:xfrm>
            <a:off x="105537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6" name="wm.library-whiteboard.001.016.010"/>
          <p:cNvSpPr/>
          <p:nvPr/>
        </p:nvSpPr>
        <p:spPr>
          <a:xfrm>
            <a:off x="105537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7" name="wm.library-whiteboard.001.016.011"/>
          <p:cNvSpPr/>
          <p:nvPr/>
        </p:nvSpPr>
        <p:spPr>
          <a:xfrm>
            <a:off x="105537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8" name="wm.library-whiteboard.001.016.012"/>
          <p:cNvSpPr/>
          <p:nvPr/>
        </p:nvSpPr>
        <p:spPr>
          <a:xfrm>
            <a:off x="105537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9" name="wm.library-whiteboard.001.016.013"/>
          <p:cNvSpPr/>
          <p:nvPr/>
        </p:nvSpPr>
        <p:spPr>
          <a:xfrm>
            <a:off x="105537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0" name="wm.library-whiteboard.001.016.014"/>
          <p:cNvSpPr/>
          <p:nvPr/>
        </p:nvSpPr>
        <p:spPr>
          <a:xfrm>
            <a:off x="105537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1" name="wm.library-whiteboard.001.016.015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2" name="wm.library-whiteboard.001.016.016"/>
          <p:cNvSpPr/>
          <p:nvPr/>
        </p:nvSpPr>
        <p:spPr>
          <a:xfrm>
            <a:off x="105537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3" name="wm.library-whiteboard.001.016.017"/>
          <p:cNvSpPr/>
          <p:nvPr/>
        </p:nvSpPr>
        <p:spPr>
          <a:xfrm>
            <a:off x="105537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4" name="wm.library-whiteboard.001.016.018"/>
          <p:cNvSpPr/>
          <p:nvPr/>
        </p:nvSpPr>
        <p:spPr>
          <a:xfrm>
            <a:off x="10553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5" name="wm.library-whiteboard.001.016.019"/>
          <p:cNvSpPr/>
          <p:nvPr/>
        </p:nvSpPr>
        <p:spPr>
          <a:xfrm>
            <a:off x="10553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6" name="wm.library-whiteboard.001.016.020"/>
          <p:cNvSpPr/>
          <p:nvPr/>
        </p:nvSpPr>
        <p:spPr>
          <a:xfrm>
            <a:off x="105537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7" name="wm.library-whiteboard.001.016.021"/>
          <p:cNvSpPr/>
          <p:nvPr/>
        </p:nvSpPr>
        <p:spPr>
          <a:xfrm>
            <a:off x="105537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8" name="wm.library-whiteboard.001.016.022"/>
          <p:cNvSpPr/>
          <p:nvPr/>
        </p:nvSpPr>
        <p:spPr>
          <a:xfrm>
            <a:off x="105537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9" name="wm.library-whiteboard.001.016.023"/>
          <p:cNvSpPr/>
          <p:nvPr/>
        </p:nvSpPr>
        <p:spPr>
          <a:xfrm>
            <a:off x="105537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0" name="wm.library-whiteboard.001.017.001"/>
          <p:cNvSpPr/>
          <p:nvPr/>
        </p:nvSpPr>
        <p:spPr>
          <a:xfrm>
            <a:off x="10782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1" name="wm.library-whiteboard.001.017.002"/>
          <p:cNvSpPr/>
          <p:nvPr/>
        </p:nvSpPr>
        <p:spPr>
          <a:xfrm>
            <a:off x="10782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2" name="wm.library-whiteboard.001.017.003"/>
          <p:cNvSpPr/>
          <p:nvPr/>
        </p:nvSpPr>
        <p:spPr>
          <a:xfrm>
            <a:off x="10782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3" name="wm.library-whiteboard.001.017.004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4" name="wm.library-whiteboard.001.017.005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5" name="wm.library-whiteboard.001.017.006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6" name="wm.library-whiteboard.001.017.007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7" name="wm.library-whiteboard.001.017.008"/>
          <p:cNvSpPr/>
          <p:nvPr/>
        </p:nvSpPr>
        <p:spPr>
          <a:xfrm>
            <a:off x="107823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8" name="wm.library-whiteboard.001.017.009"/>
          <p:cNvSpPr/>
          <p:nvPr/>
        </p:nvSpPr>
        <p:spPr>
          <a:xfrm>
            <a:off x="107823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9" name="wm.library-whiteboard.001.017.010"/>
          <p:cNvSpPr/>
          <p:nvPr/>
        </p:nvSpPr>
        <p:spPr>
          <a:xfrm>
            <a:off x="107823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0" name="wm.library-whiteboard.001.017.011"/>
          <p:cNvSpPr/>
          <p:nvPr/>
        </p:nvSpPr>
        <p:spPr>
          <a:xfrm>
            <a:off x="107823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1" name="wm.library-whiteboard.001.017.012"/>
          <p:cNvSpPr/>
          <p:nvPr/>
        </p:nvSpPr>
        <p:spPr>
          <a:xfrm>
            <a:off x="107823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2" name="wm.library-whiteboard.001.017.013"/>
          <p:cNvSpPr/>
          <p:nvPr/>
        </p:nvSpPr>
        <p:spPr>
          <a:xfrm>
            <a:off x="107823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3" name="wm.library-whiteboard.001.017.014"/>
          <p:cNvSpPr/>
          <p:nvPr/>
        </p:nvSpPr>
        <p:spPr>
          <a:xfrm>
            <a:off x="107823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4" name="wm.library-whiteboard.001.017.015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5" name="wm.library-whiteboard.001.017.016"/>
          <p:cNvSpPr/>
          <p:nvPr/>
        </p:nvSpPr>
        <p:spPr>
          <a:xfrm>
            <a:off x="107823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6" name="wm.library-whiteboard.001.017.017"/>
          <p:cNvSpPr/>
          <p:nvPr/>
        </p:nvSpPr>
        <p:spPr>
          <a:xfrm>
            <a:off x="107823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7" name="wm.library-whiteboard.001.017.018"/>
          <p:cNvSpPr/>
          <p:nvPr/>
        </p:nvSpPr>
        <p:spPr>
          <a:xfrm>
            <a:off x="10782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8" name="wm.library-whiteboard.001.017.019"/>
          <p:cNvSpPr/>
          <p:nvPr/>
        </p:nvSpPr>
        <p:spPr>
          <a:xfrm>
            <a:off x="10782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9" name="wm.library-whiteboard.001.017.020"/>
          <p:cNvSpPr/>
          <p:nvPr/>
        </p:nvSpPr>
        <p:spPr>
          <a:xfrm>
            <a:off x="107823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0" name="wm.library-whiteboard.001.017.021"/>
          <p:cNvSpPr/>
          <p:nvPr/>
        </p:nvSpPr>
        <p:spPr>
          <a:xfrm>
            <a:off x="107823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1" name="wm.library-whiteboard.001.017.022"/>
          <p:cNvSpPr/>
          <p:nvPr/>
        </p:nvSpPr>
        <p:spPr>
          <a:xfrm>
            <a:off x="107823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2" name="wm.library-whiteboard.001.017.023"/>
          <p:cNvSpPr/>
          <p:nvPr/>
        </p:nvSpPr>
        <p:spPr>
          <a:xfrm>
            <a:off x="107823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3" name="wm.library-whiteboard.001.018.001"/>
          <p:cNvSpPr/>
          <p:nvPr/>
        </p:nvSpPr>
        <p:spPr>
          <a:xfrm>
            <a:off x="11010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4" name="wm.library-whiteboard.001.018.002"/>
          <p:cNvSpPr/>
          <p:nvPr/>
        </p:nvSpPr>
        <p:spPr>
          <a:xfrm>
            <a:off x="11010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5" name="wm.library-whiteboard.001.018.003"/>
          <p:cNvSpPr/>
          <p:nvPr/>
        </p:nvSpPr>
        <p:spPr>
          <a:xfrm>
            <a:off x="11010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6" name="wm.library-whiteboard.001.018.004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7" name="wm.library-whiteboard.001.018.005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8" name="wm.library-whiteboard.001.018.006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99" name="wm.library-whiteboard.001.018.007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0" name="wm.library-whiteboard.001.018.008"/>
          <p:cNvSpPr/>
          <p:nvPr/>
        </p:nvSpPr>
        <p:spPr>
          <a:xfrm>
            <a:off x="110109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1" name="wm.library-whiteboard.001.018.009"/>
          <p:cNvSpPr/>
          <p:nvPr/>
        </p:nvSpPr>
        <p:spPr>
          <a:xfrm>
            <a:off x="110109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2" name="wm.library-whiteboard.001.018.010"/>
          <p:cNvSpPr/>
          <p:nvPr/>
        </p:nvSpPr>
        <p:spPr>
          <a:xfrm>
            <a:off x="110109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3" name="wm.library-whiteboard.001.018.011"/>
          <p:cNvSpPr/>
          <p:nvPr/>
        </p:nvSpPr>
        <p:spPr>
          <a:xfrm>
            <a:off x="110109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4" name="wm.library-whiteboard.001.018.012"/>
          <p:cNvSpPr/>
          <p:nvPr/>
        </p:nvSpPr>
        <p:spPr>
          <a:xfrm>
            <a:off x="110109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5" name="wm.library-whiteboard.001.018.013"/>
          <p:cNvSpPr/>
          <p:nvPr/>
        </p:nvSpPr>
        <p:spPr>
          <a:xfrm>
            <a:off x="110109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6" name="wm.library-whiteboard.001.018.014"/>
          <p:cNvSpPr/>
          <p:nvPr/>
        </p:nvSpPr>
        <p:spPr>
          <a:xfrm>
            <a:off x="110109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7" name="wm.library-whiteboard.001.018.015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8" name="wm.library-whiteboard.001.018.016"/>
          <p:cNvSpPr/>
          <p:nvPr/>
        </p:nvSpPr>
        <p:spPr>
          <a:xfrm>
            <a:off x="110109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09" name="wm.library-whiteboard.001.018.017"/>
          <p:cNvSpPr/>
          <p:nvPr/>
        </p:nvSpPr>
        <p:spPr>
          <a:xfrm>
            <a:off x="110109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0" name="wm.library-whiteboard.001.018.018"/>
          <p:cNvSpPr/>
          <p:nvPr/>
        </p:nvSpPr>
        <p:spPr>
          <a:xfrm>
            <a:off x="11010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1" name="wm.library-whiteboard.001.018.019"/>
          <p:cNvSpPr/>
          <p:nvPr/>
        </p:nvSpPr>
        <p:spPr>
          <a:xfrm>
            <a:off x="11010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2" name="wm.library-whiteboard.001.018.020"/>
          <p:cNvSpPr/>
          <p:nvPr/>
        </p:nvSpPr>
        <p:spPr>
          <a:xfrm>
            <a:off x="110109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3" name="wm.library-whiteboard.001.018.021"/>
          <p:cNvSpPr/>
          <p:nvPr/>
        </p:nvSpPr>
        <p:spPr>
          <a:xfrm>
            <a:off x="110109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4" name="wm.library-whiteboard.001.018.022"/>
          <p:cNvSpPr/>
          <p:nvPr/>
        </p:nvSpPr>
        <p:spPr>
          <a:xfrm>
            <a:off x="110109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5" name="wm.library-whiteboard.001.018.023"/>
          <p:cNvSpPr/>
          <p:nvPr/>
        </p:nvSpPr>
        <p:spPr>
          <a:xfrm>
            <a:off x="110109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6" name="wm.library-whiteboard.001.019.001"/>
          <p:cNvSpPr/>
          <p:nvPr/>
        </p:nvSpPr>
        <p:spPr>
          <a:xfrm>
            <a:off x="11239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7" name="wm.library-whiteboard.001.019.002"/>
          <p:cNvSpPr/>
          <p:nvPr/>
        </p:nvSpPr>
        <p:spPr>
          <a:xfrm>
            <a:off x="11239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8" name="wm.library-whiteboard.001.019.003"/>
          <p:cNvSpPr/>
          <p:nvPr/>
        </p:nvSpPr>
        <p:spPr>
          <a:xfrm>
            <a:off x="11239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19" name="wm.library-whiteboard.001.019.004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0" name="wm.library-whiteboard.001.019.005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1" name="wm.library-whiteboard.001.019.006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2" name="wm.library-whiteboard.001.019.007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3" name="wm.library-whiteboard.001.019.008"/>
          <p:cNvSpPr/>
          <p:nvPr/>
        </p:nvSpPr>
        <p:spPr>
          <a:xfrm>
            <a:off x="112395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4" name="wm.library-whiteboard.001.019.009"/>
          <p:cNvSpPr/>
          <p:nvPr/>
        </p:nvSpPr>
        <p:spPr>
          <a:xfrm>
            <a:off x="112395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5" name="wm.library-whiteboard.001.019.010"/>
          <p:cNvSpPr/>
          <p:nvPr/>
        </p:nvSpPr>
        <p:spPr>
          <a:xfrm>
            <a:off x="112395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6" name="wm.library-whiteboard.001.019.011"/>
          <p:cNvSpPr/>
          <p:nvPr/>
        </p:nvSpPr>
        <p:spPr>
          <a:xfrm>
            <a:off x="112395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7" name="wm.library-whiteboard.001.019.012"/>
          <p:cNvSpPr/>
          <p:nvPr/>
        </p:nvSpPr>
        <p:spPr>
          <a:xfrm>
            <a:off x="112395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8" name="wm.library-whiteboard.001.019.013"/>
          <p:cNvSpPr/>
          <p:nvPr/>
        </p:nvSpPr>
        <p:spPr>
          <a:xfrm>
            <a:off x="112395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29" name="wm.library-whiteboard.001.019.014"/>
          <p:cNvSpPr/>
          <p:nvPr/>
        </p:nvSpPr>
        <p:spPr>
          <a:xfrm>
            <a:off x="112395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0" name="wm.library-whiteboard.001.019.015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1" name="wm.library-whiteboard.001.019.016"/>
          <p:cNvSpPr/>
          <p:nvPr/>
        </p:nvSpPr>
        <p:spPr>
          <a:xfrm>
            <a:off x="112395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2" name="wm.library-whiteboard.001.019.017"/>
          <p:cNvSpPr/>
          <p:nvPr/>
        </p:nvSpPr>
        <p:spPr>
          <a:xfrm>
            <a:off x="112395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3" name="wm.library-whiteboard.001.019.018"/>
          <p:cNvSpPr/>
          <p:nvPr/>
        </p:nvSpPr>
        <p:spPr>
          <a:xfrm>
            <a:off x="11239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4" name="wm.library-whiteboard.001.019.019"/>
          <p:cNvSpPr/>
          <p:nvPr/>
        </p:nvSpPr>
        <p:spPr>
          <a:xfrm>
            <a:off x="11239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5" name="wm.library-whiteboard.001.019.020"/>
          <p:cNvSpPr/>
          <p:nvPr/>
        </p:nvSpPr>
        <p:spPr>
          <a:xfrm>
            <a:off x="112395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6" name="wm.library-whiteboard.001.019.021"/>
          <p:cNvSpPr/>
          <p:nvPr/>
        </p:nvSpPr>
        <p:spPr>
          <a:xfrm>
            <a:off x="112395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7" name="wm.library-whiteboard.001.019.022"/>
          <p:cNvSpPr/>
          <p:nvPr/>
        </p:nvSpPr>
        <p:spPr>
          <a:xfrm>
            <a:off x="112395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8" name="wm.library-whiteboard.001.019.023"/>
          <p:cNvSpPr/>
          <p:nvPr/>
        </p:nvSpPr>
        <p:spPr>
          <a:xfrm>
            <a:off x="112395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39" name="wm.library-whiteboard.001.020.001"/>
          <p:cNvSpPr/>
          <p:nvPr/>
        </p:nvSpPr>
        <p:spPr>
          <a:xfrm>
            <a:off x="11468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0" name="wm.library-whiteboard.001.020.002"/>
          <p:cNvSpPr/>
          <p:nvPr/>
        </p:nvSpPr>
        <p:spPr>
          <a:xfrm>
            <a:off x="11468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1" name="wm.library-whiteboard.001.020.003"/>
          <p:cNvSpPr/>
          <p:nvPr/>
        </p:nvSpPr>
        <p:spPr>
          <a:xfrm>
            <a:off x="11468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2" name="wm.library-whiteboard.001.020.004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3" name="wm.library-whiteboard.001.020.005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4" name="wm.library-whiteboard.001.020.006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5" name="wm.library-whiteboard.001.020.007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6" name="wm.library-whiteboard.001.020.008"/>
          <p:cNvSpPr/>
          <p:nvPr/>
        </p:nvSpPr>
        <p:spPr>
          <a:xfrm>
            <a:off x="11468100" y="2286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7" name="wm.library-whiteboard.001.020.009"/>
          <p:cNvSpPr/>
          <p:nvPr/>
        </p:nvSpPr>
        <p:spPr>
          <a:xfrm>
            <a:off x="11468100" y="2514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8" name="wm.library-whiteboard.001.020.010"/>
          <p:cNvSpPr/>
          <p:nvPr/>
        </p:nvSpPr>
        <p:spPr>
          <a:xfrm>
            <a:off x="11468100" y="2743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49" name="wm.library-whiteboard.001.020.011"/>
          <p:cNvSpPr/>
          <p:nvPr/>
        </p:nvSpPr>
        <p:spPr>
          <a:xfrm>
            <a:off x="11468100" y="2971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0" name="wm.library-whiteboard.001.020.012"/>
          <p:cNvSpPr/>
          <p:nvPr/>
        </p:nvSpPr>
        <p:spPr>
          <a:xfrm>
            <a:off x="11468100" y="3200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1" name="wm.library-whiteboard.001.020.013"/>
          <p:cNvSpPr/>
          <p:nvPr/>
        </p:nvSpPr>
        <p:spPr>
          <a:xfrm>
            <a:off x="11468100" y="3429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2" name="wm.library-whiteboard.001.020.014"/>
          <p:cNvSpPr/>
          <p:nvPr/>
        </p:nvSpPr>
        <p:spPr>
          <a:xfrm>
            <a:off x="11468100" y="3657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3" name="wm.library-whiteboard.001.020.015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4" name="wm.library-whiteboard.001.020.016"/>
          <p:cNvSpPr/>
          <p:nvPr/>
        </p:nvSpPr>
        <p:spPr>
          <a:xfrm>
            <a:off x="11468100" y="4114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5" name="wm.library-whiteboard.001.020.017"/>
          <p:cNvSpPr/>
          <p:nvPr/>
        </p:nvSpPr>
        <p:spPr>
          <a:xfrm>
            <a:off x="11468100" y="4343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6" name="wm.library-whiteboard.001.020.018"/>
          <p:cNvSpPr/>
          <p:nvPr/>
        </p:nvSpPr>
        <p:spPr>
          <a:xfrm>
            <a:off x="11468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7" name="wm.library-whiteboard.001.020.019"/>
          <p:cNvSpPr/>
          <p:nvPr/>
        </p:nvSpPr>
        <p:spPr>
          <a:xfrm>
            <a:off x="11468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8" name="wm.library-whiteboard.001.020.020"/>
          <p:cNvSpPr/>
          <p:nvPr/>
        </p:nvSpPr>
        <p:spPr>
          <a:xfrm>
            <a:off x="11468100" y="5029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59" name="wm.library-whiteboard.001.020.021"/>
          <p:cNvSpPr/>
          <p:nvPr/>
        </p:nvSpPr>
        <p:spPr>
          <a:xfrm>
            <a:off x="11468100" y="5257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60" name="wm.library-whiteboard.001.020.022"/>
          <p:cNvSpPr/>
          <p:nvPr/>
        </p:nvSpPr>
        <p:spPr>
          <a:xfrm>
            <a:off x="11468100" y="5486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61" name="wm.library-whiteboard.001.020.023"/>
          <p:cNvSpPr/>
          <p:nvPr/>
        </p:nvSpPr>
        <p:spPr>
          <a:xfrm>
            <a:off x="11468100" y="5715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grpSp>
        <p:nvGrpSpPr>
          <p:cNvPr id="467" name="node01"/>
          <p:cNvGrpSpPr/>
          <p:nvPr/>
        </p:nvGrpSpPr>
        <p:grpSpPr>
          <a:xfrm>
            <a:off x="723900" y="685800"/>
            <a:ext cx="2514600" cy="525395"/>
            <a:chOff x="723900" y="685800"/>
            <a:chExt cx="2514600" cy="525395"/>
          </a:xfrm>
        </p:grpSpPr>
        <p:pic>
          <p:nvPicPr>
            <p:cNvPr id="463" name="node01.image" descr="logo-rev; canonical SHA256=78df46c598cfa5dc99a111b77f6d0b71f4b9bcef5beaf4568990517a43d157c9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2514600" cy="525395"/>
            </a:xfrm>
            <a:prstGeom prst="rect">
              <a:avLst/>
            </a:prstGeom>
          </p:spPr>
        </p:pic>
      </p:grpSp>
      <p:grpSp>
        <p:nvGrpSpPr>
          <p:cNvPr id="468" name="node02"/>
          <p:cNvGrpSpPr/>
          <p:nvPr/>
        </p:nvGrpSpPr>
        <p:grpSpPr>
          <a:xfrm>
            <a:off x="723900" y="2057400"/>
            <a:ext cx="5257800" cy="152400"/>
            <a:chOff x="723900" y="2057400"/>
            <a:chExt cx="5257800" cy="152400"/>
          </a:xfrm>
        </p:grpSpPr>
        <p:sp>
          <p:nvSpPr>
            <p:cNvPr id="464" name="node02.text"/>
            <p:cNvSpPr/>
            <p:nvPr/>
          </p:nvSpPr>
          <p:spPr>
            <a:xfrm>
              <a:off x="723900" y="20574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F900D3"/>
                  </a:solidFill>
                  <a:latin typeface="IBM Plex Mono SemiBold"/>
                  <a:ea typeface="IBM Plex Mono SemiBold"/>
                  <a:cs typeface="IBM Plex Mono SemiBold"/>
                </a:rPr>
                <a:t>THANK YOU · NORTHFIELD HEALTH SYSTEM</a:t>
              </a:r>
              <a:endParaRPr lang="en-US" sz="1000" spc="80" kern="0" b="0" i="0" dirty="0">
                <a:solidFill>
                  <a:srgbClr val="F900D3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69" name="node03"/>
          <p:cNvGrpSpPr/>
          <p:nvPr/>
        </p:nvGrpSpPr>
        <p:grpSpPr>
          <a:xfrm>
            <a:off x="723900" y="2514600"/>
            <a:ext cx="5257800" cy="1567683"/>
            <a:chOff x="723900" y="2514600"/>
            <a:chExt cx="5257800" cy="1567683"/>
          </a:xfrm>
        </p:grpSpPr>
        <p:pic>
          <p:nvPicPr>
            <p:cNvPr id="465" name="node03.image" descr="Clear Action. Lasting Impact.; tagline-rev; canonical SHA256=3c39ad5ff04d950f67af7d1ac7227f024ef0aa4769f85c3a505fbfc699db7e39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3900" y="2514600"/>
              <a:ext cx="5257800" cy="1567683"/>
            </a:xfrm>
            <a:prstGeom prst="rect">
              <a:avLst/>
            </a:prstGeom>
          </p:spPr>
        </p:pic>
      </p:grpSp>
      <p:grpSp>
        <p:nvGrpSpPr>
          <p:cNvPr id="470" name="node04"/>
          <p:cNvGrpSpPr/>
          <p:nvPr/>
        </p:nvGrpSpPr>
        <p:grpSpPr>
          <a:xfrm>
            <a:off x="723900" y="5257800"/>
            <a:ext cx="5257800" cy="266700"/>
            <a:chOff x="723900" y="5257800"/>
            <a:chExt cx="5257800" cy="266700"/>
          </a:xfrm>
        </p:grpSpPr>
        <p:sp>
          <p:nvSpPr>
            <p:cNvPr id="466" name="node04.text"/>
            <p:cNvSpPr/>
            <p:nvPr/>
          </p:nvSpPr>
          <p:spPr>
            <a:xfrm>
              <a:off x="723900" y="52578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westmonroe.com</a:t>
              </a:r>
              <a:endParaRPr lang="en-US" sz="14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NEXT STEPS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steps take us from decision to a January kick-off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6" name="node01"/>
          <p:cNvGrpSpPr/>
          <p:nvPr/>
        </p:nvGrpSpPr>
        <p:grpSpPr>
          <a:xfrm>
            <a:off x="723900" y="1600200"/>
            <a:ext cx="5943600" cy="2171700"/>
            <a:chOff x="723900" y="1600200"/>
            <a:chExt cx="5943600" cy="2171700"/>
          </a:xfrm>
        </p:grpSpPr>
        <p:sp>
          <p:nvSpPr>
            <p:cNvPr id="6" name="node01.source-001.number"/>
            <p:cNvSpPr/>
            <p:nvPr/>
          </p:nvSpPr>
          <p:spPr>
            <a:xfrm>
              <a:off x="723900" y="1600200"/>
              <a:ext cx="38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4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source-001.title"/>
            <p:cNvSpPr/>
            <p:nvPr/>
          </p:nvSpPr>
          <p:spPr>
            <a:xfrm>
              <a:off x="1257300" y="1600200"/>
              <a:ext cx="541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Confirm scope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source-001.text"/>
            <p:cNvSpPr/>
            <p:nvPr/>
          </p:nvSpPr>
          <p:spPr>
            <a:xfrm>
              <a:off x="1257300" y="1866900"/>
              <a:ext cx="541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Agree wave 1 entities and the executive sponsor by 31 October.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" name="node01.source-002.number"/>
            <p:cNvSpPr/>
            <p:nvPr/>
          </p:nvSpPr>
          <p:spPr>
            <a:xfrm>
              <a:off x="723900" y="2286000"/>
              <a:ext cx="38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4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source-002.title"/>
            <p:cNvSpPr/>
            <p:nvPr/>
          </p:nvSpPr>
          <p:spPr>
            <a:xfrm>
              <a:off x="1257300" y="2286000"/>
              <a:ext cx="541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the team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" name="node01.source-002.text"/>
            <p:cNvSpPr/>
            <p:nvPr/>
          </p:nvSpPr>
          <p:spPr>
            <a:xfrm>
              <a:off x="1257300" y="2552700"/>
              <a:ext cx="5410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 your process owners and set the kick-off agenda in November.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1.source-003.number"/>
            <p:cNvSpPr/>
            <p:nvPr/>
          </p:nvSpPr>
          <p:spPr>
            <a:xfrm>
              <a:off x="723900" y="3238500"/>
              <a:ext cx="38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4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source-003.title"/>
            <p:cNvSpPr/>
            <p:nvPr/>
          </p:nvSpPr>
          <p:spPr>
            <a:xfrm>
              <a:off x="1257300" y="3238500"/>
              <a:ext cx="541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Kick off wave 1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4" name="node01.source-003.text"/>
            <p:cNvSpPr/>
            <p:nvPr/>
          </p:nvSpPr>
          <p:spPr>
            <a:xfrm>
              <a:off x="1257300" y="3505200"/>
              <a:ext cx="541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Start discovery with the five highest-delay entities in January.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5" name="node02"/>
          <p:cNvSpPr/>
          <p:nvPr/>
        </p:nvSpPr>
        <p:spPr>
          <a:xfrm>
            <a:off x="723900" y="4343400"/>
            <a:ext cx="5943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7" name="node03"/>
          <p:cNvGrpSpPr/>
          <p:nvPr/>
        </p:nvGrpSpPr>
        <p:grpSpPr>
          <a:xfrm>
            <a:off x="723900" y="4572000"/>
            <a:ext cx="5943600" cy="495300"/>
            <a:chOff x="723900" y="4572000"/>
            <a:chExt cx="5943600" cy="495300"/>
          </a:xfrm>
        </p:grpSpPr>
        <p:sp>
          <p:nvSpPr>
            <p:cNvPr id="16" name="node03.label"/>
            <p:cNvSpPr/>
            <p:nvPr/>
          </p:nvSpPr>
          <p:spPr>
            <a:xfrm>
              <a:off x="723900" y="4572000"/>
              <a:ext cx="5943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REQUESTED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7" name="node03.body"/>
            <p:cNvSpPr/>
            <p:nvPr/>
          </p:nvSpPr>
          <p:spPr>
            <a:xfrm>
              <a:off x="723900" y="4800600"/>
              <a:ext cx="5943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Approve the wave 1 scope and name an executive sponsor by 31 October.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8" name="node04"/>
          <p:cNvGrpSpPr/>
          <p:nvPr/>
        </p:nvGrpSpPr>
        <p:grpSpPr>
          <a:xfrm>
            <a:off x="7353300" y="1600200"/>
            <a:ext cx="4114800" cy="4114800"/>
            <a:chOff x="7353300" y="1600200"/>
            <a:chExt cx="4114800" cy="4114800"/>
          </a:xfrm>
        </p:grpSpPr>
        <p:sp>
          <p:nvSpPr>
            <p:cNvPr id="18" name="node04.surface"/>
            <p:cNvSpPr/>
            <p:nvPr/>
          </p:nvSpPr>
          <p:spPr>
            <a:xfrm>
              <a:off x="7353300" y="1600200"/>
              <a:ext cx="4114800" cy="411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29" name="node05"/>
          <p:cNvGrpSpPr/>
          <p:nvPr/>
        </p:nvGrpSpPr>
        <p:grpSpPr>
          <a:xfrm>
            <a:off x="7581900" y="1828800"/>
            <a:ext cx="3657600" cy="152400"/>
            <a:chOff x="7581900" y="1828800"/>
            <a:chExt cx="3657600" cy="152400"/>
          </a:xfrm>
        </p:grpSpPr>
        <p:sp>
          <p:nvSpPr>
            <p:cNvPr id="19" name="node05.text"/>
            <p:cNvSpPr/>
            <p:nvPr/>
          </p:nvSpPr>
          <p:spPr>
            <a:xfrm>
              <a:off x="7581900" y="1828800"/>
              <a:ext cx="3657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YOUR CONTACTS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0" name="node06"/>
          <p:cNvGrpSpPr/>
          <p:nvPr/>
        </p:nvGrpSpPr>
        <p:grpSpPr>
          <a:xfrm>
            <a:off x="7581900" y="2400300"/>
            <a:ext cx="3657600" cy="304800"/>
            <a:chOff x="7581900" y="2400300"/>
            <a:chExt cx="3657600" cy="304800"/>
          </a:xfrm>
        </p:grpSpPr>
        <p:sp>
          <p:nvSpPr>
            <p:cNvPr id="20" name="node06.text"/>
            <p:cNvSpPr/>
            <p:nvPr/>
          </p:nvSpPr>
          <p:spPr>
            <a:xfrm>
              <a:off x="7581900" y="2400300"/>
              <a:ext cx="3657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Engagement partner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1" name="node07"/>
          <p:cNvGrpSpPr/>
          <p:nvPr/>
        </p:nvGrpSpPr>
        <p:grpSpPr>
          <a:xfrm>
            <a:off x="7581900" y="2743200"/>
            <a:ext cx="3657600" cy="266700"/>
            <a:chOff x="7581900" y="2743200"/>
            <a:chExt cx="3657600" cy="266700"/>
          </a:xfrm>
        </p:grpSpPr>
        <p:sp>
          <p:nvSpPr>
            <p:cNvPr id="21" name="node07.text"/>
            <p:cNvSpPr/>
            <p:nvPr/>
          </p:nvSpPr>
          <p:spPr>
            <a:xfrm>
              <a:off x="7581900" y="2743200"/>
              <a:ext cx="3657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2" name="node08"/>
          <p:cNvGrpSpPr/>
          <p:nvPr/>
        </p:nvGrpSpPr>
        <p:grpSpPr>
          <a:xfrm>
            <a:off x="7581900" y="3467100"/>
            <a:ext cx="3657600" cy="304800"/>
            <a:chOff x="7581900" y="3467100"/>
            <a:chExt cx="3657600" cy="304800"/>
          </a:xfrm>
        </p:grpSpPr>
        <p:sp>
          <p:nvSpPr>
            <p:cNvPr id="22" name="node08.text"/>
            <p:cNvSpPr/>
            <p:nvPr/>
          </p:nvSpPr>
          <p:spPr>
            <a:xfrm>
              <a:off x="7581900" y="3467100"/>
              <a:ext cx="3657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Delivery director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3" name="node09"/>
          <p:cNvGrpSpPr/>
          <p:nvPr/>
        </p:nvGrpSpPr>
        <p:grpSpPr>
          <a:xfrm>
            <a:off x="7581900" y="3810000"/>
            <a:ext cx="3657600" cy="266700"/>
            <a:chOff x="7581900" y="3810000"/>
            <a:chExt cx="3657600" cy="266700"/>
          </a:xfrm>
        </p:grpSpPr>
        <p:sp>
          <p:nvSpPr>
            <p:cNvPr id="23" name="node09.text"/>
            <p:cNvSpPr/>
            <p:nvPr/>
          </p:nvSpPr>
          <p:spPr>
            <a:xfrm>
              <a:off x="7581900" y="3810000"/>
              <a:ext cx="3657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4" name="node10"/>
          <p:cNvGrpSpPr/>
          <p:nvPr/>
        </p:nvGrpSpPr>
        <p:grpSpPr>
          <a:xfrm>
            <a:off x="7581900" y="4533900"/>
            <a:ext cx="3657600" cy="304800"/>
            <a:chOff x="7581900" y="4533900"/>
            <a:chExt cx="3657600" cy="304800"/>
          </a:xfrm>
        </p:grpSpPr>
        <p:sp>
          <p:nvSpPr>
            <p:cNvPr id="24" name="node10.text"/>
            <p:cNvSpPr/>
            <p:nvPr/>
          </p:nvSpPr>
          <p:spPr>
            <a:xfrm>
              <a:off x="7581900" y="4533900"/>
              <a:ext cx="3657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Finance transformation lead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5" name="node11"/>
          <p:cNvGrpSpPr/>
          <p:nvPr/>
        </p:nvGrpSpPr>
        <p:grpSpPr>
          <a:xfrm>
            <a:off x="7581900" y="4876800"/>
            <a:ext cx="3657600" cy="266700"/>
            <a:chOff x="7581900" y="4876800"/>
            <a:chExt cx="3657600" cy="266700"/>
          </a:xfrm>
        </p:grpSpPr>
        <p:sp>
          <p:nvSpPr>
            <p:cNvPr id="25" name="node11.text"/>
            <p:cNvSpPr/>
            <p:nvPr/>
          </p:nvSpPr>
          <p:spPr>
            <a:xfrm>
              <a:off x="7581900" y="4876800"/>
              <a:ext cx="3657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node01"/>
          <p:cNvGrpSpPr/>
          <p:nvPr/>
        </p:nvGrpSpPr>
        <p:grpSpPr>
          <a:xfrm>
            <a:off x="0" y="0"/>
            <a:ext cx="12192000" cy="5943600"/>
            <a:chOff x="0" y="0"/>
            <a:chExt cx="12192000" cy="5943600"/>
          </a:xfrm>
        </p:grpSpPr>
        <p:pic>
          <p:nvPicPr>
            <p:cNvPr id="3" name="node01.image" descr="photo-clinical-team; canonical SHA256=3451f524a5bf6249fb39baef8d3e51f2ef863048406b9fe15c467b0dc277dfba">    </p:cNvPr>
            <p:cNvPicPr>
              <a:picLocks noChangeAspect="1"/>
            </p:cNvPicPr>
            <p:nvPr/>
          </p:nvPicPr>
          <p:blipFill>
            <a:blip r:embed="rId1"/>
            <a:srcRect l="0" r="0" t="9391" b="17441"/>
            <a:stretch/>
          </p:blipFill>
          <p:spPr>
            <a:xfrm>
              <a:off x="0" y="0"/>
              <a:ext cx="12192000" cy="5943600"/>
            </a:xfrm>
            <a:prstGeom prst="rect">
              <a:avLst/>
            </a:prstGeom>
          </p:spPr>
        </p:pic>
      </p:grpSp>
      <p:grpSp>
        <p:nvGrpSpPr>
          <p:cNvPr id="58" name="node02"/>
          <p:cNvGrpSpPr/>
          <p:nvPr/>
        </p:nvGrpSpPr>
        <p:grpSpPr>
          <a:xfrm>
            <a:off x="723900" y="3200400"/>
            <a:ext cx="5715000" cy="2743200"/>
            <a:chOff x="723900" y="3200400"/>
            <a:chExt cx="5715000" cy="2743200"/>
          </a:xfrm>
        </p:grpSpPr>
        <p:sp>
          <p:nvSpPr>
            <p:cNvPr id="4" name="node02.surface"/>
            <p:cNvSpPr/>
            <p:nvPr/>
          </p:nvSpPr>
          <p:spPr>
            <a:xfrm>
              <a:off x="723900" y="3200400"/>
              <a:ext cx="5715000" cy="2743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59" name="node03"/>
          <p:cNvGrpSpPr/>
          <p:nvPr/>
        </p:nvGrpSpPr>
        <p:grpSpPr>
          <a:xfrm>
            <a:off x="952500" y="3429000"/>
            <a:ext cx="5257800" cy="152400"/>
            <a:chOff x="952500" y="3429000"/>
            <a:chExt cx="5257800" cy="152400"/>
          </a:xfrm>
        </p:grpSpPr>
        <p:sp>
          <p:nvSpPr>
            <p:cNvPr id="5" name="node03.text"/>
            <p:cNvSpPr/>
            <p:nvPr/>
          </p:nvSpPr>
          <p:spPr>
            <a:xfrm>
              <a:off x="952500" y="34290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F900D3"/>
                  </a:solidFill>
                  <a:latin typeface="IBM Plex Mono SemiBold"/>
                  <a:ea typeface="IBM Plex Mono SemiBold"/>
                  <a:cs typeface="IBM Plex Mono SemiBold"/>
                </a:rPr>
                <a:t>NEXT STEP</a:t>
              </a:r>
              <a:endParaRPr lang="en-US" sz="1000" spc="80" kern="0" b="0" i="0" dirty="0">
                <a:solidFill>
                  <a:srgbClr val="F900D3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0" name="node04"/>
          <p:cNvGrpSpPr/>
          <p:nvPr/>
        </p:nvGrpSpPr>
        <p:grpSpPr>
          <a:xfrm>
            <a:off x="952500" y="3657600"/>
            <a:ext cx="5257800" cy="457200"/>
            <a:chOff x="952500" y="3657600"/>
            <a:chExt cx="5257800" cy="457200"/>
          </a:xfrm>
        </p:grpSpPr>
        <p:sp>
          <p:nvSpPr>
            <p:cNvPr id="6" name="node04.text"/>
            <p:cNvSpPr/>
            <p:nvPr/>
          </p:nvSpPr>
          <p:spPr>
            <a:xfrm>
              <a:off x="952500" y="3657600"/>
              <a:ext cx="5257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600"/>
                </a:lnSpc>
                <a:buNone/>
              </a:pPr>
              <a:r>
                <a:rPr lang="en-US" sz="3200" spc="-64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Kick off wave 1 in January</a:t>
              </a:r>
              <a:endParaRPr lang="en-US" sz="3200" spc="-64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1" name="node05"/>
          <p:cNvGrpSpPr/>
          <p:nvPr/>
        </p:nvGrpSpPr>
        <p:grpSpPr>
          <a:xfrm>
            <a:off x="952500" y="4953000"/>
            <a:ext cx="5257800" cy="266700"/>
            <a:chOff x="952500" y="4953000"/>
            <a:chExt cx="5257800" cy="266700"/>
          </a:xfrm>
        </p:grpSpPr>
        <p:sp>
          <p:nvSpPr>
            <p:cNvPr id="7" name="node05.text"/>
            <p:cNvSpPr/>
            <p:nvPr/>
          </p:nvSpPr>
          <p:spPr>
            <a:xfrm>
              <a:off x="952500" y="49530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06"/>
          <p:cNvGrpSpPr/>
          <p:nvPr/>
        </p:nvGrpSpPr>
        <p:grpSpPr>
          <a:xfrm>
            <a:off x="952500" y="5219700"/>
            <a:ext cx="5257800" cy="266700"/>
            <a:chOff x="952500" y="5219700"/>
            <a:chExt cx="5257800" cy="266700"/>
          </a:xfrm>
        </p:grpSpPr>
        <p:sp>
          <p:nvSpPr>
            <p:cNvPr id="8" name="node06.text"/>
            <p:cNvSpPr/>
            <p:nvPr/>
          </p:nvSpPr>
          <p:spPr>
            <a:xfrm>
              <a:off x="952500" y="52197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9" name="wm.library-whiteboard.001.001.001"/>
          <p:cNvSpPr/>
          <p:nvPr/>
        </p:nvSpPr>
        <p:spPr>
          <a:xfrm>
            <a:off x="952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" name="wm.library-whiteboard.001.001.002"/>
          <p:cNvSpPr/>
          <p:nvPr/>
        </p:nvSpPr>
        <p:spPr>
          <a:xfrm>
            <a:off x="952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" name="wm.library-whiteboard.001.002.001"/>
          <p:cNvSpPr/>
          <p:nvPr/>
        </p:nvSpPr>
        <p:spPr>
          <a:xfrm>
            <a:off x="1181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" name="wm.library-whiteboard.001.002.002"/>
          <p:cNvSpPr/>
          <p:nvPr/>
        </p:nvSpPr>
        <p:spPr>
          <a:xfrm>
            <a:off x="1181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" name="wm.library-whiteboard.001.003.001"/>
          <p:cNvSpPr/>
          <p:nvPr/>
        </p:nvSpPr>
        <p:spPr>
          <a:xfrm>
            <a:off x="1409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" name="wm.library-whiteboard.001.003.002"/>
          <p:cNvSpPr/>
          <p:nvPr/>
        </p:nvSpPr>
        <p:spPr>
          <a:xfrm>
            <a:off x="1409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" name="wm.library-whiteboard.001.004.001"/>
          <p:cNvSpPr/>
          <p:nvPr/>
        </p:nvSpPr>
        <p:spPr>
          <a:xfrm>
            <a:off x="1638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" name="wm.library-whiteboard.001.004.002"/>
          <p:cNvSpPr/>
          <p:nvPr/>
        </p:nvSpPr>
        <p:spPr>
          <a:xfrm>
            <a:off x="1638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" name="wm.library-whiteboard.001.005.001"/>
          <p:cNvSpPr/>
          <p:nvPr/>
        </p:nvSpPr>
        <p:spPr>
          <a:xfrm>
            <a:off x="1866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" name="wm.library-whiteboard.001.005.002"/>
          <p:cNvSpPr/>
          <p:nvPr/>
        </p:nvSpPr>
        <p:spPr>
          <a:xfrm>
            <a:off x="1866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" name="wm.library-whiteboard.001.006.001"/>
          <p:cNvSpPr/>
          <p:nvPr/>
        </p:nvSpPr>
        <p:spPr>
          <a:xfrm>
            <a:off x="20955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" name="wm.library-whiteboard.001.006.002"/>
          <p:cNvSpPr/>
          <p:nvPr/>
        </p:nvSpPr>
        <p:spPr>
          <a:xfrm>
            <a:off x="20955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" name="wm.library-whiteboard.001.007.001"/>
          <p:cNvSpPr/>
          <p:nvPr/>
        </p:nvSpPr>
        <p:spPr>
          <a:xfrm>
            <a:off x="23241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" name="wm.library-whiteboard.001.007.002"/>
          <p:cNvSpPr/>
          <p:nvPr/>
        </p:nvSpPr>
        <p:spPr>
          <a:xfrm>
            <a:off x="23241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" name="wm.library-whiteboard.001.008.001"/>
          <p:cNvSpPr/>
          <p:nvPr/>
        </p:nvSpPr>
        <p:spPr>
          <a:xfrm>
            <a:off x="25527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4" name="wm.library-whiteboard.001.008.002"/>
          <p:cNvSpPr/>
          <p:nvPr/>
        </p:nvSpPr>
        <p:spPr>
          <a:xfrm>
            <a:off x="25527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5" name="wm.library-whiteboard.001.009.001"/>
          <p:cNvSpPr/>
          <p:nvPr/>
        </p:nvSpPr>
        <p:spPr>
          <a:xfrm>
            <a:off x="27813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6" name="wm.library-whiteboard.001.009.002"/>
          <p:cNvSpPr/>
          <p:nvPr/>
        </p:nvSpPr>
        <p:spPr>
          <a:xfrm>
            <a:off x="27813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7" name="wm.library-whiteboard.001.010.001"/>
          <p:cNvSpPr/>
          <p:nvPr/>
        </p:nvSpPr>
        <p:spPr>
          <a:xfrm>
            <a:off x="3009900" y="4572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8" name="wm.library-whiteboard.001.010.002"/>
          <p:cNvSpPr/>
          <p:nvPr/>
        </p:nvSpPr>
        <p:spPr>
          <a:xfrm>
            <a:off x="3009900" y="4800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9" name="wm.library-whiteboard.001.011.001"/>
          <p:cNvSpPr/>
          <p:nvPr/>
        </p:nvSpPr>
        <p:spPr>
          <a:xfrm>
            <a:off x="3238500" y="4572000"/>
            <a:ext cx="38100" cy="38100"/>
          </a:xfrm>
          <a:prstGeom prst="rect">
            <a:avLst/>
          </a:prstGeom>
          <a:solidFill>
            <a:srgbClr val="50658E">
              <a:alpha val="94125"/>
            </a:srgbClr>
          </a:solidFill>
          <a:ln>
            <a:noFill/>
          </a:ln>
        </p:spPr>
      </p:sp>
      <p:sp>
        <p:nvSpPr>
          <p:cNvPr id="30" name="wm.library-whiteboard.001.011.002"/>
          <p:cNvSpPr/>
          <p:nvPr/>
        </p:nvSpPr>
        <p:spPr>
          <a:xfrm>
            <a:off x="3238500" y="4800600"/>
            <a:ext cx="38100" cy="38100"/>
          </a:xfrm>
          <a:prstGeom prst="rect">
            <a:avLst/>
          </a:prstGeom>
          <a:solidFill>
            <a:srgbClr val="50658E">
              <a:alpha val="94125"/>
            </a:srgbClr>
          </a:solidFill>
          <a:ln>
            <a:noFill/>
          </a:ln>
        </p:spPr>
      </p:sp>
      <p:sp>
        <p:nvSpPr>
          <p:cNvPr id="31" name="wm.library-whiteboard.001.012.001"/>
          <p:cNvSpPr/>
          <p:nvPr/>
        </p:nvSpPr>
        <p:spPr>
          <a:xfrm>
            <a:off x="3467100" y="4572000"/>
            <a:ext cx="38100" cy="38100"/>
          </a:xfrm>
          <a:prstGeom prst="rect">
            <a:avLst/>
          </a:prstGeom>
          <a:solidFill>
            <a:srgbClr val="50658E">
              <a:alpha val="86930"/>
            </a:srgbClr>
          </a:solidFill>
          <a:ln>
            <a:noFill/>
          </a:ln>
        </p:spPr>
      </p:sp>
      <p:sp>
        <p:nvSpPr>
          <p:cNvPr id="32" name="wm.library-whiteboard.001.012.002"/>
          <p:cNvSpPr/>
          <p:nvPr/>
        </p:nvSpPr>
        <p:spPr>
          <a:xfrm>
            <a:off x="3467100" y="4800600"/>
            <a:ext cx="38100" cy="38100"/>
          </a:xfrm>
          <a:prstGeom prst="rect">
            <a:avLst/>
          </a:prstGeom>
          <a:solidFill>
            <a:srgbClr val="50658E">
              <a:alpha val="86930"/>
            </a:srgbClr>
          </a:solidFill>
          <a:ln>
            <a:noFill/>
          </a:ln>
        </p:spPr>
      </p:sp>
      <p:sp>
        <p:nvSpPr>
          <p:cNvPr id="33" name="wm.library-whiteboard.001.013.001"/>
          <p:cNvSpPr/>
          <p:nvPr/>
        </p:nvSpPr>
        <p:spPr>
          <a:xfrm>
            <a:off x="3695700" y="4572000"/>
            <a:ext cx="38100" cy="38100"/>
          </a:xfrm>
          <a:prstGeom prst="rect">
            <a:avLst/>
          </a:prstGeom>
          <a:solidFill>
            <a:srgbClr val="50658E">
              <a:alpha val="79736"/>
            </a:srgbClr>
          </a:solidFill>
          <a:ln>
            <a:noFill/>
          </a:ln>
        </p:spPr>
      </p:sp>
      <p:sp>
        <p:nvSpPr>
          <p:cNvPr id="34" name="wm.library-whiteboard.001.013.002"/>
          <p:cNvSpPr/>
          <p:nvPr/>
        </p:nvSpPr>
        <p:spPr>
          <a:xfrm>
            <a:off x="3695700" y="4800600"/>
            <a:ext cx="38100" cy="38100"/>
          </a:xfrm>
          <a:prstGeom prst="rect">
            <a:avLst/>
          </a:prstGeom>
          <a:solidFill>
            <a:srgbClr val="50658E">
              <a:alpha val="79736"/>
            </a:srgbClr>
          </a:solidFill>
          <a:ln>
            <a:noFill/>
          </a:ln>
        </p:spPr>
      </p:sp>
      <p:sp>
        <p:nvSpPr>
          <p:cNvPr id="35" name="wm.library-whiteboard.001.014.001"/>
          <p:cNvSpPr/>
          <p:nvPr/>
        </p:nvSpPr>
        <p:spPr>
          <a:xfrm>
            <a:off x="3924300" y="4572000"/>
            <a:ext cx="38100" cy="38100"/>
          </a:xfrm>
          <a:prstGeom prst="rect">
            <a:avLst/>
          </a:prstGeom>
          <a:solidFill>
            <a:srgbClr val="50658E">
              <a:alpha val="72542"/>
            </a:srgbClr>
          </a:solidFill>
          <a:ln>
            <a:noFill/>
          </a:ln>
        </p:spPr>
      </p:sp>
      <p:sp>
        <p:nvSpPr>
          <p:cNvPr id="36" name="wm.library-whiteboard.001.014.002"/>
          <p:cNvSpPr/>
          <p:nvPr/>
        </p:nvSpPr>
        <p:spPr>
          <a:xfrm>
            <a:off x="3924300" y="4800600"/>
            <a:ext cx="38100" cy="38100"/>
          </a:xfrm>
          <a:prstGeom prst="rect">
            <a:avLst/>
          </a:prstGeom>
          <a:solidFill>
            <a:srgbClr val="50658E">
              <a:alpha val="72542"/>
            </a:srgbClr>
          </a:solidFill>
          <a:ln>
            <a:noFill/>
          </a:ln>
        </p:spPr>
      </p:sp>
      <p:sp>
        <p:nvSpPr>
          <p:cNvPr id="37" name="wm.library-whiteboard.001.015.001"/>
          <p:cNvSpPr/>
          <p:nvPr/>
        </p:nvSpPr>
        <p:spPr>
          <a:xfrm>
            <a:off x="4152900" y="4572000"/>
            <a:ext cx="38100" cy="38100"/>
          </a:xfrm>
          <a:prstGeom prst="rect">
            <a:avLst/>
          </a:prstGeom>
          <a:solidFill>
            <a:srgbClr val="50658E">
              <a:alpha val="65348"/>
            </a:srgbClr>
          </a:solidFill>
          <a:ln>
            <a:noFill/>
          </a:ln>
        </p:spPr>
      </p:sp>
      <p:sp>
        <p:nvSpPr>
          <p:cNvPr id="38" name="wm.library-whiteboard.001.015.002"/>
          <p:cNvSpPr/>
          <p:nvPr/>
        </p:nvSpPr>
        <p:spPr>
          <a:xfrm>
            <a:off x="4152900" y="4800600"/>
            <a:ext cx="38100" cy="38100"/>
          </a:xfrm>
          <a:prstGeom prst="rect">
            <a:avLst/>
          </a:prstGeom>
          <a:solidFill>
            <a:srgbClr val="50658E">
              <a:alpha val="65348"/>
            </a:srgbClr>
          </a:solidFill>
          <a:ln>
            <a:noFill/>
          </a:ln>
        </p:spPr>
      </p:sp>
      <p:sp>
        <p:nvSpPr>
          <p:cNvPr id="39" name="wm.library-whiteboard.001.016.001"/>
          <p:cNvSpPr/>
          <p:nvPr/>
        </p:nvSpPr>
        <p:spPr>
          <a:xfrm>
            <a:off x="4381500" y="4572000"/>
            <a:ext cx="38100" cy="38100"/>
          </a:xfrm>
          <a:prstGeom prst="rect">
            <a:avLst/>
          </a:prstGeom>
          <a:solidFill>
            <a:srgbClr val="50658E">
              <a:alpha val="58153"/>
            </a:srgbClr>
          </a:solidFill>
          <a:ln>
            <a:noFill/>
          </a:ln>
        </p:spPr>
      </p:sp>
      <p:sp>
        <p:nvSpPr>
          <p:cNvPr id="40" name="wm.library-whiteboard.001.016.002"/>
          <p:cNvSpPr/>
          <p:nvPr/>
        </p:nvSpPr>
        <p:spPr>
          <a:xfrm>
            <a:off x="4381500" y="4800600"/>
            <a:ext cx="38100" cy="38100"/>
          </a:xfrm>
          <a:prstGeom prst="rect">
            <a:avLst/>
          </a:prstGeom>
          <a:solidFill>
            <a:srgbClr val="50658E">
              <a:alpha val="58153"/>
            </a:srgbClr>
          </a:solidFill>
          <a:ln>
            <a:noFill/>
          </a:ln>
        </p:spPr>
      </p:sp>
      <p:sp>
        <p:nvSpPr>
          <p:cNvPr id="41" name="wm.library-whiteboard.001.017.001"/>
          <p:cNvSpPr/>
          <p:nvPr/>
        </p:nvSpPr>
        <p:spPr>
          <a:xfrm>
            <a:off x="4610100" y="4572000"/>
            <a:ext cx="38100" cy="38100"/>
          </a:xfrm>
          <a:prstGeom prst="rect">
            <a:avLst/>
          </a:prstGeom>
          <a:solidFill>
            <a:srgbClr val="50658E">
              <a:alpha val="50959"/>
            </a:srgbClr>
          </a:solidFill>
          <a:ln>
            <a:noFill/>
          </a:ln>
        </p:spPr>
      </p:sp>
      <p:sp>
        <p:nvSpPr>
          <p:cNvPr id="42" name="wm.library-whiteboard.001.017.002"/>
          <p:cNvSpPr/>
          <p:nvPr/>
        </p:nvSpPr>
        <p:spPr>
          <a:xfrm>
            <a:off x="4610100" y="4800600"/>
            <a:ext cx="38100" cy="38100"/>
          </a:xfrm>
          <a:prstGeom prst="rect">
            <a:avLst/>
          </a:prstGeom>
          <a:solidFill>
            <a:srgbClr val="50658E">
              <a:alpha val="50959"/>
            </a:srgbClr>
          </a:solidFill>
          <a:ln>
            <a:noFill/>
          </a:ln>
        </p:spPr>
      </p:sp>
      <p:sp>
        <p:nvSpPr>
          <p:cNvPr id="43" name="wm.library-whiteboard.001.018.001"/>
          <p:cNvSpPr/>
          <p:nvPr/>
        </p:nvSpPr>
        <p:spPr>
          <a:xfrm>
            <a:off x="4838700" y="4572000"/>
            <a:ext cx="38100" cy="38100"/>
          </a:xfrm>
          <a:prstGeom prst="rect">
            <a:avLst/>
          </a:prstGeom>
          <a:solidFill>
            <a:srgbClr val="50658E">
              <a:alpha val="43765"/>
            </a:srgbClr>
          </a:solidFill>
          <a:ln>
            <a:noFill/>
          </a:ln>
        </p:spPr>
      </p:sp>
      <p:sp>
        <p:nvSpPr>
          <p:cNvPr id="44" name="wm.library-whiteboard.001.018.002"/>
          <p:cNvSpPr/>
          <p:nvPr/>
        </p:nvSpPr>
        <p:spPr>
          <a:xfrm>
            <a:off x="4838700" y="4800600"/>
            <a:ext cx="38100" cy="38100"/>
          </a:xfrm>
          <a:prstGeom prst="rect">
            <a:avLst/>
          </a:prstGeom>
          <a:solidFill>
            <a:srgbClr val="50658E">
              <a:alpha val="43765"/>
            </a:srgbClr>
          </a:solidFill>
          <a:ln>
            <a:noFill/>
          </a:ln>
        </p:spPr>
      </p:sp>
      <p:sp>
        <p:nvSpPr>
          <p:cNvPr id="45" name="wm.library-whiteboard.001.019.001"/>
          <p:cNvSpPr/>
          <p:nvPr/>
        </p:nvSpPr>
        <p:spPr>
          <a:xfrm>
            <a:off x="5067300" y="4572000"/>
            <a:ext cx="38100" cy="38100"/>
          </a:xfrm>
          <a:prstGeom prst="rect">
            <a:avLst/>
          </a:prstGeom>
          <a:solidFill>
            <a:srgbClr val="50658E">
              <a:alpha val="36571"/>
            </a:srgbClr>
          </a:solidFill>
          <a:ln>
            <a:noFill/>
          </a:ln>
        </p:spPr>
      </p:sp>
      <p:sp>
        <p:nvSpPr>
          <p:cNvPr id="46" name="wm.library-whiteboard.001.019.002"/>
          <p:cNvSpPr/>
          <p:nvPr/>
        </p:nvSpPr>
        <p:spPr>
          <a:xfrm>
            <a:off x="5067300" y="4800600"/>
            <a:ext cx="38100" cy="38100"/>
          </a:xfrm>
          <a:prstGeom prst="rect">
            <a:avLst/>
          </a:prstGeom>
          <a:solidFill>
            <a:srgbClr val="50658E">
              <a:alpha val="36571"/>
            </a:srgbClr>
          </a:solidFill>
          <a:ln>
            <a:noFill/>
          </a:ln>
        </p:spPr>
      </p:sp>
      <p:sp>
        <p:nvSpPr>
          <p:cNvPr id="47" name="wm.library-whiteboard.001.020.001"/>
          <p:cNvSpPr/>
          <p:nvPr/>
        </p:nvSpPr>
        <p:spPr>
          <a:xfrm>
            <a:off x="5295900" y="4572000"/>
            <a:ext cx="38100" cy="38100"/>
          </a:xfrm>
          <a:prstGeom prst="rect">
            <a:avLst/>
          </a:prstGeom>
          <a:solidFill>
            <a:srgbClr val="50658E">
              <a:alpha val="29376"/>
            </a:srgbClr>
          </a:solidFill>
          <a:ln>
            <a:noFill/>
          </a:ln>
        </p:spPr>
      </p:sp>
      <p:sp>
        <p:nvSpPr>
          <p:cNvPr id="48" name="wm.library-whiteboard.001.020.002"/>
          <p:cNvSpPr/>
          <p:nvPr/>
        </p:nvSpPr>
        <p:spPr>
          <a:xfrm>
            <a:off x="5295900" y="4800600"/>
            <a:ext cx="38100" cy="38100"/>
          </a:xfrm>
          <a:prstGeom prst="rect">
            <a:avLst/>
          </a:prstGeom>
          <a:solidFill>
            <a:srgbClr val="50658E">
              <a:alpha val="29376"/>
            </a:srgbClr>
          </a:solidFill>
          <a:ln>
            <a:noFill/>
          </a:ln>
        </p:spPr>
      </p:sp>
      <p:sp>
        <p:nvSpPr>
          <p:cNvPr id="49" name="wm.library-whiteboard.001.021.001"/>
          <p:cNvSpPr/>
          <p:nvPr/>
        </p:nvSpPr>
        <p:spPr>
          <a:xfrm>
            <a:off x="5524500" y="4572000"/>
            <a:ext cx="38100" cy="38100"/>
          </a:xfrm>
          <a:prstGeom prst="rect">
            <a:avLst/>
          </a:prstGeom>
          <a:solidFill>
            <a:srgbClr val="50658E">
              <a:alpha val="22182"/>
            </a:srgbClr>
          </a:solidFill>
          <a:ln>
            <a:noFill/>
          </a:ln>
        </p:spPr>
      </p:sp>
      <p:sp>
        <p:nvSpPr>
          <p:cNvPr id="50" name="wm.library-whiteboard.001.021.002"/>
          <p:cNvSpPr/>
          <p:nvPr/>
        </p:nvSpPr>
        <p:spPr>
          <a:xfrm>
            <a:off x="5524500" y="4800600"/>
            <a:ext cx="38100" cy="38100"/>
          </a:xfrm>
          <a:prstGeom prst="rect">
            <a:avLst/>
          </a:prstGeom>
          <a:solidFill>
            <a:srgbClr val="50658E">
              <a:alpha val="22182"/>
            </a:srgbClr>
          </a:solidFill>
          <a:ln>
            <a:noFill/>
          </a:ln>
        </p:spPr>
      </p:sp>
      <p:sp>
        <p:nvSpPr>
          <p:cNvPr id="51" name="wm.library-whiteboard.001.022.001"/>
          <p:cNvSpPr/>
          <p:nvPr/>
        </p:nvSpPr>
        <p:spPr>
          <a:xfrm>
            <a:off x="5753100" y="4572000"/>
            <a:ext cx="38100" cy="38100"/>
          </a:xfrm>
          <a:prstGeom prst="rect">
            <a:avLst/>
          </a:prstGeom>
          <a:solidFill>
            <a:srgbClr val="50658E">
              <a:alpha val="14988"/>
            </a:srgbClr>
          </a:solidFill>
          <a:ln>
            <a:noFill/>
          </a:ln>
        </p:spPr>
      </p:sp>
      <p:sp>
        <p:nvSpPr>
          <p:cNvPr id="52" name="wm.library-whiteboard.001.022.002"/>
          <p:cNvSpPr/>
          <p:nvPr/>
        </p:nvSpPr>
        <p:spPr>
          <a:xfrm>
            <a:off x="5753100" y="4800600"/>
            <a:ext cx="38100" cy="38100"/>
          </a:xfrm>
          <a:prstGeom prst="rect">
            <a:avLst/>
          </a:prstGeom>
          <a:solidFill>
            <a:srgbClr val="50658E">
              <a:alpha val="14988"/>
            </a:srgbClr>
          </a:solidFill>
          <a:ln>
            <a:noFill/>
          </a:ln>
        </p:spPr>
      </p:sp>
      <p:sp>
        <p:nvSpPr>
          <p:cNvPr id="53" name="wm.library-whiteboard.001.023.001"/>
          <p:cNvSpPr/>
          <p:nvPr/>
        </p:nvSpPr>
        <p:spPr>
          <a:xfrm>
            <a:off x="5981700" y="4572000"/>
            <a:ext cx="38100" cy="38100"/>
          </a:xfrm>
          <a:prstGeom prst="rect">
            <a:avLst/>
          </a:prstGeom>
          <a:solidFill>
            <a:srgbClr val="50658E">
              <a:alpha val="7794"/>
            </a:srgbClr>
          </a:solidFill>
          <a:ln>
            <a:noFill/>
          </a:ln>
        </p:spPr>
      </p:sp>
      <p:sp>
        <p:nvSpPr>
          <p:cNvPr id="54" name="wm.library-whiteboard.001.023.002"/>
          <p:cNvSpPr/>
          <p:nvPr/>
        </p:nvSpPr>
        <p:spPr>
          <a:xfrm>
            <a:off x="5981700" y="4800600"/>
            <a:ext cx="38100" cy="38100"/>
          </a:xfrm>
          <a:prstGeom prst="rect">
            <a:avLst/>
          </a:prstGeom>
          <a:solidFill>
            <a:srgbClr val="50658E">
              <a:alpha val="7794"/>
            </a:srgbClr>
          </a:solidFill>
          <a:ln>
            <a:noFill/>
          </a:ln>
        </p:spPr>
      </p:sp>
      <p:sp>
        <p:nvSpPr>
          <p:cNvPr id="55" name="wm.library-whiteboard.001.024.001"/>
          <p:cNvSpPr/>
          <p:nvPr/>
        </p:nvSpPr>
        <p:spPr>
          <a:xfrm>
            <a:off x="6210300" y="4572000"/>
            <a:ext cx="38100" cy="38100"/>
          </a:xfrm>
          <a:prstGeom prst="rect">
            <a:avLst/>
          </a:prstGeom>
          <a:solidFill>
            <a:srgbClr val="50658E">
              <a:alpha val="600"/>
            </a:srgbClr>
          </a:solidFill>
          <a:ln>
            <a:noFill/>
          </a:ln>
        </p:spPr>
      </p:sp>
      <p:sp>
        <p:nvSpPr>
          <p:cNvPr id="56" name="wm.library-whiteboard.001.024.002"/>
          <p:cNvSpPr/>
          <p:nvPr/>
        </p:nvSpPr>
        <p:spPr>
          <a:xfrm>
            <a:off x="6210300" y="4800600"/>
            <a:ext cx="38100" cy="38100"/>
          </a:xfrm>
          <a:prstGeom prst="rect">
            <a:avLst/>
          </a:prstGeom>
          <a:solidFill>
            <a:srgbClr val="50658E">
              <a:alpha val="600"/>
            </a:srgbClr>
          </a:solid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353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353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7353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7353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7353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7353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7353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7353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7353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7353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7353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7353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7353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7353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7353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1.016"/>
          <p:cNvSpPr/>
          <p:nvPr/>
        </p:nvSpPr>
        <p:spPr>
          <a:xfrm>
            <a:off x="7353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1.017"/>
          <p:cNvSpPr/>
          <p:nvPr/>
        </p:nvSpPr>
        <p:spPr>
          <a:xfrm>
            <a:off x="7353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" name="wm.library-whiteboard.001.001.018"/>
          <p:cNvSpPr/>
          <p:nvPr/>
        </p:nvSpPr>
        <p:spPr>
          <a:xfrm>
            <a:off x="7353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" name="wm.library-whiteboard.001.001.019"/>
          <p:cNvSpPr/>
          <p:nvPr/>
        </p:nvSpPr>
        <p:spPr>
          <a:xfrm>
            <a:off x="7353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" name="wm.library-whiteboard.001.002.001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" name="wm.library-whiteboard.001.002.002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" name="wm.library-whiteboard.001.002.003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library-whiteboard.001.002.00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library-whiteboard.001.002.005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library-whiteboard.001.002.006"/>
          <p:cNvSpPr/>
          <p:nvPr/>
        </p:nvSpPr>
        <p:spPr>
          <a:xfrm>
            <a:off x="7581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" name="wm.library-whiteboard.001.002.007"/>
          <p:cNvSpPr/>
          <p:nvPr/>
        </p:nvSpPr>
        <p:spPr>
          <a:xfrm>
            <a:off x="7581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" name="wm.library-whiteboard.001.002.008"/>
          <p:cNvSpPr/>
          <p:nvPr/>
        </p:nvSpPr>
        <p:spPr>
          <a:xfrm>
            <a:off x="7581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" name="wm.library-whiteboard.001.002.009"/>
          <p:cNvSpPr/>
          <p:nvPr/>
        </p:nvSpPr>
        <p:spPr>
          <a:xfrm>
            <a:off x="7581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" name="wm.library-whiteboard.001.002.010"/>
          <p:cNvSpPr/>
          <p:nvPr/>
        </p:nvSpPr>
        <p:spPr>
          <a:xfrm>
            <a:off x="7581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" name="wm.library-whiteboard.001.002.011"/>
          <p:cNvSpPr/>
          <p:nvPr/>
        </p:nvSpPr>
        <p:spPr>
          <a:xfrm>
            <a:off x="7581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" name="wm.library-whiteboard.001.002.012"/>
          <p:cNvSpPr/>
          <p:nvPr/>
        </p:nvSpPr>
        <p:spPr>
          <a:xfrm>
            <a:off x="7581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library-whiteboard.001.002.013"/>
          <p:cNvSpPr/>
          <p:nvPr/>
        </p:nvSpPr>
        <p:spPr>
          <a:xfrm>
            <a:off x="7581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library-whiteboard.001.002.014"/>
          <p:cNvSpPr/>
          <p:nvPr/>
        </p:nvSpPr>
        <p:spPr>
          <a:xfrm>
            <a:off x="7581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library-whiteboard.001.002.015"/>
          <p:cNvSpPr/>
          <p:nvPr/>
        </p:nvSpPr>
        <p:spPr>
          <a:xfrm>
            <a:off x="7581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" name="wm.library-whiteboard.001.002.016"/>
          <p:cNvSpPr/>
          <p:nvPr/>
        </p:nvSpPr>
        <p:spPr>
          <a:xfrm>
            <a:off x="7581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wm.library-whiteboard.001.002.017"/>
          <p:cNvSpPr/>
          <p:nvPr/>
        </p:nvSpPr>
        <p:spPr>
          <a:xfrm>
            <a:off x="7581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8" name="wm.library-whiteboard.001.002.018"/>
          <p:cNvSpPr/>
          <p:nvPr/>
        </p:nvSpPr>
        <p:spPr>
          <a:xfrm>
            <a:off x="7581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9" name="wm.library-whiteboard.001.002.019"/>
          <p:cNvSpPr/>
          <p:nvPr/>
        </p:nvSpPr>
        <p:spPr>
          <a:xfrm>
            <a:off x="7581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0" name="wm.library-whiteboard.001.003.001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1" name="wm.library-whiteboard.001.003.002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2" name="wm.library-whiteboard.001.003.003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3" name="wm.library-whiteboard.001.003.00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4" name="wm.library-whiteboard.001.003.005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5" name="wm.library-whiteboard.001.003.006"/>
          <p:cNvSpPr/>
          <p:nvPr/>
        </p:nvSpPr>
        <p:spPr>
          <a:xfrm>
            <a:off x="7810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6" name="wm.library-whiteboard.001.003.007"/>
          <p:cNvSpPr/>
          <p:nvPr/>
        </p:nvSpPr>
        <p:spPr>
          <a:xfrm>
            <a:off x="7810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7" name="wm.library-whiteboard.001.003.008"/>
          <p:cNvSpPr/>
          <p:nvPr/>
        </p:nvSpPr>
        <p:spPr>
          <a:xfrm>
            <a:off x="7810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8" name="wm.library-whiteboard.001.003.009"/>
          <p:cNvSpPr/>
          <p:nvPr/>
        </p:nvSpPr>
        <p:spPr>
          <a:xfrm>
            <a:off x="7810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9" name="wm.library-whiteboard.001.003.010"/>
          <p:cNvSpPr/>
          <p:nvPr/>
        </p:nvSpPr>
        <p:spPr>
          <a:xfrm>
            <a:off x="7810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0" name="wm.library-whiteboard.001.003.011"/>
          <p:cNvSpPr/>
          <p:nvPr/>
        </p:nvSpPr>
        <p:spPr>
          <a:xfrm>
            <a:off x="7810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1" name="wm.library-whiteboard.001.003.012"/>
          <p:cNvSpPr/>
          <p:nvPr/>
        </p:nvSpPr>
        <p:spPr>
          <a:xfrm>
            <a:off x="7810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2" name="wm.library-whiteboard.001.003.013"/>
          <p:cNvSpPr/>
          <p:nvPr/>
        </p:nvSpPr>
        <p:spPr>
          <a:xfrm>
            <a:off x="7810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3" name="wm.library-whiteboard.001.003.014"/>
          <p:cNvSpPr/>
          <p:nvPr/>
        </p:nvSpPr>
        <p:spPr>
          <a:xfrm>
            <a:off x="7810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4" name="wm.library-whiteboard.001.003.015"/>
          <p:cNvSpPr/>
          <p:nvPr/>
        </p:nvSpPr>
        <p:spPr>
          <a:xfrm>
            <a:off x="7810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5" name="wm.library-whiteboard.001.003.016"/>
          <p:cNvSpPr/>
          <p:nvPr/>
        </p:nvSpPr>
        <p:spPr>
          <a:xfrm>
            <a:off x="7810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6" name="wm.library-whiteboard.001.003.017"/>
          <p:cNvSpPr/>
          <p:nvPr/>
        </p:nvSpPr>
        <p:spPr>
          <a:xfrm>
            <a:off x="7810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7" name="wm.library-whiteboard.001.003.018"/>
          <p:cNvSpPr/>
          <p:nvPr/>
        </p:nvSpPr>
        <p:spPr>
          <a:xfrm>
            <a:off x="7810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8" name="wm.library-whiteboard.001.003.019"/>
          <p:cNvSpPr/>
          <p:nvPr/>
        </p:nvSpPr>
        <p:spPr>
          <a:xfrm>
            <a:off x="7810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9" name="wm.library-whiteboard.001.004.001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0" name="wm.library-whiteboard.001.004.002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1" name="wm.library-whiteboard.001.004.003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2" name="wm.library-whiteboard.001.004.00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3" name="wm.library-whiteboard.001.004.005"/>
          <p:cNvSpPr/>
          <p:nvPr/>
        </p:nvSpPr>
        <p:spPr>
          <a:xfrm>
            <a:off x="8039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4" name="wm.library-whiteboard.001.004.006"/>
          <p:cNvSpPr/>
          <p:nvPr/>
        </p:nvSpPr>
        <p:spPr>
          <a:xfrm>
            <a:off x="8039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5" name="wm.library-whiteboard.001.004.007"/>
          <p:cNvSpPr/>
          <p:nvPr/>
        </p:nvSpPr>
        <p:spPr>
          <a:xfrm>
            <a:off x="8039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6" name="wm.library-whiteboard.001.004.008"/>
          <p:cNvSpPr/>
          <p:nvPr/>
        </p:nvSpPr>
        <p:spPr>
          <a:xfrm>
            <a:off x="8039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7" name="wm.library-whiteboard.001.004.009"/>
          <p:cNvSpPr/>
          <p:nvPr/>
        </p:nvSpPr>
        <p:spPr>
          <a:xfrm>
            <a:off x="8039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8" name="wm.library-whiteboard.001.004.010"/>
          <p:cNvSpPr/>
          <p:nvPr/>
        </p:nvSpPr>
        <p:spPr>
          <a:xfrm>
            <a:off x="8039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9" name="wm.library-whiteboard.001.004.011"/>
          <p:cNvSpPr/>
          <p:nvPr/>
        </p:nvSpPr>
        <p:spPr>
          <a:xfrm>
            <a:off x="8039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0" name="wm.library-whiteboard.001.004.012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1" name="wm.library-whiteboard.001.004.013"/>
          <p:cNvSpPr/>
          <p:nvPr/>
        </p:nvSpPr>
        <p:spPr>
          <a:xfrm>
            <a:off x="8039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2" name="wm.library-whiteboard.001.004.014"/>
          <p:cNvSpPr/>
          <p:nvPr/>
        </p:nvSpPr>
        <p:spPr>
          <a:xfrm>
            <a:off x="8039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3" name="wm.library-whiteboard.001.004.015"/>
          <p:cNvSpPr/>
          <p:nvPr/>
        </p:nvSpPr>
        <p:spPr>
          <a:xfrm>
            <a:off x="8039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4" name="wm.library-whiteboard.001.004.016"/>
          <p:cNvSpPr/>
          <p:nvPr/>
        </p:nvSpPr>
        <p:spPr>
          <a:xfrm>
            <a:off x="8039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5" name="wm.library-whiteboard.001.004.017"/>
          <p:cNvSpPr/>
          <p:nvPr/>
        </p:nvSpPr>
        <p:spPr>
          <a:xfrm>
            <a:off x="8039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6" name="wm.library-whiteboard.001.004.018"/>
          <p:cNvSpPr/>
          <p:nvPr/>
        </p:nvSpPr>
        <p:spPr>
          <a:xfrm>
            <a:off x="8039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7" name="wm.library-whiteboard.001.004.019"/>
          <p:cNvSpPr/>
          <p:nvPr/>
        </p:nvSpPr>
        <p:spPr>
          <a:xfrm>
            <a:off x="8039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8" name="wm.library-whiteboard.001.005.001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9" name="wm.library-whiteboard.001.005.002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0" name="wm.library-whiteboard.001.005.003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1" name="wm.library-whiteboard.001.005.00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2" name="wm.library-whiteboard.001.005.005"/>
          <p:cNvSpPr/>
          <p:nvPr/>
        </p:nvSpPr>
        <p:spPr>
          <a:xfrm>
            <a:off x="8267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3" name="wm.library-whiteboard.001.005.006"/>
          <p:cNvSpPr/>
          <p:nvPr/>
        </p:nvSpPr>
        <p:spPr>
          <a:xfrm>
            <a:off x="8267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4" name="wm.library-whiteboard.001.005.007"/>
          <p:cNvSpPr/>
          <p:nvPr/>
        </p:nvSpPr>
        <p:spPr>
          <a:xfrm>
            <a:off x="8267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5" name="wm.library-whiteboard.001.005.008"/>
          <p:cNvSpPr/>
          <p:nvPr/>
        </p:nvSpPr>
        <p:spPr>
          <a:xfrm>
            <a:off x="8267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6" name="wm.library-whiteboard.001.005.009"/>
          <p:cNvSpPr/>
          <p:nvPr/>
        </p:nvSpPr>
        <p:spPr>
          <a:xfrm>
            <a:off x="8267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7" name="wm.library-whiteboard.001.005.010"/>
          <p:cNvSpPr/>
          <p:nvPr/>
        </p:nvSpPr>
        <p:spPr>
          <a:xfrm>
            <a:off x="8267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8" name="wm.library-whiteboard.001.005.011"/>
          <p:cNvSpPr/>
          <p:nvPr/>
        </p:nvSpPr>
        <p:spPr>
          <a:xfrm>
            <a:off x="8267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9" name="wm.library-whiteboard.001.005.012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0" name="wm.library-whiteboard.001.005.013"/>
          <p:cNvSpPr/>
          <p:nvPr/>
        </p:nvSpPr>
        <p:spPr>
          <a:xfrm>
            <a:off x="8267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1" name="wm.library-whiteboard.001.005.014"/>
          <p:cNvSpPr/>
          <p:nvPr/>
        </p:nvSpPr>
        <p:spPr>
          <a:xfrm>
            <a:off x="82677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2" name="wm.library-whiteboard.001.005.015"/>
          <p:cNvSpPr/>
          <p:nvPr/>
        </p:nvSpPr>
        <p:spPr>
          <a:xfrm>
            <a:off x="8267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3" name="wm.library-whiteboard.001.005.016"/>
          <p:cNvSpPr/>
          <p:nvPr/>
        </p:nvSpPr>
        <p:spPr>
          <a:xfrm>
            <a:off x="8267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4" name="wm.library-whiteboard.001.005.017"/>
          <p:cNvSpPr/>
          <p:nvPr/>
        </p:nvSpPr>
        <p:spPr>
          <a:xfrm>
            <a:off x="8267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5" name="wm.library-whiteboard.001.005.018"/>
          <p:cNvSpPr/>
          <p:nvPr/>
        </p:nvSpPr>
        <p:spPr>
          <a:xfrm>
            <a:off x="8267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6" name="wm.library-whiteboard.001.005.019"/>
          <p:cNvSpPr/>
          <p:nvPr/>
        </p:nvSpPr>
        <p:spPr>
          <a:xfrm>
            <a:off x="8267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7" name="wm.library-whiteboard.001.006.001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8" name="wm.library-whiteboard.001.006.002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9" name="wm.library-whiteboard.001.006.003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0" name="wm.library-whiteboard.001.006.00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1" name="wm.library-whiteboard.001.006.005"/>
          <p:cNvSpPr/>
          <p:nvPr/>
        </p:nvSpPr>
        <p:spPr>
          <a:xfrm>
            <a:off x="8496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2" name="wm.library-whiteboard.001.006.006"/>
          <p:cNvSpPr/>
          <p:nvPr/>
        </p:nvSpPr>
        <p:spPr>
          <a:xfrm>
            <a:off x="8496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3" name="wm.library-whiteboard.001.006.007"/>
          <p:cNvSpPr/>
          <p:nvPr/>
        </p:nvSpPr>
        <p:spPr>
          <a:xfrm>
            <a:off x="8496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4" name="wm.library-whiteboard.001.006.008"/>
          <p:cNvSpPr/>
          <p:nvPr/>
        </p:nvSpPr>
        <p:spPr>
          <a:xfrm>
            <a:off x="8496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5" name="wm.library-whiteboard.001.006.009"/>
          <p:cNvSpPr/>
          <p:nvPr/>
        </p:nvSpPr>
        <p:spPr>
          <a:xfrm>
            <a:off x="8496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6" name="wm.library-whiteboard.001.006.010"/>
          <p:cNvSpPr/>
          <p:nvPr/>
        </p:nvSpPr>
        <p:spPr>
          <a:xfrm>
            <a:off x="8496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7" name="wm.library-whiteboard.001.006.011"/>
          <p:cNvSpPr/>
          <p:nvPr/>
        </p:nvSpPr>
        <p:spPr>
          <a:xfrm>
            <a:off x="8496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8" name="wm.library-whiteboard.001.006.012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9" name="wm.library-whiteboard.001.006.013"/>
          <p:cNvSpPr/>
          <p:nvPr/>
        </p:nvSpPr>
        <p:spPr>
          <a:xfrm>
            <a:off x="8496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0" name="wm.library-whiteboard.001.006.014"/>
          <p:cNvSpPr/>
          <p:nvPr/>
        </p:nvSpPr>
        <p:spPr>
          <a:xfrm>
            <a:off x="8496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1" name="wm.library-whiteboard.001.006.015"/>
          <p:cNvSpPr/>
          <p:nvPr/>
        </p:nvSpPr>
        <p:spPr>
          <a:xfrm>
            <a:off x="8496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2" name="wm.library-whiteboard.001.006.016"/>
          <p:cNvSpPr/>
          <p:nvPr/>
        </p:nvSpPr>
        <p:spPr>
          <a:xfrm>
            <a:off x="8496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3" name="wm.library-whiteboard.001.006.017"/>
          <p:cNvSpPr/>
          <p:nvPr/>
        </p:nvSpPr>
        <p:spPr>
          <a:xfrm>
            <a:off x="8496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4" name="wm.library-whiteboard.001.006.018"/>
          <p:cNvSpPr/>
          <p:nvPr/>
        </p:nvSpPr>
        <p:spPr>
          <a:xfrm>
            <a:off x="8496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5" name="wm.library-whiteboard.001.006.019"/>
          <p:cNvSpPr/>
          <p:nvPr/>
        </p:nvSpPr>
        <p:spPr>
          <a:xfrm>
            <a:off x="8496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6" name="wm.library-whiteboard.001.007.001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7" name="wm.library-whiteboard.001.007.002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8" name="wm.library-whiteboard.001.007.003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9" name="wm.library-whiteboard.001.007.00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0" name="wm.library-whiteboard.001.007.005"/>
          <p:cNvSpPr/>
          <p:nvPr/>
        </p:nvSpPr>
        <p:spPr>
          <a:xfrm>
            <a:off x="8724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1" name="wm.library-whiteboard.001.007.006"/>
          <p:cNvSpPr/>
          <p:nvPr/>
        </p:nvSpPr>
        <p:spPr>
          <a:xfrm>
            <a:off x="8724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2" name="wm.library-whiteboard.001.007.007"/>
          <p:cNvSpPr/>
          <p:nvPr/>
        </p:nvSpPr>
        <p:spPr>
          <a:xfrm>
            <a:off x="8724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3" name="wm.library-whiteboard.001.007.008"/>
          <p:cNvSpPr/>
          <p:nvPr/>
        </p:nvSpPr>
        <p:spPr>
          <a:xfrm>
            <a:off x="8724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4" name="wm.library-whiteboard.001.007.009"/>
          <p:cNvSpPr/>
          <p:nvPr/>
        </p:nvSpPr>
        <p:spPr>
          <a:xfrm>
            <a:off x="8724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5" name="wm.library-whiteboard.001.007.010"/>
          <p:cNvSpPr/>
          <p:nvPr/>
        </p:nvSpPr>
        <p:spPr>
          <a:xfrm>
            <a:off x="8724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6" name="wm.library-whiteboard.001.007.011"/>
          <p:cNvSpPr/>
          <p:nvPr/>
        </p:nvSpPr>
        <p:spPr>
          <a:xfrm>
            <a:off x="8724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7" name="wm.library-whiteboard.001.007.012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8" name="wm.library-whiteboard.001.007.013"/>
          <p:cNvSpPr/>
          <p:nvPr/>
        </p:nvSpPr>
        <p:spPr>
          <a:xfrm>
            <a:off x="8724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9" name="wm.library-whiteboard.001.007.014"/>
          <p:cNvSpPr/>
          <p:nvPr/>
        </p:nvSpPr>
        <p:spPr>
          <a:xfrm>
            <a:off x="8724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0" name="wm.library-whiteboard.001.007.015"/>
          <p:cNvSpPr/>
          <p:nvPr/>
        </p:nvSpPr>
        <p:spPr>
          <a:xfrm>
            <a:off x="8724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1" name="wm.library-whiteboard.001.007.016"/>
          <p:cNvSpPr/>
          <p:nvPr/>
        </p:nvSpPr>
        <p:spPr>
          <a:xfrm>
            <a:off x="8724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2" name="wm.library-whiteboard.001.007.017"/>
          <p:cNvSpPr/>
          <p:nvPr/>
        </p:nvSpPr>
        <p:spPr>
          <a:xfrm>
            <a:off x="8724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3" name="wm.library-whiteboard.001.007.018"/>
          <p:cNvSpPr/>
          <p:nvPr/>
        </p:nvSpPr>
        <p:spPr>
          <a:xfrm>
            <a:off x="8724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4" name="wm.library-whiteboard.001.007.019"/>
          <p:cNvSpPr/>
          <p:nvPr/>
        </p:nvSpPr>
        <p:spPr>
          <a:xfrm>
            <a:off x="8724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5" name="wm.library-whiteboard.001.008.001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6" name="wm.library-whiteboard.001.008.002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7" name="wm.library-whiteboard.001.008.003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8" name="wm.library-whiteboard.001.008.004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9" name="wm.library-whiteboard.001.008.005"/>
          <p:cNvSpPr/>
          <p:nvPr/>
        </p:nvSpPr>
        <p:spPr>
          <a:xfrm>
            <a:off x="8953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0" name="wm.library-whiteboard.001.008.006"/>
          <p:cNvSpPr/>
          <p:nvPr/>
        </p:nvSpPr>
        <p:spPr>
          <a:xfrm>
            <a:off x="8953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1" name="wm.library-whiteboard.001.008.007"/>
          <p:cNvSpPr/>
          <p:nvPr/>
        </p:nvSpPr>
        <p:spPr>
          <a:xfrm>
            <a:off x="8953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2" name="wm.library-whiteboard.001.008.008"/>
          <p:cNvSpPr/>
          <p:nvPr/>
        </p:nvSpPr>
        <p:spPr>
          <a:xfrm>
            <a:off x="8953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3" name="wm.library-whiteboard.001.008.009"/>
          <p:cNvSpPr/>
          <p:nvPr/>
        </p:nvSpPr>
        <p:spPr>
          <a:xfrm>
            <a:off x="8953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4" name="wm.library-whiteboard.001.008.010"/>
          <p:cNvSpPr/>
          <p:nvPr/>
        </p:nvSpPr>
        <p:spPr>
          <a:xfrm>
            <a:off x="8953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5" name="wm.library-whiteboard.001.008.011"/>
          <p:cNvSpPr/>
          <p:nvPr/>
        </p:nvSpPr>
        <p:spPr>
          <a:xfrm>
            <a:off x="8953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6" name="wm.library-whiteboard.001.008.012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7" name="wm.library-whiteboard.001.008.013"/>
          <p:cNvSpPr/>
          <p:nvPr/>
        </p:nvSpPr>
        <p:spPr>
          <a:xfrm>
            <a:off x="8953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8" name="wm.library-whiteboard.001.008.014"/>
          <p:cNvSpPr/>
          <p:nvPr/>
        </p:nvSpPr>
        <p:spPr>
          <a:xfrm>
            <a:off x="8953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9" name="wm.library-whiteboard.001.008.015"/>
          <p:cNvSpPr/>
          <p:nvPr/>
        </p:nvSpPr>
        <p:spPr>
          <a:xfrm>
            <a:off x="8953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0" name="wm.library-whiteboard.001.008.016"/>
          <p:cNvSpPr/>
          <p:nvPr/>
        </p:nvSpPr>
        <p:spPr>
          <a:xfrm>
            <a:off x="8953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1" name="wm.library-whiteboard.001.008.017"/>
          <p:cNvSpPr/>
          <p:nvPr/>
        </p:nvSpPr>
        <p:spPr>
          <a:xfrm>
            <a:off x="8953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2" name="wm.library-whiteboard.001.008.018"/>
          <p:cNvSpPr/>
          <p:nvPr/>
        </p:nvSpPr>
        <p:spPr>
          <a:xfrm>
            <a:off x="8953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3" name="wm.library-whiteboard.001.008.019"/>
          <p:cNvSpPr/>
          <p:nvPr/>
        </p:nvSpPr>
        <p:spPr>
          <a:xfrm>
            <a:off x="8953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4" name="wm.library-whiteboard.001.009.001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5" name="wm.library-whiteboard.001.009.002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6" name="wm.library-whiteboard.001.009.003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7" name="wm.library-whiteboard.001.009.004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8" name="wm.library-whiteboard.001.009.005"/>
          <p:cNvSpPr/>
          <p:nvPr/>
        </p:nvSpPr>
        <p:spPr>
          <a:xfrm>
            <a:off x="9182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9" name="wm.library-whiteboard.001.009.006"/>
          <p:cNvSpPr/>
          <p:nvPr/>
        </p:nvSpPr>
        <p:spPr>
          <a:xfrm>
            <a:off x="9182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0" name="wm.library-whiteboard.001.009.007"/>
          <p:cNvSpPr/>
          <p:nvPr/>
        </p:nvSpPr>
        <p:spPr>
          <a:xfrm>
            <a:off x="9182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1" name="wm.library-whiteboard.001.009.008"/>
          <p:cNvSpPr/>
          <p:nvPr/>
        </p:nvSpPr>
        <p:spPr>
          <a:xfrm>
            <a:off x="9182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2" name="wm.library-whiteboard.001.009.009"/>
          <p:cNvSpPr/>
          <p:nvPr/>
        </p:nvSpPr>
        <p:spPr>
          <a:xfrm>
            <a:off x="9182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3" name="wm.library-whiteboard.001.009.010"/>
          <p:cNvSpPr/>
          <p:nvPr/>
        </p:nvSpPr>
        <p:spPr>
          <a:xfrm>
            <a:off x="9182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4" name="wm.library-whiteboard.001.009.011"/>
          <p:cNvSpPr/>
          <p:nvPr/>
        </p:nvSpPr>
        <p:spPr>
          <a:xfrm>
            <a:off x="9182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5" name="wm.library-whiteboard.001.009.012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6" name="wm.library-whiteboard.001.009.013"/>
          <p:cNvSpPr/>
          <p:nvPr/>
        </p:nvSpPr>
        <p:spPr>
          <a:xfrm>
            <a:off x="9182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7" name="wm.library-whiteboard.001.009.014"/>
          <p:cNvSpPr/>
          <p:nvPr/>
        </p:nvSpPr>
        <p:spPr>
          <a:xfrm>
            <a:off x="9182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8" name="wm.library-whiteboard.001.009.015"/>
          <p:cNvSpPr/>
          <p:nvPr/>
        </p:nvSpPr>
        <p:spPr>
          <a:xfrm>
            <a:off x="9182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9" name="wm.library-whiteboard.001.009.016"/>
          <p:cNvSpPr/>
          <p:nvPr/>
        </p:nvSpPr>
        <p:spPr>
          <a:xfrm>
            <a:off x="9182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0" name="wm.library-whiteboard.001.009.017"/>
          <p:cNvSpPr/>
          <p:nvPr/>
        </p:nvSpPr>
        <p:spPr>
          <a:xfrm>
            <a:off x="9182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1" name="wm.library-whiteboard.001.009.018"/>
          <p:cNvSpPr/>
          <p:nvPr/>
        </p:nvSpPr>
        <p:spPr>
          <a:xfrm>
            <a:off x="9182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2" name="wm.library-whiteboard.001.009.019"/>
          <p:cNvSpPr/>
          <p:nvPr/>
        </p:nvSpPr>
        <p:spPr>
          <a:xfrm>
            <a:off x="9182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3" name="wm.library-whiteboard.001.010.001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4" name="wm.library-whiteboard.001.010.002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5" name="wm.library-whiteboard.001.010.003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6" name="wm.library-whiteboard.001.010.004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7" name="wm.library-whiteboard.001.010.005"/>
          <p:cNvSpPr/>
          <p:nvPr/>
        </p:nvSpPr>
        <p:spPr>
          <a:xfrm>
            <a:off x="9410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8" name="wm.library-whiteboard.001.010.006"/>
          <p:cNvSpPr/>
          <p:nvPr/>
        </p:nvSpPr>
        <p:spPr>
          <a:xfrm>
            <a:off x="9410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9" name="wm.library-whiteboard.001.010.007"/>
          <p:cNvSpPr/>
          <p:nvPr/>
        </p:nvSpPr>
        <p:spPr>
          <a:xfrm>
            <a:off x="9410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0" name="wm.library-whiteboard.001.010.008"/>
          <p:cNvSpPr/>
          <p:nvPr/>
        </p:nvSpPr>
        <p:spPr>
          <a:xfrm>
            <a:off x="9410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1" name="wm.library-whiteboard.001.010.009"/>
          <p:cNvSpPr/>
          <p:nvPr/>
        </p:nvSpPr>
        <p:spPr>
          <a:xfrm>
            <a:off x="9410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2" name="wm.library-whiteboard.001.010.010"/>
          <p:cNvSpPr/>
          <p:nvPr/>
        </p:nvSpPr>
        <p:spPr>
          <a:xfrm>
            <a:off x="9410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3" name="wm.library-whiteboard.001.010.011"/>
          <p:cNvSpPr/>
          <p:nvPr/>
        </p:nvSpPr>
        <p:spPr>
          <a:xfrm>
            <a:off x="9410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4" name="wm.library-whiteboard.001.010.012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5" name="wm.library-whiteboard.001.010.013"/>
          <p:cNvSpPr/>
          <p:nvPr/>
        </p:nvSpPr>
        <p:spPr>
          <a:xfrm>
            <a:off x="9410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6" name="wm.library-whiteboard.001.010.014"/>
          <p:cNvSpPr/>
          <p:nvPr/>
        </p:nvSpPr>
        <p:spPr>
          <a:xfrm>
            <a:off x="94107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7" name="wm.library-whiteboard.001.010.015"/>
          <p:cNvSpPr/>
          <p:nvPr/>
        </p:nvSpPr>
        <p:spPr>
          <a:xfrm>
            <a:off x="9410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8" name="wm.library-whiteboard.001.010.016"/>
          <p:cNvSpPr/>
          <p:nvPr/>
        </p:nvSpPr>
        <p:spPr>
          <a:xfrm>
            <a:off x="9410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9" name="wm.library-whiteboard.001.010.017"/>
          <p:cNvSpPr/>
          <p:nvPr/>
        </p:nvSpPr>
        <p:spPr>
          <a:xfrm>
            <a:off x="9410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0" name="wm.library-whiteboard.001.010.018"/>
          <p:cNvSpPr/>
          <p:nvPr/>
        </p:nvSpPr>
        <p:spPr>
          <a:xfrm>
            <a:off x="9410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1" name="wm.library-whiteboard.001.010.019"/>
          <p:cNvSpPr/>
          <p:nvPr/>
        </p:nvSpPr>
        <p:spPr>
          <a:xfrm>
            <a:off x="9410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2" name="wm.library-whiteboard.001.011.001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3" name="wm.library-whiteboard.001.011.002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4" name="wm.library-whiteboard.001.011.003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5" name="wm.library-whiteboard.001.011.004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6" name="wm.library-whiteboard.001.011.005"/>
          <p:cNvSpPr/>
          <p:nvPr/>
        </p:nvSpPr>
        <p:spPr>
          <a:xfrm>
            <a:off x="9639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7" name="wm.library-whiteboard.001.011.006"/>
          <p:cNvSpPr/>
          <p:nvPr/>
        </p:nvSpPr>
        <p:spPr>
          <a:xfrm>
            <a:off x="9639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8" name="wm.library-whiteboard.001.011.007"/>
          <p:cNvSpPr/>
          <p:nvPr/>
        </p:nvSpPr>
        <p:spPr>
          <a:xfrm>
            <a:off x="9639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9" name="wm.library-whiteboard.001.011.008"/>
          <p:cNvSpPr/>
          <p:nvPr/>
        </p:nvSpPr>
        <p:spPr>
          <a:xfrm>
            <a:off x="9639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0" name="wm.library-whiteboard.001.011.009"/>
          <p:cNvSpPr/>
          <p:nvPr/>
        </p:nvSpPr>
        <p:spPr>
          <a:xfrm>
            <a:off x="9639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1" name="wm.library-whiteboard.001.011.010"/>
          <p:cNvSpPr/>
          <p:nvPr/>
        </p:nvSpPr>
        <p:spPr>
          <a:xfrm>
            <a:off x="9639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2" name="wm.library-whiteboard.001.011.011"/>
          <p:cNvSpPr/>
          <p:nvPr/>
        </p:nvSpPr>
        <p:spPr>
          <a:xfrm>
            <a:off x="9639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3" name="wm.library-whiteboard.001.011.012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4" name="wm.library-whiteboard.001.011.013"/>
          <p:cNvSpPr/>
          <p:nvPr/>
        </p:nvSpPr>
        <p:spPr>
          <a:xfrm>
            <a:off x="9639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5" name="wm.library-whiteboard.001.011.014"/>
          <p:cNvSpPr/>
          <p:nvPr/>
        </p:nvSpPr>
        <p:spPr>
          <a:xfrm>
            <a:off x="9639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6" name="wm.library-whiteboard.001.011.015"/>
          <p:cNvSpPr/>
          <p:nvPr/>
        </p:nvSpPr>
        <p:spPr>
          <a:xfrm>
            <a:off x="9639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7" name="wm.library-whiteboard.001.011.016"/>
          <p:cNvSpPr/>
          <p:nvPr/>
        </p:nvSpPr>
        <p:spPr>
          <a:xfrm>
            <a:off x="9639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8" name="wm.library-whiteboard.001.011.017"/>
          <p:cNvSpPr/>
          <p:nvPr/>
        </p:nvSpPr>
        <p:spPr>
          <a:xfrm>
            <a:off x="9639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9" name="wm.library-whiteboard.001.011.018"/>
          <p:cNvSpPr/>
          <p:nvPr/>
        </p:nvSpPr>
        <p:spPr>
          <a:xfrm>
            <a:off x="9639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0" name="wm.library-whiteboard.001.011.019"/>
          <p:cNvSpPr/>
          <p:nvPr/>
        </p:nvSpPr>
        <p:spPr>
          <a:xfrm>
            <a:off x="9639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1" name="wm.library-whiteboard.001.012.001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2" name="wm.library-whiteboard.001.012.002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3" name="wm.library-whiteboard.001.012.003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4" name="wm.library-whiteboard.001.012.004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5" name="wm.library-whiteboard.001.012.005"/>
          <p:cNvSpPr/>
          <p:nvPr/>
        </p:nvSpPr>
        <p:spPr>
          <a:xfrm>
            <a:off x="9867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6" name="wm.library-whiteboard.001.012.006"/>
          <p:cNvSpPr/>
          <p:nvPr/>
        </p:nvSpPr>
        <p:spPr>
          <a:xfrm>
            <a:off x="9867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7" name="wm.library-whiteboard.001.012.007"/>
          <p:cNvSpPr/>
          <p:nvPr/>
        </p:nvSpPr>
        <p:spPr>
          <a:xfrm>
            <a:off x="9867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8" name="wm.library-whiteboard.001.012.008"/>
          <p:cNvSpPr/>
          <p:nvPr/>
        </p:nvSpPr>
        <p:spPr>
          <a:xfrm>
            <a:off x="9867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9" name="wm.library-whiteboard.001.012.009"/>
          <p:cNvSpPr/>
          <p:nvPr/>
        </p:nvSpPr>
        <p:spPr>
          <a:xfrm>
            <a:off x="9867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0" name="wm.library-whiteboard.001.012.010"/>
          <p:cNvSpPr/>
          <p:nvPr/>
        </p:nvSpPr>
        <p:spPr>
          <a:xfrm>
            <a:off x="9867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1" name="wm.library-whiteboard.001.012.011"/>
          <p:cNvSpPr/>
          <p:nvPr/>
        </p:nvSpPr>
        <p:spPr>
          <a:xfrm>
            <a:off x="9867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2" name="wm.library-whiteboard.001.012.012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3" name="wm.library-whiteboard.001.012.013"/>
          <p:cNvSpPr/>
          <p:nvPr/>
        </p:nvSpPr>
        <p:spPr>
          <a:xfrm>
            <a:off x="9867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4" name="wm.library-whiteboard.001.012.014"/>
          <p:cNvSpPr/>
          <p:nvPr/>
        </p:nvSpPr>
        <p:spPr>
          <a:xfrm>
            <a:off x="9867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5" name="wm.library-whiteboard.001.012.015"/>
          <p:cNvSpPr/>
          <p:nvPr/>
        </p:nvSpPr>
        <p:spPr>
          <a:xfrm>
            <a:off x="9867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6" name="wm.library-whiteboard.001.012.016"/>
          <p:cNvSpPr/>
          <p:nvPr/>
        </p:nvSpPr>
        <p:spPr>
          <a:xfrm>
            <a:off x="9867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7" name="wm.library-whiteboard.001.012.017"/>
          <p:cNvSpPr/>
          <p:nvPr/>
        </p:nvSpPr>
        <p:spPr>
          <a:xfrm>
            <a:off x="9867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8" name="wm.library-whiteboard.001.012.018"/>
          <p:cNvSpPr/>
          <p:nvPr/>
        </p:nvSpPr>
        <p:spPr>
          <a:xfrm>
            <a:off x="9867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9" name="wm.library-whiteboard.001.012.019"/>
          <p:cNvSpPr/>
          <p:nvPr/>
        </p:nvSpPr>
        <p:spPr>
          <a:xfrm>
            <a:off x="9867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0" name="wm.library-whiteboard.001.013.001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1" name="wm.library-whiteboard.001.013.002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2" name="wm.library-whiteboard.001.013.003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3" name="wm.library-whiteboard.001.013.004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4" name="wm.library-whiteboard.001.013.005"/>
          <p:cNvSpPr/>
          <p:nvPr/>
        </p:nvSpPr>
        <p:spPr>
          <a:xfrm>
            <a:off x="10096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5" name="wm.library-whiteboard.001.013.006"/>
          <p:cNvSpPr/>
          <p:nvPr/>
        </p:nvSpPr>
        <p:spPr>
          <a:xfrm>
            <a:off x="10096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6" name="wm.library-whiteboard.001.013.007"/>
          <p:cNvSpPr/>
          <p:nvPr/>
        </p:nvSpPr>
        <p:spPr>
          <a:xfrm>
            <a:off x="10096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7" name="wm.library-whiteboard.001.013.008"/>
          <p:cNvSpPr/>
          <p:nvPr/>
        </p:nvSpPr>
        <p:spPr>
          <a:xfrm>
            <a:off x="10096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8" name="wm.library-whiteboard.001.013.009"/>
          <p:cNvSpPr/>
          <p:nvPr/>
        </p:nvSpPr>
        <p:spPr>
          <a:xfrm>
            <a:off x="10096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9" name="wm.library-whiteboard.001.013.010"/>
          <p:cNvSpPr/>
          <p:nvPr/>
        </p:nvSpPr>
        <p:spPr>
          <a:xfrm>
            <a:off x="10096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0" name="wm.library-whiteboard.001.013.011"/>
          <p:cNvSpPr/>
          <p:nvPr/>
        </p:nvSpPr>
        <p:spPr>
          <a:xfrm>
            <a:off x="10096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1" name="wm.library-whiteboard.001.013.012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2" name="wm.library-whiteboard.001.013.013"/>
          <p:cNvSpPr/>
          <p:nvPr/>
        </p:nvSpPr>
        <p:spPr>
          <a:xfrm>
            <a:off x="10096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3" name="wm.library-whiteboard.001.013.014"/>
          <p:cNvSpPr/>
          <p:nvPr/>
        </p:nvSpPr>
        <p:spPr>
          <a:xfrm>
            <a:off x="10096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4" name="wm.library-whiteboard.001.013.015"/>
          <p:cNvSpPr/>
          <p:nvPr/>
        </p:nvSpPr>
        <p:spPr>
          <a:xfrm>
            <a:off x="10096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5" name="wm.library-whiteboard.001.013.016"/>
          <p:cNvSpPr/>
          <p:nvPr/>
        </p:nvSpPr>
        <p:spPr>
          <a:xfrm>
            <a:off x="10096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6" name="wm.library-whiteboard.001.013.017"/>
          <p:cNvSpPr/>
          <p:nvPr/>
        </p:nvSpPr>
        <p:spPr>
          <a:xfrm>
            <a:off x="10096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7" name="wm.library-whiteboard.001.013.018"/>
          <p:cNvSpPr/>
          <p:nvPr/>
        </p:nvSpPr>
        <p:spPr>
          <a:xfrm>
            <a:off x="10096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8" name="wm.library-whiteboard.001.013.019"/>
          <p:cNvSpPr/>
          <p:nvPr/>
        </p:nvSpPr>
        <p:spPr>
          <a:xfrm>
            <a:off x="10096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9" name="wm.library-whiteboard.001.014.001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0" name="wm.library-whiteboard.001.014.002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1" name="wm.library-whiteboard.001.014.003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2" name="wm.library-whiteboard.001.014.004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3" name="wm.library-whiteboard.001.014.005"/>
          <p:cNvSpPr/>
          <p:nvPr/>
        </p:nvSpPr>
        <p:spPr>
          <a:xfrm>
            <a:off x="10325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4" name="wm.library-whiteboard.001.014.006"/>
          <p:cNvSpPr/>
          <p:nvPr/>
        </p:nvSpPr>
        <p:spPr>
          <a:xfrm>
            <a:off x="10325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5" name="wm.library-whiteboard.001.014.007"/>
          <p:cNvSpPr/>
          <p:nvPr/>
        </p:nvSpPr>
        <p:spPr>
          <a:xfrm>
            <a:off x="10325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6" name="wm.library-whiteboard.001.014.008"/>
          <p:cNvSpPr/>
          <p:nvPr/>
        </p:nvSpPr>
        <p:spPr>
          <a:xfrm>
            <a:off x="10325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7" name="wm.library-whiteboard.001.014.009"/>
          <p:cNvSpPr/>
          <p:nvPr/>
        </p:nvSpPr>
        <p:spPr>
          <a:xfrm>
            <a:off x="10325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8" name="wm.library-whiteboard.001.014.010"/>
          <p:cNvSpPr/>
          <p:nvPr/>
        </p:nvSpPr>
        <p:spPr>
          <a:xfrm>
            <a:off x="10325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9" name="wm.library-whiteboard.001.014.011"/>
          <p:cNvSpPr/>
          <p:nvPr/>
        </p:nvSpPr>
        <p:spPr>
          <a:xfrm>
            <a:off x="10325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0" name="wm.library-whiteboard.001.014.012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1" name="wm.library-whiteboard.001.014.013"/>
          <p:cNvSpPr/>
          <p:nvPr/>
        </p:nvSpPr>
        <p:spPr>
          <a:xfrm>
            <a:off x="10325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2" name="wm.library-whiteboard.001.014.014"/>
          <p:cNvSpPr/>
          <p:nvPr/>
        </p:nvSpPr>
        <p:spPr>
          <a:xfrm>
            <a:off x="10325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3" name="wm.library-whiteboard.001.014.015"/>
          <p:cNvSpPr/>
          <p:nvPr/>
        </p:nvSpPr>
        <p:spPr>
          <a:xfrm>
            <a:off x="10325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4" name="wm.library-whiteboard.001.014.016"/>
          <p:cNvSpPr/>
          <p:nvPr/>
        </p:nvSpPr>
        <p:spPr>
          <a:xfrm>
            <a:off x="10325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5" name="wm.library-whiteboard.001.014.017"/>
          <p:cNvSpPr/>
          <p:nvPr/>
        </p:nvSpPr>
        <p:spPr>
          <a:xfrm>
            <a:off x="10325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6" name="wm.library-whiteboard.001.014.018"/>
          <p:cNvSpPr/>
          <p:nvPr/>
        </p:nvSpPr>
        <p:spPr>
          <a:xfrm>
            <a:off x="10325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7" name="wm.library-whiteboard.001.014.019"/>
          <p:cNvSpPr/>
          <p:nvPr/>
        </p:nvSpPr>
        <p:spPr>
          <a:xfrm>
            <a:off x="10325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8" name="wm.library-whiteboard.001.015.001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9" name="wm.library-whiteboard.001.015.002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0" name="wm.library-whiteboard.001.015.003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1" name="wm.library-whiteboard.001.015.004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2" name="wm.library-whiteboard.001.015.005"/>
          <p:cNvSpPr/>
          <p:nvPr/>
        </p:nvSpPr>
        <p:spPr>
          <a:xfrm>
            <a:off x="10553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3" name="wm.library-whiteboard.001.015.006"/>
          <p:cNvSpPr/>
          <p:nvPr/>
        </p:nvSpPr>
        <p:spPr>
          <a:xfrm>
            <a:off x="10553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4" name="wm.library-whiteboard.001.015.007"/>
          <p:cNvSpPr/>
          <p:nvPr/>
        </p:nvSpPr>
        <p:spPr>
          <a:xfrm>
            <a:off x="10553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5" name="wm.library-whiteboard.001.015.008"/>
          <p:cNvSpPr/>
          <p:nvPr/>
        </p:nvSpPr>
        <p:spPr>
          <a:xfrm>
            <a:off x="10553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6" name="wm.library-whiteboard.001.015.009"/>
          <p:cNvSpPr/>
          <p:nvPr/>
        </p:nvSpPr>
        <p:spPr>
          <a:xfrm>
            <a:off x="10553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7" name="wm.library-whiteboard.001.015.010"/>
          <p:cNvSpPr/>
          <p:nvPr/>
        </p:nvSpPr>
        <p:spPr>
          <a:xfrm>
            <a:off x="10553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8" name="wm.library-whiteboard.001.015.011"/>
          <p:cNvSpPr/>
          <p:nvPr/>
        </p:nvSpPr>
        <p:spPr>
          <a:xfrm>
            <a:off x="10553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9" name="wm.library-whiteboard.001.015.012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0" name="wm.library-whiteboard.001.015.013"/>
          <p:cNvSpPr/>
          <p:nvPr/>
        </p:nvSpPr>
        <p:spPr>
          <a:xfrm>
            <a:off x="10553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1" name="wm.library-whiteboard.001.015.014"/>
          <p:cNvSpPr/>
          <p:nvPr/>
        </p:nvSpPr>
        <p:spPr>
          <a:xfrm>
            <a:off x="105537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2" name="wm.library-whiteboard.001.015.015"/>
          <p:cNvSpPr/>
          <p:nvPr/>
        </p:nvSpPr>
        <p:spPr>
          <a:xfrm>
            <a:off x="10553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3" name="wm.library-whiteboard.001.015.016"/>
          <p:cNvSpPr/>
          <p:nvPr/>
        </p:nvSpPr>
        <p:spPr>
          <a:xfrm>
            <a:off x="10553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4" name="wm.library-whiteboard.001.015.017"/>
          <p:cNvSpPr/>
          <p:nvPr/>
        </p:nvSpPr>
        <p:spPr>
          <a:xfrm>
            <a:off x="10553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5" name="wm.library-whiteboard.001.015.018"/>
          <p:cNvSpPr/>
          <p:nvPr/>
        </p:nvSpPr>
        <p:spPr>
          <a:xfrm>
            <a:off x="10553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6" name="wm.library-whiteboard.001.015.019"/>
          <p:cNvSpPr/>
          <p:nvPr/>
        </p:nvSpPr>
        <p:spPr>
          <a:xfrm>
            <a:off x="10553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7" name="wm.library-whiteboard.001.016.001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8" name="wm.library-whiteboard.001.016.002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9" name="wm.library-whiteboard.001.016.003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0" name="wm.library-whiteboard.001.016.004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1" name="wm.library-whiteboard.001.016.005"/>
          <p:cNvSpPr/>
          <p:nvPr/>
        </p:nvSpPr>
        <p:spPr>
          <a:xfrm>
            <a:off x="10782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2" name="wm.library-whiteboard.001.016.006"/>
          <p:cNvSpPr/>
          <p:nvPr/>
        </p:nvSpPr>
        <p:spPr>
          <a:xfrm>
            <a:off x="10782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3" name="wm.library-whiteboard.001.016.007"/>
          <p:cNvSpPr/>
          <p:nvPr/>
        </p:nvSpPr>
        <p:spPr>
          <a:xfrm>
            <a:off x="10782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4" name="wm.library-whiteboard.001.016.008"/>
          <p:cNvSpPr/>
          <p:nvPr/>
        </p:nvSpPr>
        <p:spPr>
          <a:xfrm>
            <a:off x="10782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5" name="wm.library-whiteboard.001.016.009"/>
          <p:cNvSpPr/>
          <p:nvPr/>
        </p:nvSpPr>
        <p:spPr>
          <a:xfrm>
            <a:off x="10782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6" name="wm.library-whiteboard.001.016.010"/>
          <p:cNvSpPr/>
          <p:nvPr/>
        </p:nvSpPr>
        <p:spPr>
          <a:xfrm>
            <a:off x="10782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7" name="wm.library-whiteboard.001.016.011"/>
          <p:cNvSpPr/>
          <p:nvPr/>
        </p:nvSpPr>
        <p:spPr>
          <a:xfrm>
            <a:off x="10782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8" name="wm.library-whiteboard.001.016.012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9" name="wm.library-whiteboard.001.016.013"/>
          <p:cNvSpPr/>
          <p:nvPr/>
        </p:nvSpPr>
        <p:spPr>
          <a:xfrm>
            <a:off x="10782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0" name="wm.library-whiteboard.001.016.014"/>
          <p:cNvSpPr/>
          <p:nvPr/>
        </p:nvSpPr>
        <p:spPr>
          <a:xfrm>
            <a:off x="107823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1" name="wm.library-whiteboard.001.016.015"/>
          <p:cNvSpPr/>
          <p:nvPr/>
        </p:nvSpPr>
        <p:spPr>
          <a:xfrm>
            <a:off x="10782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2" name="wm.library-whiteboard.001.016.016"/>
          <p:cNvSpPr/>
          <p:nvPr/>
        </p:nvSpPr>
        <p:spPr>
          <a:xfrm>
            <a:off x="10782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3" name="wm.library-whiteboard.001.016.017"/>
          <p:cNvSpPr/>
          <p:nvPr/>
        </p:nvSpPr>
        <p:spPr>
          <a:xfrm>
            <a:off x="10782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4" name="wm.library-whiteboard.001.016.018"/>
          <p:cNvSpPr/>
          <p:nvPr/>
        </p:nvSpPr>
        <p:spPr>
          <a:xfrm>
            <a:off x="10782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5" name="wm.library-whiteboard.001.016.019"/>
          <p:cNvSpPr/>
          <p:nvPr/>
        </p:nvSpPr>
        <p:spPr>
          <a:xfrm>
            <a:off x="10782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6" name="wm.library-whiteboard.001.017.001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7" name="wm.library-whiteboard.001.017.002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8" name="wm.library-whiteboard.001.017.003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9" name="wm.library-whiteboard.001.017.004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0" name="wm.library-whiteboard.001.017.005"/>
          <p:cNvSpPr/>
          <p:nvPr/>
        </p:nvSpPr>
        <p:spPr>
          <a:xfrm>
            <a:off x="11010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1" name="wm.library-whiteboard.001.017.006"/>
          <p:cNvSpPr/>
          <p:nvPr/>
        </p:nvSpPr>
        <p:spPr>
          <a:xfrm>
            <a:off x="11010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2" name="wm.library-whiteboard.001.017.007"/>
          <p:cNvSpPr/>
          <p:nvPr/>
        </p:nvSpPr>
        <p:spPr>
          <a:xfrm>
            <a:off x="11010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3" name="wm.library-whiteboard.001.017.008"/>
          <p:cNvSpPr/>
          <p:nvPr/>
        </p:nvSpPr>
        <p:spPr>
          <a:xfrm>
            <a:off x="11010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4" name="wm.library-whiteboard.001.017.009"/>
          <p:cNvSpPr/>
          <p:nvPr/>
        </p:nvSpPr>
        <p:spPr>
          <a:xfrm>
            <a:off x="11010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5" name="wm.library-whiteboard.001.017.010"/>
          <p:cNvSpPr/>
          <p:nvPr/>
        </p:nvSpPr>
        <p:spPr>
          <a:xfrm>
            <a:off x="11010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6" name="wm.library-whiteboard.001.017.011"/>
          <p:cNvSpPr/>
          <p:nvPr/>
        </p:nvSpPr>
        <p:spPr>
          <a:xfrm>
            <a:off x="11010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7" name="wm.library-whiteboard.001.017.012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8" name="wm.library-whiteboard.001.017.013"/>
          <p:cNvSpPr/>
          <p:nvPr/>
        </p:nvSpPr>
        <p:spPr>
          <a:xfrm>
            <a:off x="11010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9" name="wm.library-whiteboard.001.017.014"/>
          <p:cNvSpPr/>
          <p:nvPr/>
        </p:nvSpPr>
        <p:spPr>
          <a:xfrm>
            <a:off x="110109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0" name="wm.library-whiteboard.001.017.015"/>
          <p:cNvSpPr/>
          <p:nvPr/>
        </p:nvSpPr>
        <p:spPr>
          <a:xfrm>
            <a:off x="11010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1" name="wm.library-whiteboard.001.017.016"/>
          <p:cNvSpPr/>
          <p:nvPr/>
        </p:nvSpPr>
        <p:spPr>
          <a:xfrm>
            <a:off x="11010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2" name="wm.library-whiteboard.001.017.017"/>
          <p:cNvSpPr/>
          <p:nvPr/>
        </p:nvSpPr>
        <p:spPr>
          <a:xfrm>
            <a:off x="11010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3" name="wm.library-whiteboard.001.017.018"/>
          <p:cNvSpPr/>
          <p:nvPr/>
        </p:nvSpPr>
        <p:spPr>
          <a:xfrm>
            <a:off x="11010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4" name="wm.library-whiteboard.001.017.019"/>
          <p:cNvSpPr/>
          <p:nvPr/>
        </p:nvSpPr>
        <p:spPr>
          <a:xfrm>
            <a:off x="11010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5" name="wm.library-whiteboard.001.018.001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6" name="wm.library-whiteboard.001.018.002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7" name="wm.library-whiteboard.001.018.003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8" name="wm.library-whiteboard.001.018.004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9" name="wm.library-whiteboard.001.018.005"/>
          <p:cNvSpPr/>
          <p:nvPr/>
        </p:nvSpPr>
        <p:spPr>
          <a:xfrm>
            <a:off x="11239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0" name="wm.library-whiteboard.001.018.006"/>
          <p:cNvSpPr/>
          <p:nvPr/>
        </p:nvSpPr>
        <p:spPr>
          <a:xfrm>
            <a:off x="11239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1" name="wm.library-whiteboard.001.018.007"/>
          <p:cNvSpPr/>
          <p:nvPr/>
        </p:nvSpPr>
        <p:spPr>
          <a:xfrm>
            <a:off x="11239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2" name="wm.library-whiteboard.001.018.008"/>
          <p:cNvSpPr/>
          <p:nvPr/>
        </p:nvSpPr>
        <p:spPr>
          <a:xfrm>
            <a:off x="11239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3" name="wm.library-whiteboard.001.018.009"/>
          <p:cNvSpPr/>
          <p:nvPr/>
        </p:nvSpPr>
        <p:spPr>
          <a:xfrm>
            <a:off x="11239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4" name="wm.library-whiteboard.001.018.010"/>
          <p:cNvSpPr/>
          <p:nvPr/>
        </p:nvSpPr>
        <p:spPr>
          <a:xfrm>
            <a:off x="11239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5" name="wm.library-whiteboard.001.018.011"/>
          <p:cNvSpPr/>
          <p:nvPr/>
        </p:nvSpPr>
        <p:spPr>
          <a:xfrm>
            <a:off x="11239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6" name="wm.library-whiteboard.001.018.012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7" name="wm.library-whiteboard.001.018.013"/>
          <p:cNvSpPr/>
          <p:nvPr/>
        </p:nvSpPr>
        <p:spPr>
          <a:xfrm>
            <a:off x="11239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8" name="wm.library-whiteboard.001.018.014"/>
          <p:cNvSpPr/>
          <p:nvPr/>
        </p:nvSpPr>
        <p:spPr>
          <a:xfrm>
            <a:off x="112395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9" name="wm.library-whiteboard.001.018.015"/>
          <p:cNvSpPr/>
          <p:nvPr/>
        </p:nvSpPr>
        <p:spPr>
          <a:xfrm>
            <a:off x="11239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0" name="wm.library-whiteboard.001.018.016"/>
          <p:cNvSpPr/>
          <p:nvPr/>
        </p:nvSpPr>
        <p:spPr>
          <a:xfrm>
            <a:off x="11239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1" name="wm.library-whiteboard.001.018.017"/>
          <p:cNvSpPr/>
          <p:nvPr/>
        </p:nvSpPr>
        <p:spPr>
          <a:xfrm>
            <a:off x="11239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2" name="wm.library-whiteboard.001.018.018"/>
          <p:cNvSpPr/>
          <p:nvPr/>
        </p:nvSpPr>
        <p:spPr>
          <a:xfrm>
            <a:off x="11239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3" name="wm.library-whiteboard.001.018.019"/>
          <p:cNvSpPr/>
          <p:nvPr/>
        </p:nvSpPr>
        <p:spPr>
          <a:xfrm>
            <a:off x="11239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4" name="wm.library-whiteboard.001.019.001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5" name="wm.library-whiteboard.001.019.002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6" name="wm.library-whiteboard.001.019.003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7" name="wm.library-whiteboard.001.019.004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8" name="wm.library-whiteboard.001.019.005"/>
          <p:cNvSpPr/>
          <p:nvPr/>
        </p:nvSpPr>
        <p:spPr>
          <a:xfrm>
            <a:off x="11468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9" name="wm.library-whiteboard.001.019.006"/>
          <p:cNvSpPr/>
          <p:nvPr/>
        </p:nvSpPr>
        <p:spPr>
          <a:xfrm>
            <a:off x="11468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0" name="wm.library-whiteboard.001.019.007"/>
          <p:cNvSpPr/>
          <p:nvPr/>
        </p:nvSpPr>
        <p:spPr>
          <a:xfrm>
            <a:off x="11468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1" name="wm.library-whiteboard.001.019.008"/>
          <p:cNvSpPr/>
          <p:nvPr/>
        </p:nvSpPr>
        <p:spPr>
          <a:xfrm>
            <a:off x="11468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2" name="wm.library-whiteboard.001.019.009"/>
          <p:cNvSpPr/>
          <p:nvPr/>
        </p:nvSpPr>
        <p:spPr>
          <a:xfrm>
            <a:off x="11468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3" name="wm.library-whiteboard.001.019.010"/>
          <p:cNvSpPr/>
          <p:nvPr/>
        </p:nvSpPr>
        <p:spPr>
          <a:xfrm>
            <a:off x="11468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4" name="wm.library-whiteboard.001.019.011"/>
          <p:cNvSpPr/>
          <p:nvPr/>
        </p:nvSpPr>
        <p:spPr>
          <a:xfrm>
            <a:off x="11468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5" name="wm.library-whiteboard.001.019.012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6" name="wm.library-whiteboard.001.019.013"/>
          <p:cNvSpPr/>
          <p:nvPr/>
        </p:nvSpPr>
        <p:spPr>
          <a:xfrm>
            <a:off x="11468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7" name="wm.library-whiteboard.001.019.014"/>
          <p:cNvSpPr/>
          <p:nvPr/>
        </p:nvSpPr>
        <p:spPr>
          <a:xfrm>
            <a:off x="11468100" y="4343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8" name="wm.library-whiteboard.001.019.015"/>
          <p:cNvSpPr/>
          <p:nvPr/>
        </p:nvSpPr>
        <p:spPr>
          <a:xfrm>
            <a:off x="11468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9" name="wm.library-whiteboard.001.019.016"/>
          <p:cNvSpPr/>
          <p:nvPr/>
        </p:nvSpPr>
        <p:spPr>
          <a:xfrm>
            <a:off x="11468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0" name="wm.library-whiteboard.001.019.017"/>
          <p:cNvSpPr/>
          <p:nvPr/>
        </p:nvSpPr>
        <p:spPr>
          <a:xfrm>
            <a:off x="11468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1" name="wm.library-whiteboard.001.019.018"/>
          <p:cNvSpPr/>
          <p:nvPr/>
        </p:nvSpPr>
        <p:spPr>
          <a:xfrm>
            <a:off x="11468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2" name="wm.library-whiteboard.001.019.019"/>
          <p:cNvSpPr/>
          <p:nvPr/>
        </p:nvSpPr>
        <p:spPr>
          <a:xfrm>
            <a:off x="11468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75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364" name="node01.image" descr="logo-pos; canonical SHA256=1792d6399d80ca979fc609aa50c9cc0dc1b9358132748180df858fb82ad39d86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376" name="node02"/>
          <p:cNvGrpSpPr/>
          <p:nvPr/>
        </p:nvGrpSpPr>
        <p:grpSpPr>
          <a:xfrm>
            <a:off x="723900" y="2286000"/>
            <a:ext cx="5943600" cy="762000"/>
            <a:chOff x="723900" y="2286000"/>
            <a:chExt cx="5943600" cy="762000"/>
          </a:xfrm>
        </p:grpSpPr>
        <p:pic>
          <p:nvPicPr>
            <p:cNvPr id="365" name="node02.text.mark-001-001" descr="highlight-1; canonical SHA256=b0048aa39744978d339a9910f5cc1482814a8a0eae4c5a63e1f80d6a2885b314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609" y="2365553"/>
              <a:ext cx="3178481" cy="624840"/>
            </a:xfrm>
            <a:prstGeom prst="rect">
              <a:avLst/>
            </a:prstGeom>
          </p:spPr>
        </p:pic>
        <p:sp>
          <p:nvSpPr>
            <p:cNvPr id="366" name="node02.text"/>
            <p:cNvSpPr/>
            <p:nvPr/>
          </p:nvSpPr>
          <p:spPr>
            <a:xfrm>
              <a:off x="723900" y="2286000"/>
              <a:ext cx="59436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Questions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?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77" name="node03"/>
          <p:cNvGrpSpPr/>
          <p:nvPr/>
        </p:nvGrpSpPr>
        <p:grpSpPr>
          <a:xfrm>
            <a:off x="723900" y="3429000"/>
            <a:ext cx="5257800" cy="609600"/>
            <a:chOff x="723900" y="3429000"/>
            <a:chExt cx="5257800" cy="609600"/>
          </a:xfrm>
        </p:grpSpPr>
        <p:sp>
          <p:nvSpPr>
            <p:cNvPr id="367" name="node03.text"/>
            <p:cNvSpPr/>
            <p:nvPr/>
          </p:nvSpPr>
          <p:spPr>
            <a:xfrm>
              <a:off x="723900" y="3429000"/>
              <a:ext cx="52578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6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Ask now, or reach us at any time. We will answer within one working day.</a:t>
              </a:r>
              <a:endParaRPr lang="en-US" sz="16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68" name="node04"/>
          <p:cNvSpPr/>
          <p:nvPr/>
        </p:nvSpPr>
        <p:spPr>
          <a:xfrm>
            <a:off x="723900" y="45720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78" name="node05"/>
          <p:cNvGrpSpPr/>
          <p:nvPr/>
        </p:nvGrpSpPr>
        <p:grpSpPr>
          <a:xfrm>
            <a:off x="723900" y="4800600"/>
            <a:ext cx="2514600" cy="152400"/>
            <a:chOff x="723900" y="4800600"/>
            <a:chExt cx="2514600" cy="152400"/>
          </a:xfrm>
        </p:grpSpPr>
        <p:sp>
          <p:nvSpPr>
            <p:cNvPr id="369" name="node05.text"/>
            <p:cNvSpPr/>
            <p:nvPr/>
          </p:nvSpPr>
          <p:spPr>
            <a:xfrm>
              <a:off x="723900" y="48006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PROPOSAL CONTACTS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79" name="node06"/>
          <p:cNvGrpSpPr/>
          <p:nvPr/>
        </p:nvGrpSpPr>
        <p:grpSpPr>
          <a:xfrm>
            <a:off x="723900" y="5029200"/>
            <a:ext cx="2514600" cy="266700"/>
            <a:chOff x="723900" y="5029200"/>
            <a:chExt cx="2514600" cy="266700"/>
          </a:xfrm>
        </p:grpSpPr>
        <p:sp>
          <p:nvSpPr>
            <p:cNvPr id="370" name="node06.text"/>
            <p:cNvSpPr/>
            <p:nvPr/>
          </p:nvSpPr>
          <p:spPr>
            <a:xfrm>
              <a:off x="7239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0" name="node07"/>
          <p:cNvGrpSpPr/>
          <p:nvPr/>
        </p:nvGrpSpPr>
        <p:grpSpPr>
          <a:xfrm>
            <a:off x="3467100" y="5029200"/>
            <a:ext cx="2514600" cy="266700"/>
            <a:chOff x="3467100" y="5029200"/>
            <a:chExt cx="2514600" cy="266700"/>
          </a:xfrm>
        </p:grpSpPr>
        <p:sp>
          <p:nvSpPr>
            <p:cNvPr id="371" name="node07.text"/>
            <p:cNvSpPr/>
            <p:nvPr/>
          </p:nvSpPr>
          <p:spPr>
            <a:xfrm>
              <a:off x="34671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Delivery director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1" name="node08"/>
          <p:cNvGrpSpPr/>
          <p:nvPr/>
        </p:nvGrpSpPr>
        <p:grpSpPr>
          <a:xfrm>
            <a:off x="723900" y="5257800"/>
            <a:ext cx="2514600" cy="266700"/>
            <a:chOff x="723900" y="5257800"/>
            <a:chExt cx="2514600" cy="266700"/>
          </a:xfrm>
        </p:grpSpPr>
        <p:sp>
          <p:nvSpPr>
            <p:cNvPr id="372" name="node08.text"/>
            <p:cNvSpPr/>
            <p:nvPr/>
          </p:nvSpPr>
          <p:spPr>
            <a:xfrm>
              <a:off x="723900" y="5257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2" name="node09"/>
          <p:cNvGrpSpPr/>
          <p:nvPr/>
        </p:nvGrpSpPr>
        <p:grpSpPr>
          <a:xfrm>
            <a:off x="3467100" y="5257800"/>
            <a:ext cx="2514600" cy="266700"/>
            <a:chOff x="3467100" y="5257800"/>
            <a:chExt cx="2514600" cy="266700"/>
          </a:xfrm>
        </p:grpSpPr>
        <p:sp>
          <p:nvSpPr>
            <p:cNvPr id="373" name="node09.text"/>
            <p:cNvSpPr/>
            <p:nvPr/>
          </p:nvSpPr>
          <p:spPr>
            <a:xfrm>
              <a:off x="3467100" y="5257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3" name="node10"/>
          <p:cNvGrpSpPr/>
          <p:nvPr/>
        </p:nvGrpSpPr>
        <p:grpSpPr>
          <a:xfrm>
            <a:off x="8039100" y="2057400"/>
            <a:ext cx="2743200" cy="2743200"/>
            <a:chOff x="8039100" y="2057400"/>
            <a:chExt cx="2743200" cy="2743200"/>
          </a:xfrm>
        </p:grpSpPr>
        <p:pic>
          <p:nvPicPr>
            <p:cNvPr id="374" name="node10.image" descr="photo-abstract-grid; canonical SHA256=bd4d53ff0b1465682611223622490e973c791291f33a612d367cfe028c2615b8">    </p:cNvPr>
            <p:cNvPicPr>
              <a:picLocks noChangeAspect="1"/>
            </p:cNvPicPr>
            <p:nvPr/>
          </p:nvPicPr>
          <p:blipFill>
            <a:blip r:embed="rId4"/>
            <a:srcRect l="21979" r="21979" t="0" b="0"/>
            <a:stretch/>
          </p:blipFill>
          <p:spPr>
            <a:xfrm>
              <a:off x="8039100" y="2057400"/>
              <a:ext cx="2743200" cy="274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23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23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723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723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723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723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2.001"/>
          <p:cNvSpPr/>
          <p:nvPr/>
        </p:nvSpPr>
        <p:spPr>
          <a:xfrm>
            <a:off x="952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2.002"/>
          <p:cNvSpPr/>
          <p:nvPr/>
        </p:nvSpPr>
        <p:spPr>
          <a:xfrm>
            <a:off x="952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2.003"/>
          <p:cNvSpPr/>
          <p:nvPr/>
        </p:nvSpPr>
        <p:spPr>
          <a:xfrm>
            <a:off x="952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2.004"/>
          <p:cNvSpPr/>
          <p:nvPr/>
        </p:nvSpPr>
        <p:spPr>
          <a:xfrm>
            <a:off x="952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2.005"/>
          <p:cNvSpPr/>
          <p:nvPr/>
        </p:nvSpPr>
        <p:spPr>
          <a:xfrm>
            <a:off x="952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2.006"/>
          <p:cNvSpPr/>
          <p:nvPr/>
        </p:nvSpPr>
        <p:spPr>
          <a:xfrm>
            <a:off x="952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3.001"/>
          <p:cNvSpPr/>
          <p:nvPr/>
        </p:nvSpPr>
        <p:spPr>
          <a:xfrm>
            <a:off x="1181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3.002"/>
          <p:cNvSpPr/>
          <p:nvPr/>
        </p:nvSpPr>
        <p:spPr>
          <a:xfrm>
            <a:off x="1181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3.003"/>
          <p:cNvSpPr/>
          <p:nvPr/>
        </p:nvSpPr>
        <p:spPr>
          <a:xfrm>
            <a:off x="1181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3.004"/>
          <p:cNvSpPr/>
          <p:nvPr/>
        </p:nvSpPr>
        <p:spPr>
          <a:xfrm>
            <a:off x="1181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3.005"/>
          <p:cNvSpPr/>
          <p:nvPr/>
        </p:nvSpPr>
        <p:spPr>
          <a:xfrm>
            <a:off x="1181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" name="wm.library-whiteboard.001.003.006"/>
          <p:cNvSpPr/>
          <p:nvPr/>
        </p:nvSpPr>
        <p:spPr>
          <a:xfrm>
            <a:off x="1181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" name="wm.library-whiteboard.001.004.001"/>
          <p:cNvSpPr/>
          <p:nvPr/>
        </p:nvSpPr>
        <p:spPr>
          <a:xfrm>
            <a:off x="1409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" name="wm.library-whiteboard.001.004.002"/>
          <p:cNvSpPr/>
          <p:nvPr/>
        </p:nvSpPr>
        <p:spPr>
          <a:xfrm>
            <a:off x="1409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" name="wm.library-whiteboard.001.004.003"/>
          <p:cNvSpPr/>
          <p:nvPr/>
        </p:nvSpPr>
        <p:spPr>
          <a:xfrm>
            <a:off x="1409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" name="wm.library-whiteboard.001.004.004"/>
          <p:cNvSpPr/>
          <p:nvPr/>
        </p:nvSpPr>
        <p:spPr>
          <a:xfrm>
            <a:off x="1409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library-whiteboard.001.004.005"/>
          <p:cNvSpPr/>
          <p:nvPr/>
        </p:nvSpPr>
        <p:spPr>
          <a:xfrm>
            <a:off x="1409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library-whiteboard.001.004.006"/>
          <p:cNvSpPr/>
          <p:nvPr/>
        </p:nvSpPr>
        <p:spPr>
          <a:xfrm>
            <a:off x="1409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library-whiteboard.001.005.001"/>
          <p:cNvSpPr/>
          <p:nvPr/>
        </p:nvSpPr>
        <p:spPr>
          <a:xfrm>
            <a:off x="1638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" name="wm.library-whiteboard.001.005.002"/>
          <p:cNvSpPr/>
          <p:nvPr/>
        </p:nvSpPr>
        <p:spPr>
          <a:xfrm>
            <a:off x="1638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" name="wm.library-whiteboard.001.005.003"/>
          <p:cNvSpPr/>
          <p:nvPr/>
        </p:nvSpPr>
        <p:spPr>
          <a:xfrm>
            <a:off x="1638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" name="wm.library-whiteboard.001.005.004"/>
          <p:cNvSpPr/>
          <p:nvPr/>
        </p:nvSpPr>
        <p:spPr>
          <a:xfrm>
            <a:off x="1638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" name="wm.library-whiteboard.001.005.005"/>
          <p:cNvSpPr/>
          <p:nvPr/>
        </p:nvSpPr>
        <p:spPr>
          <a:xfrm>
            <a:off x="1638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" name="wm.library-whiteboard.001.005.006"/>
          <p:cNvSpPr/>
          <p:nvPr/>
        </p:nvSpPr>
        <p:spPr>
          <a:xfrm>
            <a:off x="1638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" name="wm.library-whiteboard.001.006.001"/>
          <p:cNvSpPr/>
          <p:nvPr/>
        </p:nvSpPr>
        <p:spPr>
          <a:xfrm>
            <a:off x="18669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library-whiteboard.001.006.002"/>
          <p:cNvSpPr/>
          <p:nvPr/>
        </p:nvSpPr>
        <p:spPr>
          <a:xfrm>
            <a:off x="1866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library-whiteboard.001.006.003"/>
          <p:cNvSpPr/>
          <p:nvPr/>
        </p:nvSpPr>
        <p:spPr>
          <a:xfrm>
            <a:off x="1866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library-whiteboard.001.006.004"/>
          <p:cNvSpPr/>
          <p:nvPr/>
        </p:nvSpPr>
        <p:spPr>
          <a:xfrm>
            <a:off x="1866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" name="wm.library-whiteboard.001.006.005"/>
          <p:cNvSpPr/>
          <p:nvPr/>
        </p:nvSpPr>
        <p:spPr>
          <a:xfrm>
            <a:off x="1866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wm.library-whiteboard.001.006.006"/>
          <p:cNvSpPr/>
          <p:nvPr/>
        </p:nvSpPr>
        <p:spPr>
          <a:xfrm>
            <a:off x="1866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8" name="wm.library-whiteboard.001.007.001"/>
          <p:cNvSpPr/>
          <p:nvPr/>
        </p:nvSpPr>
        <p:spPr>
          <a:xfrm>
            <a:off x="20955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9" name="wm.library-whiteboard.001.007.002"/>
          <p:cNvSpPr/>
          <p:nvPr/>
        </p:nvSpPr>
        <p:spPr>
          <a:xfrm>
            <a:off x="2095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0" name="wm.library-whiteboard.001.007.003"/>
          <p:cNvSpPr/>
          <p:nvPr/>
        </p:nvSpPr>
        <p:spPr>
          <a:xfrm>
            <a:off x="2095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1" name="wm.library-whiteboard.001.007.004"/>
          <p:cNvSpPr/>
          <p:nvPr/>
        </p:nvSpPr>
        <p:spPr>
          <a:xfrm>
            <a:off x="2095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2" name="wm.library-whiteboard.001.007.005"/>
          <p:cNvSpPr/>
          <p:nvPr/>
        </p:nvSpPr>
        <p:spPr>
          <a:xfrm>
            <a:off x="2095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3" name="wm.library-whiteboard.001.007.006"/>
          <p:cNvSpPr/>
          <p:nvPr/>
        </p:nvSpPr>
        <p:spPr>
          <a:xfrm>
            <a:off x="2095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4" name="wm.library-whiteboard.001.008.001"/>
          <p:cNvSpPr/>
          <p:nvPr/>
        </p:nvSpPr>
        <p:spPr>
          <a:xfrm>
            <a:off x="23241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5" name="wm.library-whiteboard.001.008.002"/>
          <p:cNvSpPr/>
          <p:nvPr/>
        </p:nvSpPr>
        <p:spPr>
          <a:xfrm>
            <a:off x="2324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6" name="wm.library-whiteboard.001.008.003"/>
          <p:cNvSpPr/>
          <p:nvPr/>
        </p:nvSpPr>
        <p:spPr>
          <a:xfrm>
            <a:off x="2324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7" name="wm.library-whiteboard.001.008.004"/>
          <p:cNvSpPr/>
          <p:nvPr/>
        </p:nvSpPr>
        <p:spPr>
          <a:xfrm>
            <a:off x="2324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8" name="wm.library-whiteboard.001.008.005"/>
          <p:cNvSpPr/>
          <p:nvPr/>
        </p:nvSpPr>
        <p:spPr>
          <a:xfrm>
            <a:off x="2324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9" name="wm.library-whiteboard.001.008.006"/>
          <p:cNvSpPr/>
          <p:nvPr/>
        </p:nvSpPr>
        <p:spPr>
          <a:xfrm>
            <a:off x="2324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0" name="wm.library-whiteboard.001.009.001"/>
          <p:cNvSpPr/>
          <p:nvPr/>
        </p:nvSpPr>
        <p:spPr>
          <a:xfrm>
            <a:off x="25527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1" name="wm.library-whiteboard.001.009.002"/>
          <p:cNvSpPr/>
          <p:nvPr/>
        </p:nvSpPr>
        <p:spPr>
          <a:xfrm>
            <a:off x="2552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2" name="wm.library-whiteboard.001.009.003"/>
          <p:cNvSpPr/>
          <p:nvPr/>
        </p:nvSpPr>
        <p:spPr>
          <a:xfrm>
            <a:off x="2552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3" name="wm.library-whiteboard.001.009.004"/>
          <p:cNvSpPr/>
          <p:nvPr/>
        </p:nvSpPr>
        <p:spPr>
          <a:xfrm>
            <a:off x="2552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4" name="wm.library-whiteboard.001.009.005"/>
          <p:cNvSpPr/>
          <p:nvPr/>
        </p:nvSpPr>
        <p:spPr>
          <a:xfrm>
            <a:off x="2552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5" name="wm.library-whiteboard.001.009.006"/>
          <p:cNvSpPr/>
          <p:nvPr/>
        </p:nvSpPr>
        <p:spPr>
          <a:xfrm>
            <a:off x="2552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6" name="wm.library-whiteboard.001.010.001"/>
          <p:cNvSpPr/>
          <p:nvPr/>
        </p:nvSpPr>
        <p:spPr>
          <a:xfrm>
            <a:off x="2781300" y="4572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7" name="wm.library-whiteboard.001.010.002"/>
          <p:cNvSpPr/>
          <p:nvPr/>
        </p:nvSpPr>
        <p:spPr>
          <a:xfrm>
            <a:off x="2781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8" name="wm.library-whiteboard.001.010.003"/>
          <p:cNvSpPr/>
          <p:nvPr/>
        </p:nvSpPr>
        <p:spPr>
          <a:xfrm>
            <a:off x="2781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9" name="wm.library-whiteboard.001.010.004"/>
          <p:cNvSpPr/>
          <p:nvPr/>
        </p:nvSpPr>
        <p:spPr>
          <a:xfrm>
            <a:off x="2781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0" name="wm.library-whiteboard.001.010.005"/>
          <p:cNvSpPr/>
          <p:nvPr/>
        </p:nvSpPr>
        <p:spPr>
          <a:xfrm>
            <a:off x="2781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1" name="wm.library-whiteboard.001.010.006"/>
          <p:cNvSpPr/>
          <p:nvPr/>
        </p:nvSpPr>
        <p:spPr>
          <a:xfrm>
            <a:off x="2781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2" name="wm.library-whiteboard.001.011.001"/>
          <p:cNvSpPr/>
          <p:nvPr/>
        </p:nvSpPr>
        <p:spPr>
          <a:xfrm>
            <a:off x="3009900" y="45720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63" name="wm.library-whiteboard.001.011.002"/>
          <p:cNvSpPr/>
          <p:nvPr/>
        </p:nvSpPr>
        <p:spPr>
          <a:xfrm>
            <a:off x="3009900" y="48006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64" name="wm.library-whiteboard.001.011.003"/>
          <p:cNvSpPr/>
          <p:nvPr/>
        </p:nvSpPr>
        <p:spPr>
          <a:xfrm>
            <a:off x="3009900" y="50292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65" name="wm.library-whiteboard.001.011.004"/>
          <p:cNvSpPr/>
          <p:nvPr/>
        </p:nvSpPr>
        <p:spPr>
          <a:xfrm>
            <a:off x="3009900" y="52578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66" name="wm.library-whiteboard.001.011.005"/>
          <p:cNvSpPr/>
          <p:nvPr/>
        </p:nvSpPr>
        <p:spPr>
          <a:xfrm>
            <a:off x="3009900" y="54864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67" name="wm.library-whiteboard.001.011.006"/>
          <p:cNvSpPr/>
          <p:nvPr/>
        </p:nvSpPr>
        <p:spPr>
          <a:xfrm>
            <a:off x="3009900" y="57150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68" name="wm.library-whiteboard.001.012.001"/>
          <p:cNvSpPr/>
          <p:nvPr/>
        </p:nvSpPr>
        <p:spPr>
          <a:xfrm>
            <a:off x="3238500" y="45720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69" name="wm.library-whiteboard.001.012.002"/>
          <p:cNvSpPr/>
          <p:nvPr/>
        </p:nvSpPr>
        <p:spPr>
          <a:xfrm>
            <a:off x="3238500" y="48006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70" name="wm.library-whiteboard.001.012.003"/>
          <p:cNvSpPr/>
          <p:nvPr/>
        </p:nvSpPr>
        <p:spPr>
          <a:xfrm>
            <a:off x="3238500" y="50292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71" name="wm.library-whiteboard.001.012.004"/>
          <p:cNvSpPr/>
          <p:nvPr/>
        </p:nvSpPr>
        <p:spPr>
          <a:xfrm>
            <a:off x="3238500" y="52578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72" name="wm.library-whiteboard.001.012.005"/>
          <p:cNvSpPr/>
          <p:nvPr/>
        </p:nvSpPr>
        <p:spPr>
          <a:xfrm>
            <a:off x="3238500" y="54864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73" name="wm.library-whiteboard.001.012.006"/>
          <p:cNvSpPr/>
          <p:nvPr/>
        </p:nvSpPr>
        <p:spPr>
          <a:xfrm>
            <a:off x="3238500" y="57150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74" name="wm.library-whiteboard.001.013.001"/>
          <p:cNvSpPr/>
          <p:nvPr/>
        </p:nvSpPr>
        <p:spPr>
          <a:xfrm>
            <a:off x="3467100" y="45720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75" name="wm.library-whiteboard.001.013.002"/>
          <p:cNvSpPr/>
          <p:nvPr/>
        </p:nvSpPr>
        <p:spPr>
          <a:xfrm>
            <a:off x="3467100" y="48006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76" name="wm.library-whiteboard.001.013.003"/>
          <p:cNvSpPr/>
          <p:nvPr/>
        </p:nvSpPr>
        <p:spPr>
          <a:xfrm>
            <a:off x="3467100" y="50292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77" name="wm.library-whiteboard.001.013.004"/>
          <p:cNvSpPr/>
          <p:nvPr/>
        </p:nvSpPr>
        <p:spPr>
          <a:xfrm>
            <a:off x="3467100" y="52578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78" name="wm.library-whiteboard.001.013.005"/>
          <p:cNvSpPr/>
          <p:nvPr/>
        </p:nvSpPr>
        <p:spPr>
          <a:xfrm>
            <a:off x="3467100" y="54864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79" name="wm.library-whiteboard.001.013.006"/>
          <p:cNvSpPr/>
          <p:nvPr/>
        </p:nvSpPr>
        <p:spPr>
          <a:xfrm>
            <a:off x="3467100" y="57150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80" name="wm.library-whiteboard.001.014.001"/>
          <p:cNvSpPr/>
          <p:nvPr/>
        </p:nvSpPr>
        <p:spPr>
          <a:xfrm>
            <a:off x="3695700" y="45720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1" name="wm.library-whiteboard.001.014.002"/>
          <p:cNvSpPr/>
          <p:nvPr/>
        </p:nvSpPr>
        <p:spPr>
          <a:xfrm>
            <a:off x="3695700" y="48006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2" name="wm.library-whiteboard.001.014.003"/>
          <p:cNvSpPr/>
          <p:nvPr/>
        </p:nvSpPr>
        <p:spPr>
          <a:xfrm>
            <a:off x="3695700" y="50292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3" name="wm.library-whiteboard.001.014.004"/>
          <p:cNvSpPr/>
          <p:nvPr/>
        </p:nvSpPr>
        <p:spPr>
          <a:xfrm>
            <a:off x="3695700" y="52578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4" name="wm.library-whiteboard.001.014.005"/>
          <p:cNvSpPr/>
          <p:nvPr/>
        </p:nvSpPr>
        <p:spPr>
          <a:xfrm>
            <a:off x="3695700" y="54864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5" name="wm.library-whiteboard.001.014.006"/>
          <p:cNvSpPr/>
          <p:nvPr/>
        </p:nvSpPr>
        <p:spPr>
          <a:xfrm>
            <a:off x="3695700" y="57150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6" name="wm.library-whiteboard.001.015.001"/>
          <p:cNvSpPr/>
          <p:nvPr/>
        </p:nvSpPr>
        <p:spPr>
          <a:xfrm>
            <a:off x="3924300" y="45720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87" name="wm.library-whiteboard.001.015.002"/>
          <p:cNvSpPr/>
          <p:nvPr/>
        </p:nvSpPr>
        <p:spPr>
          <a:xfrm>
            <a:off x="3924300" y="48006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88" name="wm.library-whiteboard.001.015.003"/>
          <p:cNvSpPr/>
          <p:nvPr/>
        </p:nvSpPr>
        <p:spPr>
          <a:xfrm>
            <a:off x="3924300" y="50292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89" name="wm.library-whiteboard.001.015.004"/>
          <p:cNvSpPr/>
          <p:nvPr/>
        </p:nvSpPr>
        <p:spPr>
          <a:xfrm>
            <a:off x="3924300" y="52578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90" name="wm.library-whiteboard.001.015.005"/>
          <p:cNvSpPr/>
          <p:nvPr/>
        </p:nvSpPr>
        <p:spPr>
          <a:xfrm>
            <a:off x="3924300" y="54864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91" name="wm.library-whiteboard.001.015.006"/>
          <p:cNvSpPr/>
          <p:nvPr/>
        </p:nvSpPr>
        <p:spPr>
          <a:xfrm>
            <a:off x="3924300" y="57150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92" name="wm.library-whiteboard.001.016.001"/>
          <p:cNvSpPr/>
          <p:nvPr/>
        </p:nvSpPr>
        <p:spPr>
          <a:xfrm>
            <a:off x="4152900" y="45720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93" name="wm.library-whiteboard.001.016.002"/>
          <p:cNvSpPr/>
          <p:nvPr/>
        </p:nvSpPr>
        <p:spPr>
          <a:xfrm>
            <a:off x="4152900" y="48006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94" name="wm.library-whiteboard.001.016.003"/>
          <p:cNvSpPr/>
          <p:nvPr/>
        </p:nvSpPr>
        <p:spPr>
          <a:xfrm>
            <a:off x="4152900" y="50292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95" name="wm.library-whiteboard.001.016.004"/>
          <p:cNvSpPr/>
          <p:nvPr/>
        </p:nvSpPr>
        <p:spPr>
          <a:xfrm>
            <a:off x="4152900" y="52578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96" name="wm.library-whiteboard.001.016.005"/>
          <p:cNvSpPr/>
          <p:nvPr/>
        </p:nvSpPr>
        <p:spPr>
          <a:xfrm>
            <a:off x="4152900" y="54864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97" name="wm.library-whiteboard.001.016.006"/>
          <p:cNvSpPr/>
          <p:nvPr/>
        </p:nvSpPr>
        <p:spPr>
          <a:xfrm>
            <a:off x="4152900" y="57150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98" name="wm.library-whiteboard.001.017.001"/>
          <p:cNvSpPr/>
          <p:nvPr/>
        </p:nvSpPr>
        <p:spPr>
          <a:xfrm>
            <a:off x="4381500" y="45720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99" name="wm.library-whiteboard.001.017.002"/>
          <p:cNvSpPr/>
          <p:nvPr/>
        </p:nvSpPr>
        <p:spPr>
          <a:xfrm>
            <a:off x="4381500" y="48006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100" name="wm.library-whiteboard.001.017.003"/>
          <p:cNvSpPr/>
          <p:nvPr/>
        </p:nvSpPr>
        <p:spPr>
          <a:xfrm>
            <a:off x="4381500" y="50292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101" name="wm.library-whiteboard.001.017.004"/>
          <p:cNvSpPr/>
          <p:nvPr/>
        </p:nvSpPr>
        <p:spPr>
          <a:xfrm>
            <a:off x="4381500" y="52578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102" name="wm.library-whiteboard.001.017.005"/>
          <p:cNvSpPr/>
          <p:nvPr/>
        </p:nvSpPr>
        <p:spPr>
          <a:xfrm>
            <a:off x="4381500" y="54864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103" name="wm.library-whiteboard.001.017.006"/>
          <p:cNvSpPr/>
          <p:nvPr/>
        </p:nvSpPr>
        <p:spPr>
          <a:xfrm>
            <a:off x="4381500" y="57150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104" name="wm.library-whiteboard.001.018.001"/>
          <p:cNvSpPr/>
          <p:nvPr/>
        </p:nvSpPr>
        <p:spPr>
          <a:xfrm>
            <a:off x="4610100" y="45720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105" name="wm.library-whiteboard.001.018.002"/>
          <p:cNvSpPr/>
          <p:nvPr/>
        </p:nvSpPr>
        <p:spPr>
          <a:xfrm>
            <a:off x="4610100" y="48006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106" name="wm.library-whiteboard.001.018.003"/>
          <p:cNvSpPr/>
          <p:nvPr/>
        </p:nvSpPr>
        <p:spPr>
          <a:xfrm>
            <a:off x="4610100" y="50292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107" name="wm.library-whiteboard.001.018.004"/>
          <p:cNvSpPr/>
          <p:nvPr/>
        </p:nvSpPr>
        <p:spPr>
          <a:xfrm>
            <a:off x="4610100" y="52578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108" name="wm.library-whiteboard.001.018.005"/>
          <p:cNvSpPr/>
          <p:nvPr/>
        </p:nvSpPr>
        <p:spPr>
          <a:xfrm>
            <a:off x="4610100" y="54864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109" name="wm.library-whiteboard.001.018.006"/>
          <p:cNvSpPr/>
          <p:nvPr/>
        </p:nvSpPr>
        <p:spPr>
          <a:xfrm>
            <a:off x="4610100" y="57150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110" name="wm.library-whiteboard.001.019.001"/>
          <p:cNvSpPr/>
          <p:nvPr/>
        </p:nvSpPr>
        <p:spPr>
          <a:xfrm>
            <a:off x="4838700" y="45720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111" name="wm.library-whiteboard.001.019.002"/>
          <p:cNvSpPr/>
          <p:nvPr/>
        </p:nvSpPr>
        <p:spPr>
          <a:xfrm>
            <a:off x="4838700" y="48006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112" name="wm.library-whiteboard.001.019.003"/>
          <p:cNvSpPr/>
          <p:nvPr/>
        </p:nvSpPr>
        <p:spPr>
          <a:xfrm>
            <a:off x="4838700" y="50292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113" name="wm.library-whiteboard.001.019.004"/>
          <p:cNvSpPr/>
          <p:nvPr/>
        </p:nvSpPr>
        <p:spPr>
          <a:xfrm>
            <a:off x="4838700" y="52578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114" name="wm.library-whiteboard.001.019.005"/>
          <p:cNvSpPr/>
          <p:nvPr/>
        </p:nvSpPr>
        <p:spPr>
          <a:xfrm>
            <a:off x="4838700" y="54864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115" name="wm.library-whiteboard.001.019.006"/>
          <p:cNvSpPr/>
          <p:nvPr/>
        </p:nvSpPr>
        <p:spPr>
          <a:xfrm>
            <a:off x="4838700" y="57150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116" name="wm.library-whiteboard.001.020.001"/>
          <p:cNvSpPr/>
          <p:nvPr/>
        </p:nvSpPr>
        <p:spPr>
          <a:xfrm>
            <a:off x="5067300" y="45720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117" name="wm.library-whiteboard.001.020.002"/>
          <p:cNvSpPr/>
          <p:nvPr/>
        </p:nvSpPr>
        <p:spPr>
          <a:xfrm>
            <a:off x="5067300" y="48006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118" name="wm.library-whiteboard.001.020.003"/>
          <p:cNvSpPr/>
          <p:nvPr/>
        </p:nvSpPr>
        <p:spPr>
          <a:xfrm>
            <a:off x="5067300" y="50292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119" name="wm.library-whiteboard.001.020.004"/>
          <p:cNvSpPr/>
          <p:nvPr/>
        </p:nvSpPr>
        <p:spPr>
          <a:xfrm>
            <a:off x="5067300" y="52578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120" name="wm.library-whiteboard.001.020.005"/>
          <p:cNvSpPr/>
          <p:nvPr/>
        </p:nvSpPr>
        <p:spPr>
          <a:xfrm>
            <a:off x="5067300" y="54864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121" name="wm.library-whiteboard.001.020.006"/>
          <p:cNvSpPr/>
          <p:nvPr/>
        </p:nvSpPr>
        <p:spPr>
          <a:xfrm>
            <a:off x="5067300" y="57150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122" name="wm.library-whiteboard.001.021.001"/>
          <p:cNvSpPr/>
          <p:nvPr/>
        </p:nvSpPr>
        <p:spPr>
          <a:xfrm>
            <a:off x="5295900" y="45720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123" name="wm.library-whiteboard.001.021.002"/>
          <p:cNvSpPr/>
          <p:nvPr/>
        </p:nvSpPr>
        <p:spPr>
          <a:xfrm>
            <a:off x="5295900" y="48006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124" name="wm.library-whiteboard.001.021.003"/>
          <p:cNvSpPr/>
          <p:nvPr/>
        </p:nvSpPr>
        <p:spPr>
          <a:xfrm>
            <a:off x="5295900" y="50292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125" name="wm.library-whiteboard.001.021.004"/>
          <p:cNvSpPr/>
          <p:nvPr/>
        </p:nvSpPr>
        <p:spPr>
          <a:xfrm>
            <a:off x="5295900" y="52578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126" name="wm.library-whiteboard.001.021.005"/>
          <p:cNvSpPr/>
          <p:nvPr/>
        </p:nvSpPr>
        <p:spPr>
          <a:xfrm>
            <a:off x="5295900" y="54864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127" name="wm.library-whiteboard.001.021.006"/>
          <p:cNvSpPr/>
          <p:nvPr/>
        </p:nvSpPr>
        <p:spPr>
          <a:xfrm>
            <a:off x="5295900" y="57150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128" name="wm.library-whiteboard.001.022.001"/>
          <p:cNvSpPr/>
          <p:nvPr/>
        </p:nvSpPr>
        <p:spPr>
          <a:xfrm>
            <a:off x="5524500" y="45720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29" name="wm.library-whiteboard.001.022.002"/>
          <p:cNvSpPr/>
          <p:nvPr/>
        </p:nvSpPr>
        <p:spPr>
          <a:xfrm>
            <a:off x="5524500" y="48006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30" name="wm.library-whiteboard.001.022.003"/>
          <p:cNvSpPr/>
          <p:nvPr/>
        </p:nvSpPr>
        <p:spPr>
          <a:xfrm>
            <a:off x="5524500" y="50292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31" name="wm.library-whiteboard.001.022.004"/>
          <p:cNvSpPr/>
          <p:nvPr/>
        </p:nvSpPr>
        <p:spPr>
          <a:xfrm>
            <a:off x="5524500" y="52578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32" name="wm.library-whiteboard.001.022.005"/>
          <p:cNvSpPr/>
          <p:nvPr/>
        </p:nvSpPr>
        <p:spPr>
          <a:xfrm>
            <a:off x="5524500" y="54864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33" name="wm.library-whiteboard.001.022.006"/>
          <p:cNvSpPr/>
          <p:nvPr/>
        </p:nvSpPr>
        <p:spPr>
          <a:xfrm>
            <a:off x="5524500" y="57150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34" name="wm.library-whiteboard.001.023.001"/>
          <p:cNvSpPr/>
          <p:nvPr/>
        </p:nvSpPr>
        <p:spPr>
          <a:xfrm>
            <a:off x="5753100" y="45720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35" name="wm.library-whiteboard.001.023.002"/>
          <p:cNvSpPr/>
          <p:nvPr/>
        </p:nvSpPr>
        <p:spPr>
          <a:xfrm>
            <a:off x="5753100" y="48006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36" name="wm.library-whiteboard.001.023.003"/>
          <p:cNvSpPr/>
          <p:nvPr/>
        </p:nvSpPr>
        <p:spPr>
          <a:xfrm>
            <a:off x="5753100" y="50292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37" name="wm.library-whiteboard.001.023.004"/>
          <p:cNvSpPr/>
          <p:nvPr/>
        </p:nvSpPr>
        <p:spPr>
          <a:xfrm>
            <a:off x="5753100" y="52578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38" name="wm.library-whiteboard.001.023.005"/>
          <p:cNvSpPr/>
          <p:nvPr/>
        </p:nvSpPr>
        <p:spPr>
          <a:xfrm>
            <a:off x="5753100" y="54864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39" name="wm.library-whiteboard.001.023.006"/>
          <p:cNvSpPr/>
          <p:nvPr/>
        </p:nvSpPr>
        <p:spPr>
          <a:xfrm>
            <a:off x="5753100" y="57150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40" name="wm.library-whiteboard.001.024.001"/>
          <p:cNvSpPr/>
          <p:nvPr/>
        </p:nvSpPr>
        <p:spPr>
          <a:xfrm>
            <a:off x="5981700" y="45720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141" name="wm.library-whiteboard.001.024.002"/>
          <p:cNvSpPr/>
          <p:nvPr/>
        </p:nvSpPr>
        <p:spPr>
          <a:xfrm>
            <a:off x="5981700" y="48006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142" name="wm.library-whiteboard.001.024.003"/>
          <p:cNvSpPr/>
          <p:nvPr/>
        </p:nvSpPr>
        <p:spPr>
          <a:xfrm>
            <a:off x="5981700" y="50292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143" name="wm.library-whiteboard.001.024.004"/>
          <p:cNvSpPr/>
          <p:nvPr/>
        </p:nvSpPr>
        <p:spPr>
          <a:xfrm>
            <a:off x="5981700" y="52578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144" name="wm.library-whiteboard.001.024.005"/>
          <p:cNvSpPr/>
          <p:nvPr/>
        </p:nvSpPr>
        <p:spPr>
          <a:xfrm>
            <a:off x="5981700" y="54864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145" name="wm.library-whiteboard.001.024.006"/>
          <p:cNvSpPr/>
          <p:nvPr/>
        </p:nvSpPr>
        <p:spPr>
          <a:xfrm>
            <a:off x="5981700" y="57150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grpSp>
        <p:nvGrpSpPr>
          <p:cNvPr id="167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147" name="node01.image" descr="logo-pos; canonical SHA256=1792d6399d80ca979fc609aa50c9cc0dc1b9358132748180df858fb82ad39d86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168" name="node02"/>
          <p:cNvGrpSpPr/>
          <p:nvPr/>
        </p:nvGrpSpPr>
        <p:grpSpPr>
          <a:xfrm>
            <a:off x="723900" y="2286000"/>
            <a:ext cx="5257800" cy="762000"/>
            <a:chOff x="723900" y="2286000"/>
            <a:chExt cx="5257800" cy="762000"/>
          </a:xfrm>
        </p:grpSpPr>
        <p:pic>
          <p:nvPicPr>
            <p:cNvPr id="148" name="node02.text.mark-001-001" descr="highlight-1; canonical SHA256=b0048aa39744978d339a9910f5cc1482814a8a0eae4c5a63e1f80d6a2885b314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609" y="2365553"/>
              <a:ext cx="3265794" cy="624840"/>
            </a:xfrm>
            <a:prstGeom prst="rect">
              <a:avLst/>
            </a:prstGeom>
          </p:spPr>
        </p:pic>
        <p:sp>
          <p:nvSpPr>
            <p:cNvPr id="149" name="node02.text"/>
            <p:cNvSpPr/>
            <p:nvPr/>
          </p:nvSpPr>
          <p:spPr>
            <a:xfrm>
              <a:off x="723900" y="2286000"/>
              <a:ext cx="52578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Thank you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69" name="node03"/>
          <p:cNvGrpSpPr/>
          <p:nvPr/>
        </p:nvGrpSpPr>
        <p:grpSpPr>
          <a:xfrm>
            <a:off x="723900" y="3429000"/>
            <a:ext cx="5257800" cy="304800"/>
            <a:chOff x="723900" y="3429000"/>
            <a:chExt cx="5257800" cy="304800"/>
          </a:xfrm>
        </p:grpSpPr>
        <p:sp>
          <p:nvSpPr>
            <p:cNvPr id="150" name="node03.text"/>
            <p:cNvSpPr/>
            <p:nvPr/>
          </p:nvSpPr>
          <p:spPr>
            <a:xfrm>
              <a:off x="723900" y="34290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6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 would welcome the chance to start in January.</a:t>
              </a:r>
              <a:endParaRPr lang="en-US" sz="16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51" name="node04"/>
          <p:cNvSpPr/>
          <p:nvPr/>
        </p:nvSpPr>
        <p:spPr>
          <a:xfrm>
            <a:off x="7124700" y="1600200"/>
            <a:ext cx="4343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70" name="node05"/>
          <p:cNvGrpSpPr/>
          <p:nvPr/>
        </p:nvGrpSpPr>
        <p:grpSpPr>
          <a:xfrm>
            <a:off x="7124700" y="1828800"/>
            <a:ext cx="4343400" cy="685800"/>
            <a:chOff x="7124700" y="1828800"/>
            <a:chExt cx="4343400" cy="685800"/>
          </a:xfrm>
        </p:grpSpPr>
        <p:sp>
          <p:nvSpPr>
            <p:cNvPr id="152" name="node05.avatar"/>
            <p:cNvSpPr/>
            <p:nvPr/>
          </p:nvSpPr>
          <p:spPr>
            <a:xfrm>
              <a:off x="7124700" y="1828800"/>
              <a:ext cx="6858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3" name="node05.initials"/>
            <p:cNvSpPr/>
            <p:nvPr/>
          </p:nvSpPr>
          <p:spPr>
            <a:xfrm>
              <a:off x="7124700" y="203835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EP</a:t>
              </a:r>
              <a:endParaRPr lang="en-US" sz="14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4" name="node05.name"/>
            <p:cNvSpPr/>
            <p:nvPr/>
          </p:nvSpPr>
          <p:spPr>
            <a:xfrm>
              <a:off x="7962900" y="1905000"/>
              <a:ext cx="3505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Engagement partner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5" name="node05.role"/>
            <p:cNvSpPr/>
            <p:nvPr/>
          </p:nvSpPr>
          <p:spPr>
            <a:xfrm>
              <a:off x="7962900" y="2209800"/>
              <a:ext cx="3505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56" name="node06"/>
          <p:cNvSpPr/>
          <p:nvPr/>
        </p:nvSpPr>
        <p:spPr>
          <a:xfrm>
            <a:off x="7124700" y="2971800"/>
            <a:ext cx="4343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71" name="node07"/>
          <p:cNvGrpSpPr/>
          <p:nvPr/>
        </p:nvGrpSpPr>
        <p:grpSpPr>
          <a:xfrm>
            <a:off x="7124700" y="3200400"/>
            <a:ext cx="4343400" cy="685800"/>
            <a:chOff x="7124700" y="3200400"/>
            <a:chExt cx="4343400" cy="685800"/>
          </a:xfrm>
        </p:grpSpPr>
        <p:sp>
          <p:nvSpPr>
            <p:cNvPr id="157" name="node07.avatar"/>
            <p:cNvSpPr/>
            <p:nvPr/>
          </p:nvSpPr>
          <p:spPr>
            <a:xfrm>
              <a:off x="7124700" y="3200400"/>
              <a:ext cx="6858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8" name="node07.initials"/>
            <p:cNvSpPr/>
            <p:nvPr/>
          </p:nvSpPr>
          <p:spPr>
            <a:xfrm>
              <a:off x="7124700" y="340995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DD</a:t>
              </a:r>
              <a:endParaRPr lang="en-US" sz="14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9" name="node07.name"/>
            <p:cNvSpPr/>
            <p:nvPr/>
          </p:nvSpPr>
          <p:spPr>
            <a:xfrm>
              <a:off x="7962900" y="3276600"/>
              <a:ext cx="3505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Delivery director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60" name="node07.role"/>
            <p:cNvSpPr/>
            <p:nvPr/>
          </p:nvSpPr>
          <p:spPr>
            <a:xfrm>
              <a:off x="7962900" y="3581400"/>
              <a:ext cx="3505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61" name="node08"/>
          <p:cNvSpPr/>
          <p:nvPr/>
        </p:nvSpPr>
        <p:spPr>
          <a:xfrm>
            <a:off x="7124700" y="4343400"/>
            <a:ext cx="4343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72" name="node09"/>
          <p:cNvGrpSpPr/>
          <p:nvPr/>
        </p:nvGrpSpPr>
        <p:grpSpPr>
          <a:xfrm>
            <a:off x="7124700" y="4572000"/>
            <a:ext cx="4343400" cy="685800"/>
            <a:chOff x="7124700" y="4572000"/>
            <a:chExt cx="4343400" cy="685800"/>
          </a:xfrm>
        </p:grpSpPr>
        <p:sp>
          <p:nvSpPr>
            <p:cNvPr id="162" name="node09.avatar"/>
            <p:cNvSpPr/>
            <p:nvPr/>
          </p:nvSpPr>
          <p:spPr>
            <a:xfrm>
              <a:off x="7124700" y="4572000"/>
              <a:ext cx="6858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3" name="node09.initials"/>
            <p:cNvSpPr/>
            <p:nvPr/>
          </p:nvSpPr>
          <p:spPr>
            <a:xfrm>
              <a:off x="7124700" y="478155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FL</a:t>
              </a:r>
              <a:endParaRPr lang="en-US" sz="14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64" name="node09.name"/>
            <p:cNvSpPr/>
            <p:nvPr/>
          </p:nvSpPr>
          <p:spPr>
            <a:xfrm>
              <a:off x="7962900" y="4648200"/>
              <a:ext cx="3505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Finance transformation lead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65" name="node09.role"/>
            <p:cNvSpPr/>
            <p:nvPr/>
          </p:nvSpPr>
          <p:spPr>
            <a:xfrm>
              <a:off x="7962900" y="4953000"/>
              <a:ext cx="3505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66" name="node10"/>
          <p:cNvSpPr/>
          <p:nvPr/>
        </p:nvSpPr>
        <p:spPr>
          <a:xfrm>
            <a:off x="7124700" y="5715000"/>
            <a:ext cx="4343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124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124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7124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7124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7124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7124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7124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7124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7124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7124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7124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7124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7124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7124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7124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2.001"/>
          <p:cNvSpPr/>
          <p:nvPr/>
        </p:nvSpPr>
        <p:spPr>
          <a:xfrm>
            <a:off x="7353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2.002"/>
          <p:cNvSpPr/>
          <p:nvPr/>
        </p:nvSpPr>
        <p:spPr>
          <a:xfrm>
            <a:off x="7353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" name="wm.library-whiteboard.001.002.003"/>
          <p:cNvSpPr/>
          <p:nvPr/>
        </p:nvSpPr>
        <p:spPr>
          <a:xfrm>
            <a:off x="7353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" name="wm.library-whiteboard.001.002.004"/>
          <p:cNvSpPr/>
          <p:nvPr/>
        </p:nvSpPr>
        <p:spPr>
          <a:xfrm>
            <a:off x="7353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" name="wm.library-whiteboard.001.002.005"/>
          <p:cNvSpPr/>
          <p:nvPr/>
        </p:nvSpPr>
        <p:spPr>
          <a:xfrm>
            <a:off x="7353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" name="wm.library-whiteboard.001.002.006"/>
          <p:cNvSpPr/>
          <p:nvPr/>
        </p:nvSpPr>
        <p:spPr>
          <a:xfrm>
            <a:off x="7353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" name="wm.library-whiteboard.001.002.007"/>
          <p:cNvSpPr/>
          <p:nvPr/>
        </p:nvSpPr>
        <p:spPr>
          <a:xfrm>
            <a:off x="7353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library-whiteboard.001.002.008"/>
          <p:cNvSpPr/>
          <p:nvPr/>
        </p:nvSpPr>
        <p:spPr>
          <a:xfrm>
            <a:off x="7353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library-whiteboard.001.002.009"/>
          <p:cNvSpPr/>
          <p:nvPr/>
        </p:nvSpPr>
        <p:spPr>
          <a:xfrm>
            <a:off x="7353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library-whiteboard.001.002.010"/>
          <p:cNvSpPr/>
          <p:nvPr/>
        </p:nvSpPr>
        <p:spPr>
          <a:xfrm>
            <a:off x="7353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" name="wm.library-whiteboard.001.002.011"/>
          <p:cNvSpPr/>
          <p:nvPr/>
        </p:nvSpPr>
        <p:spPr>
          <a:xfrm>
            <a:off x="7353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" name="wm.library-whiteboard.001.002.012"/>
          <p:cNvSpPr/>
          <p:nvPr/>
        </p:nvSpPr>
        <p:spPr>
          <a:xfrm>
            <a:off x="7353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" name="wm.library-whiteboard.001.002.013"/>
          <p:cNvSpPr/>
          <p:nvPr/>
        </p:nvSpPr>
        <p:spPr>
          <a:xfrm>
            <a:off x="7353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" name="wm.library-whiteboard.001.002.014"/>
          <p:cNvSpPr/>
          <p:nvPr/>
        </p:nvSpPr>
        <p:spPr>
          <a:xfrm>
            <a:off x="7353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" name="wm.library-whiteboard.001.002.015"/>
          <p:cNvSpPr/>
          <p:nvPr/>
        </p:nvSpPr>
        <p:spPr>
          <a:xfrm>
            <a:off x="7353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" name="wm.library-whiteboard.001.003.001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library-whiteboard.001.003.002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library-whiteboard.001.003.003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library-whiteboard.001.003.004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" name="wm.library-whiteboard.001.003.005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wm.library-whiteboard.001.003.00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8" name="wm.library-whiteboard.001.003.007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9" name="wm.library-whiteboard.001.003.008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0" name="wm.library-whiteboard.001.003.009"/>
          <p:cNvSpPr/>
          <p:nvPr/>
        </p:nvSpPr>
        <p:spPr>
          <a:xfrm>
            <a:off x="7581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1" name="wm.library-whiteboard.001.003.010"/>
          <p:cNvSpPr/>
          <p:nvPr/>
        </p:nvSpPr>
        <p:spPr>
          <a:xfrm>
            <a:off x="7581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2" name="wm.library-whiteboard.001.003.011"/>
          <p:cNvSpPr/>
          <p:nvPr/>
        </p:nvSpPr>
        <p:spPr>
          <a:xfrm>
            <a:off x="7581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3" name="wm.library-whiteboard.001.003.012"/>
          <p:cNvSpPr/>
          <p:nvPr/>
        </p:nvSpPr>
        <p:spPr>
          <a:xfrm>
            <a:off x="7581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4" name="wm.library-whiteboard.001.003.013"/>
          <p:cNvSpPr/>
          <p:nvPr/>
        </p:nvSpPr>
        <p:spPr>
          <a:xfrm>
            <a:off x="7581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5" name="wm.library-whiteboard.001.003.014"/>
          <p:cNvSpPr/>
          <p:nvPr/>
        </p:nvSpPr>
        <p:spPr>
          <a:xfrm>
            <a:off x="7581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6" name="wm.library-whiteboard.001.003.015"/>
          <p:cNvSpPr/>
          <p:nvPr/>
        </p:nvSpPr>
        <p:spPr>
          <a:xfrm>
            <a:off x="7581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7" name="wm.library-whiteboard.001.004.001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8" name="wm.library-whiteboard.001.004.002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9" name="wm.library-whiteboard.001.004.003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0" name="wm.library-whiteboard.001.004.004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1" name="wm.library-whiteboard.001.004.005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2" name="wm.library-whiteboard.001.004.00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3" name="wm.library-whiteboard.001.004.007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4" name="wm.library-whiteboard.001.004.008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5" name="wm.library-whiteboard.001.004.009"/>
          <p:cNvSpPr/>
          <p:nvPr/>
        </p:nvSpPr>
        <p:spPr>
          <a:xfrm>
            <a:off x="7810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6" name="wm.library-whiteboard.001.004.010"/>
          <p:cNvSpPr/>
          <p:nvPr/>
        </p:nvSpPr>
        <p:spPr>
          <a:xfrm>
            <a:off x="7810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7" name="wm.library-whiteboard.001.004.011"/>
          <p:cNvSpPr/>
          <p:nvPr/>
        </p:nvSpPr>
        <p:spPr>
          <a:xfrm>
            <a:off x="7810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8" name="wm.library-whiteboard.001.004.012"/>
          <p:cNvSpPr/>
          <p:nvPr/>
        </p:nvSpPr>
        <p:spPr>
          <a:xfrm>
            <a:off x="7810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9" name="wm.library-whiteboard.001.004.013"/>
          <p:cNvSpPr/>
          <p:nvPr/>
        </p:nvSpPr>
        <p:spPr>
          <a:xfrm>
            <a:off x="7810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0" name="wm.library-whiteboard.001.004.014"/>
          <p:cNvSpPr/>
          <p:nvPr/>
        </p:nvSpPr>
        <p:spPr>
          <a:xfrm>
            <a:off x="7810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1" name="wm.library-whiteboard.001.004.015"/>
          <p:cNvSpPr/>
          <p:nvPr/>
        </p:nvSpPr>
        <p:spPr>
          <a:xfrm>
            <a:off x="7810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2" name="wm.library-whiteboard.001.005.001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3" name="wm.library-whiteboard.001.005.002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4" name="wm.library-whiteboard.001.005.003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5" name="wm.library-whiteboard.001.005.004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6" name="wm.library-whiteboard.001.005.005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7" name="wm.library-whiteboard.001.005.00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8" name="wm.library-whiteboard.001.005.007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9" name="wm.library-whiteboard.001.005.008"/>
          <p:cNvSpPr/>
          <p:nvPr/>
        </p:nvSpPr>
        <p:spPr>
          <a:xfrm>
            <a:off x="8039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0" name="wm.library-whiteboard.001.005.009"/>
          <p:cNvSpPr/>
          <p:nvPr/>
        </p:nvSpPr>
        <p:spPr>
          <a:xfrm>
            <a:off x="8039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1" name="wm.library-whiteboard.001.005.010"/>
          <p:cNvSpPr/>
          <p:nvPr/>
        </p:nvSpPr>
        <p:spPr>
          <a:xfrm>
            <a:off x="8039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2" name="wm.library-whiteboard.001.005.011"/>
          <p:cNvSpPr/>
          <p:nvPr/>
        </p:nvSpPr>
        <p:spPr>
          <a:xfrm>
            <a:off x="8039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3" name="wm.library-whiteboard.001.005.012"/>
          <p:cNvSpPr/>
          <p:nvPr/>
        </p:nvSpPr>
        <p:spPr>
          <a:xfrm>
            <a:off x="8039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4" name="wm.library-whiteboard.001.005.013"/>
          <p:cNvSpPr/>
          <p:nvPr/>
        </p:nvSpPr>
        <p:spPr>
          <a:xfrm>
            <a:off x="8039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5" name="wm.library-whiteboard.001.005.014"/>
          <p:cNvSpPr/>
          <p:nvPr/>
        </p:nvSpPr>
        <p:spPr>
          <a:xfrm>
            <a:off x="8039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6" name="wm.library-whiteboard.001.005.015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7" name="wm.library-whiteboard.001.006.001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8" name="wm.library-whiteboard.001.006.002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9" name="wm.library-whiteboard.001.006.003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0" name="wm.library-whiteboard.001.006.004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1" name="wm.library-whiteboard.001.006.005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2" name="wm.library-whiteboard.001.006.00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3" name="wm.library-whiteboard.001.006.007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4" name="wm.library-whiteboard.001.006.008"/>
          <p:cNvSpPr/>
          <p:nvPr/>
        </p:nvSpPr>
        <p:spPr>
          <a:xfrm>
            <a:off x="8267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5" name="wm.library-whiteboard.001.006.009"/>
          <p:cNvSpPr/>
          <p:nvPr/>
        </p:nvSpPr>
        <p:spPr>
          <a:xfrm>
            <a:off x="8267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6" name="wm.library-whiteboard.001.006.010"/>
          <p:cNvSpPr/>
          <p:nvPr/>
        </p:nvSpPr>
        <p:spPr>
          <a:xfrm>
            <a:off x="8267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7" name="wm.library-whiteboard.001.006.011"/>
          <p:cNvSpPr/>
          <p:nvPr/>
        </p:nvSpPr>
        <p:spPr>
          <a:xfrm>
            <a:off x="8267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8" name="wm.library-whiteboard.001.006.012"/>
          <p:cNvSpPr/>
          <p:nvPr/>
        </p:nvSpPr>
        <p:spPr>
          <a:xfrm>
            <a:off x="8267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9" name="wm.library-whiteboard.001.006.013"/>
          <p:cNvSpPr/>
          <p:nvPr/>
        </p:nvSpPr>
        <p:spPr>
          <a:xfrm>
            <a:off x="8267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0" name="wm.library-whiteboard.001.006.014"/>
          <p:cNvSpPr/>
          <p:nvPr/>
        </p:nvSpPr>
        <p:spPr>
          <a:xfrm>
            <a:off x="8267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1" name="wm.library-whiteboard.001.006.015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2" name="wm.library-whiteboard.001.007.001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3" name="wm.library-whiteboard.001.007.002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4" name="wm.library-whiteboard.001.007.003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5" name="wm.library-whiteboard.001.007.004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6" name="wm.library-whiteboard.001.007.005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7" name="wm.library-whiteboard.001.007.00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8" name="wm.library-whiteboard.001.007.007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9" name="wm.library-whiteboard.001.007.008"/>
          <p:cNvSpPr/>
          <p:nvPr/>
        </p:nvSpPr>
        <p:spPr>
          <a:xfrm>
            <a:off x="8496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0" name="wm.library-whiteboard.001.007.009"/>
          <p:cNvSpPr/>
          <p:nvPr/>
        </p:nvSpPr>
        <p:spPr>
          <a:xfrm>
            <a:off x="8496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1" name="wm.library-whiteboard.001.007.010"/>
          <p:cNvSpPr/>
          <p:nvPr/>
        </p:nvSpPr>
        <p:spPr>
          <a:xfrm>
            <a:off x="8496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2" name="wm.library-whiteboard.001.007.011"/>
          <p:cNvSpPr/>
          <p:nvPr/>
        </p:nvSpPr>
        <p:spPr>
          <a:xfrm>
            <a:off x="8496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3" name="wm.library-whiteboard.001.007.012"/>
          <p:cNvSpPr/>
          <p:nvPr/>
        </p:nvSpPr>
        <p:spPr>
          <a:xfrm>
            <a:off x="8496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4" name="wm.library-whiteboard.001.007.013"/>
          <p:cNvSpPr/>
          <p:nvPr/>
        </p:nvSpPr>
        <p:spPr>
          <a:xfrm>
            <a:off x="8496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5" name="wm.library-whiteboard.001.007.014"/>
          <p:cNvSpPr/>
          <p:nvPr/>
        </p:nvSpPr>
        <p:spPr>
          <a:xfrm>
            <a:off x="8496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6" name="wm.library-whiteboard.001.007.015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7" name="wm.library-whiteboard.001.008.001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8" name="wm.library-whiteboard.001.008.002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9" name="wm.library-whiteboard.001.008.003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0" name="wm.library-whiteboard.001.008.004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1" name="wm.library-whiteboard.001.008.005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2" name="wm.library-whiteboard.001.008.00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3" name="wm.library-whiteboard.001.008.007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4" name="wm.library-whiteboard.001.008.008"/>
          <p:cNvSpPr/>
          <p:nvPr/>
        </p:nvSpPr>
        <p:spPr>
          <a:xfrm>
            <a:off x="8724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5" name="wm.library-whiteboard.001.008.009"/>
          <p:cNvSpPr/>
          <p:nvPr/>
        </p:nvSpPr>
        <p:spPr>
          <a:xfrm>
            <a:off x="8724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6" name="wm.library-whiteboard.001.008.010"/>
          <p:cNvSpPr/>
          <p:nvPr/>
        </p:nvSpPr>
        <p:spPr>
          <a:xfrm>
            <a:off x="8724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7" name="wm.library-whiteboard.001.008.011"/>
          <p:cNvSpPr/>
          <p:nvPr/>
        </p:nvSpPr>
        <p:spPr>
          <a:xfrm>
            <a:off x="8724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8" name="wm.library-whiteboard.001.008.012"/>
          <p:cNvSpPr/>
          <p:nvPr/>
        </p:nvSpPr>
        <p:spPr>
          <a:xfrm>
            <a:off x="8724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9" name="wm.library-whiteboard.001.008.013"/>
          <p:cNvSpPr/>
          <p:nvPr/>
        </p:nvSpPr>
        <p:spPr>
          <a:xfrm>
            <a:off x="8724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0" name="wm.library-whiteboard.001.008.014"/>
          <p:cNvSpPr/>
          <p:nvPr/>
        </p:nvSpPr>
        <p:spPr>
          <a:xfrm>
            <a:off x="8724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1" name="wm.library-whiteboard.001.008.015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2" name="wm.library-whiteboard.001.009.001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3" name="wm.library-whiteboard.001.009.002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4" name="wm.library-whiteboard.001.009.003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5" name="wm.library-whiteboard.001.009.004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6" name="wm.library-whiteboard.001.009.005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7" name="wm.library-whiteboard.001.009.00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8" name="wm.library-whiteboard.001.009.007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9" name="wm.library-whiteboard.001.009.008"/>
          <p:cNvSpPr/>
          <p:nvPr/>
        </p:nvSpPr>
        <p:spPr>
          <a:xfrm>
            <a:off x="8953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0" name="wm.library-whiteboard.001.009.009"/>
          <p:cNvSpPr/>
          <p:nvPr/>
        </p:nvSpPr>
        <p:spPr>
          <a:xfrm>
            <a:off x="8953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1" name="wm.library-whiteboard.001.009.010"/>
          <p:cNvSpPr/>
          <p:nvPr/>
        </p:nvSpPr>
        <p:spPr>
          <a:xfrm>
            <a:off x="8953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2" name="wm.library-whiteboard.001.009.011"/>
          <p:cNvSpPr/>
          <p:nvPr/>
        </p:nvSpPr>
        <p:spPr>
          <a:xfrm>
            <a:off x="8953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3" name="wm.library-whiteboard.001.009.012"/>
          <p:cNvSpPr/>
          <p:nvPr/>
        </p:nvSpPr>
        <p:spPr>
          <a:xfrm>
            <a:off x="8953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4" name="wm.library-whiteboard.001.009.013"/>
          <p:cNvSpPr/>
          <p:nvPr/>
        </p:nvSpPr>
        <p:spPr>
          <a:xfrm>
            <a:off x="8953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5" name="wm.library-whiteboard.001.009.014"/>
          <p:cNvSpPr/>
          <p:nvPr/>
        </p:nvSpPr>
        <p:spPr>
          <a:xfrm>
            <a:off x="8953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6" name="wm.library-whiteboard.001.009.015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7" name="wm.library-whiteboard.001.010.001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8" name="wm.library-whiteboard.001.010.002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9" name="wm.library-whiteboard.001.010.003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0" name="wm.library-whiteboard.001.010.004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1" name="wm.library-whiteboard.001.010.005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2" name="wm.library-whiteboard.001.010.00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3" name="wm.library-whiteboard.001.010.007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4" name="wm.library-whiteboard.001.010.008"/>
          <p:cNvSpPr/>
          <p:nvPr/>
        </p:nvSpPr>
        <p:spPr>
          <a:xfrm>
            <a:off x="9182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5" name="wm.library-whiteboard.001.010.009"/>
          <p:cNvSpPr/>
          <p:nvPr/>
        </p:nvSpPr>
        <p:spPr>
          <a:xfrm>
            <a:off x="9182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6" name="wm.library-whiteboard.001.010.010"/>
          <p:cNvSpPr/>
          <p:nvPr/>
        </p:nvSpPr>
        <p:spPr>
          <a:xfrm>
            <a:off x="9182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7" name="wm.library-whiteboard.001.010.011"/>
          <p:cNvSpPr/>
          <p:nvPr/>
        </p:nvSpPr>
        <p:spPr>
          <a:xfrm>
            <a:off x="9182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8" name="wm.library-whiteboard.001.010.012"/>
          <p:cNvSpPr/>
          <p:nvPr/>
        </p:nvSpPr>
        <p:spPr>
          <a:xfrm>
            <a:off x="9182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9" name="wm.library-whiteboard.001.010.013"/>
          <p:cNvSpPr/>
          <p:nvPr/>
        </p:nvSpPr>
        <p:spPr>
          <a:xfrm>
            <a:off x="9182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0" name="wm.library-whiteboard.001.010.014"/>
          <p:cNvSpPr/>
          <p:nvPr/>
        </p:nvSpPr>
        <p:spPr>
          <a:xfrm>
            <a:off x="9182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1" name="wm.library-whiteboard.001.010.015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2" name="wm.library-whiteboard.001.011.001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3" name="wm.library-whiteboard.001.011.002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4" name="wm.library-whiteboard.001.011.003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5" name="wm.library-whiteboard.001.011.004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6" name="wm.library-whiteboard.001.011.005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7" name="wm.library-whiteboard.001.011.006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8" name="wm.library-whiteboard.001.011.007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9" name="wm.library-whiteboard.001.011.008"/>
          <p:cNvSpPr/>
          <p:nvPr/>
        </p:nvSpPr>
        <p:spPr>
          <a:xfrm>
            <a:off x="9410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0" name="wm.library-whiteboard.001.011.009"/>
          <p:cNvSpPr/>
          <p:nvPr/>
        </p:nvSpPr>
        <p:spPr>
          <a:xfrm>
            <a:off x="9410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1" name="wm.library-whiteboard.001.011.010"/>
          <p:cNvSpPr/>
          <p:nvPr/>
        </p:nvSpPr>
        <p:spPr>
          <a:xfrm>
            <a:off x="9410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2" name="wm.library-whiteboard.001.011.011"/>
          <p:cNvSpPr/>
          <p:nvPr/>
        </p:nvSpPr>
        <p:spPr>
          <a:xfrm>
            <a:off x="9410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3" name="wm.library-whiteboard.001.011.012"/>
          <p:cNvSpPr/>
          <p:nvPr/>
        </p:nvSpPr>
        <p:spPr>
          <a:xfrm>
            <a:off x="9410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4" name="wm.library-whiteboard.001.011.013"/>
          <p:cNvSpPr/>
          <p:nvPr/>
        </p:nvSpPr>
        <p:spPr>
          <a:xfrm>
            <a:off x="9410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5" name="wm.library-whiteboard.001.011.014"/>
          <p:cNvSpPr/>
          <p:nvPr/>
        </p:nvSpPr>
        <p:spPr>
          <a:xfrm>
            <a:off x="9410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6" name="wm.library-whiteboard.001.011.015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7" name="wm.library-whiteboard.001.012.001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8" name="wm.library-whiteboard.001.012.002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9" name="wm.library-whiteboard.001.012.003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0" name="wm.library-whiteboard.001.012.004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1" name="wm.library-whiteboard.001.012.005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2" name="wm.library-whiteboard.001.012.006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3" name="wm.library-whiteboard.001.012.007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4" name="wm.library-whiteboard.001.012.008"/>
          <p:cNvSpPr/>
          <p:nvPr/>
        </p:nvSpPr>
        <p:spPr>
          <a:xfrm>
            <a:off x="9639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5" name="wm.library-whiteboard.001.012.009"/>
          <p:cNvSpPr/>
          <p:nvPr/>
        </p:nvSpPr>
        <p:spPr>
          <a:xfrm>
            <a:off x="9639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6" name="wm.library-whiteboard.001.012.010"/>
          <p:cNvSpPr/>
          <p:nvPr/>
        </p:nvSpPr>
        <p:spPr>
          <a:xfrm>
            <a:off x="9639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7" name="wm.library-whiteboard.001.012.011"/>
          <p:cNvSpPr/>
          <p:nvPr/>
        </p:nvSpPr>
        <p:spPr>
          <a:xfrm>
            <a:off x="9639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8" name="wm.library-whiteboard.001.012.012"/>
          <p:cNvSpPr/>
          <p:nvPr/>
        </p:nvSpPr>
        <p:spPr>
          <a:xfrm>
            <a:off x="9639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9" name="wm.library-whiteboard.001.012.013"/>
          <p:cNvSpPr/>
          <p:nvPr/>
        </p:nvSpPr>
        <p:spPr>
          <a:xfrm>
            <a:off x="9639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0" name="wm.library-whiteboard.001.012.014"/>
          <p:cNvSpPr/>
          <p:nvPr/>
        </p:nvSpPr>
        <p:spPr>
          <a:xfrm>
            <a:off x="9639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1" name="wm.library-whiteboard.001.012.015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2" name="wm.library-whiteboard.001.013.001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3" name="wm.library-whiteboard.001.013.002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4" name="wm.library-whiteboard.001.013.003"/>
          <p:cNvSpPr/>
          <p:nvPr/>
        </p:nvSpPr>
        <p:spPr>
          <a:xfrm>
            <a:off x="9867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5" name="wm.library-whiteboard.001.013.004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6" name="wm.library-whiteboard.001.013.005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7" name="wm.library-whiteboard.001.013.006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8" name="wm.library-whiteboard.001.013.007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9" name="wm.library-whiteboard.001.013.008"/>
          <p:cNvSpPr/>
          <p:nvPr/>
        </p:nvSpPr>
        <p:spPr>
          <a:xfrm>
            <a:off x="9867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0" name="wm.library-whiteboard.001.013.009"/>
          <p:cNvSpPr/>
          <p:nvPr/>
        </p:nvSpPr>
        <p:spPr>
          <a:xfrm>
            <a:off x="9867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1" name="wm.library-whiteboard.001.013.010"/>
          <p:cNvSpPr/>
          <p:nvPr/>
        </p:nvSpPr>
        <p:spPr>
          <a:xfrm>
            <a:off x="9867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2" name="wm.library-whiteboard.001.013.011"/>
          <p:cNvSpPr/>
          <p:nvPr/>
        </p:nvSpPr>
        <p:spPr>
          <a:xfrm>
            <a:off x="9867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3" name="wm.library-whiteboard.001.013.012"/>
          <p:cNvSpPr/>
          <p:nvPr/>
        </p:nvSpPr>
        <p:spPr>
          <a:xfrm>
            <a:off x="9867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4" name="wm.library-whiteboard.001.013.013"/>
          <p:cNvSpPr/>
          <p:nvPr/>
        </p:nvSpPr>
        <p:spPr>
          <a:xfrm>
            <a:off x="9867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5" name="wm.library-whiteboard.001.013.014"/>
          <p:cNvSpPr/>
          <p:nvPr/>
        </p:nvSpPr>
        <p:spPr>
          <a:xfrm>
            <a:off x="9867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6" name="wm.library-whiteboard.001.013.015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7" name="wm.library-whiteboard.001.014.001"/>
          <p:cNvSpPr/>
          <p:nvPr/>
        </p:nvSpPr>
        <p:spPr>
          <a:xfrm>
            <a:off x="10096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8" name="wm.library-whiteboard.001.014.002"/>
          <p:cNvSpPr/>
          <p:nvPr/>
        </p:nvSpPr>
        <p:spPr>
          <a:xfrm>
            <a:off x="10096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9" name="wm.library-whiteboard.001.014.003"/>
          <p:cNvSpPr/>
          <p:nvPr/>
        </p:nvSpPr>
        <p:spPr>
          <a:xfrm>
            <a:off x="10096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0" name="wm.library-whiteboard.001.014.004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1" name="wm.library-whiteboard.001.014.005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2" name="wm.library-whiteboard.001.014.006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3" name="wm.library-whiteboard.001.014.007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4" name="wm.library-whiteboard.001.014.008"/>
          <p:cNvSpPr/>
          <p:nvPr/>
        </p:nvSpPr>
        <p:spPr>
          <a:xfrm>
            <a:off x="10096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5" name="wm.library-whiteboard.001.014.009"/>
          <p:cNvSpPr/>
          <p:nvPr/>
        </p:nvSpPr>
        <p:spPr>
          <a:xfrm>
            <a:off x="10096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6" name="wm.library-whiteboard.001.014.010"/>
          <p:cNvSpPr/>
          <p:nvPr/>
        </p:nvSpPr>
        <p:spPr>
          <a:xfrm>
            <a:off x="10096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7" name="wm.library-whiteboard.001.014.011"/>
          <p:cNvSpPr/>
          <p:nvPr/>
        </p:nvSpPr>
        <p:spPr>
          <a:xfrm>
            <a:off x="10096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8" name="wm.library-whiteboard.001.014.012"/>
          <p:cNvSpPr/>
          <p:nvPr/>
        </p:nvSpPr>
        <p:spPr>
          <a:xfrm>
            <a:off x="10096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9" name="wm.library-whiteboard.001.014.013"/>
          <p:cNvSpPr/>
          <p:nvPr/>
        </p:nvSpPr>
        <p:spPr>
          <a:xfrm>
            <a:off x="10096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0" name="wm.library-whiteboard.001.014.014"/>
          <p:cNvSpPr/>
          <p:nvPr/>
        </p:nvSpPr>
        <p:spPr>
          <a:xfrm>
            <a:off x="10096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1" name="wm.library-whiteboard.001.014.015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2" name="wm.library-whiteboard.001.015.001"/>
          <p:cNvSpPr/>
          <p:nvPr/>
        </p:nvSpPr>
        <p:spPr>
          <a:xfrm>
            <a:off x="10325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3" name="wm.library-whiteboard.001.015.002"/>
          <p:cNvSpPr/>
          <p:nvPr/>
        </p:nvSpPr>
        <p:spPr>
          <a:xfrm>
            <a:off x="10325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4" name="wm.library-whiteboard.001.015.003"/>
          <p:cNvSpPr/>
          <p:nvPr/>
        </p:nvSpPr>
        <p:spPr>
          <a:xfrm>
            <a:off x="10325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5" name="wm.library-whiteboard.001.015.004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6" name="wm.library-whiteboard.001.015.005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7" name="wm.library-whiteboard.001.015.006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8" name="wm.library-whiteboard.001.015.007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9" name="wm.library-whiteboard.001.015.008"/>
          <p:cNvSpPr/>
          <p:nvPr/>
        </p:nvSpPr>
        <p:spPr>
          <a:xfrm>
            <a:off x="10325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0" name="wm.library-whiteboard.001.015.009"/>
          <p:cNvSpPr/>
          <p:nvPr/>
        </p:nvSpPr>
        <p:spPr>
          <a:xfrm>
            <a:off x="10325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1" name="wm.library-whiteboard.001.015.010"/>
          <p:cNvSpPr/>
          <p:nvPr/>
        </p:nvSpPr>
        <p:spPr>
          <a:xfrm>
            <a:off x="10325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2" name="wm.library-whiteboard.001.015.011"/>
          <p:cNvSpPr/>
          <p:nvPr/>
        </p:nvSpPr>
        <p:spPr>
          <a:xfrm>
            <a:off x="10325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3" name="wm.library-whiteboard.001.015.012"/>
          <p:cNvSpPr/>
          <p:nvPr/>
        </p:nvSpPr>
        <p:spPr>
          <a:xfrm>
            <a:off x="10325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4" name="wm.library-whiteboard.001.015.013"/>
          <p:cNvSpPr/>
          <p:nvPr/>
        </p:nvSpPr>
        <p:spPr>
          <a:xfrm>
            <a:off x="10325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5" name="wm.library-whiteboard.001.015.014"/>
          <p:cNvSpPr/>
          <p:nvPr/>
        </p:nvSpPr>
        <p:spPr>
          <a:xfrm>
            <a:off x="10325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6" name="wm.library-whiteboard.001.015.015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7" name="wm.library-whiteboard.001.016.001"/>
          <p:cNvSpPr/>
          <p:nvPr/>
        </p:nvSpPr>
        <p:spPr>
          <a:xfrm>
            <a:off x="10553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8" name="wm.library-whiteboard.001.016.002"/>
          <p:cNvSpPr/>
          <p:nvPr/>
        </p:nvSpPr>
        <p:spPr>
          <a:xfrm>
            <a:off x="10553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9" name="wm.library-whiteboard.001.016.003"/>
          <p:cNvSpPr/>
          <p:nvPr/>
        </p:nvSpPr>
        <p:spPr>
          <a:xfrm>
            <a:off x="10553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0" name="wm.library-whiteboard.001.016.004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1" name="wm.library-whiteboard.001.016.005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2" name="wm.library-whiteboard.001.016.006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3" name="wm.library-whiteboard.001.016.007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4" name="wm.library-whiteboard.001.016.008"/>
          <p:cNvSpPr/>
          <p:nvPr/>
        </p:nvSpPr>
        <p:spPr>
          <a:xfrm>
            <a:off x="10553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5" name="wm.library-whiteboard.001.016.009"/>
          <p:cNvSpPr/>
          <p:nvPr/>
        </p:nvSpPr>
        <p:spPr>
          <a:xfrm>
            <a:off x="105537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6" name="wm.library-whiteboard.001.016.010"/>
          <p:cNvSpPr/>
          <p:nvPr/>
        </p:nvSpPr>
        <p:spPr>
          <a:xfrm>
            <a:off x="105537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7" name="wm.library-whiteboard.001.016.011"/>
          <p:cNvSpPr/>
          <p:nvPr/>
        </p:nvSpPr>
        <p:spPr>
          <a:xfrm>
            <a:off x="105537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8" name="wm.library-whiteboard.001.016.012"/>
          <p:cNvSpPr/>
          <p:nvPr/>
        </p:nvSpPr>
        <p:spPr>
          <a:xfrm>
            <a:off x="105537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9" name="wm.library-whiteboard.001.016.013"/>
          <p:cNvSpPr/>
          <p:nvPr/>
        </p:nvSpPr>
        <p:spPr>
          <a:xfrm>
            <a:off x="105537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0" name="wm.library-whiteboard.001.016.014"/>
          <p:cNvSpPr/>
          <p:nvPr/>
        </p:nvSpPr>
        <p:spPr>
          <a:xfrm>
            <a:off x="105537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1" name="wm.library-whiteboard.001.016.015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2" name="wm.library-whiteboard.001.017.001"/>
          <p:cNvSpPr/>
          <p:nvPr/>
        </p:nvSpPr>
        <p:spPr>
          <a:xfrm>
            <a:off x="10782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3" name="wm.library-whiteboard.001.017.002"/>
          <p:cNvSpPr/>
          <p:nvPr/>
        </p:nvSpPr>
        <p:spPr>
          <a:xfrm>
            <a:off x="10782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4" name="wm.library-whiteboard.001.017.003"/>
          <p:cNvSpPr/>
          <p:nvPr/>
        </p:nvSpPr>
        <p:spPr>
          <a:xfrm>
            <a:off x="10782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5" name="wm.library-whiteboard.001.017.004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6" name="wm.library-whiteboard.001.017.005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7" name="wm.library-whiteboard.001.017.006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8" name="wm.library-whiteboard.001.017.007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9" name="wm.library-whiteboard.001.017.008"/>
          <p:cNvSpPr/>
          <p:nvPr/>
        </p:nvSpPr>
        <p:spPr>
          <a:xfrm>
            <a:off x="10782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0" name="wm.library-whiteboard.001.017.009"/>
          <p:cNvSpPr/>
          <p:nvPr/>
        </p:nvSpPr>
        <p:spPr>
          <a:xfrm>
            <a:off x="107823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1" name="wm.library-whiteboard.001.017.010"/>
          <p:cNvSpPr/>
          <p:nvPr/>
        </p:nvSpPr>
        <p:spPr>
          <a:xfrm>
            <a:off x="107823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2" name="wm.library-whiteboard.001.017.011"/>
          <p:cNvSpPr/>
          <p:nvPr/>
        </p:nvSpPr>
        <p:spPr>
          <a:xfrm>
            <a:off x="107823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3" name="wm.library-whiteboard.001.017.012"/>
          <p:cNvSpPr/>
          <p:nvPr/>
        </p:nvSpPr>
        <p:spPr>
          <a:xfrm>
            <a:off x="107823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4" name="wm.library-whiteboard.001.017.013"/>
          <p:cNvSpPr/>
          <p:nvPr/>
        </p:nvSpPr>
        <p:spPr>
          <a:xfrm>
            <a:off x="107823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5" name="wm.library-whiteboard.001.017.014"/>
          <p:cNvSpPr/>
          <p:nvPr/>
        </p:nvSpPr>
        <p:spPr>
          <a:xfrm>
            <a:off x="107823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6" name="wm.library-whiteboard.001.017.015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7" name="wm.library-whiteboard.001.018.001"/>
          <p:cNvSpPr/>
          <p:nvPr/>
        </p:nvSpPr>
        <p:spPr>
          <a:xfrm>
            <a:off x="11010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8" name="wm.library-whiteboard.001.018.002"/>
          <p:cNvSpPr/>
          <p:nvPr/>
        </p:nvSpPr>
        <p:spPr>
          <a:xfrm>
            <a:off x="11010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9" name="wm.library-whiteboard.001.018.003"/>
          <p:cNvSpPr/>
          <p:nvPr/>
        </p:nvSpPr>
        <p:spPr>
          <a:xfrm>
            <a:off x="11010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0" name="wm.library-whiteboard.001.018.004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1" name="wm.library-whiteboard.001.018.005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2" name="wm.library-whiteboard.001.018.006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3" name="wm.library-whiteboard.001.018.007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4" name="wm.library-whiteboard.001.018.008"/>
          <p:cNvSpPr/>
          <p:nvPr/>
        </p:nvSpPr>
        <p:spPr>
          <a:xfrm>
            <a:off x="11010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5" name="wm.library-whiteboard.001.018.009"/>
          <p:cNvSpPr/>
          <p:nvPr/>
        </p:nvSpPr>
        <p:spPr>
          <a:xfrm>
            <a:off x="110109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6" name="wm.library-whiteboard.001.018.010"/>
          <p:cNvSpPr/>
          <p:nvPr/>
        </p:nvSpPr>
        <p:spPr>
          <a:xfrm>
            <a:off x="110109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7" name="wm.library-whiteboard.001.018.011"/>
          <p:cNvSpPr/>
          <p:nvPr/>
        </p:nvSpPr>
        <p:spPr>
          <a:xfrm>
            <a:off x="110109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8" name="wm.library-whiteboard.001.018.012"/>
          <p:cNvSpPr/>
          <p:nvPr/>
        </p:nvSpPr>
        <p:spPr>
          <a:xfrm>
            <a:off x="110109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9" name="wm.library-whiteboard.001.018.013"/>
          <p:cNvSpPr/>
          <p:nvPr/>
        </p:nvSpPr>
        <p:spPr>
          <a:xfrm>
            <a:off x="110109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0" name="wm.library-whiteboard.001.018.014"/>
          <p:cNvSpPr/>
          <p:nvPr/>
        </p:nvSpPr>
        <p:spPr>
          <a:xfrm>
            <a:off x="110109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1" name="wm.library-whiteboard.001.018.015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2" name="wm.library-whiteboard.001.019.001"/>
          <p:cNvSpPr/>
          <p:nvPr/>
        </p:nvSpPr>
        <p:spPr>
          <a:xfrm>
            <a:off x="11239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3" name="wm.library-whiteboard.001.019.002"/>
          <p:cNvSpPr/>
          <p:nvPr/>
        </p:nvSpPr>
        <p:spPr>
          <a:xfrm>
            <a:off x="11239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4" name="wm.library-whiteboard.001.019.003"/>
          <p:cNvSpPr/>
          <p:nvPr/>
        </p:nvSpPr>
        <p:spPr>
          <a:xfrm>
            <a:off x="11239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5" name="wm.library-whiteboard.001.019.004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6" name="wm.library-whiteboard.001.019.005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7" name="wm.library-whiteboard.001.019.006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8" name="wm.library-whiteboard.001.019.007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9" name="wm.library-whiteboard.001.019.008"/>
          <p:cNvSpPr/>
          <p:nvPr/>
        </p:nvSpPr>
        <p:spPr>
          <a:xfrm>
            <a:off x="11239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0" name="wm.library-whiteboard.001.019.009"/>
          <p:cNvSpPr/>
          <p:nvPr/>
        </p:nvSpPr>
        <p:spPr>
          <a:xfrm>
            <a:off x="112395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1" name="wm.library-whiteboard.001.019.010"/>
          <p:cNvSpPr/>
          <p:nvPr/>
        </p:nvSpPr>
        <p:spPr>
          <a:xfrm>
            <a:off x="112395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2" name="wm.library-whiteboard.001.019.011"/>
          <p:cNvSpPr/>
          <p:nvPr/>
        </p:nvSpPr>
        <p:spPr>
          <a:xfrm>
            <a:off x="112395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3" name="wm.library-whiteboard.001.019.012"/>
          <p:cNvSpPr/>
          <p:nvPr/>
        </p:nvSpPr>
        <p:spPr>
          <a:xfrm>
            <a:off x="112395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4" name="wm.library-whiteboard.001.019.013"/>
          <p:cNvSpPr/>
          <p:nvPr/>
        </p:nvSpPr>
        <p:spPr>
          <a:xfrm>
            <a:off x="112395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5" name="wm.library-whiteboard.001.019.014"/>
          <p:cNvSpPr/>
          <p:nvPr/>
        </p:nvSpPr>
        <p:spPr>
          <a:xfrm>
            <a:off x="112395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6" name="wm.library-whiteboard.001.019.015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7" name="wm.library-whiteboard.001.020.001"/>
          <p:cNvSpPr/>
          <p:nvPr/>
        </p:nvSpPr>
        <p:spPr>
          <a:xfrm>
            <a:off x="11468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8" name="wm.library-whiteboard.001.020.002"/>
          <p:cNvSpPr/>
          <p:nvPr/>
        </p:nvSpPr>
        <p:spPr>
          <a:xfrm>
            <a:off x="11468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9" name="wm.library-whiteboard.001.020.003"/>
          <p:cNvSpPr/>
          <p:nvPr/>
        </p:nvSpPr>
        <p:spPr>
          <a:xfrm>
            <a:off x="11468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0" name="wm.library-whiteboard.001.020.004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1" name="wm.library-whiteboard.001.020.005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2" name="wm.library-whiteboard.001.020.006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3" name="wm.library-whiteboard.001.020.007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4" name="wm.library-whiteboard.001.020.008"/>
          <p:cNvSpPr/>
          <p:nvPr/>
        </p:nvSpPr>
        <p:spPr>
          <a:xfrm>
            <a:off x="11468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5" name="wm.library-whiteboard.001.020.009"/>
          <p:cNvSpPr/>
          <p:nvPr/>
        </p:nvSpPr>
        <p:spPr>
          <a:xfrm>
            <a:off x="11468100" y="2514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6" name="wm.library-whiteboard.001.020.010"/>
          <p:cNvSpPr/>
          <p:nvPr/>
        </p:nvSpPr>
        <p:spPr>
          <a:xfrm>
            <a:off x="11468100" y="2743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7" name="wm.library-whiteboard.001.020.011"/>
          <p:cNvSpPr/>
          <p:nvPr/>
        </p:nvSpPr>
        <p:spPr>
          <a:xfrm>
            <a:off x="11468100" y="2971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8" name="wm.library-whiteboard.001.020.012"/>
          <p:cNvSpPr/>
          <p:nvPr/>
        </p:nvSpPr>
        <p:spPr>
          <a:xfrm>
            <a:off x="11468100" y="3200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9" name="wm.library-whiteboard.001.020.013"/>
          <p:cNvSpPr/>
          <p:nvPr/>
        </p:nvSpPr>
        <p:spPr>
          <a:xfrm>
            <a:off x="11468100" y="3429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0" name="wm.library-whiteboard.001.020.014"/>
          <p:cNvSpPr/>
          <p:nvPr/>
        </p:nvSpPr>
        <p:spPr>
          <a:xfrm>
            <a:off x="11468100" y="3657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1" name="wm.library-whiteboard.001.020.015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16" name="node01"/>
          <p:cNvGrpSpPr/>
          <p:nvPr/>
        </p:nvGrpSpPr>
        <p:grpSpPr>
          <a:xfrm>
            <a:off x="0" y="0"/>
            <a:ext cx="6896100" cy="5943600"/>
            <a:chOff x="0" y="0"/>
            <a:chExt cx="6896100" cy="5943600"/>
          </a:xfrm>
        </p:grpSpPr>
        <p:sp>
          <p:nvSpPr>
            <p:cNvPr id="303" name="node01.surface"/>
            <p:cNvSpPr/>
            <p:nvPr/>
          </p:nvSpPr>
          <p:spPr>
            <a:xfrm>
              <a:off x="0" y="0"/>
              <a:ext cx="6896100" cy="5943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317" name="node02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304" name="node02.image" descr="logo-rev; canonical SHA256=78df46c598cfa5dc99a111b77f6d0b71f4b9bcef5beaf4568990517a43d157c9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318" name="node03"/>
          <p:cNvGrpSpPr/>
          <p:nvPr/>
        </p:nvGrpSpPr>
        <p:grpSpPr>
          <a:xfrm>
            <a:off x="723900" y="2286000"/>
            <a:ext cx="5257800" cy="152400"/>
            <a:chOff x="723900" y="2286000"/>
            <a:chExt cx="5257800" cy="152400"/>
          </a:xfrm>
        </p:grpSpPr>
        <p:sp>
          <p:nvSpPr>
            <p:cNvPr id="305" name="node03.text"/>
            <p:cNvSpPr/>
            <p:nvPr/>
          </p:nvSpPr>
          <p:spPr>
            <a:xfrm>
              <a:off x="723900" y="22860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CED7E6"/>
                  </a:solidFill>
                  <a:latin typeface="IBM Plex Mono SemiBold"/>
                  <a:ea typeface="IBM Plex Mono SemiBold"/>
                  <a:cs typeface="IBM Plex Mono SemiBold"/>
                </a:rPr>
                <a:t>PROPOSAL FOR NORTHFIELD HEALTH SYSTEM</a:t>
              </a:r>
              <a:endParaRPr lang="en-US" sz="1000" spc="80" kern="0" b="0" i="0" dirty="0">
                <a:solidFill>
                  <a:srgbClr val="CED7E6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19" name="node04"/>
          <p:cNvGrpSpPr/>
          <p:nvPr/>
        </p:nvGrpSpPr>
        <p:grpSpPr>
          <a:xfrm>
            <a:off x="723900" y="2514600"/>
            <a:ext cx="5257800" cy="1524000"/>
            <a:chOff x="723900" y="2514600"/>
            <a:chExt cx="5257800" cy="1524000"/>
          </a:xfrm>
        </p:grpSpPr>
        <p:pic>
          <p:nvPicPr>
            <p:cNvPr id="306" name="node04.text.mark-002-002" descr="underscore; canonical SHA256=49d5a97f776a33dcf11e794bad153776f1f33cf3747f42e2c277857faa224278; resolved ink=F900D3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45866" y="3931920"/>
              <a:ext cx="2849895" cy="257110"/>
            </a:xfrm>
            <a:prstGeom prst="rect">
              <a:avLst/>
            </a:prstGeom>
          </p:spPr>
        </p:pic>
        <p:sp>
          <p:nvSpPr>
            <p:cNvPr id="307" name="node04.text"/>
            <p:cNvSpPr/>
            <p:nvPr/>
          </p:nvSpPr>
          <p:spPr>
            <a:xfrm>
              <a:off x="723900" y="2514600"/>
              <a:ext cx="52578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Close the books </a:t>
              </a:r>
              <a:b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</a:b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in </a:t>
              </a: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five days</a:t>
              </a:r>
              <a:endParaRPr lang="en-US" sz="5400" spc="-135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20" name="node05"/>
          <p:cNvGrpSpPr/>
          <p:nvPr/>
        </p:nvGrpSpPr>
        <p:grpSpPr>
          <a:xfrm>
            <a:off x="723900" y="5029200"/>
            <a:ext cx="2514600" cy="152400"/>
            <a:chOff x="723900" y="5029200"/>
            <a:chExt cx="2514600" cy="152400"/>
          </a:xfrm>
        </p:grpSpPr>
        <p:sp>
          <p:nvSpPr>
            <p:cNvPr id="308" name="node05.text"/>
            <p:cNvSpPr/>
            <p:nvPr/>
          </p:nvSpPr>
          <p:spPr>
            <a:xfrm>
              <a:off x="723900" y="50292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PREPARED BY</a:t>
              </a:r>
              <a:endParaRPr lang="en-US" sz="900" spc="54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21" name="node06"/>
          <p:cNvGrpSpPr/>
          <p:nvPr/>
        </p:nvGrpSpPr>
        <p:grpSpPr>
          <a:xfrm>
            <a:off x="723900" y="5257800"/>
            <a:ext cx="5257800" cy="266700"/>
            <a:chOff x="723900" y="5257800"/>
            <a:chExt cx="5257800" cy="266700"/>
          </a:xfrm>
        </p:grpSpPr>
        <p:sp>
          <p:nvSpPr>
            <p:cNvPr id="309" name="node06.text"/>
            <p:cNvSpPr/>
            <p:nvPr/>
          </p:nvSpPr>
          <p:spPr>
            <a:xfrm>
              <a:off x="723900" y="52578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West Monroe · Finance Transformation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22" name="node07"/>
          <p:cNvGrpSpPr/>
          <p:nvPr/>
        </p:nvGrpSpPr>
        <p:grpSpPr>
          <a:xfrm>
            <a:off x="6210300" y="1143000"/>
            <a:ext cx="2971800" cy="2971800"/>
            <a:chOff x="6210300" y="1143000"/>
            <a:chExt cx="2971800" cy="2971800"/>
          </a:xfrm>
        </p:grpSpPr>
        <p:pic>
          <p:nvPicPr>
            <p:cNvPr id="310" name="node07.image" descr="photo-abstract-cubes; canonical SHA256=4179f9b012130fb7814f4a5c13ba7e87b4bdc26ae4fedc0b1ea6cf8d2101480a">    </p:cNvPr>
            <p:cNvPicPr>
              <a:picLocks noChangeAspect="1"/>
            </p:cNvPicPr>
            <p:nvPr/>
          </p:nvPicPr>
          <p:blipFill>
            <a:blip r:embed="rId5"/>
            <a:srcRect l="22021" r="22021" t="0" b="0"/>
            <a:stretch/>
          </p:blipFill>
          <p:spPr>
            <a:xfrm>
              <a:off x="6210300" y="1143000"/>
              <a:ext cx="2971800" cy="2971800"/>
            </a:xfrm>
            <a:prstGeom prst="rect">
              <a:avLst/>
            </a:prstGeom>
          </p:spPr>
        </p:pic>
      </p:grpSp>
      <p:grpSp>
        <p:nvGrpSpPr>
          <p:cNvPr id="323" name="node08"/>
          <p:cNvGrpSpPr/>
          <p:nvPr/>
        </p:nvGrpSpPr>
        <p:grpSpPr>
          <a:xfrm>
            <a:off x="8039100" y="4343400"/>
            <a:ext cx="2514600" cy="152400"/>
            <a:chOff x="8039100" y="4343400"/>
            <a:chExt cx="2514600" cy="152400"/>
          </a:xfrm>
        </p:grpSpPr>
        <p:sp>
          <p:nvSpPr>
            <p:cNvPr id="311" name="node08.text"/>
            <p:cNvSpPr/>
            <p:nvPr/>
          </p:nvSpPr>
          <p:spPr>
            <a:xfrm>
              <a:off x="8039100" y="4343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PROPOSAL CONTACTS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24" name="node09"/>
          <p:cNvGrpSpPr/>
          <p:nvPr/>
        </p:nvGrpSpPr>
        <p:grpSpPr>
          <a:xfrm>
            <a:off x="8039100" y="4572000"/>
            <a:ext cx="3429000" cy="266700"/>
            <a:chOff x="8039100" y="4572000"/>
            <a:chExt cx="3429000" cy="266700"/>
          </a:xfrm>
        </p:grpSpPr>
        <p:sp>
          <p:nvSpPr>
            <p:cNvPr id="312" name="node09.text"/>
            <p:cNvSpPr/>
            <p:nvPr/>
          </p:nvSpPr>
          <p:spPr>
            <a:xfrm>
              <a:off x="8039100" y="45720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25" name="node10"/>
          <p:cNvGrpSpPr/>
          <p:nvPr/>
        </p:nvGrpSpPr>
        <p:grpSpPr>
          <a:xfrm>
            <a:off x="8039100" y="4800600"/>
            <a:ext cx="3429000" cy="266700"/>
            <a:chOff x="8039100" y="4800600"/>
            <a:chExt cx="3429000" cy="266700"/>
          </a:xfrm>
        </p:grpSpPr>
        <p:sp>
          <p:nvSpPr>
            <p:cNvPr id="313" name="node10.text"/>
            <p:cNvSpPr/>
            <p:nvPr/>
          </p:nvSpPr>
          <p:spPr>
            <a:xfrm>
              <a:off x="8039100" y="48006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26" name="node11"/>
          <p:cNvGrpSpPr/>
          <p:nvPr/>
        </p:nvGrpSpPr>
        <p:grpSpPr>
          <a:xfrm>
            <a:off x="8039100" y="5143500"/>
            <a:ext cx="3429000" cy="266700"/>
            <a:chOff x="8039100" y="5143500"/>
            <a:chExt cx="3429000" cy="266700"/>
          </a:xfrm>
        </p:grpSpPr>
        <p:sp>
          <p:nvSpPr>
            <p:cNvPr id="314" name="node11.text"/>
            <p:cNvSpPr/>
            <p:nvPr/>
          </p:nvSpPr>
          <p:spPr>
            <a:xfrm>
              <a:off x="8039100" y="51435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Delivery director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27" name="node12"/>
          <p:cNvGrpSpPr/>
          <p:nvPr/>
        </p:nvGrpSpPr>
        <p:grpSpPr>
          <a:xfrm>
            <a:off x="8039100" y="5372100"/>
            <a:ext cx="3429000" cy="266700"/>
            <a:chOff x="8039100" y="5372100"/>
            <a:chExt cx="3429000" cy="266700"/>
          </a:xfrm>
        </p:grpSpPr>
        <p:sp>
          <p:nvSpPr>
            <p:cNvPr id="315" name="node12.text"/>
            <p:cNvSpPr/>
            <p:nvPr/>
          </p:nvSpPr>
          <p:spPr>
            <a:xfrm>
              <a:off x="8039100" y="53721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80391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80391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80391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80391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80391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80391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80391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7" name="wm.library-whiteboard.001.002.001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" name="wm.library-whiteboard.001.002.002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" name="wm.library-whiteboard.001.002.003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" name="wm.library-whiteboard.001.002.004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" name="wm.library-whiteboard.001.002.005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" name="wm.library-whiteboard.001.002.00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" name="wm.library-whiteboard.001.002.007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24" name="wm.library-whiteboard.001.002.008"/>
          <p:cNvSpPr/>
          <p:nvPr/>
        </p:nvSpPr>
        <p:spPr>
          <a:xfrm>
            <a:off x="82677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25" name="wm.library-whiteboard.001.002.009"/>
          <p:cNvSpPr/>
          <p:nvPr/>
        </p:nvSpPr>
        <p:spPr>
          <a:xfrm>
            <a:off x="82677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26" name="wm.library-whiteboard.001.002.010"/>
          <p:cNvSpPr/>
          <p:nvPr/>
        </p:nvSpPr>
        <p:spPr>
          <a:xfrm>
            <a:off x="82677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27" name="wm.library-whiteboard.001.002.011"/>
          <p:cNvSpPr/>
          <p:nvPr/>
        </p:nvSpPr>
        <p:spPr>
          <a:xfrm>
            <a:off x="82677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28" name="wm.library-whiteboard.001.002.012"/>
          <p:cNvSpPr/>
          <p:nvPr/>
        </p:nvSpPr>
        <p:spPr>
          <a:xfrm>
            <a:off x="82677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29" name="wm.library-whiteboard.001.002.013"/>
          <p:cNvSpPr/>
          <p:nvPr/>
        </p:nvSpPr>
        <p:spPr>
          <a:xfrm>
            <a:off x="82677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30" name="wm.library-whiteboard.001.002.014"/>
          <p:cNvSpPr/>
          <p:nvPr/>
        </p:nvSpPr>
        <p:spPr>
          <a:xfrm>
            <a:off x="82677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31" name="wm.library-whiteboard.001.002.015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32" name="wm.library-whiteboard.001.003.001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3" name="wm.library-whiteboard.001.003.002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4" name="wm.library-whiteboard.001.003.003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5" name="wm.library-whiteboard.001.003.004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6" name="wm.library-whiteboard.001.003.005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7" name="wm.library-whiteboard.001.003.00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38" name="wm.library-whiteboard.001.003.007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39" name="wm.library-whiteboard.001.003.008"/>
          <p:cNvSpPr/>
          <p:nvPr/>
        </p:nvSpPr>
        <p:spPr>
          <a:xfrm>
            <a:off x="84963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40" name="wm.library-whiteboard.001.003.009"/>
          <p:cNvSpPr/>
          <p:nvPr/>
        </p:nvSpPr>
        <p:spPr>
          <a:xfrm>
            <a:off x="84963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41" name="wm.library-whiteboard.001.003.010"/>
          <p:cNvSpPr/>
          <p:nvPr/>
        </p:nvSpPr>
        <p:spPr>
          <a:xfrm>
            <a:off x="84963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42" name="wm.library-whiteboard.001.003.011"/>
          <p:cNvSpPr/>
          <p:nvPr/>
        </p:nvSpPr>
        <p:spPr>
          <a:xfrm>
            <a:off x="84963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43" name="wm.library-whiteboard.001.003.012"/>
          <p:cNvSpPr/>
          <p:nvPr/>
        </p:nvSpPr>
        <p:spPr>
          <a:xfrm>
            <a:off x="84963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44" name="wm.library-whiteboard.001.003.013"/>
          <p:cNvSpPr/>
          <p:nvPr/>
        </p:nvSpPr>
        <p:spPr>
          <a:xfrm>
            <a:off x="84963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45" name="wm.library-whiteboard.001.003.014"/>
          <p:cNvSpPr/>
          <p:nvPr/>
        </p:nvSpPr>
        <p:spPr>
          <a:xfrm>
            <a:off x="84963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46" name="wm.library-whiteboard.001.003.015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47" name="wm.library-whiteboard.001.004.001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8" name="wm.library-whiteboard.001.004.002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49" name="wm.library-whiteboard.001.004.003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0" name="wm.library-whiteboard.001.004.004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1" name="wm.library-whiteboard.001.004.005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2" name="wm.library-whiteboard.001.004.00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53" name="wm.library-whiteboard.001.004.007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54" name="wm.library-whiteboard.001.004.008"/>
          <p:cNvSpPr/>
          <p:nvPr/>
        </p:nvSpPr>
        <p:spPr>
          <a:xfrm>
            <a:off x="87249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55" name="wm.library-whiteboard.001.004.009"/>
          <p:cNvSpPr/>
          <p:nvPr/>
        </p:nvSpPr>
        <p:spPr>
          <a:xfrm>
            <a:off x="87249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56" name="wm.library-whiteboard.001.004.010"/>
          <p:cNvSpPr/>
          <p:nvPr/>
        </p:nvSpPr>
        <p:spPr>
          <a:xfrm>
            <a:off x="87249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57" name="wm.library-whiteboard.001.004.011"/>
          <p:cNvSpPr/>
          <p:nvPr/>
        </p:nvSpPr>
        <p:spPr>
          <a:xfrm>
            <a:off x="87249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58" name="wm.library-whiteboard.001.004.012"/>
          <p:cNvSpPr/>
          <p:nvPr/>
        </p:nvSpPr>
        <p:spPr>
          <a:xfrm>
            <a:off x="87249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59" name="wm.library-whiteboard.001.004.013"/>
          <p:cNvSpPr/>
          <p:nvPr/>
        </p:nvSpPr>
        <p:spPr>
          <a:xfrm>
            <a:off x="87249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60" name="wm.library-whiteboard.001.004.014"/>
          <p:cNvSpPr/>
          <p:nvPr/>
        </p:nvSpPr>
        <p:spPr>
          <a:xfrm>
            <a:off x="87249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61" name="wm.library-whiteboard.001.004.015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62" name="wm.library-whiteboard.001.005.001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3" name="wm.library-whiteboard.001.005.002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4" name="wm.library-whiteboard.001.005.003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5" name="wm.library-whiteboard.001.005.004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6" name="wm.library-whiteboard.001.005.005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7" name="wm.library-whiteboard.001.005.00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68" name="wm.library-whiteboard.001.005.007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69" name="wm.library-whiteboard.001.005.008"/>
          <p:cNvSpPr/>
          <p:nvPr/>
        </p:nvSpPr>
        <p:spPr>
          <a:xfrm>
            <a:off x="89535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70" name="wm.library-whiteboard.001.005.009"/>
          <p:cNvSpPr/>
          <p:nvPr/>
        </p:nvSpPr>
        <p:spPr>
          <a:xfrm>
            <a:off x="89535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71" name="wm.library-whiteboard.001.005.010"/>
          <p:cNvSpPr/>
          <p:nvPr/>
        </p:nvSpPr>
        <p:spPr>
          <a:xfrm>
            <a:off x="89535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72" name="wm.library-whiteboard.001.005.011"/>
          <p:cNvSpPr/>
          <p:nvPr/>
        </p:nvSpPr>
        <p:spPr>
          <a:xfrm>
            <a:off x="89535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73" name="wm.library-whiteboard.001.005.012"/>
          <p:cNvSpPr/>
          <p:nvPr/>
        </p:nvSpPr>
        <p:spPr>
          <a:xfrm>
            <a:off x="89535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74" name="wm.library-whiteboard.001.005.013"/>
          <p:cNvSpPr/>
          <p:nvPr/>
        </p:nvSpPr>
        <p:spPr>
          <a:xfrm>
            <a:off x="89535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75" name="wm.library-whiteboard.001.005.014"/>
          <p:cNvSpPr/>
          <p:nvPr/>
        </p:nvSpPr>
        <p:spPr>
          <a:xfrm>
            <a:off x="89535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76" name="wm.library-whiteboard.001.005.015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77" name="wm.library-whiteboard.001.006.001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8" name="wm.library-whiteboard.001.006.002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79" name="wm.library-whiteboard.001.006.003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0" name="wm.library-whiteboard.001.006.004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1" name="wm.library-whiteboard.001.006.005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2" name="wm.library-whiteboard.001.006.00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83" name="wm.library-whiteboard.001.006.007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84" name="wm.library-whiteboard.001.006.008"/>
          <p:cNvSpPr/>
          <p:nvPr/>
        </p:nvSpPr>
        <p:spPr>
          <a:xfrm>
            <a:off x="91821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85" name="wm.library-whiteboard.001.006.009"/>
          <p:cNvSpPr/>
          <p:nvPr/>
        </p:nvSpPr>
        <p:spPr>
          <a:xfrm>
            <a:off x="91821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86" name="wm.library-whiteboard.001.006.010"/>
          <p:cNvSpPr/>
          <p:nvPr/>
        </p:nvSpPr>
        <p:spPr>
          <a:xfrm>
            <a:off x="91821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87" name="wm.library-whiteboard.001.006.011"/>
          <p:cNvSpPr/>
          <p:nvPr/>
        </p:nvSpPr>
        <p:spPr>
          <a:xfrm>
            <a:off x="91821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88" name="wm.library-whiteboard.001.006.012"/>
          <p:cNvSpPr/>
          <p:nvPr/>
        </p:nvSpPr>
        <p:spPr>
          <a:xfrm>
            <a:off x="91821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89" name="wm.library-whiteboard.001.006.013"/>
          <p:cNvSpPr/>
          <p:nvPr/>
        </p:nvSpPr>
        <p:spPr>
          <a:xfrm>
            <a:off x="91821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90" name="wm.library-whiteboard.001.006.014"/>
          <p:cNvSpPr/>
          <p:nvPr/>
        </p:nvSpPr>
        <p:spPr>
          <a:xfrm>
            <a:off x="91821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91" name="wm.library-whiteboard.001.006.015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92" name="wm.library-whiteboard.001.007.001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3" name="wm.library-whiteboard.001.007.002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4" name="wm.library-whiteboard.001.007.003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5" name="wm.library-whiteboard.001.007.004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6" name="wm.library-whiteboard.001.007.005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7" name="wm.library-whiteboard.001.007.006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98" name="wm.library-whiteboard.001.007.007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99" name="wm.library-whiteboard.001.007.008"/>
          <p:cNvSpPr/>
          <p:nvPr/>
        </p:nvSpPr>
        <p:spPr>
          <a:xfrm>
            <a:off x="94107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00" name="wm.library-whiteboard.001.007.009"/>
          <p:cNvSpPr/>
          <p:nvPr/>
        </p:nvSpPr>
        <p:spPr>
          <a:xfrm>
            <a:off x="94107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01" name="wm.library-whiteboard.001.007.010"/>
          <p:cNvSpPr/>
          <p:nvPr/>
        </p:nvSpPr>
        <p:spPr>
          <a:xfrm>
            <a:off x="94107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02" name="wm.library-whiteboard.001.007.011"/>
          <p:cNvSpPr/>
          <p:nvPr/>
        </p:nvSpPr>
        <p:spPr>
          <a:xfrm>
            <a:off x="94107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03" name="wm.library-whiteboard.001.007.012"/>
          <p:cNvSpPr/>
          <p:nvPr/>
        </p:nvSpPr>
        <p:spPr>
          <a:xfrm>
            <a:off x="94107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04" name="wm.library-whiteboard.001.007.013"/>
          <p:cNvSpPr/>
          <p:nvPr/>
        </p:nvSpPr>
        <p:spPr>
          <a:xfrm>
            <a:off x="94107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05" name="wm.library-whiteboard.001.007.014"/>
          <p:cNvSpPr/>
          <p:nvPr/>
        </p:nvSpPr>
        <p:spPr>
          <a:xfrm>
            <a:off x="94107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06" name="wm.library-whiteboard.001.007.015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07" name="wm.library-whiteboard.001.008.001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8" name="wm.library-whiteboard.001.008.002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09" name="wm.library-whiteboard.001.008.003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0" name="wm.library-whiteboard.001.008.004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1" name="wm.library-whiteboard.001.008.005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2" name="wm.library-whiteboard.001.008.006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13" name="wm.library-whiteboard.001.008.007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114" name="wm.library-whiteboard.001.008.008"/>
          <p:cNvSpPr/>
          <p:nvPr/>
        </p:nvSpPr>
        <p:spPr>
          <a:xfrm>
            <a:off x="96393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15" name="wm.library-whiteboard.001.008.009"/>
          <p:cNvSpPr/>
          <p:nvPr/>
        </p:nvSpPr>
        <p:spPr>
          <a:xfrm>
            <a:off x="96393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16" name="wm.library-whiteboard.001.008.010"/>
          <p:cNvSpPr/>
          <p:nvPr/>
        </p:nvSpPr>
        <p:spPr>
          <a:xfrm>
            <a:off x="96393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17" name="wm.library-whiteboard.001.008.011"/>
          <p:cNvSpPr/>
          <p:nvPr/>
        </p:nvSpPr>
        <p:spPr>
          <a:xfrm>
            <a:off x="96393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18" name="wm.library-whiteboard.001.008.012"/>
          <p:cNvSpPr/>
          <p:nvPr/>
        </p:nvSpPr>
        <p:spPr>
          <a:xfrm>
            <a:off x="96393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19" name="wm.library-whiteboard.001.008.013"/>
          <p:cNvSpPr/>
          <p:nvPr/>
        </p:nvSpPr>
        <p:spPr>
          <a:xfrm>
            <a:off x="96393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20" name="wm.library-whiteboard.001.008.014"/>
          <p:cNvSpPr/>
          <p:nvPr/>
        </p:nvSpPr>
        <p:spPr>
          <a:xfrm>
            <a:off x="96393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21" name="wm.library-whiteboard.001.008.015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22" name="wm.library-whiteboard.001.009.001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3" name="wm.library-whiteboard.001.009.002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4" name="wm.library-whiteboard.001.009.003"/>
          <p:cNvSpPr/>
          <p:nvPr/>
        </p:nvSpPr>
        <p:spPr>
          <a:xfrm>
            <a:off x="9867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5" name="wm.library-whiteboard.001.009.004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6" name="wm.library-whiteboard.001.009.005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7" name="wm.library-whiteboard.001.009.006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28" name="wm.library-whiteboard.001.009.007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129" name="wm.library-whiteboard.001.009.008"/>
          <p:cNvSpPr/>
          <p:nvPr/>
        </p:nvSpPr>
        <p:spPr>
          <a:xfrm>
            <a:off x="98679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30" name="wm.library-whiteboard.001.009.009"/>
          <p:cNvSpPr/>
          <p:nvPr/>
        </p:nvSpPr>
        <p:spPr>
          <a:xfrm>
            <a:off x="98679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31" name="wm.library-whiteboard.001.009.010"/>
          <p:cNvSpPr/>
          <p:nvPr/>
        </p:nvSpPr>
        <p:spPr>
          <a:xfrm>
            <a:off x="98679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32" name="wm.library-whiteboard.001.009.011"/>
          <p:cNvSpPr/>
          <p:nvPr/>
        </p:nvSpPr>
        <p:spPr>
          <a:xfrm>
            <a:off x="98679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33" name="wm.library-whiteboard.001.009.012"/>
          <p:cNvSpPr/>
          <p:nvPr/>
        </p:nvSpPr>
        <p:spPr>
          <a:xfrm>
            <a:off x="98679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34" name="wm.library-whiteboard.001.009.013"/>
          <p:cNvSpPr/>
          <p:nvPr/>
        </p:nvSpPr>
        <p:spPr>
          <a:xfrm>
            <a:off x="98679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35" name="wm.library-whiteboard.001.009.014"/>
          <p:cNvSpPr/>
          <p:nvPr/>
        </p:nvSpPr>
        <p:spPr>
          <a:xfrm>
            <a:off x="98679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36" name="wm.library-whiteboard.001.009.015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37" name="wm.library-whiteboard.001.010.001"/>
          <p:cNvSpPr/>
          <p:nvPr/>
        </p:nvSpPr>
        <p:spPr>
          <a:xfrm>
            <a:off x="10096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8" name="wm.library-whiteboard.001.010.002"/>
          <p:cNvSpPr/>
          <p:nvPr/>
        </p:nvSpPr>
        <p:spPr>
          <a:xfrm>
            <a:off x="10096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39" name="wm.library-whiteboard.001.010.003"/>
          <p:cNvSpPr/>
          <p:nvPr/>
        </p:nvSpPr>
        <p:spPr>
          <a:xfrm>
            <a:off x="10096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0" name="wm.library-whiteboard.001.010.004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1" name="wm.library-whiteboard.001.010.005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2" name="wm.library-whiteboard.001.010.006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43" name="wm.library-whiteboard.001.010.007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144" name="wm.library-whiteboard.001.010.008"/>
          <p:cNvSpPr/>
          <p:nvPr/>
        </p:nvSpPr>
        <p:spPr>
          <a:xfrm>
            <a:off x="100965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45" name="wm.library-whiteboard.001.010.009"/>
          <p:cNvSpPr/>
          <p:nvPr/>
        </p:nvSpPr>
        <p:spPr>
          <a:xfrm>
            <a:off x="100965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46" name="wm.library-whiteboard.001.010.010"/>
          <p:cNvSpPr/>
          <p:nvPr/>
        </p:nvSpPr>
        <p:spPr>
          <a:xfrm>
            <a:off x="100965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47" name="wm.library-whiteboard.001.010.011"/>
          <p:cNvSpPr/>
          <p:nvPr/>
        </p:nvSpPr>
        <p:spPr>
          <a:xfrm>
            <a:off x="100965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48" name="wm.library-whiteboard.001.010.012"/>
          <p:cNvSpPr/>
          <p:nvPr/>
        </p:nvSpPr>
        <p:spPr>
          <a:xfrm>
            <a:off x="100965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49" name="wm.library-whiteboard.001.010.013"/>
          <p:cNvSpPr/>
          <p:nvPr/>
        </p:nvSpPr>
        <p:spPr>
          <a:xfrm>
            <a:off x="100965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50" name="wm.library-whiteboard.001.010.014"/>
          <p:cNvSpPr/>
          <p:nvPr/>
        </p:nvSpPr>
        <p:spPr>
          <a:xfrm>
            <a:off x="100965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51" name="wm.library-whiteboard.001.010.015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52" name="wm.library-whiteboard.001.011.001"/>
          <p:cNvSpPr/>
          <p:nvPr/>
        </p:nvSpPr>
        <p:spPr>
          <a:xfrm>
            <a:off x="10325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3" name="wm.library-whiteboard.001.011.002"/>
          <p:cNvSpPr/>
          <p:nvPr/>
        </p:nvSpPr>
        <p:spPr>
          <a:xfrm>
            <a:off x="10325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4" name="wm.library-whiteboard.001.011.003"/>
          <p:cNvSpPr/>
          <p:nvPr/>
        </p:nvSpPr>
        <p:spPr>
          <a:xfrm>
            <a:off x="10325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5" name="wm.library-whiteboard.001.011.004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6" name="wm.library-whiteboard.001.011.005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7" name="wm.library-whiteboard.001.011.006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58" name="wm.library-whiteboard.001.011.007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159" name="wm.library-whiteboard.001.011.008"/>
          <p:cNvSpPr/>
          <p:nvPr/>
        </p:nvSpPr>
        <p:spPr>
          <a:xfrm>
            <a:off x="103251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60" name="wm.library-whiteboard.001.011.009"/>
          <p:cNvSpPr/>
          <p:nvPr/>
        </p:nvSpPr>
        <p:spPr>
          <a:xfrm>
            <a:off x="103251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61" name="wm.library-whiteboard.001.011.010"/>
          <p:cNvSpPr/>
          <p:nvPr/>
        </p:nvSpPr>
        <p:spPr>
          <a:xfrm>
            <a:off x="103251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62" name="wm.library-whiteboard.001.011.011"/>
          <p:cNvSpPr/>
          <p:nvPr/>
        </p:nvSpPr>
        <p:spPr>
          <a:xfrm>
            <a:off x="103251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63" name="wm.library-whiteboard.001.011.012"/>
          <p:cNvSpPr/>
          <p:nvPr/>
        </p:nvSpPr>
        <p:spPr>
          <a:xfrm>
            <a:off x="103251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64" name="wm.library-whiteboard.001.011.013"/>
          <p:cNvSpPr/>
          <p:nvPr/>
        </p:nvSpPr>
        <p:spPr>
          <a:xfrm>
            <a:off x="103251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65" name="wm.library-whiteboard.001.011.014"/>
          <p:cNvSpPr/>
          <p:nvPr/>
        </p:nvSpPr>
        <p:spPr>
          <a:xfrm>
            <a:off x="103251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66" name="wm.library-whiteboard.001.011.015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67" name="wm.library-whiteboard.001.012.001"/>
          <p:cNvSpPr/>
          <p:nvPr/>
        </p:nvSpPr>
        <p:spPr>
          <a:xfrm>
            <a:off x="105537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8" name="wm.library-whiteboard.001.012.002"/>
          <p:cNvSpPr/>
          <p:nvPr/>
        </p:nvSpPr>
        <p:spPr>
          <a:xfrm>
            <a:off x="105537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69" name="wm.library-whiteboard.001.012.003"/>
          <p:cNvSpPr/>
          <p:nvPr/>
        </p:nvSpPr>
        <p:spPr>
          <a:xfrm>
            <a:off x="105537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0" name="wm.library-whiteboard.001.012.004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1" name="wm.library-whiteboard.001.012.005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2" name="wm.library-whiteboard.001.012.006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73" name="wm.library-whiteboard.001.012.007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174" name="wm.library-whiteboard.001.012.008"/>
          <p:cNvSpPr/>
          <p:nvPr/>
        </p:nvSpPr>
        <p:spPr>
          <a:xfrm>
            <a:off x="105537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75" name="wm.library-whiteboard.001.012.009"/>
          <p:cNvSpPr/>
          <p:nvPr/>
        </p:nvSpPr>
        <p:spPr>
          <a:xfrm>
            <a:off x="105537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76" name="wm.library-whiteboard.001.012.010"/>
          <p:cNvSpPr/>
          <p:nvPr/>
        </p:nvSpPr>
        <p:spPr>
          <a:xfrm>
            <a:off x="105537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77" name="wm.library-whiteboard.001.012.011"/>
          <p:cNvSpPr/>
          <p:nvPr/>
        </p:nvSpPr>
        <p:spPr>
          <a:xfrm>
            <a:off x="105537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78" name="wm.library-whiteboard.001.012.012"/>
          <p:cNvSpPr/>
          <p:nvPr/>
        </p:nvSpPr>
        <p:spPr>
          <a:xfrm>
            <a:off x="105537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79" name="wm.library-whiteboard.001.012.013"/>
          <p:cNvSpPr/>
          <p:nvPr/>
        </p:nvSpPr>
        <p:spPr>
          <a:xfrm>
            <a:off x="105537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80" name="wm.library-whiteboard.001.012.014"/>
          <p:cNvSpPr/>
          <p:nvPr/>
        </p:nvSpPr>
        <p:spPr>
          <a:xfrm>
            <a:off x="105537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81" name="wm.library-whiteboard.001.012.015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82" name="wm.library-whiteboard.001.013.001"/>
          <p:cNvSpPr/>
          <p:nvPr/>
        </p:nvSpPr>
        <p:spPr>
          <a:xfrm>
            <a:off x="107823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3" name="wm.library-whiteboard.001.013.002"/>
          <p:cNvSpPr/>
          <p:nvPr/>
        </p:nvSpPr>
        <p:spPr>
          <a:xfrm>
            <a:off x="107823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4" name="wm.library-whiteboard.001.013.003"/>
          <p:cNvSpPr/>
          <p:nvPr/>
        </p:nvSpPr>
        <p:spPr>
          <a:xfrm>
            <a:off x="107823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5" name="wm.library-whiteboard.001.013.004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6" name="wm.library-whiteboard.001.013.005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7" name="wm.library-whiteboard.001.013.006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88" name="wm.library-whiteboard.001.013.007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189" name="wm.library-whiteboard.001.013.008"/>
          <p:cNvSpPr/>
          <p:nvPr/>
        </p:nvSpPr>
        <p:spPr>
          <a:xfrm>
            <a:off x="107823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190" name="wm.library-whiteboard.001.013.009"/>
          <p:cNvSpPr/>
          <p:nvPr/>
        </p:nvSpPr>
        <p:spPr>
          <a:xfrm>
            <a:off x="107823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191" name="wm.library-whiteboard.001.013.010"/>
          <p:cNvSpPr/>
          <p:nvPr/>
        </p:nvSpPr>
        <p:spPr>
          <a:xfrm>
            <a:off x="107823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192" name="wm.library-whiteboard.001.013.011"/>
          <p:cNvSpPr/>
          <p:nvPr/>
        </p:nvSpPr>
        <p:spPr>
          <a:xfrm>
            <a:off x="107823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193" name="wm.library-whiteboard.001.013.012"/>
          <p:cNvSpPr/>
          <p:nvPr/>
        </p:nvSpPr>
        <p:spPr>
          <a:xfrm>
            <a:off x="107823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194" name="wm.library-whiteboard.001.013.013"/>
          <p:cNvSpPr/>
          <p:nvPr/>
        </p:nvSpPr>
        <p:spPr>
          <a:xfrm>
            <a:off x="107823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195" name="wm.library-whiteboard.001.013.014"/>
          <p:cNvSpPr/>
          <p:nvPr/>
        </p:nvSpPr>
        <p:spPr>
          <a:xfrm>
            <a:off x="107823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196" name="wm.library-whiteboard.001.013.015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197" name="wm.library-whiteboard.001.014.001"/>
          <p:cNvSpPr/>
          <p:nvPr/>
        </p:nvSpPr>
        <p:spPr>
          <a:xfrm>
            <a:off x="110109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8" name="wm.library-whiteboard.001.014.002"/>
          <p:cNvSpPr/>
          <p:nvPr/>
        </p:nvSpPr>
        <p:spPr>
          <a:xfrm>
            <a:off x="110109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199" name="wm.library-whiteboard.001.014.003"/>
          <p:cNvSpPr/>
          <p:nvPr/>
        </p:nvSpPr>
        <p:spPr>
          <a:xfrm>
            <a:off x="110109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0" name="wm.library-whiteboard.001.014.004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1" name="wm.library-whiteboard.001.014.005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2" name="wm.library-whiteboard.001.014.006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03" name="wm.library-whiteboard.001.014.007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204" name="wm.library-whiteboard.001.014.008"/>
          <p:cNvSpPr/>
          <p:nvPr/>
        </p:nvSpPr>
        <p:spPr>
          <a:xfrm>
            <a:off x="110109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205" name="wm.library-whiteboard.001.014.009"/>
          <p:cNvSpPr/>
          <p:nvPr/>
        </p:nvSpPr>
        <p:spPr>
          <a:xfrm>
            <a:off x="110109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206" name="wm.library-whiteboard.001.014.010"/>
          <p:cNvSpPr/>
          <p:nvPr/>
        </p:nvSpPr>
        <p:spPr>
          <a:xfrm>
            <a:off x="110109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207" name="wm.library-whiteboard.001.014.011"/>
          <p:cNvSpPr/>
          <p:nvPr/>
        </p:nvSpPr>
        <p:spPr>
          <a:xfrm>
            <a:off x="110109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208" name="wm.library-whiteboard.001.014.012"/>
          <p:cNvSpPr/>
          <p:nvPr/>
        </p:nvSpPr>
        <p:spPr>
          <a:xfrm>
            <a:off x="110109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209" name="wm.library-whiteboard.001.014.013"/>
          <p:cNvSpPr/>
          <p:nvPr/>
        </p:nvSpPr>
        <p:spPr>
          <a:xfrm>
            <a:off x="110109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210" name="wm.library-whiteboard.001.014.014"/>
          <p:cNvSpPr/>
          <p:nvPr/>
        </p:nvSpPr>
        <p:spPr>
          <a:xfrm>
            <a:off x="110109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211" name="wm.library-whiteboard.001.014.015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212" name="wm.library-whiteboard.001.015.001"/>
          <p:cNvSpPr/>
          <p:nvPr/>
        </p:nvSpPr>
        <p:spPr>
          <a:xfrm>
            <a:off x="112395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3" name="wm.library-whiteboard.001.015.002"/>
          <p:cNvSpPr/>
          <p:nvPr/>
        </p:nvSpPr>
        <p:spPr>
          <a:xfrm>
            <a:off x="112395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4" name="wm.library-whiteboard.001.015.003"/>
          <p:cNvSpPr/>
          <p:nvPr/>
        </p:nvSpPr>
        <p:spPr>
          <a:xfrm>
            <a:off x="112395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5" name="wm.library-whiteboard.001.015.004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6" name="wm.library-whiteboard.001.015.005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7" name="wm.library-whiteboard.001.015.006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18" name="wm.library-whiteboard.001.015.007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219" name="wm.library-whiteboard.001.015.008"/>
          <p:cNvSpPr/>
          <p:nvPr/>
        </p:nvSpPr>
        <p:spPr>
          <a:xfrm>
            <a:off x="112395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220" name="wm.library-whiteboard.001.015.009"/>
          <p:cNvSpPr/>
          <p:nvPr/>
        </p:nvSpPr>
        <p:spPr>
          <a:xfrm>
            <a:off x="112395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221" name="wm.library-whiteboard.001.015.010"/>
          <p:cNvSpPr/>
          <p:nvPr/>
        </p:nvSpPr>
        <p:spPr>
          <a:xfrm>
            <a:off x="112395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222" name="wm.library-whiteboard.001.015.011"/>
          <p:cNvSpPr/>
          <p:nvPr/>
        </p:nvSpPr>
        <p:spPr>
          <a:xfrm>
            <a:off x="112395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223" name="wm.library-whiteboard.001.015.012"/>
          <p:cNvSpPr/>
          <p:nvPr/>
        </p:nvSpPr>
        <p:spPr>
          <a:xfrm>
            <a:off x="112395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224" name="wm.library-whiteboard.001.015.013"/>
          <p:cNvSpPr/>
          <p:nvPr/>
        </p:nvSpPr>
        <p:spPr>
          <a:xfrm>
            <a:off x="112395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225" name="wm.library-whiteboard.001.015.014"/>
          <p:cNvSpPr/>
          <p:nvPr/>
        </p:nvSpPr>
        <p:spPr>
          <a:xfrm>
            <a:off x="112395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226" name="wm.library-whiteboard.001.015.015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sp>
        <p:nvSpPr>
          <p:cNvPr id="227" name="wm.library-whiteboard.001.016.001"/>
          <p:cNvSpPr/>
          <p:nvPr/>
        </p:nvSpPr>
        <p:spPr>
          <a:xfrm>
            <a:off x="11468100" y="685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8" name="wm.library-whiteboard.001.016.002"/>
          <p:cNvSpPr/>
          <p:nvPr/>
        </p:nvSpPr>
        <p:spPr>
          <a:xfrm>
            <a:off x="11468100" y="9144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29" name="wm.library-whiteboard.001.016.003"/>
          <p:cNvSpPr/>
          <p:nvPr/>
        </p:nvSpPr>
        <p:spPr>
          <a:xfrm>
            <a:off x="11468100" y="11430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0" name="wm.library-whiteboard.001.016.004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1" name="wm.library-whiteboard.001.016.005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2" name="wm.library-whiteboard.001.016.006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50658E"/>
          </a:solidFill>
          <a:ln>
            <a:noFill/>
          </a:ln>
        </p:spPr>
      </p:sp>
      <p:sp>
        <p:nvSpPr>
          <p:cNvPr id="233" name="wm.library-whiteboard.001.016.007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50658E">
              <a:alpha val="95098"/>
            </a:srgbClr>
          </a:solidFill>
          <a:ln>
            <a:noFill/>
          </a:ln>
        </p:spPr>
      </p:sp>
      <p:sp>
        <p:nvSpPr>
          <p:cNvPr id="234" name="wm.library-whiteboard.001.016.008"/>
          <p:cNvSpPr/>
          <p:nvPr/>
        </p:nvSpPr>
        <p:spPr>
          <a:xfrm>
            <a:off x="11468100" y="2286000"/>
            <a:ext cx="38100" cy="38100"/>
          </a:xfrm>
          <a:prstGeom prst="rect">
            <a:avLst/>
          </a:prstGeom>
          <a:solidFill>
            <a:srgbClr val="50658E">
              <a:alpha val="83333"/>
            </a:srgbClr>
          </a:solidFill>
          <a:ln>
            <a:noFill/>
          </a:ln>
        </p:spPr>
      </p:sp>
      <p:sp>
        <p:nvSpPr>
          <p:cNvPr id="235" name="wm.library-whiteboard.001.016.009"/>
          <p:cNvSpPr/>
          <p:nvPr/>
        </p:nvSpPr>
        <p:spPr>
          <a:xfrm>
            <a:off x="11468100" y="2514600"/>
            <a:ext cx="38100" cy="38100"/>
          </a:xfrm>
          <a:prstGeom prst="rect">
            <a:avLst/>
          </a:prstGeom>
          <a:solidFill>
            <a:srgbClr val="50658E">
              <a:alpha val="71569"/>
            </a:srgbClr>
          </a:solidFill>
          <a:ln>
            <a:noFill/>
          </a:ln>
        </p:spPr>
      </p:sp>
      <p:sp>
        <p:nvSpPr>
          <p:cNvPr id="236" name="wm.library-whiteboard.001.016.010"/>
          <p:cNvSpPr/>
          <p:nvPr/>
        </p:nvSpPr>
        <p:spPr>
          <a:xfrm>
            <a:off x="11468100" y="2743200"/>
            <a:ext cx="38100" cy="38100"/>
          </a:xfrm>
          <a:prstGeom prst="rect">
            <a:avLst/>
          </a:prstGeom>
          <a:solidFill>
            <a:srgbClr val="50658E">
              <a:alpha val="59804"/>
            </a:srgbClr>
          </a:solidFill>
          <a:ln>
            <a:noFill/>
          </a:ln>
        </p:spPr>
      </p:sp>
      <p:sp>
        <p:nvSpPr>
          <p:cNvPr id="237" name="wm.library-whiteboard.001.016.011"/>
          <p:cNvSpPr/>
          <p:nvPr/>
        </p:nvSpPr>
        <p:spPr>
          <a:xfrm>
            <a:off x="11468100" y="2971800"/>
            <a:ext cx="38100" cy="38100"/>
          </a:xfrm>
          <a:prstGeom prst="rect">
            <a:avLst/>
          </a:prstGeom>
          <a:solidFill>
            <a:srgbClr val="50658E">
              <a:alpha val="48039"/>
            </a:srgbClr>
          </a:solidFill>
          <a:ln>
            <a:noFill/>
          </a:ln>
        </p:spPr>
      </p:sp>
      <p:sp>
        <p:nvSpPr>
          <p:cNvPr id="238" name="wm.library-whiteboard.001.016.012"/>
          <p:cNvSpPr/>
          <p:nvPr/>
        </p:nvSpPr>
        <p:spPr>
          <a:xfrm>
            <a:off x="11468100" y="3200400"/>
            <a:ext cx="38100" cy="38100"/>
          </a:xfrm>
          <a:prstGeom prst="rect">
            <a:avLst/>
          </a:prstGeom>
          <a:solidFill>
            <a:srgbClr val="50658E">
              <a:alpha val="36275"/>
            </a:srgbClr>
          </a:solidFill>
          <a:ln>
            <a:noFill/>
          </a:ln>
        </p:spPr>
      </p:sp>
      <p:sp>
        <p:nvSpPr>
          <p:cNvPr id="239" name="wm.library-whiteboard.001.016.013"/>
          <p:cNvSpPr/>
          <p:nvPr/>
        </p:nvSpPr>
        <p:spPr>
          <a:xfrm>
            <a:off x="11468100" y="3429000"/>
            <a:ext cx="38100" cy="38100"/>
          </a:xfrm>
          <a:prstGeom prst="rect">
            <a:avLst/>
          </a:prstGeom>
          <a:solidFill>
            <a:srgbClr val="50658E">
              <a:alpha val="24510"/>
            </a:srgbClr>
          </a:solidFill>
          <a:ln>
            <a:noFill/>
          </a:ln>
        </p:spPr>
      </p:sp>
      <p:sp>
        <p:nvSpPr>
          <p:cNvPr id="240" name="wm.library-whiteboard.001.016.014"/>
          <p:cNvSpPr/>
          <p:nvPr/>
        </p:nvSpPr>
        <p:spPr>
          <a:xfrm>
            <a:off x="11468100" y="3657600"/>
            <a:ext cx="38100" cy="38100"/>
          </a:xfrm>
          <a:prstGeom prst="rect">
            <a:avLst/>
          </a:prstGeom>
          <a:solidFill>
            <a:srgbClr val="50658E">
              <a:alpha val="12745"/>
            </a:srgbClr>
          </a:solidFill>
          <a:ln>
            <a:noFill/>
          </a:ln>
        </p:spPr>
      </p:sp>
      <p:sp>
        <p:nvSpPr>
          <p:cNvPr id="241" name="wm.library-whiteboard.001.016.015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50658E">
              <a:alpha val="980"/>
            </a:srgbClr>
          </a:solidFill>
          <a:ln>
            <a:noFill/>
          </a:ln>
        </p:spPr>
      </p:sp>
      <p:grpSp>
        <p:nvGrpSpPr>
          <p:cNvPr id="257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243" name="node01.image" descr="logo-rev; canonical SHA256=78df46c598cfa5dc99a111b77f6d0b71f4b9bcef5beaf4568990517a43d157c9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258" name="node02"/>
          <p:cNvGrpSpPr/>
          <p:nvPr/>
        </p:nvGrpSpPr>
        <p:grpSpPr>
          <a:xfrm>
            <a:off x="723900" y="2057400"/>
            <a:ext cx="6400800" cy="152400"/>
            <a:chOff x="723900" y="2057400"/>
            <a:chExt cx="6400800" cy="152400"/>
          </a:xfrm>
        </p:grpSpPr>
        <p:sp>
          <p:nvSpPr>
            <p:cNvPr id="244" name="node02.text"/>
            <p:cNvSpPr/>
            <p:nvPr/>
          </p:nvSpPr>
          <p:spPr>
            <a:xfrm>
              <a:off x="723900" y="2057400"/>
              <a:ext cx="6400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CED7E6"/>
                  </a:solidFill>
                  <a:latin typeface="IBM Plex Mono SemiBold"/>
                  <a:ea typeface="IBM Plex Mono SemiBold"/>
                  <a:cs typeface="IBM Plex Mono SemiBold"/>
                </a:rPr>
                <a:t>PROPOSAL FOR NORTHFIELD HEALTH SYSTEM</a:t>
              </a:r>
              <a:endParaRPr lang="en-US" sz="1000" spc="80" kern="0" b="0" i="0" dirty="0">
                <a:solidFill>
                  <a:srgbClr val="CED7E6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59" name="node03"/>
          <p:cNvGrpSpPr/>
          <p:nvPr/>
        </p:nvGrpSpPr>
        <p:grpSpPr>
          <a:xfrm>
            <a:off x="723900" y="2286000"/>
            <a:ext cx="6858000" cy="1524000"/>
            <a:chOff x="723900" y="2286000"/>
            <a:chExt cx="6858000" cy="1524000"/>
          </a:xfrm>
        </p:grpSpPr>
        <p:pic>
          <p:nvPicPr>
            <p:cNvPr id="245" name="node03.text.mark-002-001" descr="underscore; canonical SHA256=49d5a97f776a33dcf11e794bad153776f1f33cf3747f42e2c277857faa224278; resolved ink=F900D3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07044" y="2941320"/>
              <a:ext cx="1337444" cy="120661"/>
            </a:xfrm>
            <a:prstGeom prst="rect">
              <a:avLst/>
            </a:prstGeom>
          </p:spPr>
        </p:pic>
        <p:pic>
          <p:nvPicPr>
            <p:cNvPr id="246" name="node03.text.mark-002-002" descr="underscore; canonical SHA256=49d5a97f776a33dcf11e794bad153776f1f33cf3747f42e2c277857faa224278; resolved ink=F900D3">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1095" y="3703320"/>
              <a:ext cx="1512450" cy="136449"/>
            </a:xfrm>
            <a:prstGeom prst="rect">
              <a:avLst/>
            </a:prstGeom>
          </p:spPr>
        </p:pic>
        <p:sp>
          <p:nvSpPr>
            <p:cNvPr id="247" name="node03.text"/>
            <p:cNvSpPr/>
            <p:nvPr/>
          </p:nvSpPr>
          <p:spPr>
            <a:xfrm>
              <a:off x="723900" y="2286000"/>
              <a:ext cx="68580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Close the books in </a:t>
              </a: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five </a:t>
              </a:r>
              <a:b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</a:br>
              <a:r>
                <a:rPr lang="en-US" sz="5400" spc="-135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days</a:t>
              </a:r>
              <a:endParaRPr lang="en-US" sz="5400" spc="-135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60" name="node04"/>
          <p:cNvGrpSpPr/>
          <p:nvPr/>
        </p:nvGrpSpPr>
        <p:grpSpPr>
          <a:xfrm>
            <a:off x="723900" y="4343400"/>
            <a:ext cx="2514600" cy="152400"/>
            <a:chOff x="723900" y="4343400"/>
            <a:chExt cx="2514600" cy="152400"/>
          </a:xfrm>
        </p:grpSpPr>
        <p:sp>
          <p:nvSpPr>
            <p:cNvPr id="248" name="node04.text"/>
            <p:cNvSpPr/>
            <p:nvPr/>
          </p:nvSpPr>
          <p:spPr>
            <a:xfrm>
              <a:off x="723900" y="4343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PREPARED BY</a:t>
              </a:r>
              <a:endParaRPr lang="en-US" sz="900" spc="54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61" name="node05"/>
          <p:cNvGrpSpPr/>
          <p:nvPr/>
        </p:nvGrpSpPr>
        <p:grpSpPr>
          <a:xfrm>
            <a:off x="723900" y="4572000"/>
            <a:ext cx="5257800" cy="266700"/>
            <a:chOff x="723900" y="4572000"/>
            <a:chExt cx="5257800" cy="266700"/>
          </a:xfrm>
        </p:grpSpPr>
        <p:sp>
          <p:nvSpPr>
            <p:cNvPr id="249" name="node05.text"/>
            <p:cNvSpPr/>
            <p:nvPr/>
          </p:nvSpPr>
          <p:spPr>
            <a:xfrm>
              <a:off x="723900" y="45720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West Monroe · Finance Transformation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62" name="node06"/>
          <p:cNvGrpSpPr/>
          <p:nvPr/>
        </p:nvGrpSpPr>
        <p:grpSpPr>
          <a:xfrm>
            <a:off x="723900" y="5029200"/>
            <a:ext cx="2514600" cy="152400"/>
            <a:chOff x="723900" y="5029200"/>
            <a:chExt cx="2514600" cy="152400"/>
          </a:xfrm>
        </p:grpSpPr>
        <p:sp>
          <p:nvSpPr>
            <p:cNvPr id="250" name="node06.text"/>
            <p:cNvSpPr/>
            <p:nvPr/>
          </p:nvSpPr>
          <p:spPr>
            <a:xfrm>
              <a:off x="723900" y="50292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PROPOSAL CONTACTS</a:t>
              </a:r>
              <a:endParaRPr lang="en-US" sz="900" spc="54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63" name="node07"/>
          <p:cNvGrpSpPr/>
          <p:nvPr/>
        </p:nvGrpSpPr>
        <p:grpSpPr>
          <a:xfrm>
            <a:off x="723900" y="5257800"/>
            <a:ext cx="2514600" cy="266700"/>
            <a:chOff x="723900" y="5257800"/>
            <a:chExt cx="2514600" cy="266700"/>
          </a:xfrm>
        </p:grpSpPr>
        <p:sp>
          <p:nvSpPr>
            <p:cNvPr id="251" name="node07.text"/>
            <p:cNvSpPr/>
            <p:nvPr/>
          </p:nvSpPr>
          <p:spPr>
            <a:xfrm>
              <a:off x="723900" y="5257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64" name="node08"/>
          <p:cNvGrpSpPr/>
          <p:nvPr/>
        </p:nvGrpSpPr>
        <p:grpSpPr>
          <a:xfrm>
            <a:off x="3467100" y="5257800"/>
            <a:ext cx="2514600" cy="266700"/>
            <a:chOff x="3467100" y="5257800"/>
            <a:chExt cx="2514600" cy="266700"/>
          </a:xfrm>
        </p:grpSpPr>
        <p:sp>
          <p:nvSpPr>
            <p:cNvPr id="252" name="node08.text"/>
            <p:cNvSpPr/>
            <p:nvPr/>
          </p:nvSpPr>
          <p:spPr>
            <a:xfrm>
              <a:off x="3467100" y="5257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Delivery director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65" name="node09"/>
          <p:cNvGrpSpPr/>
          <p:nvPr/>
        </p:nvGrpSpPr>
        <p:grpSpPr>
          <a:xfrm>
            <a:off x="723900" y="5486400"/>
            <a:ext cx="2514600" cy="266700"/>
            <a:chOff x="723900" y="5486400"/>
            <a:chExt cx="2514600" cy="266700"/>
          </a:xfrm>
        </p:grpSpPr>
        <p:sp>
          <p:nvSpPr>
            <p:cNvPr id="253" name="node09.text"/>
            <p:cNvSpPr/>
            <p:nvPr/>
          </p:nvSpPr>
          <p:spPr>
            <a:xfrm>
              <a:off x="723900" y="54864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66" name="node10"/>
          <p:cNvGrpSpPr/>
          <p:nvPr/>
        </p:nvGrpSpPr>
        <p:grpSpPr>
          <a:xfrm>
            <a:off x="3467100" y="5486400"/>
            <a:ext cx="2514600" cy="266700"/>
            <a:chOff x="3467100" y="5486400"/>
            <a:chExt cx="2514600" cy="266700"/>
          </a:xfrm>
        </p:grpSpPr>
        <p:sp>
          <p:nvSpPr>
            <p:cNvPr id="254" name="node10.text"/>
            <p:cNvSpPr/>
            <p:nvPr/>
          </p:nvSpPr>
          <p:spPr>
            <a:xfrm>
              <a:off x="3467100" y="54864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67" name="node11"/>
          <p:cNvGrpSpPr/>
          <p:nvPr/>
        </p:nvGrpSpPr>
        <p:grpSpPr>
          <a:xfrm>
            <a:off x="8039100" y="4343400"/>
            <a:ext cx="2514600" cy="152400"/>
            <a:chOff x="8039100" y="4343400"/>
            <a:chExt cx="2514600" cy="152400"/>
          </a:xfrm>
        </p:grpSpPr>
        <p:sp>
          <p:nvSpPr>
            <p:cNvPr id="255" name="node11.text"/>
            <p:cNvSpPr/>
            <p:nvPr/>
          </p:nvSpPr>
          <p:spPr>
            <a:xfrm>
              <a:off x="8039100" y="4343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DATE</a:t>
              </a:r>
              <a:endParaRPr lang="en-US" sz="900" spc="54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68" name="node12"/>
          <p:cNvGrpSpPr/>
          <p:nvPr/>
        </p:nvGrpSpPr>
        <p:grpSpPr>
          <a:xfrm>
            <a:off x="8039100" y="4572000"/>
            <a:ext cx="3429000" cy="266700"/>
            <a:chOff x="8039100" y="4572000"/>
            <a:chExt cx="3429000" cy="266700"/>
          </a:xfrm>
        </p:grpSpPr>
        <p:sp>
          <p:nvSpPr>
            <p:cNvPr id="256" name="node12.text"/>
            <p:cNvSpPr/>
            <p:nvPr/>
          </p:nvSpPr>
          <p:spPr>
            <a:xfrm>
              <a:off x="8039100" y="45720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October 2026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2.001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2.002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2.003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2.004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3.001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3.002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3.003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3.004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4.001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4.002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4.003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4.004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5.001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" name="wm.library-whiteboard.001.005.002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" name="wm.library-whiteboard.001.005.003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" name="wm.library-whiteboard.001.005.004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" name="wm.library-whiteboard.001.006.001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" name="wm.library-whiteboard.001.006.002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library-whiteboard.001.006.003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library-whiteboard.001.006.004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library-whiteboard.001.007.001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27" name="wm.library-whiteboard.001.007.002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28" name="wm.library-whiteboard.001.007.003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29" name="wm.library-whiteboard.001.007.004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30" name="wm.library-whiteboard.001.008.001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31" name="wm.library-whiteboard.001.008.002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32" name="wm.library-whiteboard.001.008.003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33" name="wm.library-whiteboard.001.008.004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34" name="wm.library-whiteboard.001.009.001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35" name="wm.library-whiteboard.001.009.002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36" name="wm.library-whiteboard.001.009.003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37" name="wm.library-whiteboard.001.009.004"/>
          <p:cNvSpPr/>
          <p:nvPr/>
        </p:nvSpPr>
        <p:spPr>
          <a:xfrm>
            <a:off x="9867900" y="11430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38" name="wm.library-whiteboard.001.010.001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39" name="wm.library-whiteboard.001.010.002"/>
          <p:cNvSpPr/>
          <p:nvPr/>
        </p:nvSpPr>
        <p:spPr>
          <a:xfrm>
            <a:off x="10096500" y="6858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40" name="wm.library-whiteboard.001.010.003"/>
          <p:cNvSpPr/>
          <p:nvPr/>
        </p:nvSpPr>
        <p:spPr>
          <a:xfrm>
            <a:off x="10096500" y="9144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41" name="wm.library-whiteboard.001.010.004"/>
          <p:cNvSpPr/>
          <p:nvPr/>
        </p:nvSpPr>
        <p:spPr>
          <a:xfrm>
            <a:off x="10096500" y="11430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42" name="wm.library-whiteboard.001.011.001"/>
          <p:cNvSpPr/>
          <p:nvPr/>
        </p:nvSpPr>
        <p:spPr>
          <a:xfrm>
            <a:off x="10325100" y="4572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43" name="wm.library-whiteboard.001.011.002"/>
          <p:cNvSpPr/>
          <p:nvPr/>
        </p:nvSpPr>
        <p:spPr>
          <a:xfrm>
            <a:off x="10325100" y="6858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44" name="wm.library-whiteboard.001.011.003"/>
          <p:cNvSpPr/>
          <p:nvPr/>
        </p:nvSpPr>
        <p:spPr>
          <a:xfrm>
            <a:off x="10325100" y="9144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45" name="wm.library-whiteboard.001.011.004"/>
          <p:cNvSpPr/>
          <p:nvPr/>
        </p:nvSpPr>
        <p:spPr>
          <a:xfrm>
            <a:off x="10325100" y="11430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46" name="wm.library-whiteboard.001.012.001"/>
          <p:cNvSpPr/>
          <p:nvPr/>
        </p:nvSpPr>
        <p:spPr>
          <a:xfrm>
            <a:off x="10553700" y="4572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47" name="wm.library-whiteboard.001.012.002"/>
          <p:cNvSpPr/>
          <p:nvPr/>
        </p:nvSpPr>
        <p:spPr>
          <a:xfrm>
            <a:off x="10553700" y="6858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48" name="wm.library-whiteboard.001.012.003"/>
          <p:cNvSpPr/>
          <p:nvPr/>
        </p:nvSpPr>
        <p:spPr>
          <a:xfrm>
            <a:off x="10553700" y="9144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49" name="wm.library-whiteboard.001.012.004"/>
          <p:cNvSpPr/>
          <p:nvPr/>
        </p:nvSpPr>
        <p:spPr>
          <a:xfrm>
            <a:off x="10553700" y="11430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50" name="wm.library-whiteboard.001.013.001"/>
          <p:cNvSpPr/>
          <p:nvPr/>
        </p:nvSpPr>
        <p:spPr>
          <a:xfrm>
            <a:off x="10782300" y="4572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51" name="wm.library-whiteboard.001.013.002"/>
          <p:cNvSpPr/>
          <p:nvPr/>
        </p:nvSpPr>
        <p:spPr>
          <a:xfrm>
            <a:off x="10782300" y="6858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52" name="wm.library-whiteboard.001.013.003"/>
          <p:cNvSpPr/>
          <p:nvPr/>
        </p:nvSpPr>
        <p:spPr>
          <a:xfrm>
            <a:off x="10782300" y="9144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53" name="wm.library-whiteboard.001.013.004"/>
          <p:cNvSpPr/>
          <p:nvPr/>
        </p:nvSpPr>
        <p:spPr>
          <a:xfrm>
            <a:off x="10782300" y="11430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54" name="wm.library-whiteboard.001.014.001"/>
          <p:cNvSpPr/>
          <p:nvPr/>
        </p:nvSpPr>
        <p:spPr>
          <a:xfrm>
            <a:off x="11010900" y="4572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55" name="wm.library-whiteboard.001.014.002"/>
          <p:cNvSpPr/>
          <p:nvPr/>
        </p:nvSpPr>
        <p:spPr>
          <a:xfrm>
            <a:off x="11010900" y="6858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56" name="wm.library-whiteboard.001.014.003"/>
          <p:cNvSpPr/>
          <p:nvPr/>
        </p:nvSpPr>
        <p:spPr>
          <a:xfrm>
            <a:off x="11010900" y="9144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57" name="wm.library-whiteboard.001.014.004"/>
          <p:cNvSpPr/>
          <p:nvPr/>
        </p:nvSpPr>
        <p:spPr>
          <a:xfrm>
            <a:off x="11010900" y="11430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58" name="wm.library-whiteboard.001.015.001"/>
          <p:cNvSpPr/>
          <p:nvPr/>
        </p:nvSpPr>
        <p:spPr>
          <a:xfrm>
            <a:off x="11239500" y="4572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59" name="wm.library-whiteboard.001.015.002"/>
          <p:cNvSpPr/>
          <p:nvPr/>
        </p:nvSpPr>
        <p:spPr>
          <a:xfrm>
            <a:off x="11239500" y="6858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60" name="wm.library-whiteboard.001.015.003"/>
          <p:cNvSpPr/>
          <p:nvPr/>
        </p:nvSpPr>
        <p:spPr>
          <a:xfrm>
            <a:off x="11239500" y="9144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61" name="wm.library-whiteboard.001.015.004"/>
          <p:cNvSpPr/>
          <p:nvPr/>
        </p:nvSpPr>
        <p:spPr>
          <a:xfrm>
            <a:off x="11239500" y="11430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62" name="wm.library-whiteboard.001.016.001"/>
          <p:cNvSpPr/>
          <p:nvPr/>
        </p:nvSpPr>
        <p:spPr>
          <a:xfrm>
            <a:off x="11468100" y="4572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63" name="wm.library-whiteboard.001.016.002"/>
          <p:cNvSpPr/>
          <p:nvPr/>
        </p:nvSpPr>
        <p:spPr>
          <a:xfrm>
            <a:off x="11468100" y="6858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64" name="wm.library-whiteboard.001.016.003"/>
          <p:cNvSpPr/>
          <p:nvPr/>
        </p:nvSpPr>
        <p:spPr>
          <a:xfrm>
            <a:off x="11468100" y="9144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65" name="wm.library-whiteboard.001.016.004"/>
          <p:cNvSpPr/>
          <p:nvPr/>
        </p:nvSpPr>
        <p:spPr>
          <a:xfrm>
            <a:off x="11468100" y="11430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66" name="wm.library-whiteboard.002.001.001"/>
          <p:cNvSpPr/>
          <p:nvPr/>
        </p:nvSpPr>
        <p:spPr>
          <a:xfrm>
            <a:off x="8039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7" name="wm.library-whiteboard.002.001.002"/>
          <p:cNvSpPr/>
          <p:nvPr/>
        </p:nvSpPr>
        <p:spPr>
          <a:xfrm>
            <a:off x="8039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8" name="wm.library-whiteboard.002.001.003"/>
          <p:cNvSpPr/>
          <p:nvPr/>
        </p:nvSpPr>
        <p:spPr>
          <a:xfrm>
            <a:off x="8039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9" name="wm.library-whiteboard.002.001.004"/>
          <p:cNvSpPr/>
          <p:nvPr/>
        </p:nvSpPr>
        <p:spPr>
          <a:xfrm>
            <a:off x="8039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0" name="wm.library-whiteboard.002.001.005"/>
          <p:cNvSpPr/>
          <p:nvPr/>
        </p:nvSpPr>
        <p:spPr>
          <a:xfrm>
            <a:off x="8039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1" name="wm.library-whiteboard.002.002.001"/>
          <p:cNvSpPr/>
          <p:nvPr/>
        </p:nvSpPr>
        <p:spPr>
          <a:xfrm>
            <a:off x="82677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2" name="wm.library-whiteboard.002.002.002"/>
          <p:cNvSpPr/>
          <p:nvPr/>
        </p:nvSpPr>
        <p:spPr>
          <a:xfrm>
            <a:off x="8267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3" name="wm.library-whiteboard.002.002.003"/>
          <p:cNvSpPr/>
          <p:nvPr/>
        </p:nvSpPr>
        <p:spPr>
          <a:xfrm>
            <a:off x="8267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4" name="wm.library-whiteboard.002.002.004"/>
          <p:cNvSpPr/>
          <p:nvPr/>
        </p:nvSpPr>
        <p:spPr>
          <a:xfrm>
            <a:off x="8267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5" name="wm.library-whiteboard.002.002.005"/>
          <p:cNvSpPr/>
          <p:nvPr/>
        </p:nvSpPr>
        <p:spPr>
          <a:xfrm>
            <a:off x="8267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6" name="wm.library-whiteboard.002.003.001"/>
          <p:cNvSpPr/>
          <p:nvPr/>
        </p:nvSpPr>
        <p:spPr>
          <a:xfrm>
            <a:off x="84963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7" name="wm.library-whiteboard.002.003.002"/>
          <p:cNvSpPr/>
          <p:nvPr/>
        </p:nvSpPr>
        <p:spPr>
          <a:xfrm>
            <a:off x="8496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8" name="wm.library-whiteboard.002.003.003"/>
          <p:cNvSpPr/>
          <p:nvPr/>
        </p:nvSpPr>
        <p:spPr>
          <a:xfrm>
            <a:off x="8496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9" name="wm.library-whiteboard.002.003.004"/>
          <p:cNvSpPr/>
          <p:nvPr/>
        </p:nvSpPr>
        <p:spPr>
          <a:xfrm>
            <a:off x="8496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0" name="wm.library-whiteboard.002.003.005"/>
          <p:cNvSpPr/>
          <p:nvPr/>
        </p:nvSpPr>
        <p:spPr>
          <a:xfrm>
            <a:off x="8496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1" name="wm.library-whiteboard.002.004.001"/>
          <p:cNvSpPr/>
          <p:nvPr/>
        </p:nvSpPr>
        <p:spPr>
          <a:xfrm>
            <a:off x="87249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2" name="wm.library-whiteboard.002.004.002"/>
          <p:cNvSpPr/>
          <p:nvPr/>
        </p:nvSpPr>
        <p:spPr>
          <a:xfrm>
            <a:off x="8724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3" name="wm.library-whiteboard.002.004.003"/>
          <p:cNvSpPr/>
          <p:nvPr/>
        </p:nvSpPr>
        <p:spPr>
          <a:xfrm>
            <a:off x="8724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4" name="wm.library-whiteboard.002.004.004"/>
          <p:cNvSpPr/>
          <p:nvPr/>
        </p:nvSpPr>
        <p:spPr>
          <a:xfrm>
            <a:off x="8724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5" name="wm.library-whiteboard.002.004.005"/>
          <p:cNvSpPr/>
          <p:nvPr/>
        </p:nvSpPr>
        <p:spPr>
          <a:xfrm>
            <a:off x="8724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6" name="wm.library-whiteboard.002.005.001"/>
          <p:cNvSpPr/>
          <p:nvPr/>
        </p:nvSpPr>
        <p:spPr>
          <a:xfrm>
            <a:off x="89535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7" name="wm.library-whiteboard.002.005.002"/>
          <p:cNvSpPr/>
          <p:nvPr/>
        </p:nvSpPr>
        <p:spPr>
          <a:xfrm>
            <a:off x="8953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8" name="wm.library-whiteboard.002.005.003"/>
          <p:cNvSpPr/>
          <p:nvPr/>
        </p:nvSpPr>
        <p:spPr>
          <a:xfrm>
            <a:off x="8953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9" name="wm.library-whiteboard.002.005.004"/>
          <p:cNvSpPr/>
          <p:nvPr/>
        </p:nvSpPr>
        <p:spPr>
          <a:xfrm>
            <a:off x="8953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0" name="wm.library-whiteboard.002.005.005"/>
          <p:cNvSpPr/>
          <p:nvPr/>
        </p:nvSpPr>
        <p:spPr>
          <a:xfrm>
            <a:off x="8953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1" name="wm.library-whiteboard.002.006.001"/>
          <p:cNvSpPr/>
          <p:nvPr/>
        </p:nvSpPr>
        <p:spPr>
          <a:xfrm>
            <a:off x="9182100" y="4800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2" name="wm.library-whiteboard.002.006.002"/>
          <p:cNvSpPr/>
          <p:nvPr/>
        </p:nvSpPr>
        <p:spPr>
          <a:xfrm>
            <a:off x="9182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3" name="wm.library-whiteboard.002.006.003"/>
          <p:cNvSpPr/>
          <p:nvPr/>
        </p:nvSpPr>
        <p:spPr>
          <a:xfrm>
            <a:off x="9182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4" name="wm.library-whiteboard.002.006.004"/>
          <p:cNvSpPr/>
          <p:nvPr/>
        </p:nvSpPr>
        <p:spPr>
          <a:xfrm>
            <a:off x="9182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5" name="wm.library-whiteboard.002.006.005"/>
          <p:cNvSpPr/>
          <p:nvPr/>
        </p:nvSpPr>
        <p:spPr>
          <a:xfrm>
            <a:off x="9182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6" name="wm.library-whiteboard.002.007.001"/>
          <p:cNvSpPr/>
          <p:nvPr/>
        </p:nvSpPr>
        <p:spPr>
          <a:xfrm>
            <a:off x="9410700" y="48006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97" name="wm.library-whiteboard.002.007.002"/>
          <p:cNvSpPr/>
          <p:nvPr/>
        </p:nvSpPr>
        <p:spPr>
          <a:xfrm>
            <a:off x="9410700" y="50292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98" name="wm.library-whiteboard.002.007.003"/>
          <p:cNvSpPr/>
          <p:nvPr/>
        </p:nvSpPr>
        <p:spPr>
          <a:xfrm>
            <a:off x="9410700" y="52578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99" name="wm.library-whiteboard.002.007.004"/>
          <p:cNvSpPr/>
          <p:nvPr/>
        </p:nvSpPr>
        <p:spPr>
          <a:xfrm>
            <a:off x="9410700" y="54864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100" name="wm.library-whiteboard.002.007.005"/>
          <p:cNvSpPr/>
          <p:nvPr/>
        </p:nvSpPr>
        <p:spPr>
          <a:xfrm>
            <a:off x="9410700" y="5715000"/>
            <a:ext cx="38100" cy="38100"/>
          </a:xfrm>
          <a:prstGeom prst="rect">
            <a:avLst/>
          </a:prstGeom>
          <a:solidFill>
            <a:srgbClr val="CED7E6">
              <a:alpha val="99817"/>
            </a:srgbClr>
          </a:solidFill>
          <a:ln>
            <a:noFill/>
          </a:ln>
        </p:spPr>
      </p:sp>
      <p:sp>
        <p:nvSpPr>
          <p:cNvPr id="101" name="wm.library-whiteboard.002.008.001"/>
          <p:cNvSpPr/>
          <p:nvPr/>
        </p:nvSpPr>
        <p:spPr>
          <a:xfrm>
            <a:off x="9639300" y="48006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102" name="wm.library-whiteboard.002.008.002"/>
          <p:cNvSpPr/>
          <p:nvPr/>
        </p:nvSpPr>
        <p:spPr>
          <a:xfrm>
            <a:off x="9639300" y="50292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103" name="wm.library-whiteboard.002.008.003"/>
          <p:cNvSpPr/>
          <p:nvPr/>
        </p:nvSpPr>
        <p:spPr>
          <a:xfrm>
            <a:off x="9639300" y="52578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104" name="wm.library-whiteboard.002.008.004"/>
          <p:cNvSpPr/>
          <p:nvPr/>
        </p:nvSpPr>
        <p:spPr>
          <a:xfrm>
            <a:off x="9639300" y="54864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105" name="wm.library-whiteboard.002.008.005"/>
          <p:cNvSpPr/>
          <p:nvPr/>
        </p:nvSpPr>
        <p:spPr>
          <a:xfrm>
            <a:off x="9639300" y="5715000"/>
            <a:ext cx="38100" cy="38100"/>
          </a:xfrm>
          <a:prstGeom prst="rect">
            <a:avLst/>
          </a:prstGeom>
          <a:solidFill>
            <a:srgbClr val="CED7E6">
              <a:alpha val="88828"/>
            </a:srgbClr>
          </a:solidFill>
          <a:ln>
            <a:noFill/>
          </a:ln>
        </p:spPr>
      </p:sp>
      <p:sp>
        <p:nvSpPr>
          <p:cNvPr id="106" name="wm.library-whiteboard.002.009.001"/>
          <p:cNvSpPr/>
          <p:nvPr/>
        </p:nvSpPr>
        <p:spPr>
          <a:xfrm>
            <a:off x="9867900" y="48006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107" name="wm.library-whiteboard.002.009.002"/>
          <p:cNvSpPr/>
          <p:nvPr/>
        </p:nvSpPr>
        <p:spPr>
          <a:xfrm>
            <a:off x="9867900" y="50292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108" name="wm.library-whiteboard.002.009.003"/>
          <p:cNvSpPr/>
          <p:nvPr/>
        </p:nvSpPr>
        <p:spPr>
          <a:xfrm>
            <a:off x="9867900" y="52578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109" name="wm.library-whiteboard.002.009.004"/>
          <p:cNvSpPr/>
          <p:nvPr/>
        </p:nvSpPr>
        <p:spPr>
          <a:xfrm>
            <a:off x="9867900" y="54864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110" name="wm.library-whiteboard.002.009.005"/>
          <p:cNvSpPr/>
          <p:nvPr/>
        </p:nvSpPr>
        <p:spPr>
          <a:xfrm>
            <a:off x="9867900" y="5715000"/>
            <a:ext cx="38100" cy="38100"/>
          </a:xfrm>
          <a:prstGeom prst="rect">
            <a:avLst/>
          </a:prstGeom>
          <a:solidFill>
            <a:srgbClr val="CED7E6">
              <a:alpha val="77839"/>
            </a:srgbClr>
          </a:solidFill>
          <a:ln>
            <a:noFill/>
          </a:ln>
        </p:spPr>
      </p:sp>
      <p:sp>
        <p:nvSpPr>
          <p:cNvPr id="111" name="wm.library-whiteboard.002.010.001"/>
          <p:cNvSpPr/>
          <p:nvPr/>
        </p:nvSpPr>
        <p:spPr>
          <a:xfrm>
            <a:off x="10096500" y="48006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112" name="wm.library-whiteboard.002.010.002"/>
          <p:cNvSpPr/>
          <p:nvPr/>
        </p:nvSpPr>
        <p:spPr>
          <a:xfrm>
            <a:off x="10096500" y="50292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113" name="wm.library-whiteboard.002.010.003"/>
          <p:cNvSpPr/>
          <p:nvPr/>
        </p:nvSpPr>
        <p:spPr>
          <a:xfrm>
            <a:off x="10096500" y="52578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114" name="wm.library-whiteboard.002.010.004"/>
          <p:cNvSpPr/>
          <p:nvPr/>
        </p:nvSpPr>
        <p:spPr>
          <a:xfrm>
            <a:off x="10096500" y="54864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115" name="wm.library-whiteboard.002.010.005"/>
          <p:cNvSpPr/>
          <p:nvPr/>
        </p:nvSpPr>
        <p:spPr>
          <a:xfrm>
            <a:off x="10096500" y="5715000"/>
            <a:ext cx="38100" cy="38100"/>
          </a:xfrm>
          <a:prstGeom prst="rect">
            <a:avLst/>
          </a:prstGeom>
          <a:solidFill>
            <a:srgbClr val="CED7E6">
              <a:alpha val="66850"/>
            </a:srgbClr>
          </a:solidFill>
          <a:ln>
            <a:noFill/>
          </a:ln>
        </p:spPr>
      </p:sp>
      <p:sp>
        <p:nvSpPr>
          <p:cNvPr id="116" name="wm.library-whiteboard.002.011.001"/>
          <p:cNvSpPr/>
          <p:nvPr/>
        </p:nvSpPr>
        <p:spPr>
          <a:xfrm>
            <a:off x="10325100" y="48006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117" name="wm.library-whiteboard.002.011.002"/>
          <p:cNvSpPr/>
          <p:nvPr/>
        </p:nvSpPr>
        <p:spPr>
          <a:xfrm>
            <a:off x="10325100" y="50292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118" name="wm.library-whiteboard.002.011.003"/>
          <p:cNvSpPr/>
          <p:nvPr/>
        </p:nvSpPr>
        <p:spPr>
          <a:xfrm>
            <a:off x="10325100" y="52578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119" name="wm.library-whiteboard.002.011.004"/>
          <p:cNvSpPr/>
          <p:nvPr/>
        </p:nvSpPr>
        <p:spPr>
          <a:xfrm>
            <a:off x="10325100" y="54864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120" name="wm.library-whiteboard.002.011.005"/>
          <p:cNvSpPr/>
          <p:nvPr/>
        </p:nvSpPr>
        <p:spPr>
          <a:xfrm>
            <a:off x="10325100" y="5715000"/>
            <a:ext cx="38100" cy="38100"/>
          </a:xfrm>
          <a:prstGeom prst="rect">
            <a:avLst/>
          </a:prstGeom>
          <a:solidFill>
            <a:srgbClr val="CED7E6">
              <a:alpha val="55861"/>
            </a:srgbClr>
          </a:solidFill>
          <a:ln>
            <a:noFill/>
          </a:ln>
        </p:spPr>
      </p:sp>
      <p:sp>
        <p:nvSpPr>
          <p:cNvPr id="121" name="wm.library-whiteboard.002.012.001"/>
          <p:cNvSpPr/>
          <p:nvPr/>
        </p:nvSpPr>
        <p:spPr>
          <a:xfrm>
            <a:off x="10553700" y="48006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122" name="wm.library-whiteboard.002.012.002"/>
          <p:cNvSpPr/>
          <p:nvPr/>
        </p:nvSpPr>
        <p:spPr>
          <a:xfrm>
            <a:off x="10553700" y="50292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123" name="wm.library-whiteboard.002.012.003"/>
          <p:cNvSpPr/>
          <p:nvPr/>
        </p:nvSpPr>
        <p:spPr>
          <a:xfrm>
            <a:off x="10553700" y="52578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124" name="wm.library-whiteboard.002.012.004"/>
          <p:cNvSpPr/>
          <p:nvPr/>
        </p:nvSpPr>
        <p:spPr>
          <a:xfrm>
            <a:off x="10553700" y="54864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125" name="wm.library-whiteboard.002.012.005"/>
          <p:cNvSpPr/>
          <p:nvPr/>
        </p:nvSpPr>
        <p:spPr>
          <a:xfrm>
            <a:off x="10553700" y="5715000"/>
            <a:ext cx="38100" cy="38100"/>
          </a:xfrm>
          <a:prstGeom prst="rect">
            <a:avLst/>
          </a:prstGeom>
          <a:solidFill>
            <a:srgbClr val="CED7E6">
              <a:alpha val="44872"/>
            </a:srgbClr>
          </a:solidFill>
          <a:ln>
            <a:noFill/>
          </a:ln>
        </p:spPr>
      </p:sp>
      <p:sp>
        <p:nvSpPr>
          <p:cNvPr id="126" name="wm.library-whiteboard.002.013.001"/>
          <p:cNvSpPr/>
          <p:nvPr/>
        </p:nvSpPr>
        <p:spPr>
          <a:xfrm>
            <a:off x="10782300" y="48006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127" name="wm.library-whiteboard.002.013.002"/>
          <p:cNvSpPr/>
          <p:nvPr/>
        </p:nvSpPr>
        <p:spPr>
          <a:xfrm>
            <a:off x="10782300" y="50292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128" name="wm.library-whiteboard.002.013.003"/>
          <p:cNvSpPr/>
          <p:nvPr/>
        </p:nvSpPr>
        <p:spPr>
          <a:xfrm>
            <a:off x="10782300" y="52578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129" name="wm.library-whiteboard.002.013.004"/>
          <p:cNvSpPr/>
          <p:nvPr/>
        </p:nvSpPr>
        <p:spPr>
          <a:xfrm>
            <a:off x="10782300" y="54864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130" name="wm.library-whiteboard.002.013.005"/>
          <p:cNvSpPr/>
          <p:nvPr/>
        </p:nvSpPr>
        <p:spPr>
          <a:xfrm>
            <a:off x="10782300" y="5715000"/>
            <a:ext cx="38100" cy="38100"/>
          </a:xfrm>
          <a:prstGeom prst="rect">
            <a:avLst/>
          </a:prstGeom>
          <a:solidFill>
            <a:srgbClr val="CED7E6">
              <a:alpha val="33883"/>
            </a:srgbClr>
          </a:solidFill>
          <a:ln>
            <a:noFill/>
          </a:ln>
        </p:spPr>
      </p:sp>
      <p:sp>
        <p:nvSpPr>
          <p:cNvPr id="131" name="wm.library-whiteboard.002.014.001"/>
          <p:cNvSpPr/>
          <p:nvPr/>
        </p:nvSpPr>
        <p:spPr>
          <a:xfrm>
            <a:off x="11010900" y="48006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132" name="wm.library-whiteboard.002.014.002"/>
          <p:cNvSpPr/>
          <p:nvPr/>
        </p:nvSpPr>
        <p:spPr>
          <a:xfrm>
            <a:off x="11010900" y="50292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133" name="wm.library-whiteboard.002.014.003"/>
          <p:cNvSpPr/>
          <p:nvPr/>
        </p:nvSpPr>
        <p:spPr>
          <a:xfrm>
            <a:off x="11010900" y="52578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134" name="wm.library-whiteboard.002.014.004"/>
          <p:cNvSpPr/>
          <p:nvPr/>
        </p:nvSpPr>
        <p:spPr>
          <a:xfrm>
            <a:off x="11010900" y="54864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135" name="wm.library-whiteboard.002.014.005"/>
          <p:cNvSpPr/>
          <p:nvPr/>
        </p:nvSpPr>
        <p:spPr>
          <a:xfrm>
            <a:off x="11010900" y="5715000"/>
            <a:ext cx="38100" cy="38100"/>
          </a:xfrm>
          <a:prstGeom prst="rect">
            <a:avLst/>
          </a:prstGeom>
          <a:solidFill>
            <a:srgbClr val="CED7E6">
              <a:alpha val="22894"/>
            </a:srgbClr>
          </a:solidFill>
          <a:ln>
            <a:noFill/>
          </a:ln>
        </p:spPr>
      </p:sp>
      <p:sp>
        <p:nvSpPr>
          <p:cNvPr id="136" name="wm.library-whiteboard.002.015.001"/>
          <p:cNvSpPr/>
          <p:nvPr/>
        </p:nvSpPr>
        <p:spPr>
          <a:xfrm>
            <a:off x="11239500" y="48006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137" name="wm.library-whiteboard.002.015.002"/>
          <p:cNvSpPr/>
          <p:nvPr/>
        </p:nvSpPr>
        <p:spPr>
          <a:xfrm>
            <a:off x="11239500" y="50292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138" name="wm.library-whiteboard.002.015.003"/>
          <p:cNvSpPr/>
          <p:nvPr/>
        </p:nvSpPr>
        <p:spPr>
          <a:xfrm>
            <a:off x="11239500" y="52578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139" name="wm.library-whiteboard.002.015.004"/>
          <p:cNvSpPr/>
          <p:nvPr/>
        </p:nvSpPr>
        <p:spPr>
          <a:xfrm>
            <a:off x="11239500" y="54864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140" name="wm.library-whiteboard.002.015.005"/>
          <p:cNvSpPr/>
          <p:nvPr/>
        </p:nvSpPr>
        <p:spPr>
          <a:xfrm>
            <a:off x="11239500" y="5715000"/>
            <a:ext cx="38100" cy="38100"/>
          </a:xfrm>
          <a:prstGeom prst="rect">
            <a:avLst/>
          </a:prstGeom>
          <a:solidFill>
            <a:srgbClr val="CED7E6">
              <a:alpha val="11905"/>
            </a:srgbClr>
          </a:solidFill>
          <a:ln>
            <a:noFill/>
          </a:ln>
        </p:spPr>
      </p:sp>
      <p:sp>
        <p:nvSpPr>
          <p:cNvPr id="141" name="wm.library-whiteboard.002.016.001"/>
          <p:cNvSpPr/>
          <p:nvPr/>
        </p:nvSpPr>
        <p:spPr>
          <a:xfrm>
            <a:off x="11468100" y="48006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142" name="wm.library-whiteboard.002.016.002"/>
          <p:cNvSpPr/>
          <p:nvPr/>
        </p:nvSpPr>
        <p:spPr>
          <a:xfrm>
            <a:off x="11468100" y="50292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143" name="wm.library-whiteboard.002.016.003"/>
          <p:cNvSpPr/>
          <p:nvPr/>
        </p:nvSpPr>
        <p:spPr>
          <a:xfrm>
            <a:off x="11468100" y="52578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144" name="wm.library-whiteboard.002.016.004"/>
          <p:cNvSpPr/>
          <p:nvPr/>
        </p:nvSpPr>
        <p:spPr>
          <a:xfrm>
            <a:off x="11468100" y="54864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sp>
        <p:nvSpPr>
          <p:cNvPr id="145" name="wm.library-whiteboard.002.016.005"/>
          <p:cNvSpPr/>
          <p:nvPr/>
        </p:nvSpPr>
        <p:spPr>
          <a:xfrm>
            <a:off x="11468100" y="5715000"/>
            <a:ext cx="38100" cy="38100"/>
          </a:xfrm>
          <a:prstGeom prst="rect">
            <a:avLst/>
          </a:prstGeom>
          <a:solidFill>
            <a:srgbClr val="CED7E6">
              <a:alpha val="916"/>
            </a:srgbClr>
          </a:solidFill>
          <a:ln>
            <a:noFill/>
          </a:ln>
        </p:spPr>
      </p:sp>
      <p:grpSp>
        <p:nvGrpSpPr>
          <p:cNvPr id="167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147" name="node01.image" descr="logo-pos; canonical SHA256=1792d6399d80ca979fc609aa50c9cc0dc1b9358132748180df858fb82ad39d86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168" name="node02"/>
          <p:cNvGrpSpPr/>
          <p:nvPr/>
        </p:nvGrpSpPr>
        <p:grpSpPr>
          <a:xfrm>
            <a:off x="723900" y="2057400"/>
            <a:ext cx="6400800" cy="152400"/>
            <a:chOff x="723900" y="2057400"/>
            <a:chExt cx="6400800" cy="152400"/>
          </a:xfrm>
        </p:grpSpPr>
        <p:sp>
          <p:nvSpPr>
            <p:cNvPr id="148" name="node02.text"/>
            <p:cNvSpPr/>
            <p:nvPr/>
          </p:nvSpPr>
          <p:spPr>
            <a:xfrm>
              <a:off x="723900" y="2057400"/>
              <a:ext cx="6400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RESPONSE TO RFP NHS-2026-014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69" name="node03"/>
          <p:cNvGrpSpPr/>
          <p:nvPr/>
        </p:nvGrpSpPr>
        <p:grpSpPr>
          <a:xfrm>
            <a:off x="723900" y="2286000"/>
            <a:ext cx="5943600" cy="1524000"/>
            <a:chOff x="723900" y="2286000"/>
            <a:chExt cx="5943600" cy="1524000"/>
          </a:xfrm>
        </p:grpSpPr>
        <p:pic>
          <p:nvPicPr>
            <p:cNvPr id="149" name="node03.text.mark-002-002" descr="highlight-1; canonical SHA256=b0048aa39744978d339a9910f5cc1482814a8a0eae4c5a63e1f80d6a2885b314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" y="3127553"/>
              <a:ext cx="2825740" cy="624840"/>
            </a:xfrm>
            <a:prstGeom prst="rect">
              <a:avLst/>
            </a:prstGeom>
          </p:spPr>
        </p:pic>
        <p:sp>
          <p:nvSpPr>
            <p:cNvPr id="150" name="node03.text"/>
            <p:cNvSpPr/>
            <p:nvPr/>
          </p:nvSpPr>
          <p:spPr>
            <a:xfrm>
              <a:off x="723900" y="2286000"/>
              <a:ext cx="59436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Close the books in 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b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</a:b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five days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70" name="node04"/>
          <p:cNvGrpSpPr/>
          <p:nvPr/>
        </p:nvGrpSpPr>
        <p:grpSpPr>
          <a:xfrm>
            <a:off x="723900" y="4343400"/>
            <a:ext cx="2514600" cy="152400"/>
            <a:chOff x="723900" y="4343400"/>
            <a:chExt cx="2514600" cy="152400"/>
          </a:xfrm>
        </p:grpSpPr>
        <p:sp>
          <p:nvSpPr>
            <p:cNvPr id="151" name="node04.text"/>
            <p:cNvSpPr/>
            <p:nvPr/>
          </p:nvSpPr>
          <p:spPr>
            <a:xfrm>
              <a:off x="723900" y="4343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PREPARED BY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1" name="node05"/>
          <p:cNvGrpSpPr/>
          <p:nvPr/>
        </p:nvGrpSpPr>
        <p:grpSpPr>
          <a:xfrm>
            <a:off x="723900" y="4572000"/>
            <a:ext cx="5257800" cy="266700"/>
            <a:chOff x="723900" y="4572000"/>
            <a:chExt cx="5257800" cy="266700"/>
          </a:xfrm>
        </p:grpSpPr>
        <p:sp>
          <p:nvSpPr>
            <p:cNvPr id="152" name="node05.text"/>
            <p:cNvSpPr/>
            <p:nvPr/>
          </p:nvSpPr>
          <p:spPr>
            <a:xfrm>
              <a:off x="723900" y="45720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West Monroe · Finance Transformation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2" name="node06"/>
          <p:cNvGrpSpPr/>
          <p:nvPr/>
        </p:nvGrpSpPr>
        <p:grpSpPr>
          <a:xfrm>
            <a:off x="723900" y="5029200"/>
            <a:ext cx="2514600" cy="152400"/>
            <a:chOff x="723900" y="5029200"/>
            <a:chExt cx="2514600" cy="152400"/>
          </a:xfrm>
        </p:grpSpPr>
        <p:sp>
          <p:nvSpPr>
            <p:cNvPr id="153" name="node06.text"/>
            <p:cNvSpPr/>
            <p:nvPr/>
          </p:nvSpPr>
          <p:spPr>
            <a:xfrm>
              <a:off x="723900" y="50292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PROPOSAL CONTACTS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3" name="node07"/>
          <p:cNvGrpSpPr/>
          <p:nvPr/>
        </p:nvGrpSpPr>
        <p:grpSpPr>
          <a:xfrm>
            <a:off x="723900" y="5257800"/>
            <a:ext cx="2514600" cy="266700"/>
            <a:chOff x="723900" y="5257800"/>
            <a:chExt cx="2514600" cy="266700"/>
          </a:xfrm>
        </p:grpSpPr>
        <p:sp>
          <p:nvSpPr>
            <p:cNvPr id="154" name="node07.text"/>
            <p:cNvSpPr/>
            <p:nvPr/>
          </p:nvSpPr>
          <p:spPr>
            <a:xfrm>
              <a:off x="723900" y="5257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4" name="node08"/>
          <p:cNvGrpSpPr/>
          <p:nvPr/>
        </p:nvGrpSpPr>
        <p:grpSpPr>
          <a:xfrm>
            <a:off x="3467100" y="5257800"/>
            <a:ext cx="2514600" cy="266700"/>
            <a:chOff x="3467100" y="5257800"/>
            <a:chExt cx="2514600" cy="266700"/>
          </a:xfrm>
        </p:grpSpPr>
        <p:sp>
          <p:nvSpPr>
            <p:cNvPr id="155" name="node08.text"/>
            <p:cNvSpPr/>
            <p:nvPr/>
          </p:nvSpPr>
          <p:spPr>
            <a:xfrm>
              <a:off x="3467100" y="5257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Delivery director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5" name="node09"/>
          <p:cNvGrpSpPr/>
          <p:nvPr/>
        </p:nvGrpSpPr>
        <p:grpSpPr>
          <a:xfrm>
            <a:off x="723900" y="5486400"/>
            <a:ext cx="2514600" cy="266700"/>
            <a:chOff x="723900" y="5486400"/>
            <a:chExt cx="2514600" cy="266700"/>
          </a:xfrm>
        </p:grpSpPr>
        <p:sp>
          <p:nvSpPr>
            <p:cNvPr id="156" name="node09.text"/>
            <p:cNvSpPr/>
            <p:nvPr/>
          </p:nvSpPr>
          <p:spPr>
            <a:xfrm>
              <a:off x="723900" y="54864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6" name="node10"/>
          <p:cNvGrpSpPr/>
          <p:nvPr/>
        </p:nvGrpSpPr>
        <p:grpSpPr>
          <a:xfrm>
            <a:off x="3467100" y="5486400"/>
            <a:ext cx="2514600" cy="266700"/>
            <a:chOff x="3467100" y="5486400"/>
            <a:chExt cx="2514600" cy="266700"/>
          </a:xfrm>
        </p:grpSpPr>
        <p:sp>
          <p:nvSpPr>
            <p:cNvPr id="157" name="node10.text"/>
            <p:cNvSpPr/>
            <p:nvPr/>
          </p:nvSpPr>
          <p:spPr>
            <a:xfrm>
              <a:off x="3467100" y="54864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7" name="node11"/>
          <p:cNvGrpSpPr/>
          <p:nvPr/>
        </p:nvGrpSpPr>
        <p:grpSpPr>
          <a:xfrm>
            <a:off x="8039100" y="1371600"/>
            <a:ext cx="3429000" cy="3200400"/>
            <a:chOff x="8039100" y="1371600"/>
            <a:chExt cx="3429000" cy="3200400"/>
          </a:xfrm>
        </p:grpSpPr>
        <p:sp>
          <p:nvSpPr>
            <p:cNvPr id="158" name="node11.surface"/>
            <p:cNvSpPr/>
            <p:nvPr/>
          </p:nvSpPr>
          <p:spPr>
            <a:xfrm>
              <a:off x="8039100" y="1371600"/>
              <a:ext cx="3429000" cy="3200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78" name="node12"/>
          <p:cNvGrpSpPr/>
          <p:nvPr/>
        </p:nvGrpSpPr>
        <p:grpSpPr>
          <a:xfrm>
            <a:off x="8267700" y="1600200"/>
            <a:ext cx="2971800" cy="152400"/>
            <a:chOff x="8267700" y="1600200"/>
            <a:chExt cx="2971800" cy="152400"/>
          </a:xfrm>
        </p:grpSpPr>
        <p:sp>
          <p:nvSpPr>
            <p:cNvPr id="159" name="node12.text"/>
            <p:cNvSpPr/>
            <p:nvPr/>
          </p:nvSpPr>
          <p:spPr>
            <a:xfrm>
              <a:off x="8267700" y="16002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RESPONSE TO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9" name="node13"/>
          <p:cNvGrpSpPr/>
          <p:nvPr/>
        </p:nvGrpSpPr>
        <p:grpSpPr>
          <a:xfrm>
            <a:off x="8267700" y="1828800"/>
            <a:ext cx="2971800" cy="266700"/>
            <a:chOff x="8267700" y="1828800"/>
            <a:chExt cx="2971800" cy="266700"/>
          </a:xfrm>
        </p:grpSpPr>
        <p:sp>
          <p:nvSpPr>
            <p:cNvPr id="160" name="node13.text"/>
            <p:cNvSpPr/>
            <p:nvPr/>
          </p:nvSpPr>
          <p:spPr>
            <a:xfrm>
              <a:off x="8267700" y="1828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RFP NHS-2026-014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0" name="node14"/>
          <p:cNvGrpSpPr/>
          <p:nvPr/>
        </p:nvGrpSpPr>
        <p:grpSpPr>
          <a:xfrm>
            <a:off x="8267700" y="2286000"/>
            <a:ext cx="2971800" cy="152400"/>
            <a:chOff x="8267700" y="2286000"/>
            <a:chExt cx="2971800" cy="152400"/>
          </a:xfrm>
        </p:grpSpPr>
        <p:sp>
          <p:nvSpPr>
            <p:cNvPr id="161" name="node14.text"/>
            <p:cNvSpPr/>
            <p:nvPr/>
          </p:nvSpPr>
          <p:spPr>
            <a:xfrm>
              <a:off x="8267700" y="22860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ISSUED BY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81" name="node15"/>
          <p:cNvGrpSpPr/>
          <p:nvPr/>
        </p:nvGrpSpPr>
        <p:grpSpPr>
          <a:xfrm>
            <a:off x="8267700" y="2514600"/>
            <a:ext cx="2971800" cy="266700"/>
            <a:chOff x="8267700" y="2514600"/>
            <a:chExt cx="2971800" cy="266700"/>
          </a:xfrm>
        </p:grpSpPr>
        <p:sp>
          <p:nvSpPr>
            <p:cNvPr id="162" name="node15.text"/>
            <p:cNvSpPr/>
            <p:nvPr/>
          </p:nvSpPr>
          <p:spPr>
            <a:xfrm>
              <a:off x="8267700" y="25146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Northfield Finance Office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2" name="node16"/>
          <p:cNvGrpSpPr/>
          <p:nvPr/>
        </p:nvGrpSpPr>
        <p:grpSpPr>
          <a:xfrm>
            <a:off x="8267700" y="2971800"/>
            <a:ext cx="2971800" cy="152400"/>
            <a:chOff x="8267700" y="2971800"/>
            <a:chExt cx="2971800" cy="152400"/>
          </a:xfrm>
        </p:grpSpPr>
        <p:sp>
          <p:nvSpPr>
            <p:cNvPr id="163" name="node16.text"/>
            <p:cNvSpPr/>
            <p:nvPr/>
          </p:nvSpPr>
          <p:spPr>
            <a:xfrm>
              <a:off x="8267700" y="29718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SUBMITTED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83" name="node17"/>
          <p:cNvGrpSpPr/>
          <p:nvPr/>
        </p:nvGrpSpPr>
        <p:grpSpPr>
          <a:xfrm>
            <a:off x="8267700" y="3200400"/>
            <a:ext cx="2971800" cy="266700"/>
            <a:chOff x="8267700" y="3200400"/>
            <a:chExt cx="2971800" cy="266700"/>
          </a:xfrm>
        </p:grpSpPr>
        <p:sp>
          <p:nvSpPr>
            <p:cNvPr id="164" name="node17.text"/>
            <p:cNvSpPr/>
            <p:nvPr/>
          </p:nvSpPr>
          <p:spPr>
            <a:xfrm>
              <a:off x="8267700" y="32004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October 2026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4" name="node18"/>
          <p:cNvGrpSpPr/>
          <p:nvPr/>
        </p:nvGrpSpPr>
        <p:grpSpPr>
          <a:xfrm>
            <a:off x="8267700" y="3657600"/>
            <a:ext cx="2971800" cy="152400"/>
            <a:chOff x="8267700" y="3657600"/>
            <a:chExt cx="2971800" cy="152400"/>
          </a:xfrm>
        </p:grpSpPr>
        <p:sp>
          <p:nvSpPr>
            <p:cNvPr id="165" name="node18.text"/>
            <p:cNvSpPr/>
            <p:nvPr/>
          </p:nvSpPr>
          <p:spPr>
            <a:xfrm>
              <a:off x="8267700" y="36576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VALID THROUGH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85" name="node19"/>
          <p:cNvGrpSpPr/>
          <p:nvPr/>
        </p:nvGrpSpPr>
        <p:grpSpPr>
          <a:xfrm>
            <a:off x="8267700" y="3886200"/>
            <a:ext cx="2971800" cy="266700"/>
            <a:chOff x="8267700" y="3886200"/>
            <a:chExt cx="2971800" cy="266700"/>
          </a:xfrm>
        </p:grpSpPr>
        <p:sp>
          <p:nvSpPr>
            <p:cNvPr id="166" name="node19.text"/>
            <p:cNvSpPr/>
            <p:nvPr/>
          </p:nvSpPr>
          <p:spPr>
            <a:xfrm>
              <a:off x="8267700" y="38862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31 January 2027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3695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3695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3695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3695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2.001"/>
          <p:cNvSpPr/>
          <p:nvPr/>
        </p:nvSpPr>
        <p:spPr>
          <a:xfrm>
            <a:off x="3924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2.002"/>
          <p:cNvSpPr/>
          <p:nvPr/>
        </p:nvSpPr>
        <p:spPr>
          <a:xfrm>
            <a:off x="3924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2.003"/>
          <p:cNvSpPr/>
          <p:nvPr/>
        </p:nvSpPr>
        <p:spPr>
          <a:xfrm>
            <a:off x="3924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2.004"/>
          <p:cNvSpPr/>
          <p:nvPr/>
        </p:nvSpPr>
        <p:spPr>
          <a:xfrm>
            <a:off x="3924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3.001"/>
          <p:cNvSpPr/>
          <p:nvPr/>
        </p:nvSpPr>
        <p:spPr>
          <a:xfrm>
            <a:off x="4152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3.002"/>
          <p:cNvSpPr/>
          <p:nvPr/>
        </p:nvSpPr>
        <p:spPr>
          <a:xfrm>
            <a:off x="4152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3.003"/>
          <p:cNvSpPr/>
          <p:nvPr/>
        </p:nvSpPr>
        <p:spPr>
          <a:xfrm>
            <a:off x="4152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3.004"/>
          <p:cNvSpPr/>
          <p:nvPr/>
        </p:nvSpPr>
        <p:spPr>
          <a:xfrm>
            <a:off x="4152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4.001"/>
          <p:cNvSpPr/>
          <p:nvPr/>
        </p:nvSpPr>
        <p:spPr>
          <a:xfrm>
            <a:off x="4381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4.002"/>
          <p:cNvSpPr/>
          <p:nvPr/>
        </p:nvSpPr>
        <p:spPr>
          <a:xfrm>
            <a:off x="4381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4.003"/>
          <p:cNvSpPr/>
          <p:nvPr/>
        </p:nvSpPr>
        <p:spPr>
          <a:xfrm>
            <a:off x="4381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4.004"/>
          <p:cNvSpPr/>
          <p:nvPr/>
        </p:nvSpPr>
        <p:spPr>
          <a:xfrm>
            <a:off x="4381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5.001"/>
          <p:cNvSpPr/>
          <p:nvPr/>
        </p:nvSpPr>
        <p:spPr>
          <a:xfrm>
            <a:off x="4610100" y="685800"/>
            <a:ext cx="38100" cy="38100"/>
          </a:xfrm>
          <a:prstGeom prst="rect">
            <a:avLst/>
          </a:prstGeom>
          <a:solidFill>
            <a:srgbClr val="CED7E6">
              <a:alpha val="92424"/>
            </a:srgbClr>
          </a:solidFill>
          <a:ln>
            <a:noFill/>
          </a:ln>
        </p:spPr>
      </p:sp>
      <p:sp>
        <p:nvSpPr>
          <p:cNvPr id="19" name="wm.library-whiteboard.001.005.002"/>
          <p:cNvSpPr/>
          <p:nvPr/>
        </p:nvSpPr>
        <p:spPr>
          <a:xfrm>
            <a:off x="4610100" y="914400"/>
            <a:ext cx="38100" cy="38100"/>
          </a:xfrm>
          <a:prstGeom prst="rect">
            <a:avLst/>
          </a:prstGeom>
          <a:solidFill>
            <a:srgbClr val="CED7E6">
              <a:alpha val="92424"/>
            </a:srgbClr>
          </a:solidFill>
          <a:ln>
            <a:noFill/>
          </a:ln>
        </p:spPr>
      </p:sp>
      <p:sp>
        <p:nvSpPr>
          <p:cNvPr id="20" name="wm.library-whiteboard.001.005.003"/>
          <p:cNvSpPr/>
          <p:nvPr/>
        </p:nvSpPr>
        <p:spPr>
          <a:xfrm>
            <a:off x="4610100" y="1143000"/>
            <a:ext cx="38100" cy="38100"/>
          </a:xfrm>
          <a:prstGeom prst="rect">
            <a:avLst/>
          </a:prstGeom>
          <a:solidFill>
            <a:srgbClr val="CED7E6">
              <a:alpha val="92424"/>
            </a:srgbClr>
          </a:solidFill>
          <a:ln>
            <a:noFill/>
          </a:ln>
        </p:spPr>
      </p:sp>
      <p:sp>
        <p:nvSpPr>
          <p:cNvPr id="21" name="wm.library-whiteboard.001.005.004"/>
          <p:cNvSpPr/>
          <p:nvPr/>
        </p:nvSpPr>
        <p:spPr>
          <a:xfrm>
            <a:off x="4610100" y="1371600"/>
            <a:ext cx="38100" cy="38100"/>
          </a:xfrm>
          <a:prstGeom prst="rect">
            <a:avLst/>
          </a:prstGeom>
          <a:solidFill>
            <a:srgbClr val="CED7E6">
              <a:alpha val="92424"/>
            </a:srgbClr>
          </a:solidFill>
          <a:ln>
            <a:noFill/>
          </a:ln>
        </p:spPr>
      </p:sp>
      <p:sp>
        <p:nvSpPr>
          <p:cNvPr id="22" name="wm.library-whiteboard.001.006.001"/>
          <p:cNvSpPr/>
          <p:nvPr/>
        </p:nvSpPr>
        <p:spPr>
          <a:xfrm>
            <a:off x="4838700" y="685800"/>
            <a:ext cx="38100" cy="38100"/>
          </a:xfrm>
          <a:prstGeom prst="rect">
            <a:avLst/>
          </a:prstGeom>
          <a:solidFill>
            <a:srgbClr val="CED7E6">
              <a:alpha val="74242"/>
            </a:srgbClr>
          </a:solidFill>
          <a:ln>
            <a:noFill/>
          </a:ln>
        </p:spPr>
      </p:sp>
      <p:sp>
        <p:nvSpPr>
          <p:cNvPr id="23" name="wm.library-whiteboard.001.006.002"/>
          <p:cNvSpPr/>
          <p:nvPr/>
        </p:nvSpPr>
        <p:spPr>
          <a:xfrm>
            <a:off x="4838700" y="914400"/>
            <a:ext cx="38100" cy="38100"/>
          </a:xfrm>
          <a:prstGeom prst="rect">
            <a:avLst/>
          </a:prstGeom>
          <a:solidFill>
            <a:srgbClr val="CED7E6">
              <a:alpha val="74242"/>
            </a:srgbClr>
          </a:solidFill>
          <a:ln>
            <a:noFill/>
          </a:ln>
        </p:spPr>
      </p:sp>
      <p:sp>
        <p:nvSpPr>
          <p:cNvPr id="24" name="wm.library-whiteboard.001.006.003"/>
          <p:cNvSpPr/>
          <p:nvPr/>
        </p:nvSpPr>
        <p:spPr>
          <a:xfrm>
            <a:off x="4838700" y="1143000"/>
            <a:ext cx="38100" cy="38100"/>
          </a:xfrm>
          <a:prstGeom prst="rect">
            <a:avLst/>
          </a:prstGeom>
          <a:solidFill>
            <a:srgbClr val="CED7E6">
              <a:alpha val="74242"/>
            </a:srgbClr>
          </a:solidFill>
          <a:ln>
            <a:noFill/>
          </a:ln>
        </p:spPr>
      </p:sp>
      <p:sp>
        <p:nvSpPr>
          <p:cNvPr id="25" name="wm.library-whiteboard.001.006.004"/>
          <p:cNvSpPr/>
          <p:nvPr/>
        </p:nvSpPr>
        <p:spPr>
          <a:xfrm>
            <a:off x="4838700" y="1371600"/>
            <a:ext cx="38100" cy="38100"/>
          </a:xfrm>
          <a:prstGeom prst="rect">
            <a:avLst/>
          </a:prstGeom>
          <a:solidFill>
            <a:srgbClr val="CED7E6">
              <a:alpha val="74242"/>
            </a:srgbClr>
          </a:solidFill>
          <a:ln>
            <a:noFill/>
          </a:ln>
        </p:spPr>
      </p:sp>
      <p:sp>
        <p:nvSpPr>
          <p:cNvPr id="26" name="wm.library-whiteboard.001.007.001"/>
          <p:cNvSpPr/>
          <p:nvPr/>
        </p:nvSpPr>
        <p:spPr>
          <a:xfrm>
            <a:off x="5067300" y="685800"/>
            <a:ext cx="38100" cy="38100"/>
          </a:xfrm>
          <a:prstGeom prst="rect">
            <a:avLst/>
          </a:prstGeom>
          <a:solidFill>
            <a:srgbClr val="CED7E6">
              <a:alpha val="56061"/>
            </a:srgbClr>
          </a:solidFill>
          <a:ln>
            <a:noFill/>
          </a:ln>
        </p:spPr>
      </p:sp>
      <p:sp>
        <p:nvSpPr>
          <p:cNvPr id="27" name="wm.library-whiteboard.001.007.002"/>
          <p:cNvSpPr/>
          <p:nvPr/>
        </p:nvSpPr>
        <p:spPr>
          <a:xfrm>
            <a:off x="5067300" y="914400"/>
            <a:ext cx="38100" cy="38100"/>
          </a:xfrm>
          <a:prstGeom prst="rect">
            <a:avLst/>
          </a:prstGeom>
          <a:solidFill>
            <a:srgbClr val="CED7E6">
              <a:alpha val="56061"/>
            </a:srgbClr>
          </a:solidFill>
          <a:ln>
            <a:noFill/>
          </a:ln>
        </p:spPr>
      </p:sp>
      <p:sp>
        <p:nvSpPr>
          <p:cNvPr id="28" name="wm.library-whiteboard.001.007.003"/>
          <p:cNvSpPr/>
          <p:nvPr/>
        </p:nvSpPr>
        <p:spPr>
          <a:xfrm>
            <a:off x="5067300" y="1143000"/>
            <a:ext cx="38100" cy="38100"/>
          </a:xfrm>
          <a:prstGeom prst="rect">
            <a:avLst/>
          </a:prstGeom>
          <a:solidFill>
            <a:srgbClr val="CED7E6">
              <a:alpha val="56061"/>
            </a:srgbClr>
          </a:solidFill>
          <a:ln>
            <a:noFill/>
          </a:ln>
        </p:spPr>
      </p:sp>
      <p:sp>
        <p:nvSpPr>
          <p:cNvPr id="29" name="wm.library-whiteboard.001.007.004"/>
          <p:cNvSpPr/>
          <p:nvPr/>
        </p:nvSpPr>
        <p:spPr>
          <a:xfrm>
            <a:off x="5067300" y="1371600"/>
            <a:ext cx="38100" cy="38100"/>
          </a:xfrm>
          <a:prstGeom prst="rect">
            <a:avLst/>
          </a:prstGeom>
          <a:solidFill>
            <a:srgbClr val="CED7E6">
              <a:alpha val="56061"/>
            </a:srgbClr>
          </a:solidFill>
          <a:ln>
            <a:noFill/>
          </a:ln>
        </p:spPr>
      </p:sp>
      <p:sp>
        <p:nvSpPr>
          <p:cNvPr id="30" name="wm.library-whiteboard.001.008.001"/>
          <p:cNvSpPr/>
          <p:nvPr/>
        </p:nvSpPr>
        <p:spPr>
          <a:xfrm>
            <a:off x="5295900" y="685800"/>
            <a:ext cx="38100" cy="38100"/>
          </a:xfrm>
          <a:prstGeom prst="rect">
            <a:avLst/>
          </a:prstGeom>
          <a:solidFill>
            <a:srgbClr val="CED7E6">
              <a:alpha val="37879"/>
            </a:srgbClr>
          </a:solidFill>
          <a:ln>
            <a:noFill/>
          </a:ln>
        </p:spPr>
      </p:sp>
      <p:sp>
        <p:nvSpPr>
          <p:cNvPr id="31" name="wm.library-whiteboard.001.008.002"/>
          <p:cNvSpPr/>
          <p:nvPr/>
        </p:nvSpPr>
        <p:spPr>
          <a:xfrm>
            <a:off x="5295900" y="914400"/>
            <a:ext cx="38100" cy="38100"/>
          </a:xfrm>
          <a:prstGeom prst="rect">
            <a:avLst/>
          </a:prstGeom>
          <a:solidFill>
            <a:srgbClr val="CED7E6">
              <a:alpha val="37879"/>
            </a:srgbClr>
          </a:solidFill>
          <a:ln>
            <a:noFill/>
          </a:ln>
        </p:spPr>
      </p:sp>
      <p:sp>
        <p:nvSpPr>
          <p:cNvPr id="32" name="wm.library-whiteboard.001.008.003"/>
          <p:cNvSpPr/>
          <p:nvPr/>
        </p:nvSpPr>
        <p:spPr>
          <a:xfrm>
            <a:off x="5295900" y="1143000"/>
            <a:ext cx="38100" cy="38100"/>
          </a:xfrm>
          <a:prstGeom prst="rect">
            <a:avLst/>
          </a:prstGeom>
          <a:solidFill>
            <a:srgbClr val="CED7E6">
              <a:alpha val="37879"/>
            </a:srgbClr>
          </a:solidFill>
          <a:ln>
            <a:noFill/>
          </a:ln>
        </p:spPr>
      </p:sp>
      <p:sp>
        <p:nvSpPr>
          <p:cNvPr id="33" name="wm.library-whiteboard.001.008.004"/>
          <p:cNvSpPr/>
          <p:nvPr/>
        </p:nvSpPr>
        <p:spPr>
          <a:xfrm>
            <a:off x="5295900" y="1371600"/>
            <a:ext cx="38100" cy="38100"/>
          </a:xfrm>
          <a:prstGeom prst="rect">
            <a:avLst/>
          </a:prstGeom>
          <a:solidFill>
            <a:srgbClr val="CED7E6">
              <a:alpha val="37879"/>
            </a:srgbClr>
          </a:solidFill>
          <a:ln>
            <a:noFill/>
          </a:ln>
        </p:spPr>
      </p:sp>
      <p:sp>
        <p:nvSpPr>
          <p:cNvPr id="34" name="wm.library-whiteboard.001.009.001"/>
          <p:cNvSpPr/>
          <p:nvPr/>
        </p:nvSpPr>
        <p:spPr>
          <a:xfrm>
            <a:off x="5524500" y="685800"/>
            <a:ext cx="38100" cy="38100"/>
          </a:xfrm>
          <a:prstGeom prst="rect">
            <a:avLst/>
          </a:prstGeom>
          <a:solidFill>
            <a:srgbClr val="CED7E6">
              <a:alpha val="19697"/>
            </a:srgbClr>
          </a:solidFill>
          <a:ln>
            <a:noFill/>
          </a:ln>
        </p:spPr>
      </p:sp>
      <p:sp>
        <p:nvSpPr>
          <p:cNvPr id="35" name="wm.library-whiteboard.001.009.002"/>
          <p:cNvSpPr/>
          <p:nvPr/>
        </p:nvSpPr>
        <p:spPr>
          <a:xfrm>
            <a:off x="5524500" y="914400"/>
            <a:ext cx="38100" cy="38100"/>
          </a:xfrm>
          <a:prstGeom prst="rect">
            <a:avLst/>
          </a:prstGeom>
          <a:solidFill>
            <a:srgbClr val="CED7E6">
              <a:alpha val="19697"/>
            </a:srgbClr>
          </a:solidFill>
          <a:ln>
            <a:noFill/>
          </a:ln>
        </p:spPr>
      </p:sp>
      <p:sp>
        <p:nvSpPr>
          <p:cNvPr id="36" name="wm.library-whiteboard.001.009.003"/>
          <p:cNvSpPr/>
          <p:nvPr/>
        </p:nvSpPr>
        <p:spPr>
          <a:xfrm>
            <a:off x="5524500" y="1143000"/>
            <a:ext cx="38100" cy="38100"/>
          </a:xfrm>
          <a:prstGeom prst="rect">
            <a:avLst/>
          </a:prstGeom>
          <a:solidFill>
            <a:srgbClr val="CED7E6">
              <a:alpha val="19697"/>
            </a:srgbClr>
          </a:solidFill>
          <a:ln>
            <a:noFill/>
          </a:ln>
        </p:spPr>
      </p:sp>
      <p:sp>
        <p:nvSpPr>
          <p:cNvPr id="37" name="wm.library-whiteboard.001.009.004"/>
          <p:cNvSpPr/>
          <p:nvPr/>
        </p:nvSpPr>
        <p:spPr>
          <a:xfrm>
            <a:off x="5524500" y="1371600"/>
            <a:ext cx="38100" cy="38100"/>
          </a:xfrm>
          <a:prstGeom prst="rect">
            <a:avLst/>
          </a:prstGeom>
          <a:solidFill>
            <a:srgbClr val="CED7E6">
              <a:alpha val="19697"/>
            </a:srgbClr>
          </a:solidFill>
          <a:ln>
            <a:noFill/>
          </a:ln>
        </p:spPr>
      </p:sp>
      <p:sp>
        <p:nvSpPr>
          <p:cNvPr id="38" name="wm.library-whiteboard.001.010.001"/>
          <p:cNvSpPr/>
          <p:nvPr/>
        </p:nvSpPr>
        <p:spPr>
          <a:xfrm>
            <a:off x="5753100" y="685800"/>
            <a:ext cx="38100" cy="38100"/>
          </a:xfrm>
          <a:prstGeom prst="rect">
            <a:avLst/>
          </a:prstGeom>
          <a:solidFill>
            <a:srgbClr val="CED7E6">
              <a:alpha val="1515"/>
            </a:srgbClr>
          </a:solidFill>
          <a:ln>
            <a:noFill/>
          </a:ln>
        </p:spPr>
      </p:sp>
      <p:sp>
        <p:nvSpPr>
          <p:cNvPr id="39" name="wm.library-whiteboard.001.010.002"/>
          <p:cNvSpPr/>
          <p:nvPr/>
        </p:nvSpPr>
        <p:spPr>
          <a:xfrm>
            <a:off x="5753100" y="914400"/>
            <a:ext cx="38100" cy="38100"/>
          </a:xfrm>
          <a:prstGeom prst="rect">
            <a:avLst/>
          </a:prstGeom>
          <a:solidFill>
            <a:srgbClr val="CED7E6">
              <a:alpha val="1515"/>
            </a:srgbClr>
          </a:solidFill>
          <a:ln>
            <a:noFill/>
          </a:ln>
        </p:spPr>
      </p:sp>
      <p:sp>
        <p:nvSpPr>
          <p:cNvPr id="40" name="wm.library-whiteboard.001.010.003"/>
          <p:cNvSpPr/>
          <p:nvPr/>
        </p:nvSpPr>
        <p:spPr>
          <a:xfrm>
            <a:off x="5753100" y="1143000"/>
            <a:ext cx="38100" cy="38100"/>
          </a:xfrm>
          <a:prstGeom prst="rect">
            <a:avLst/>
          </a:prstGeom>
          <a:solidFill>
            <a:srgbClr val="CED7E6">
              <a:alpha val="1515"/>
            </a:srgbClr>
          </a:solidFill>
          <a:ln>
            <a:noFill/>
          </a:ln>
        </p:spPr>
      </p:sp>
      <p:sp>
        <p:nvSpPr>
          <p:cNvPr id="41" name="wm.library-whiteboard.001.010.004"/>
          <p:cNvSpPr/>
          <p:nvPr/>
        </p:nvSpPr>
        <p:spPr>
          <a:xfrm>
            <a:off x="5753100" y="1371600"/>
            <a:ext cx="38100" cy="38100"/>
          </a:xfrm>
          <a:prstGeom prst="rect">
            <a:avLst/>
          </a:prstGeom>
          <a:solidFill>
            <a:srgbClr val="CED7E6">
              <a:alpha val="1515"/>
            </a:srgbClr>
          </a:solidFill>
          <a:ln>
            <a:noFill/>
          </a:ln>
        </p:spPr>
      </p:sp>
      <p:grpSp>
        <p:nvGrpSpPr>
          <p:cNvPr id="56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43" name="node01.image" descr="logo-pos; canonical SHA256=1792d6399d80ca979fc609aa50c9cc0dc1b9358132748180df858fb82ad39d86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57" name="node02"/>
          <p:cNvGrpSpPr/>
          <p:nvPr/>
        </p:nvGrpSpPr>
        <p:grpSpPr>
          <a:xfrm>
            <a:off x="723900" y="1828800"/>
            <a:ext cx="5029200" cy="152400"/>
            <a:chOff x="723900" y="1828800"/>
            <a:chExt cx="5029200" cy="152400"/>
          </a:xfrm>
        </p:grpSpPr>
        <p:sp>
          <p:nvSpPr>
            <p:cNvPr id="44" name="node02.text"/>
            <p:cNvSpPr/>
            <p:nvPr/>
          </p:nvSpPr>
          <p:spPr>
            <a:xfrm>
              <a:off x="723900" y="1828800"/>
              <a:ext cx="5029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PROPOSAL · OCTOBER 2026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8" name="node03"/>
          <p:cNvGrpSpPr/>
          <p:nvPr/>
        </p:nvGrpSpPr>
        <p:grpSpPr>
          <a:xfrm>
            <a:off x="723900" y="2057400"/>
            <a:ext cx="5257800" cy="1524000"/>
            <a:chOff x="723900" y="2057400"/>
            <a:chExt cx="5257800" cy="1524000"/>
          </a:xfrm>
        </p:grpSpPr>
        <p:pic>
          <p:nvPicPr>
            <p:cNvPr id="45" name="node03.text.mark-002-002" descr="highlight-1; canonical SHA256=b0048aa39744978d339a9910f5cc1482814a8a0eae4c5a63e1f80d6a2885b314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7944" y="2898953"/>
              <a:ext cx="2860029" cy="624840"/>
            </a:xfrm>
            <a:prstGeom prst="rect">
              <a:avLst/>
            </a:prstGeom>
          </p:spPr>
        </p:pic>
        <p:sp>
          <p:nvSpPr>
            <p:cNvPr id="46" name="node03.text"/>
            <p:cNvSpPr/>
            <p:nvPr/>
          </p:nvSpPr>
          <p:spPr>
            <a:xfrm>
              <a:off x="723900" y="2057400"/>
              <a:ext cx="52578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Close the books </a:t>
              </a:r>
              <a:b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</a:b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in 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five days</a:t>
              </a:r>
              <a:r>
                <a:rPr lang="en-US" sz="5400" spc="-100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9" name="node04"/>
          <p:cNvGrpSpPr/>
          <p:nvPr/>
        </p:nvGrpSpPr>
        <p:grpSpPr>
          <a:xfrm>
            <a:off x="723900" y="4572000"/>
            <a:ext cx="2514600" cy="152400"/>
            <a:chOff x="723900" y="4572000"/>
            <a:chExt cx="2514600" cy="152400"/>
          </a:xfrm>
        </p:grpSpPr>
        <p:sp>
          <p:nvSpPr>
            <p:cNvPr id="47" name="node04.text"/>
            <p:cNvSpPr/>
            <p:nvPr/>
          </p:nvSpPr>
          <p:spPr>
            <a:xfrm>
              <a:off x="7239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PREPARED BY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0" name="node05"/>
          <p:cNvGrpSpPr/>
          <p:nvPr/>
        </p:nvGrpSpPr>
        <p:grpSpPr>
          <a:xfrm>
            <a:off x="3467100" y="4572000"/>
            <a:ext cx="2514600" cy="152400"/>
            <a:chOff x="3467100" y="4572000"/>
            <a:chExt cx="2514600" cy="152400"/>
          </a:xfrm>
        </p:grpSpPr>
        <p:sp>
          <p:nvSpPr>
            <p:cNvPr id="48" name="node05.text"/>
            <p:cNvSpPr/>
            <p:nvPr/>
          </p:nvSpPr>
          <p:spPr>
            <a:xfrm>
              <a:off x="34671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PROPOSAL CONTACTS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06"/>
          <p:cNvGrpSpPr/>
          <p:nvPr/>
        </p:nvGrpSpPr>
        <p:grpSpPr>
          <a:xfrm>
            <a:off x="723900" y="4800600"/>
            <a:ext cx="2514600" cy="266700"/>
            <a:chOff x="723900" y="4800600"/>
            <a:chExt cx="2514600" cy="266700"/>
          </a:xfrm>
        </p:grpSpPr>
        <p:sp>
          <p:nvSpPr>
            <p:cNvPr id="49" name="node06.text"/>
            <p:cNvSpPr/>
            <p:nvPr/>
          </p:nvSpPr>
          <p:spPr>
            <a:xfrm>
              <a:off x="723900" y="4800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West Monroe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07"/>
          <p:cNvGrpSpPr/>
          <p:nvPr/>
        </p:nvGrpSpPr>
        <p:grpSpPr>
          <a:xfrm>
            <a:off x="723900" y="5029200"/>
            <a:ext cx="2514600" cy="266700"/>
            <a:chOff x="723900" y="5029200"/>
            <a:chExt cx="2514600" cy="266700"/>
          </a:xfrm>
        </p:grpSpPr>
        <p:sp>
          <p:nvSpPr>
            <p:cNvPr id="50" name="node07.text"/>
            <p:cNvSpPr/>
            <p:nvPr/>
          </p:nvSpPr>
          <p:spPr>
            <a:xfrm>
              <a:off x="7239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Finance Transformation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8"/>
          <p:cNvGrpSpPr/>
          <p:nvPr/>
        </p:nvGrpSpPr>
        <p:grpSpPr>
          <a:xfrm>
            <a:off x="3467100" y="4800600"/>
            <a:ext cx="2514600" cy="266700"/>
            <a:chOff x="3467100" y="4800600"/>
            <a:chExt cx="2514600" cy="266700"/>
          </a:xfrm>
        </p:grpSpPr>
        <p:sp>
          <p:nvSpPr>
            <p:cNvPr id="51" name="node08.text"/>
            <p:cNvSpPr/>
            <p:nvPr/>
          </p:nvSpPr>
          <p:spPr>
            <a:xfrm>
              <a:off x="3467100" y="4800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9"/>
          <p:cNvGrpSpPr/>
          <p:nvPr/>
        </p:nvGrpSpPr>
        <p:grpSpPr>
          <a:xfrm>
            <a:off x="3467100" y="5029200"/>
            <a:ext cx="2514600" cy="266700"/>
            <a:chOff x="3467100" y="5029200"/>
            <a:chExt cx="2514600" cy="266700"/>
          </a:xfrm>
        </p:grpSpPr>
        <p:sp>
          <p:nvSpPr>
            <p:cNvPr id="52" name="node09.text"/>
            <p:cNvSpPr/>
            <p:nvPr/>
          </p:nvSpPr>
          <p:spPr>
            <a:xfrm>
              <a:off x="34671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10"/>
          <p:cNvGrpSpPr/>
          <p:nvPr/>
        </p:nvGrpSpPr>
        <p:grpSpPr>
          <a:xfrm>
            <a:off x="3467100" y="5334000"/>
            <a:ext cx="2514600" cy="266700"/>
            <a:chOff x="3467100" y="5334000"/>
            <a:chExt cx="2514600" cy="266700"/>
          </a:xfrm>
        </p:grpSpPr>
        <p:sp>
          <p:nvSpPr>
            <p:cNvPr id="53" name="node10.text"/>
            <p:cNvSpPr/>
            <p:nvPr/>
          </p:nvSpPr>
          <p:spPr>
            <a:xfrm>
              <a:off x="3467100" y="53340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Delivery director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11"/>
          <p:cNvGrpSpPr/>
          <p:nvPr/>
        </p:nvGrpSpPr>
        <p:grpSpPr>
          <a:xfrm>
            <a:off x="3467100" y="5562600"/>
            <a:ext cx="2514600" cy="266700"/>
            <a:chOff x="3467100" y="5562600"/>
            <a:chExt cx="2514600" cy="266700"/>
          </a:xfrm>
        </p:grpSpPr>
        <p:sp>
          <p:nvSpPr>
            <p:cNvPr id="54" name="node11.text"/>
            <p:cNvSpPr/>
            <p:nvPr/>
          </p:nvSpPr>
          <p:spPr>
            <a:xfrm>
              <a:off x="3467100" y="5562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12"/>
          <p:cNvGrpSpPr/>
          <p:nvPr/>
        </p:nvGrpSpPr>
        <p:grpSpPr>
          <a:xfrm>
            <a:off x="6210300" y="0"/>
            <a:ext cx="5981700" cy="5943600"/>
            <a:chOff x="6210300" y="0"/>
            <a:chExt cx="5981700" cy="5943600"/>
          </a:xfrm>
        </p:grpSpPr>
        <p:pic>
          <p:nvPicPr>
            <p:cNvPr id="55" name="node12.image" descr="photo-clinical-team; canonical SHA256=3451f524a5bf6249fb39baef8d3e51f2ef863048406b9fe15c467b0dc277dfba">    </p:cNvPr>
            <p:cNvPicPr>
              <a:picLocks noChangeAspect="1"/>
            </p:cNvPicPr>
            <p:nvPr/>
          </p:nvPicPr>
          <p:blipFill>
            <a:blip r:embed="rId4"/>
            <a:srcRect l="18120" r="14825" t="0" b="0"/>
            <a:stretch/>
          </p:blipFill>
          <p:spPr>
            <a:xfrm>
              <a:off x="6210300" y="0"/>
              <a:ext cx="5981700" cy="5943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6210300" y="4572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6210300" y="6858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6210300" y="9144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6210300" y="11430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6210300" y="13716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6210300" y="16002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6210300" y="18288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6210300" y="2057400"/>
            <a:ext cx="38100" cy="38100"/>
          </a:xfrm>
          <a:prstGeom prst="rect">
            <a:avLst/>
          </a:prstGeom>
          <a:solidFill>
            <a:srgbClr val="CED7E6">
              <a:alpha val="600"/>
            </a:srgbClr>
          </a:solidFill>
          <a:ln>
            <a:noFill/>
          </a:ln>
        </p:spPr>
      </p:sp>
      <p:sp>
        <p:nvSpPr>
          <p:cNvPr id="10" name="wm.library-whiteboard.001.002.001"/>
          <p:cNvSpPr/>
          <p:nvPr/>
        </p:nvSpPr>
        <p:spPr>
          <a:xfrm>
            <a:off x="6438900" y="4572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1" name="wm.library-whiteboard.001.002.002"/>
          <p:cNvSpPr/>
          <p:nvPr/>
        </p:nvSpPr>
        <p:spPr>
          <a:xfrm>
            <a:off x="6438900" y="6858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2" name="wm.library-whiteboard.001.002.003"/>
          <p:cNvSpPr/>
          <p:nvPr/>
        </p:nvSpPr>
        <p:spPr>
          <a:xfrm>
            <a:off x="6438900" y="9144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3" name="wm.library-whiteboard.001.002.004"/>
          <p:cNvSpPr/>
          <p:nvPr/>
        </p:nvSpPr>
        <p:spPr>
          <a:xfrm>
            <a:off x="6438900" y="11430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4" name="wm.library-whiteboard.001.002.005"/>
          <p:cNvSpPr/>
          <p:nvPr/>
        </p:nvSpPr>
        <p:spPr>
          <a:xfrm>
            <a:off x="6438900" y="13716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5" name="wm.library-whiteboard.001.002.006"/>
          <p:cNvSpPr/>
          <p:nvPr/>
        </p:nvSpPr>
        <p:spPr>
          <a:xfrm>
            <a:off x="6438900" y="16002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6" name="wm.library-whiteboard.001.002.007"/>
          <p:cNvSpPr/>
          <p:nvPr/>
        </p:nvSpPr>
        <p:spPr>
          <a:xfrm>
            <a:off x="6438900" y="18288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7" name="wm.library-whiteboard.001.002.008"/>
          <p:cNvSpPr/>
          <p:nvPr/>
        </p:nvSpPr>
        <p:spPr>
          <a:xfrm>
            <a:off x="6438900" y="2057400"/>
            <a:ext cx="38100" cy="38100"/>
          </a:xfrm>
          <a:prstGeom prst="rect">
            <a:avLst/>
          </a:prstGeom>
          <a:solidFill>
            <a:srgbClr val="CED7E6">
              <a:alpha val="7794"/>
            </a:srgbClr>
          </a:solidFill>
          <a:ln>
            <a:noFill/>
          </a:ln>
        </p:spPr>
      </p:sp>
      <p:sp>
        <p:nvSpPr>
          <p:cNvPr id="18" name="wm.library-whiteboard.001.003.001"/>
          <p:cNvSpPr/>
          <p:nvPr/>
        </p:nvSpPr>
        <p:spPr>
          <a:xfrm>
            <a:off x="6667500" y="4572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19" name="wm.library-whiteboard.001.003.002"/>
          <p:cNvSpPr/>
          <p:nvPr/>
        </p:nvSpPr>
        <p:spPr>
          <a:xfrm>
            <a:off x="6667500" y="6858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0" name="wm.library-whiteboard.001.003.003"/>
          <p:cNvSpPr/>
          <p:nvPr/>
        </p:nvSpPr>
        <p:spPr>
          <a:xfrm>
            <a:off x="6667500" y="9144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1" name="wm.library-whiteboard.001.003.004"/>
          <p:cNvSpPr/>
          <p:nvPr/>
        </p:nvSpPr>
        <p:spPr>
          <a:xfrm>
            <a:off x="6667500" y="11430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2" name="wm.library-whiteboard.001.003.005"/>
          <p:cNvSpPr/>
          <p:nvPr/>
        </p:nvSpPr>
        <p:spPr>
          <a:xfrm>
            <a:off x="6667500" y="13716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3" name="wm.library-whiteboard.001.003.006"/>
          <p:cNvSpPr/>
          <p:nvPr/>
        </p:nvSpPr>
        <p:spPr>
          <a:xfrm>
            <a:off x="6667500" y="16002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4" name="wm.library-whiteboard.001.003.007"/>
          <p:cNvSpPr/>
          <p:nvPr/>
        </p:nvSpPr>
        <p:spPr>
          <a:xfrm>
            <a:off x="6667500" y="18288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5" name="wm.library-whiteboard.001.003.008"/>
          <p:cNvSpPr/>
          <p:nvPr/>
        </p:nvSpPr>
        <p:spPr>
          <a:xfrm>
            <a:off x="6667500" y="2057400"/>
            <a:ext cx="38100" cy="38100"/>
          </a:xfrm>
          <a:prstGeom prst="rect">
            <a:avLst/>
          </a:prstGeom>
          <a:solidFill>
            <a:srgbClr val="CED7E6">
              <a:alpha val="14988"/>
            </a:srgbClr>
          </a:solidFill>
          <a:ln>
            <a:noFill/>
          </a:ln>
        </p:spPr>
      </p:sp>
      <p:sp>
        <p:nvSpPr>
          <p:cNvPr id="26" name="wm.library-whiteboard.001.004.001"/>
          <p:cNvSpPr/>
          <p:nvPr/>
        </p:nvSpPr>
        <p:spPr>
          <a:xfrm>
            <a:off x="6896100" y="4572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27" name="wm.library-whiteboard.001.004.002"/>
          <p:cNvSpPr/>
          <p:nvPr/>
        </p:nvSpPr>
        <p:spPr>
          <a:xfrm>
            <a:off x="6896100" y="6858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28" name="wm.library-whiteboard.001.004.003"/>
          <p:cNvSpPr/>
          <p:nvPr/>
        </p:nvSpPr>
        <p:spPr>
          <a:xfrm>
            <a:off x="6896100" y="9144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29" name="wm.library-whiteboard.001.004.004"/>
          <p:cNvSpPr/>
          <p:nvPr/>
        </p:nvSpPr>
        <p:spPr>
          <a:xfrm>
            <a:off x="6896100" y="11430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30" name="wm.library-whiteboard.001.004.005"/>
          <p:cNvSpPr/>
          <p:nvPr/>
        </p:nvSpPr>
        <p:spPr>
          <a:xfrm>
            <a:off x="6896100" y="13716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31" name="wm.library-whiteboard.001.004.006"/>
          <p:cNvSpPr/>
          <p:nvPr/>
        </p:nvSpPr>
        <p:spPr>
          <a:xfrm>
            <a:off x="6896100" y="16002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32" name="wm.library-whiteboard.001.004.007"/>
          <p:cNvSpPr/>
          <p:nvPr/>
        </p:nvSpPr>
        <p:spPr>
          <a:xfrm>
            <a:off x="6896100" y="18288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33" name="wm.library-whiteboard.001.004.008"/>
          <p:cNvSpPr/>
          <p:nvPr/>
        </p:nvSpPr>
        <p:spPr>
          <a:xfrm>
            <a:off x="6896100" y="2057400"/>
            <a:ext cx="38100" cy="38100"/>
          </a:xfrm>
          <a:prstGeom prst="rect">
            <a:avLst/>
          </a:prstGeom>
          <a:solidFill>
            <a:srgbClr val="CED7E6">
              <a:alpha val="22182"/>
            </a:srgbClr>
          </a:solidFill>
          <a:ln>
            <a:noFill/>
          </a:ln>
        </p:spPr>
      </p:sp>
      <p:sp>
        <p:nvSpPr>
          <p:cNvPr id="34" name="wm.library-whiteboard.001.005.001"/>
          <p:cNvSpPr/>
          <p:nvPr/>
        </p:nvSpPr>
        <p:spPr>
          <a:xfrm>
            <a:off x="7124700" y="4572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35" name="wm.library-whiteboard.001.005.002"/>
          <p:cNvSpPr/>
          <p:nvPr/>
        </p:nvSpPr>
        <p:spPr>
          <a:xfrm>
            <a:off x="7124700" y="6858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36" name="wm.library-whiteboard.001.005.003"/>
          <p:cNvSpPr/>
          <p:nvPr/>
        </p:nvSpPr>
        <p:spPr>
          <a:xfrm>
            <a:off x="7124700" y="9144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37" name="wm.library-whiteboard.001.005.004"/>
          <p:cNvSpPr/>
          <p:nvPr/>
        </p:nvSpPr>
        <p:spPr>
          <a:xfrm>
            <a:off x="7124700" y="11430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38" name="wm.library-whiteboard.001.005.005"/>
          <p:cNvSpPr/>
          <p:nvPr/>
        </p:nvSpPr>
        <p:spPr>
          <a:xfrm>
            <a:off x="7124700" y="13716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39" name="wm.library-whiteboard.001.005.006"/>
          <p:cNvSpPr/>
          <p:nvPr/>
        </p:nvSpPr>
        <p:spPr>
          <a:xfrm>
            <a:off x="7124700" y="16002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40" name="wm.library-whiteboard.001.005.007"/>
          <p:cNvSpPr/>
          <p:nvPr/>
        </p:nvSpPr>
        <p:spPr>
          <a:xfrm>
            <a:off x="7124700" y="18288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41" name="wm.library-whiteboard.001.005.008"/>
          <p:cNvSpPr/>
          <p:nvPr/>
        </p:nvSpPr>
        <p:spPr>
          <a:xfrm>
            <a:off x="7124700" y="2057400"/>
            <a:ext cx="38100" cy="38100"/>
          </a:xfrm>
          <a:prstGeom prst="rect">
            <a:avLst/>
          </a:prstGeom>
          <a:solidFill>
            <a:srgbClr val="CED7E6">
              <a:alpha val="29376"/>
            </a:srgbClr>
          </a:solidFill>
          <a:ln>
            <a:noFill/>
          </a:ln>
        </p:spPr>
      </p:sp>
      <p:sp>
        <p:nvSpPr>
          <p:cNvPr id="42" name="wm.library-whiteboard.001.006.001"/>
          <p:cNvSpPr/>
          <p:nvPr/>
        </p:nvSpPr>
        <p:spPr>
          <a:xfrm>
            <a:off x="7353300" y="4572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3" name="wm.library-whiteboard.001.006.002"/>
          <p:cNvSpPr/>
          <p:nvPr/>
        </p:nvSpPr>
        <p:spPr>
          <a:xfrm>
            <a:off x="7353300" y="6858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4" name="wm.library-whiteboard.001.006.003"/>
          <p:cNvSpPr/>
          <p:nvPr/>
        </p:nvSpPr>
        <p:spPr>
          <a:xfrm>
            <a:off x="7353300" y="9144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5" name="wm.library-whiteboard.001.006.004"/>
          <p:cNvSpPr/>
          <p:nvPr/>
        </p:nvSpPr>
        <p:spPr>
          <a:xfrm>
            <a:off x="7353300" y="11430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6" name="wm.library-whiteboard.001.006.005"/>
          <p:cNvSpPr/>
          <p:nvPr/>
        </p:nvSpPr>
        <p:spPr>
          <a:xfrm>
            <a:off x="7353300" y="13716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7" name="wm.library-whiteboard.001.006.006"/>
          <p:cNvSpPr/>
          <p:nvPr/>
        </p:nvSpPr>
        <p:spPr>
          <a:xfrm>
            <a:off x="7353300" y="16002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8" name="wm.library-whiteboard.001.006.007"/>
          <p:cNvSpPr/>
          <p:nvPr/>
        </p:nvSpPr>
        <p:spPr>
          <a:xfrm>
            <a:off x="7353300" y="18288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49" name="wm.library-whiteboard.001.006.008"/>
          <p:cNvSpPr/>
          <p:nvPr/>
        </p:nvSpPr>
        <p:spPr>
          <a:xfrm>
            <a:off x="7353300" y="2057400"/>
            <a:ext cx="38100" cy="38100"/>
          </a:xfrm>
          <a:prstGeom prst="rect">
            <a:avLst/>
          </a:prstGeom>
          <a:solidFill>
            <a:srgbClr val="CED7E6">
              <a:alpha val="36571"/>
            </a:srgbClr>
          </a:solidFill>
          <a:ln>
            <a:noFill/>
          </a:ln>
        </p:spPr>
      </p:sp>
      <p:sp>
        <p:nvSpPr>
          <p:cNvPr id="50" name="wm.library-whiteboard.001.007.001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1" name="wm.library-whiteboard.001.007.002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2" name="wm.library-whiteboard.001.007.003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3" name="wm.library-whiteboard.001.007.004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4" name="wm.library-whiteboard.001.007.005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5" name="wm.library-whiteboard.001.007.006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6" name="wm.library-whiteboard.001.007.007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7" name="wm.library-whiteboard.001.007.008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43765"/>
            </a:srgbClr>
          </a:solidFill>
          <a:ln>
            <a:noFill/>
          </a:ln>
        </p:spPr>
      </p:sp>
      <p:sp>
        <p:nvSpPr>
          <p:cNvPr id="58" name="wm.library-whiteboard.001.008.001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59" name="wm.library-whiteboard.001.008.002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0" name="wm.library-whiteboard.001.008.003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1" name="wm.library-whiteboard.001.008.004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2" name="wm.library-whiteboard.001.008.005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3" name="wm.library-whiteboard.001.008.006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4" name="wm.library-whiteboard.001.008.007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5" name="wm.library-whiteboard.001.008.008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50959"/>
            </a:srgbClr>
          </a:solidFill>
          <a:ln>
            <a:noFill/>
          </a:ln>
        </p:spPr>
      </p:sp>
      <p:sp>
        <p:nvSpPr>
          <p:cNvPr id="66" name="wm.library-whiteboard.001.009.001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67" name="wm.library-whiteboard.001.009.002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68" name="wm.library-whiteboard.001.009.003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69" name="wm.library-whiteboard.001.009.004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70" name="wm.library-whiteboard.001.009.005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71" name="wm.library-whiteboard.001.009.006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72" name="wm.library-whiteboard.001.009.007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73" name="wm.library-whiteboard.001.009.008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58153"/>
            </a:srgbClr>
          </a:solidFill>
          <a:ln>
            <a:noFill/>
          </a:ln>
        </p:spPr>
      </p:sp>
      <p:sp>
        <p:nvSpPr>
          <p:cNvPr id="74" name="wm.library-whiteboard.001.010.001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75" name="wm.library-whiteboard.001.010.002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76" name="wm.library-whiteboard.001.010.003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77" name="wm.library-whiteboard.001.010.004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78" name="wm.library-whiteboard.001.010.005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79" name="wm.library-whiteboard.001.010.006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80" name="wm.library-whiteboard.001.010.007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81" name="wm.library-whiteboard.001.010.008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65348"/>
            </a:srgbClr>
          </a:solidFill>
          <a:ln>
            <a:noFill/>
          </a:ln>
        </p:spPr>
      </p:sp>
      <p:sp>
        <p:nvSpPr>
          <p:cNvPr id="82" name="wm.library-whiteboard.001.011.001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3" name="wm.library-whiteboard.001.011.002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4" name="wm.library-whiteboard.001.011.003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5" name="wm.library-whiteboard.001.011.004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6" name="wm.library-whiteboard.001.011.005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7" name="wm.library-whiteboard.001.011.006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8" name="wm.library-whiteboard.001.011.007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89" name="wm.library-whiteboard.001.011.008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72542"/>
            </a:srgbClr>
          </a:solidFill>
          <a:ln>
            <a:noFill/>
          </a:ln>
        </p:spPr>
      </p:sp>
      <p:sp>
        <p:nvSpPr>
          <p:cNvPr id="90" name="wm.library-whiteboard.001.012.001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1" name="wm.library-whiteboard.001.012.002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2" name="wm.library-whiteboard.001.012.003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3" name="wm.library-whiteboard.001.012.004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4" name="wm.library-whiteboard.001.012.005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5" name="wm.library-whiteboard.001.012.006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6" name="wm.library-whiteboard.001.012.007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7" name="wm.library-whiteboard.001.012.008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79736"/>
            </a:srgbClr>
          </a:solidFill>
          <a:ln>
            <a:noFill/>
          </a:ln>
        </p:spPr>
      </p:sp>
      <p:sp>
        <p:nvSpPr>
          <p:cNvPr id="98" name="wm.library-whiteboard.001.013.001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99" name="wm.library-whiteboard.001.013.002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0" name="wm.library-whiteboard.001.013.003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1" name="wm.library-whiteboard.001.013.004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2" name="wm.library-whiteboard.001.013.005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3" name="wm.library-whiteboard.001.013.006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4" name="wm.library-whiteboard.001.013.007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5" name="wm.library-whiteboard.001.013.008"/>
          <p:cNvSpPr/>
          <p:nvPr/>
        </p:nvSpPr>
        <p:spPr>
          <a:xfrm>
            <a:off x="8953500" y="2057400"/>
            <a:ext cx="38100" cy="38100"/>
          </a:xfrm>
          <a:prstGeom prst="rect">
            <a:avLst/>
          </a:prstGeom>
          <a:solidFill>
            <a:srgbClr val="CED7E6">
              <a:alpha val="86930"/>
            </a:srgbClr>
          </a:solidFill>
          <a:ln>
            <a:noFill/>
          </a:ln>
        </p:spPr>
      </p:sp>
      <p:sp>
        <p:nvSpPr>
          <p:cNvPr id="106" name="wm.library-whiteboard.001.014.001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07" name="wm.library-whiteboard.001.014.002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08" name="wm.library-whiteboard.001.014.003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09" name="wm.library-whiteboard.001.014.004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10" name="wm.library-whiteboard.001.014.005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11" name="wm.library-whiteboard.001.014.006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12" name="wm.library-whiteboard.001.014.007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13" name="wm.library-whiteboard.001.014.008"/>
          <p:cNvSpPr/>
          <p:nvPr/>
        </p:nvSpPr>
        <p:spPr>
          <a:xfrm>
            <a:off x="9182100" y="2057400"/>
            <a:ext cx="38100" cy="38100"/>
          </a:xfrm>
          <a:prstGeom prst="rect">
            <a:avLst/>
          </a:prstGeom>
          <a:solidFill>
            <a:srgbClr val="CED7E6">
              <a:alpha val="94125"/>
            </a:srgbClr>
          </a:solidFill>
          <a:ln>
            <a:noFill/>
          </a:ln>
        </p:spPr>
      </p:sp>
      <p:sp>
        <p:nvSpPr>
          <p:cNvPr id="114" name="wm.library-whiteboard.001.015.001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5" name="wm.library-whiteboard.001.015.002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6" name="wm.library-whiteboard.001.015.003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7" name="wm.library-whiteboard.001.015.004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8" name="wm.library-whiteboard.001.015.005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9" name="wm.library-whiteboard.001.015.006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0" name="wm.library-whiteboard.001.015.007"/>
          <p:cNvSpPr/>
          <p:nvPr/>
        </p:nvSpPr>
        <p:spPr>
          <a:xfrm>
            <a:off x="9410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1" name="wm.library-whiteboard.001.015.008"/>
          <p:cNvSpPr/>
          <p:nvPr/>
        </p:nvSpPr>
        <p:spPr>
          <a:xfrm>
            <a:off x="9410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2" name="wm.library-whiteboard.001.016.001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3" name="wm.library-whiteboard.001.016.002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4" name="wm.library-whiteboard.001.016.003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5" name="wm.library-whiteboard.001.016.004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6" name="wm.library-whiteboard.001.016.005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7" name="wm.library-whiteboard.001.016.006"/>
          <p:cNvSpPr/>
          <p:nvPr/>
        </p:nvSpPr>
        <p:spPr>
          <a:xfrm>
            <a:off x="9639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8" name="wm.library-whiteboard.001.016.007"/>
          <p:cNvSpPr/>
          <p:nvPr/>
        </p:nvSpPr>
        <p:spPr>
          <a:xfrm>
            <a:off x="9639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9" name="wm.library-whiteboard.001.016.008"/>
          <p:cNvSpPr/>
          <p:nvPr/>
        </p:nvSpPr>
        <p:spPr>
          <a:xfrm>
            <a:off x="9639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0" name="wm.library-whiteboard.001.017.001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1" name="wm.library-whiteboard.001.017.002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2" name="wm.library-whiteboard.001.017.003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3" name="wm.library-whiteboard.001.017.004"/>
          <p:cNvSpPr/>
          <p:nvPr/>
        </p:nvSpPr>
        <p:spPr>
          <a:xfrm>
            <a:off x="9867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4" name="wm.library-whiteboard.001.017.005"/>
          <p:cNvSpPr/>
          <p:nvPr/>
        </p:nvSpPr>
        <p:spPr>
          <a:xfrm>
            <a:off x="9867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5" name="wm.library-whiteboard.001.017.006"/>
          <p:cNvSpPr/>
          <p:nvPr/>
        </p:nvSpPr>
        <p:spPr>
          <a:xfrm>
            <a:off x="9867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6" name="wm.library-whiteboard.001.017.007"/>
          <p:cNvSpPr/>
          <p:nvPr/>
        </p:nvSpPr>
        <p:spPr>
          <a:xfrm>
            <a:off x="9867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7" name="wm.library-whiteboard.001.017.008"/>
          <p:cNvSpPr/>
          <p:nvPr/>
        </p:nvSpPr>
        <p:spPr>
          <a:xfrm>
            <a:off x="9867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8" name="wm.library-whiteboard.001.018.001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9" name="wm.library-whiteboard.001.018.002"/>
          <p:cNvSpPr/>
          <p:nvPr/>
        </p:nvSpPr>
        <p:spPr>
          <a:xfrm>
            <a:off x="10096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0" name="wm.library-whiteboard.001.018.003"/>
          <p:cNvSpPr/>
          <p:nvPr/>
        </p:nvSpPr>
        <p:spPr>
          <a:xfrm>
            <a:off x="10096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1" name="wm.library-whiteboard.001.018.004"/>
          <p:cNvSpPr/>
          <p:nvPr/>
        </p:nvSpPr>
        <p:spPr>
          <a:xfrm>
            <a:off x="10096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2" name="wm.library-whiteboard.001.018.005"/>
          <p:cNvSpPr/>
          <p:nvPr/>
        </p:nvSpPr>
        <p:spPr>
          <a:xfrm>
            <a:off x="10096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3" name="wm.library-whiteboard.001.018.006"/>
          <p:cNvSpPr/>
          <p:nvPr/>
        </p:nvSpPr>
        <p:spPr>
          <a:xfrm>
            <a:off x="10096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4" name="wm.library-whiteboard.001.018.007"/>
          <p:cNvSpPr/>
          <p:nvPr/>
        </p:nvSpPr>
        <p:spPr>
          <a:xfrm>
            <a:off x="10096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5" name="wm.library-whiteboard.001.018.008"/>
          <p:cNvSpPr/>
          <p:nvPr/>
        </p:nvSpPr>
        <p:spPr>
          <a:xfrm>
            <a:off x="10096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6" name="wm.library-whiteboard.001.019.001"/>
          <p:cNvSpPr/>
          <p:nvPr/>
        </p:nvSpPr>
        <p:spPr>
          <a:xfrm>
            <a:off x="10325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7" name="wm.library-whiteboard.001.019.002"/>
          <p:cNvSpPr/>
          <p:nvPr/>
        </p:nvSpPr>
        <p:spPr>
          <a:xfrm>
            <a:off x="10325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8" name="wm.library-whiteboard.001.019.003"/>
          <p:cNvSpPr/>
          <p:nvPr/>
        </p:nvSpPr>
        <p:spPr>
          <a:xfrm>
            <a:off x="10325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9" name="wm.library-whiteboard.001.019.004"/>
          <p:cNvSpPr/>
          <p:nvPr/>
        </p:nvSpPr>
        <p:spPr>
          <a:xfrm>
            <a:off x="10325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0" name="wm.library-whiteboard.001.019.005"/>
          <p:cNvSpPr/>
          <p:nvPr/>
        </p:nvSpPr>
        <p:spPr>
          <a:xfrm>
            <a:off x="10325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1" name="wm.library-whiteboard.001.019.006"/>
          <p:cNvSpPr/>
          <p:nvPr/>
        </p:nvSpPr>
        <p:spPr>
          <a:xfrm>
            <a:off x="10325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2" name="wm.library-whiteboard.001.019.007"/>
          <p:cNvSpPr/>
          <p:nvPr/>
        </p:nvSpPr>
        <p:spPr>
          <a:xfrm>
            <a:off x="10325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3" name="wm.library-whiteboard.001.019.008"/>
          <p:cNvSpPr/>
          <p:nvPr/>
        </p:nvSpPr>
        <p:spPr>
          <a:xfrm>
            <a:off x="10325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4" name="wm.library-whiteboard.001.020.001"/>
          <p:cNvSpPr/>
          <p:nvPr/>
        </p:nvSpPr>
        <p:spPr>
          <a:xfrm>
            <a:off x="10553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5" name="wm.library-whiteboard.001.020.002"/>
          <p:cNvSpPr/>
          <p:nvPr/>
        </p:nvSpPr>
        <p:spPr>
          <a:xfrm>
            <a:off x="10553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6" name="wm.library-whiteboard.001.020.003"/>
          <p:cNvSpPr/>
          <p:nvPr/>
        </p:nvSpPr>
        <p:spPr>
          <a:xfrm>
            <a:off x="10553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7" name="wm.library-whiteboard.001.020.004"/>
          <p:cNvSpPr/>
          <p:nvPr/>
        </p:nvSpPr>
        <p:spPr>
          <a:xfrm>
            <a:off x="10553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8" name="wm.library-whiteboard.001.020.005"/>
          <p:cNvSpPr/>
          <p:nvPr/>
        </p:nvSpPr>
        <p:spPr>
          <a:xfrm>
            <a:off x="10553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9" name="wm.library-whiteboard.001.020.006"/>
          <p:cNvSpPr/>
          <p:nvPr/>
        </p:nvSpPr>
        <p:spPr>
          <a:xfrm>
            <a:off x="10553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0" name="wm.library-whiteboard.001.020.007"/>
          <p:cNvSpPr/>
          <p:nvPr/>
        </p:nvSpPr>
        <p:spPr>
          <a:xfrm>
            <a:off x="10553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1" name="wm.library-whiteboard.001.020.008"/>
          <p:cNvSpPr/>
          <p:nvPr/>
        </p:nvSpPr>
        <p:spPr>
          <a:xfrm>
            <a:off x="10553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2" name="wm.library-whiteboard.001.021.001"/>
          <p:cNvSpPr/>
          <p:nvPr/>
        </p:nvSpPr>
        <p:spPr>
          <a:xfrm>
            <a:off x="10782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3" name="wm.library-whiteboard.001.021.002"/>
          <p:cNvSpPr/>
          <p:nvPr/>
        </p:nvSpPr>
        <p:spPr>
          <a:xfrm>
            <a:off x="10782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4" name="wm.library-whiteboard.001.021.003"/>
          <p:cNvSpPr/>
          <p:nvPr/>
        </p:nvSpPr>
        <p:spPr>
          <a:xfrm>
            <a:off x="10782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5" name="wm.library-whiteboard.001.021.004"/>
          <p:cNvSpPr/>
          <p:nvPr/>
        </p:nvSpPr>
        <p:spPr>
          <a:xfrm>
            <a:off x="10782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6" name="wm.library-whiteboard.001.021.005"/>
          <p:cNvSpPr/>
          <p:nvPr/>
        </p:nvSpPr>
        <p:spPr>
          <a:xfrm>
            <a:off x="10782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7" name="wm.library-whiteboard.001.021.006"/>
          <p:cNvSpPr/>
          <p:nvPr/>
        </p:nvSpPr>
        <p:spPr>
          <a:xfrm>
            <a:off x="10782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8" name="wm.library-whiteboard.001.021.007"/>
          <p:cNvSpPr/>
          <p:nvPr/>
        </p:nvSpPr>
        <p:spPr>
          <a:xfrm>
            <a:off x="10782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9" name="wm.library-whiteboard.001.021.008"/>
          <p:cNvSpPr/>
          <p:nvPr/>
        </p:nvSpPr>
        <p:spPr>
          <a:xfrm>
            <a:off x="10782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0" name="wm.library-whiteboard.001.022.001"/>
          <p:cNvSpPr/>
          <p:nvPr/>
        </p:nvSpPr>
        <p:spPr>
          <a:xfrm>
            <a:off x="11010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1" name="wm.library-whiteboard.001.022.002"/>
          <p:cNvSpPr/>
          <p:nvPr/>
        </p:nvSpPr>
        <p:spPr>
          <a:xfrm>
            <a:off x="11010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2" name="wm.library-whiteboard.001.022.003"/>
          <p:cNvSpPr/>
          <p:nvPr/>
        </p:nvSpPr>
        <p:spPr>
          <a:xfrm>
            <a:off x="11010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3" name="wm.library-whiteboard.001.022.004"/>
          <p:cNvSpPr/>
          <p:nvPr/>
        </p:nvSpPr>
        <p:spPr>
          <a:xfrm>
            <a:off x="11010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4" name="wm.library-whiteboard.001.022.005"/>
          <p:cNvSpPr/>
          <p:nvPr/>
        </p:nvSpPr>
        <p:spPr>
          <a:xfrm>
            <a:off x="11010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5" name="wm.library-whiteboard.001.022.006"/>
          <p:cNvSpPr/>
          <p:nvPr/>
        </p:nvSpPr>
        <p:spPr>
          <a:xfrm>
            <a:off x="11010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6" name="wm.library-whiteboard.001.022.007"/>
          <p:cNvSpPr/>
          <p:nvPr/>
        </p:nvSpPr>
        <p:spPr>
          <a:xfrm>
            <a:off x="11010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7" name="wm.library-whiteboard.001.022.008"/>
          <p:cNvSpPr/>
          <p:nvPr/>
        </p:nvSpPr>
        <p:spPr>
          <a:xfrm>
            <a:off x="11010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8" name="wm.library-whiteboard.001.023.001"/>
          <p:cNvSpPr/>
          <p:nvPr/>
        </p:nvSpPr>
        <p:spPr>
          <a:xfrm>
            <a:off x="11239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9" name="wm.library-whiteboard.001.023.002"/>
          <p:cNvSpPr/>
          <p:nvPr/>
        </p:nvSpPr>
        <p:spPr>
          <a:xfrm>
            <a:off x="11239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0" name="wm.library-whiteboard.001.023.003"/>
          <p:cNvSpPr/>
          <p:nvPr/>
        </p:nvSpPr>
        <p:spPr>
          <a:xfrm>
            <a:off x="11239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1" name="wm.library-whiteboard.001.023.004"/>
          <p:cNvSpPr/>
          <p:nvPr/>
        </p:nvSpPr>
        <p:spPr>
          <a:xfrm>
            <a:off x="11239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2" name="wm.library-whiteboard.001.023.005"/>
          <p:cNvSpPr/>
          <p:nvPr/>
        </p:nvSpPr>
        <p:spPr>
          <a:xfrm>
            <a:off x="11239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3" name="wm.library-whiteboard.001.023.006"/>
          <p:cNvSpPr/>
          <p:nvPr/>
        </p:nvSpPr>
        <p:spPr>
          <a:xfrm>
            <a:off x="11239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4" name="wm.library-whiteboard.001.023.007"/>
          <p:cNvSpPr/>
          <p:nvPr/>
        </p:nvSpPr>
        <p:spPr>
          <a:xfrm>
            <a:off x="11239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5" name="wm.library-whiteboard.001.023.008"/>
          <p:cNvSpPr/>
          <p:nvPr/>
        </p:nvSpPr>
        <p:spPr>
          <a:xfrm>
            <a:off x="11239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6" name="wm.library-whiteboard.001.024.001"/>
          <p:cNvSpPr/>
          <p:nvPr/>
        </p:nvSpPr>
        <p:spPr>
          <a:xfrm>
            <a:off x="11468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7" name="wm.library-whiteboard.001.024.002"/>
          <p:cNvSpPr/>
          <p:nvPr/>
        </p:nvSpPr>
        <p:spPr>
          <a:xfrm>
            <a:off x="11468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8" name="wm.library-whiteboard.001.024.003"/>
          <p:cNvSpPr/>
          <p:nvPr/>
        </p:nvSpPr>
        <p:spPr>
          <a:xfrm>
            <a:off x="11468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9" name="wm.library-whiteboard.001.024.004"/>
          <p:cNvSpPr/>
          <p:nvPr/>
        </p:nvSpPr>
        <p:spPr>
          <a:xfrm>
            <a:off x="11468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0" name="wm.library-whiteboard.001.024.005"/>
          <p:cNvSpPr/>
          <p:nvPr/>
        </p:nvSpPr>
        <p:spPr>
          <a:xfrm>
            <a:off x="11468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1" name="wm.library-whiteboard.001.024.006"/>
          <p:cNvSpPr/>
          <p:nvPr/>
        </p:nvSpPr>
        <p:spPr>
          <a:xfrm>
            <a:off x="11468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2" name="wm.library-whiteboard.001.024.007"/>
          <p:cNvSpPr/>
          <p:nvPr/>
        </p:nvSpPr>
        <p:spPr>
          <a:xfrm>
            <a:off x="11468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3" name="wm.library-whiteboard.001.024.008"/>
          <p:cNvSpPr/>
          <p:nvPr/>
        </p:nvSpPr>
        <p:spPr>
          <a:xfrm>
            <a:off x="11468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4" name="wm.library-whiteboard.002.001.001"/>
          <p:cNvSpPr/>
          <p:nvPr/>
        </p:nvSpPr>
        <p:spPr>
          <a:xfrm>
            <a:off x="723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5" name="wm.library-whiteboard.002.001.002"/>
          <p:cNvSpPr/>
          <p:nvPr/>
        </p:nvSpPr>
        <p:spPr>
          <a:xfrm>
            <a:off x="723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6" name="wm.library-whiteboard.002.002.001"/>
          <p:cNvSpPr/>
          <p:nvPr/>
        </p:nvSpPr>
        <p:spPr>
          <a:xfrm>
            <a:off x="952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7" name="wm.library-whiteboard.002.002.002"/>
          <p:cNvSpPr/>
          <p:nvPr/>
        </p:nvSpPr>
        <p:spPr>
          <a:xfrm>
            <a:off x="952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8" name="wm.library-whiteboard.002.003.001"/>
          <p:cNvSpPr/>
          <p:nvPr/>
        </p:nvSpPr>
        <p:spPr>
          <a:xfrm>
            <a:off x="1181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9" name="wm.library-whiteboard.002.003.002"/>
          <p:cNvSpPr/>
          <p:nvPr/>
        </p:nvSpPr>
        <p:spPr>
          <a:xfrm>
            <a:off x="1181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0" name="wm.library-whiteboard.002.004.001"/>
          <p:cNvSpPr/>
          <p:nvPr/>
        </p:nvSpPr>
        <p:spPr>
          <a:xfrm>
            <a:off x="1409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1" name="wm.library-whiteboard.002.004.002"/>
          <p:cNvSpPr/>
          <p:nvPr/>
        </p:nvSpPr>
        <p:spPr>
          <a:xfrm>
            <a:off x="1409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2" name="wm.library-whiteboard.002.005.001"/>
          <p:cNvSpPr/>
          <p:nvPr/>
        </p:nvSpPr>
        <p:spPr>
          <a:xfrm>
            <a:off x="1638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3" name="wm.library-whiteboard.002.005.002"/>
          <p:cNvSpPr/>
          <p:nvPr/>
        </p:nvSpPr>
        <p:spPr>
          <a:xfrm>
            <a:off x="1638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4" name="wm.library-whiteboard.002.006.001"/>
          <p:cNvSpPr/>
          <p:nvPr/>
        </p:nvSpPr>
        <p:spPr>
          <a:xfrm>
            <a:off x="1866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5" name="wm.library-whiteboard.002.006.002"/>
          <p:cNvSpPr/>
          <p:nvPr/>
        </p:nvSpPr>
        <p:spPr>
          <a:xfrm>
            <a:off x="1866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6" name="wm.library-whiteboard.002.007.001"/>
          <p:cNvSpPr/>
          <p:nvPr/>
        </p:nvSpPr>
        <p:spPr>
          <a:xfrm>
            <a:off x="2095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7" name="wm.library-whiteboard.002.007.002"/>
          <p:cNvSpPr/>
          <p:nvPr/>
        </p:nvSpPr>
        <p:spPr>
          <a:xfrm>
            <a:off x="2095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8" name="wm.library-whiteboard.002.008.001"/>
          <p:cNvSpPr/>
          <p:nvPr/>
        </p:nvSpPr>
        <p:spPr>
          <a:xfrm>
            <a:off x="2324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9" name="wm.library-whiteboard.002.008.002"/>
          <p:cNvSpPr/>
          <p:nvPr/>
        </p:nvSpPr>
        <p:spPr>
          <a:xfrm>
            <a:off x="2324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0" name="wm.library-whiteboard.002.009.001"/>
          <p:cNvSpPr/>
          <p:nvPr/>
        </p:nvSpPr>
        <p:spPr>
          <a:xfrm>
            <a:off x="2552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1" name="wm.library-whiteboard.002.009.002"/>
          <p:cNvSpPr/>
          <p:nvPr/>
        </p:nvSpPr>
        <p:spPr>
          <a:xfrm>
            <a:off x="2552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2" name="wm.library-whiteboard.002.010.001"/>
          <p:cNvSpPr/>
          <p:nvPr/>
        </p:nvSpPr>
        <p:spPr>
          <a:xfrm>
            <a:off x="2781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3" name="wm.library-whiteboard.002.010.002"/>
          <p:cNvSpPr/>
          <p:nvPr/>
        </p:nvSpPr>
        <p:spPr>
          <a:xfrm>
            <a:off x="2781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4" name="wm.library-whiteboard.002.011.001"/>
          <p:cNvSpPr/>
          <p:nvPr/>
        </p:nvSpPr>
        <p:spPr>
          <a:xfrm>
            <a:off x="3009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5" name="wm.library-whiteboard.002.011.002"/>
          <p:cNvSpPr/>
          <p:nvPr/>
        </p:nvSpPr>
        <p:spPr>
          <a:xfrm>
            <a:off x="3009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6" name="wm.library-whiteboard.002.012.001"/>
          <p:cNvSpPr/>
          <p:nvPr/>
        </p:nvSpPr>
        <p:spPr>
          <a:xfrm>
            <a:off x="3238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7" name="wm.library-whiteboard.002.012.002"/>
          <p:cNvSpPr/>
          <p:nvPr/>
        </p:nvSpPr>
        <p:spPr>
          <a:xfrm>
            <a:off x="3238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8" name="wm.library-whiteboard.002.013.001"/>
          <p:cNvSpPr/>
          <p:nvPr/>
        </p:nvSpPr>
        <p:spPr>
          <a:xfrm>
            <a:off x="3467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9" name="wm.library-whiteboard.002.013.002"/>
          <p:cNvSpPr/>
          <p:nvPr/>
        </p:nvSpPr>
        <p:spPr>
          <a:xfrm>
            <a:off x="3467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0" name="wm.library-whiteboard.002.014.001"/>
          <p:cNvSpPr/>
          <p:nvPr/>
        </p:nvSpPr>
        <p:spPr>
          <a:xfrm>
            <a:off x="3695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1" name="wm.library-whiteboard.002.014.002"/>
          <p:cNvSpPr/>
          <p:nvPr/>
        </p:nvSpPr>
        <p:spPr>
          <a:xfrm>
            <a:off x="3695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2" name="wm.library-whiteboard.002.015.001"/>
          <p:cNvSpPr/>
          <p:nvPr/>
        </p:nvSpPr>
        <p:spPr>
          <a:xfrm>
            <a:off x="3924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3" name="wm.library-whiteboard.002.015.002"/>
          <p:cNvSpPr/>
          <p:nvPr/>
        </p:nvSpPr>
        <p:spPr>
          <a:xfrm>
            <a:off x="3924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4" name="wm.library-whiteboard.002.016.001"/>
          <p:cNvSpPr/>
          <p:nvPr/>
        </p:nvSpPr>
        <p:spPr>
          <a:xfrm>
            <a:off x="4152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5" name="wm.library-whiteboard.002.016.002"/>
          <p:cNvSpPr/>
          <p:nvPr/>
        </p:nvSpPr>
        <p:spPr>
          <a:xfrm>
            <a:off x="4152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6" name="wm.library-whiteboard.002.017.001"/>
          <p:cNvSpPr/>
          <p:nvPr/>
        </p:nvSpPr>
        <p:spPr>
          <a:xfrm>
            <a:off x="4381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7" name="wm.library-whiteboard.002.017.002"/>
          <p:cNvSpPr/>
          <p:nvPr/>
        </p:nvSpPr>
        <p:spPr>
          <a:xfrm>
            <a:off x="4381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8" name="wm.library-whiteboard.002.018.001"/>
          <p:cNvSpPr/>
          <p:nvPr/>
        </p:nvSpPr>
        <p:spPr>
          <a:xfrm>
            <a:off x="4610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9" name="wm.library-whiteboard.002.018.002"/>
          <p:cNvSpPr/>
          <p:nvPr/>
        </p:nvSpPr>
        <p:spPr>
          <a:xfrm>
            <a:off x="4610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0" name="wm.library-whiteboard.002.019.001"/>
          <p:cNvSpPr/>
          <p:nvPr/>
        </p:nvSpPr>
        <p:spPr>
          <a:xfrm>
            <a:off x="4838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1" name="wm.library-whiteboard.002.019.002"/>
          <p:cNvSpPr/>
          <p:nvPr/>
        </p:nvSpPr>
        <p:spPr>
          <a:xfrm>
            <a:off x="4838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2" name="wm.library-whiteboard.002.020.001"/>
          <p:cNvSpPr/>
          <p:nvPr/>
        </p:nvSpPr>
        <p:spPr>
          <a:xfrm>
            <a:off x="5067300" y="5486400"/>
            <a:ext cx="38100" cy="38100"/>
          </a:xfrm>
          <a:prstGeom prst="rect">
            <a:avLst/>
          </a:prstGeom>
          <a:solidFill>
            <a:srgbClr val="CED7E6">
              <a:alpha val="99234"/>
            </a:srgbClr>
          </a:solidFill>
          <a:ln>
            <a:noFill/>
          </a:ln>
        </p:spPr>
      </p:sp>
      <p:sp>
        <p:nvSpPr>
          <p:cNvPr id="233" name="wm.library-whiteboard.002.020.002"/>
          <p:cNvSpPr/>
          <p:nvPr/>
        </p:nvSpPr>
        <p:spPr>
          <a:xfrm>
            <a:off x="5067300" y="5715000"/>
            <a:ext cx="38100" cy="38100"/>
          </a:xfrm>
          <a:prstGeom prst="rect">
            <a:avLst/>
          </a:prstGeom>
          <a:solidFill>
            <a:srgbClr val="CED7E6">
              <a:alpha val="99234"/>
            </a:srgbClr>
          </a:solidFill>
          <a:ln>
            <a:noFill/>
          </a:ln>
        </p:spPr>
      </p:sp>
      <p:sp>
        <p:nvSpPr>
          <p:cNvPr id="234" name="wm.library-whiteboard.002.021.001"/>
          <p:cNvSpPr/>
          <p:nvPr/>
        </p:nvSpPr>
        <p:spPr>
          <a:xfrm>
            <a:off x="5295900" y="5486400"/>
            <a:ext cx="38100" cy="38100"/>
          </a:xfrm>
          <a:prstGeom prst="rect">
            <a:avLst/>
          </a:prstGeom>
          <a:solidFill>
            <a:srgbClr val="CED7E6">
              <a:alpha val="95701"/>
            </a:srgbClr>
          </a:solidFill>
          <a:ln>
            <a:noFill/>
          </a:ln>
        </p:spPr>
      </p:sp>
      <p:sp>
        <p:nvSpPr>
          <p:cNvPr id="235" name="wm.library-whiteboard.002.021.002"/>
          <p:cNvSpPr/>
          <p:nvPr/>
        </p:nvSpPr>
        <p:spPr>
          <a:xfrm>
            <a:off x="5295900" y="5715000"/>
            <a:ext cx="38100" cy="38100"/>
          </a:xfrm>
          <a:prstGeom prst="rect">
            <a:avLst/>
          </a:prstGeom>
          <a:solidFill>
            <a:srgbClr val="CED7E6">
              <a:alpha val="95701"/>
            </a:srgbClr>
          </a:solidFill>
          <a:ln>
            <a:noFill/>
          </a:ln>
        </p:spPr>
      </p:sp>
      <p:sp>
        <p:nvSpPr>
          <p:cNvPr id="236" name="wm.library-whiteboard.002.022.001"/>
          <p:cNvSpPr/>
          <p:nvPr/>
        </p:nvSpPr>
        <p:spPr>
          <a:xfrm>
            <a:off x="5524500" y="5486400"/>
            <a:ext cx="38100" cy="38100"/>
          </a:xfrm>
          <a:prstGeom prst="rect">
            <a:avLst/>
          </a:prstGeom>
          <a:solidFill>
            <a:srgbClr val="CED7E6">
              <a:alpha val="92167"/>
            </a:srgbClr>
          </a:solidFill>
          <a:ln>
            <a:noFill/>
          </a:ln>
        </p:spPr>
      </p:sp>
      <p:sp>
        <p:nvSpPr>
          <p:cNvPr id="237" name="wm.library-whiteboard.002.022.002"/>
          <p:cNvSpPr/>
          <p:nvPr/>
        </p:nvSpPr>
        <p:spPr>
          <a:xfrm>
            <a:off x="5524500" y="5715000"/>
            <a:ext cx="38100" cy="38100"/>
          </a:xfrm>
          <a:prstGeom prst="rect">
            <a:avLst/>
          </a:prstGeom>
          <a:solidFill>
            <a:srgbClr val="CED7E6">
              <a:alpha val="92167"/>
            </a:srgbClr>
          </a:solidFill>
          <a:ln>
            <a:noFill/>
          </a:ln>
        </p:spPr>
      </p:sp>
      <p:sp>
        <p:nvSpPr>
          <p:cNvPr id="238" name="wm.library-whiteboard.002.023.001"/>
          <p:cNvSpPr/>
          <p:nvPr/>
        </p:nvSpPr>
        <p:spPr>
          <a:xfrm>
            <a:off x="5753100" y="5486400"/>
            <a:ext cx="38100" cy="38100"/>
          </a:xfrm>
          <a:prstGeom prst="rect">
            <a:avLst/>
          </a:prstGeom>
          <a:solidFill>
            <a:srgbClr val="CED7E6">
              <a:alpha val="88634"/>
            </a:srgbClr>
          </a:solidFill>
          <a:ln>
            <a:noFill/>
          </a:ln>
        </p:spPr>
      </p:sp>
      <p:sp>
        <p:nvSpPr>
          <p:cNvPr id="239" name="wm.library-whiteboard.002.023.002"/>
          <p:cNvSpPr/>
          <p:nvPr/>
        </p:nvSpPr>
        <p:spPr>
          <a:xfrm>
            <a:off x="5753100" y="5715000"/>
            <a:ext cx="38100" cy="38100"/>
          </a:xfrm>
          <a:prstGeom prst="rect">
            <a:avLst/>
          </a:prstGeom>
          <a:solidFill>
            <a:srgbClr val="CED7E6">
              <a:alpha val="88634"/>
            </a:srgbClr>
          </a:solidFill>
          <a:ln>
            <a:noFill/>
          </a:ln>
        </p:spPr>
      </p:sp>
      <p:sp>
        <p:nvSpPr>
          <p:cNvPr id="240" name="wm.library-whiteboard.002.024.001"/>
          <p:cNvSpPr/>
          <p:nvPr/>
        </p:nvSpPr>
        <p:spPr>
          <a:xfrm>
            <a:off x="5981700" y="5486400"/>
            <a:ext cx="38100" cy="38100"/>
          </a:xfrm>
          <a:prstGeom prst="rect">
            <a:avLst/>
          </a:prstGeom>
          <a:solidFill>
            <a:srgbClr val="CED7E6">
              <a:alpha val="85100"/>
            </a:srgbClr>
          </a:solidFill>
          <a:ln>
            <a:noFill/>
          </a:ln>
        </p:spPr>
      </p:sp>
      <p:sp>
        <p:nvSpPr>
          <p:cNvPr id="241" name="wm.library-whiteboard.002.024.002"/>
          <p:cNvSpPr/>
          <p:nvPr/>
        </p:nvSpPr>
        <p:spPr>
          <a:xfrm>
            <a:off x="5981700" y="5715000"/>
            <a:ext cx="38100" cy="38100"/>
          </a:xfrm>
          <a:prstGeom prst="rect">
            <a:avLst/>
          </a:prstGeom>
          <a:solidFill>
            <a:srgbClr val="CED7E6">
              <a:alpha val="85100"/>
            </a:srgbClr>
          </a:solidFill>
          <a:ln>
            <a:noFill/>
          </a:ln>
        </p:spPr>
      </p:sp>
      <p:sp>
        <p:nvSpPr>
          <p:cNvPr id="242" name="wm.library-whiteboard.002.025.001"/>
          <p:cNvSpPr/>
          <p:nvPr/>
        </p:nvSpPr>
        <p:spPr>
          <a:xfrm>
            <a:off x="6210300" y="5486400"/>
            <a:ext cx="38100" cy="38100"/>
          </a:xfrm>
          <a:prstGeom prst="rect">
            <a:avLst/>
          </a:prstGeom>
          <a:solidFill>
            <a:srgbClr val="CED7E6">
              <a:alpha val="81567"/>
            </a:srgbClr>
          </a:solidFill>
          <a:ln>
            <a:noFill/>
          </a:ln>
        </p:spPr>
      </p:sp>
      <p:sp>
        <p:nvSpPr>
          <p:cNvPr id="243" name="wm.library-whiteboard.002.025.002"/>
          <p:cNvSpPr/>
          <p:nvPr/>
        </p:nvSpPr>
        <p:spPr>
          <a:xfrm>
            <a:off x="6210300" y="5715000"/>
            <a:ext cx="38100" cy="38100"/>
          </a:xfrm>
          <a:prstGeom prst="rect">
            <a:avLst/>
          </a:prstGeom>
          <a:solidFill>
            <a:srgbClr val="CED7E6">
              <a:alpha val="81567"/>
            </a:srgbClr>
          </a:solidFill>
          <a:ln>
            <a:noFill/>
          </a:ln>
        </p:spPr>
      </p:sp>
      <p:sp>
        <p:nvSpPr>
          <p:cNvPr id="244" name="wm.library-whiteboard.002.026.001"/>
          <p:cNvSpPr/>
          <p:nvPr/>
        </p:nvSpPr>
        <p:spPr>
          <a:xfrm>
            <a:off x="6438900" y="5486400"/>
            <a:ext cx="38100" cy="38100"/>
          </a:xfrm>
          <a:prstGeom prst="rect">
            <a:avLst/>
          </a:prstGeom>
          <a:solidFill>
            <a:srgbClr val="CED7E6">
              <a:alpha val="78033"/>
            </a:srgbClr>
          </a:solidFill>
          <a:ln>
            <a:noFill/>
          </a:ln>
        </p:spPr>
      </p:sp>
      <p:sp>
        <p:nvSpPr>
          <p:cNvPr id="245" name="wm.library-whiteboard.002.026.002"/>
          <p:cNvSpPr/>
          <p:nvPr/>
        </p:nvSpPr>
        <p:spPr>
          <a:xfrm>
            <a:off x="6438900" y="5715000"/>
            <a:ext cx="38100" cy="38100"/>
          </a:xfrm>
          <a:prstGeom prst="rect">
            <a:avLst/>
          </a:prstGeom>
          <a:solidFill>
            <a:srgbClr val="CED7E6">
              <a:alpha val="78033"/>
            </a:srgbClr>
          </a:solidFill>
          <a:ln>
            <a:noFill/>
          </a:ln>
        </p:spPr>
      </p:sp>
      <p:sp>
        <p:nvSpPr>
          <p:cNvPr id="246" name="wm.library-whiteboard.002.027.001"/>
          <p:cNvSpPr/>
          <p:nvPr/>
        </p:nvSpPr>
        <p:spPr>
          <a:xfrm>
            <a:off x="6667500" y="5486400"/>
            <a:ext cx="38100" cy="38100"/>
          </a:xfrm>
          <a:prstGeom prst="rect">
            <a:avLst/>
          </a:prstGeom>
          <a:solidFill>
            <a:srgbClr val="CED7E6">
              <a:alpha val="74499"/>
            </a:srgbClr>
          </a:solidFill>
          <a:ln>
            <a:noFill/>
          </a:ln>
        </p:spPr>
      </p:sp>
      <p:sp>
        <p:nvSpPr>
          <p:cNvPr id="247" name="wm.library-whiteboard.002.027.002"/>
          <p:cNvSpPr/>
          <p:nvPr/>
        </p:nvSpPr>
        <p:spPr>
          <a:xfrm>
            <a:off x="6667500" y="5715000"/>
            <a:ext cx="38100" cy="38100"/>
          </a:xfrm>
          <a:prstGeom prst="rect">
            <a:avLst/>
          </a:prstGeom>
          <a:solidFill>
            <a:srgbClr val="CED7E6">
              <a:alpha val="74499"/>
            </a:srgbClr>
          </a:solidFill>
          <a:ln>
            <a:noFill/>
          </a:ln>
        </p:spPr>
      </p:sp>
      <p:sp>
        <p:nvSpPr>
          <p:cNvPr id="248" name="wm.library-whiteboard.002.028.001"/>
          <p:cNvSpPr/>
          <p:nvPr/>
        </p:nvSpPr>
        <p:spPr>
          <a:xfrm>
            <a:off x="6896100" y="5486400"/>
            <a:ext cx="38100" cy="38100"/>
          </a:xfrm>
          <a:prstGeom prst="rect">
            <a:avLst/>
          </a:prstGeom>
          <a:solidFill>
            <a:srgbClr val="CED7E6">
              <a:alpha val="70966"/>
            </a:srgbClr>
          </a:solidFill>
          <a:ln>
            <a:noFill/>
          </a:ln>
        </p:spPr>
      </p:sp>
      <p:sp>
        <p:nvSpPr>
          <p:cNvPr id="249" name="wm.library-whiteboard.002.028.002"/>
          <p:cNvSpPr/>
          <p:nvPr/>
        </p:nvSpPr>
        <p:spPr>
          <a:xfrm>
            <a:off x="6896100" y="5715000"/>
            <a:ext cx="38100" cy="38100"/>
          </a:xfrm>
          <a:prstGeom prst="rect">
            <a:avLst/>
          </a:prstGeom>
          <a:solidFill>
            <a:srgbClr val="CED7E6">
              <a:alpha val="70966"/>
            </a:srgbClr>
          </a:solidFill>
          <a:ln>
            <a:noFill/>
          </a:ln>
        </p:spPr>
      </p:sp>
      <p:sp>
        <p:nvSpPr>
          <p:cNvPr id="250" name="wm.library-whiteboard.002.029.001"/>
          <p:cNvSpPr/>
          <p:nvPr/>
        </p:nvSpPr>
        <p:spPr>
          <a:xfrm>
            <a:off x="7124700" y="5486400"/>
            <a:ext cx="38100" cy="38100"/>
          </a:xfrm>
          <a:prstGeom prst="rect">
            <a:avLst/>
          </a:prstGeom>
          <a:solidFill>
            <a:srgbClr val="CED7E6">
              <a:alpha val="67432"/>
            </a:srgbClr>
          </a:solidFill>
          <a:ln>
            <a:noFill/>
          </a:ln>
        </p:spPr>
      </p:sp>
      <p:sp>
        <p:nvSpPr>
          <p:cNvPr id="251" name="wm.library-whiteboard.002.029.002"/>
          <p:cNvSpPr/>
          <p:nvPr/>
        </p:nvSpPr>
        <p:spPr>
          <a:xfrm>
            <a:off x="7124700" y="5715000"/>
            <a:ext cx="38100" cy="38100"/>
          </a:xfrm>
          <a:prstGeom prst="rect">
            <a:avLst/>
          </a:prstGeom>
          <a:solidFill>
            <a:srgbClr val="CED7E6">
              <a:alpha val="67432"/>
            </a:srgbClr>
          </a:solidFill>
          <a:ln>
            <a:noFill/>
          </a:ln>
        </p:spPr>
      </p:sp>
      <p:sp>
        <p:nvSpPr>
          <p:cNvPr id="252" name="wm.library-whiteboard.002.030.001"/>
          <p:cNvSpPr/>
          <p:nvPr/>
        </p:nvSpPr>
        <p:spPr>
          <a:xfrm>
            <a:off x="7353300" y="5486400"/>
            <a:ext cx="38100" cy="38100"/>
          </a:xfrm>
          <a:prstGeom prst="rect">
            <a:avLst/>
          </a:prstGeom>
          <a:solidFill>
            <a:srgbClr val="CED7E6">
              <a:alpha val="63899"/>
            </a:srgbClr>
          </a:solidFill>
          <a:ln>
            <a:noFill/>
          </a:ln>
        </p:spPr>
      </p:sp>
      <p:sp>
        <p:nvSpPr>
          <p:cNvPr id="253" name="wm.library-whiteboard.002.030.002"/>
          <p:cNvSpPr/>
          <p:nvPr/>
        </p:nvSpPr>
        <p:spPr>
          <a:xfrm>
            <a:off x="7353300" y="5715000"/>
            <a:ext cx="38100" cy="38100"/>
          </a:xfrm>
          <a:prstGeom prst="rect">
            <a:avLst/>
          </a:prstGeom>
          <a:solidFill>
            <a:srgbClr val="CED7E6">
              <a:alpha val="63899"/>
            </a:srgbClr>
          </a:solidFill>
          <a:ln>
            <a:noFill/>
          </a:ln>
        </p:spPr>
      </p:sp>
      <p:sp>
        <p:nvSpPr>
          <p:cNvPr id="254" name="wm.library-whiteboard.002.031.001"/>
          <p:cNvSpPr/>
          <p:nvPr/>
        </p:nvSpPr>
        <p:spPr>
          <a:xfrm>
            <a:off x="7581900" y="5486400"/>
            <a:ext cx="38100" cy="38100"/>
          </a:xfrm>
          <a:prstGeom prst="rect">
            <a:avLst/>
          </a:prstGeom>
          <a:solidFill>
            <a:srgbClr val="CED7E6">
              <a:alpha val="60365"/>
            </a:srgbClr>
          </a:solidFill>
          <a:ln>
            <a:noFill/>
          </a:ln>
        </p:spPr>
      </p:sp>
      <p:sp>
        <p:nvSpPr>
          <p:cNvPr id="255" name="wm.library-whiteboard.002.031.002"/>
          <p:cNvSpPr/>
          <p:nvPr/>
        </p:nvSpPr>
        <p:spPr>
          <a:xfrm>
            <a:off x="7581900" y="5715000"/>
            <a:ext cx="38100" cy="38100"/>
          </a:xfrm>
          <a:prstGeom prst="rect">
            <a:avLst/>
          </a:prstGeom>
          <a:solidFill>
            <a:srgbClr val="CED7E6">
              <a:alpha val="60365"/>
            </a:srgbClr>
          </a:solidFill>
          <a:ln>
            <a:noFill/>
          </a:ln>
        </p:spPr>
      </p:sp>
      <p:sp>
        <p:nvSpPr>
          <p:cNvPr id="256" name="wm.library-whiteboard.002.032.001"/>
          <p:cNvSpPr/>
          <p:nvPr/>
        </p:nvSpPr>
        <p:spPr>
          <a:xfrm>
            <a:off x="7810500" y="5486400"/>
            <a:ext cx="38100" cy="38100"/>
          </a:xfrm>
          <a:prstGeom prst="rect">
            <a:avLst/>
          </a:prstGeom>
          <a:solidFill>
            <a:srgbClr val="CED7E6">
              <a:alpha val="56832"/>
            </a:srgbClr>
          </a:solidFill>
          <a:ln>
            <a:noFill/>
          </a:ln>
        </p:spPr>
      </p:sp>
      <p:sp>
        <p:nvSpPr>
          <p:cNvPr id="257" name="wm.library-whiteboard.002.032.002"/>
          <p:cNvSpPr/>
          <p:nvPr/>
        </p:nvSpPr>
        <p:spPr>
          <a:xfrm>
            <a:off x="7810500" y="5715000"/>
            <a:ext cx="38100" cy="38100"/>
          </a:xfrm>
          <a:prstGeom prst="rect">
            <a:avLst/>
          </a:prstGeom>
          <a:solidFill>
            <a:srgbClr val="CED7E6">
              <a:alpha val="56832"/>
            </a:srgbClr>
          </a:solidFill>
          <a:ln>
            <a:noFill/>
          </a:ln>
        </p:spPr>
      </p:sp>
      <p:sp>
        <p:nvSpPr>
          <p:cNvPr id="258" name="wm.library-whiteboard.002.033.001"/>
          <p:cNvSpPr/>
          <p:nvPr/>
        </p:nvSpPr>
        <p:spPr>
          <a:xfrm>
            <a:off x="8039100" y="5486400"/>
            <a:ext cx="38100" cy="38100"/>
          </a:xfrm>
          <a:prstGeom prst="rect">
            <a:avLst/>
          </a:prstGeom>
          <a:solidFill>
            <a:srgbClr val="CED7E6">
              <a:alpha val="53298"/>
            </a:srgbClr>
          </a:solidFill>
          <a:ln>
            <a:noFill/>
          </a:ln>
        </p:spPr>
      </p:sp>
      <p:sp>
        <p:nvSpPr>
          <p:cNvPr id="259" name="wm.library-whiteboard.002.033.002"/>
          <p:cNvSpPr/>
          <p:nvPr/>
        </p:nvSpPr>
        <p:spPr>
          <a:xfrm>
            <a:off x="8039100" y="5715000"/>
            <a:ext cx="38100" cy="38100"/>
          </a:xfrm>
          <a:prstGeom prst="rect">
            <a:avLst/>
          </a:prstGeom>
          <a:solidFill>
            <a:srgbClr val="CED7E6">
              <a:alpha val="53298"/>
            </a:srgbClr>
          </a:solidFill>
          <a:ln>
            <a:noFill/>
          </a:ln>
        </p:spPr>
      </p:sp>
      <p:sp>
        <p:nvSpPr>
          <p:cNvPr id="260" name="wm.library-whiteboard.002.034.001"/>
          <p:cNvSpPr/>
          <p:nvPr/>
        </p:nvSpPr>
        <p:spPr>
          <a:xfrm>
            <a:off x="8267700" y="5486400"/>
            <a:ext cx="38100" cy="38100"/>
          </a:xfrm>
          <a:prstGeom prst="rect">
            <a:avLst/>
          </a:prstGeom>
          <a:solidFill>
            <a:srgbClr val="CED7E6">
              <a:alpha val="49764"/>
            </a:srgbClr>
          </a:solidFill>
          <a:ln>
            <a:noFill/>
          </a:ln>
        </p:spPr>
      </p:sp>
      <p:sp>
        <p:nvSpPr>
          <p:cNvPr id="261" name="wm.library-whiteboard.002.034.002"/>
          <p:cNvSpPr/>
          <p:nvPr/>
        </p:nvSpPr>
        <p:spPr>
          <a:xfrm>
            <a:off x="8267700" y="5715000"/>
            <a:ext cx="38100" cy="38100"/>
          </a:xfrm>
          <a:prstGeom prst="rect">
            <a:avLst/>
          </a:prstGeom>
          <a:solidFill>
            <a:srgbClr val="CED7E6">
              <a:alpha val="49764"/>
            </a:srgbClr>
          </a:solidFill>
          <a:ln>
            <a:noFill/>
          </a:ln>
        </p:spPr>
      </p:sp>
      <p:sp>
        <p:nvSpPr>
          <p:cNvPr id="262" name="wm.library-whiteboard.002.035.001"/>
          <p:cNvSpPr/>
          <p:nvPr/>
        </p:nvSpPr>
        <p:spPr>
          <a:xfrm>
            <a:off x="8496300" y="5486400"/>
            <a:ext cx="38100" cy="38100"/>
          </a:xfrm>
          <a:prstGeom prst="rect">
            <a:avLst/>
          </a:prstGeom>
          <a:solidFill>
            <a:srgbClr val="CED7E6">
              <a:alpha val="46231"/>
            </a:srgbClr>
          </a:solidFill>
          <a:ln>
            <a:noFill/>
          </a:ln>
        </p:spPr>
      </p:sp>
      <p:sp>
        <p:nvSpPr>
          <p:cNvPr id="263" name="wm.library-whiteboard.002.035.002"/>
          <p:cNvSpPr/>
          <p:nvPr/>
        </p:nvSpPr>
        <p:spPr>
          <a:xfrm>
            <a:off x="8496300" y="5715000"/>
            <a:ext cx="38100" cy="38100"/>
          </a:xfrm>
          <a:prstGeom prst="rect">
            <a:avLst/>
          </a:prstGeom>
          <a:solidFill>
            <a:srgbClr val="CED7E6">
              <a:alpha val="46231"/>
            </a:srgbClr>
          </a:solidFill>
          <a:ln>
            <a:noFill/>
          </a:ln>
        </p:spPr>
      </p:sp>
      <p:sp>
        <p:nvSpPr>
          <p:cNvPr id="264" name="wm.library-whiteboard.002.036.001"/>
          <p:cNvSpPr/>
          <p:nvPr/>
        </p:nvSpPr>
        <p:spPr>
          <a:xfrm>
            <a:off x="8724900" y="5486400"/>
            <a:ext cx="38100" cy="38100"/>
          </a:xfrm>
          <a:prstGeom prst="rect">
            <a:avLst/>
          </a:prstGeom>
          <a:solidFill>
            <a:srgbClr val="CED7E6">
              <a:alpha val="42697"/>
            </a:srgbClr>
          </a:solidFill>
          <a:ln>
            <a:noFill/>
          </a:ln>
        </p:spPr>
      </p:sp>
      <p:sp>
        <p:nvSpPr>
          <p:cNvPr id="265" name="wm.library-whiteboard.002.036.002"/>
          <p:cNvSpPr/>
          <p:nvPr/>
        </p:nvSpPr>
        <p:spPr>
          <a:xfrm>
            <a:off x="8724900" y="5715000"/>
            <a:ext cx="38100" cy="38100"/>
          </a:xfrm>
          <a:prstGeom prst="rect">
            <a:avLst/>
          </a:prstGeom>
          <a:solidFill>
            <a:srgbClr val="CED7E6">
              <a:alpha val="42697"/>
            </a:srgbClr>
          </a:solidFill>
          <a:ln>
            <a:noFill/>
          </a:ln>
        </p:spPr>
      </p:sp>
      <p:sp>
        <p:nvSpPr>
          <p:cNvPr id="266" name="wm.library-whiteboard.002.037.001"/>
          <p:cNvSpPr/>
          <p:nvPr/>
        </p:nvSpPr>
        <p:spPr>
          <a:xfrm>
            <a:off x="8953500" y="5486400"/>
            <a:ext cx="38100" cy="38100"/>
          </a:xfrm>
          <a:prstGeom prst="rect">
            <a:avLst/>
          </a:prstGeom>
          <a:solidFill>
            <a:srgbClr val="CED7E6">
              <a:alpha val="39164"/>
            </a:srgbClr>
          </a:solidFill>
          <a:ln>
            <a:noFill/>
          </a:ln>
        </p:spPr>
      </p:sp>
      <p:sp>
        <p:nvSpPr>
          <p:cNvPr id="267" name="wm.library-whiteboard.002.037.002"/>
          <p:cNvSpPr/>
          <p:nvPr/>
        </p:nvSpPr>
        <p:spPr>
          <a:xfrm>
            <a:off x="8953500" y="5715000"/>
            <a:ext cx="38100" cy="38100"/>
          </a:xfrm>
          <a:prstGeom prst="rect">
            <a:avLst/>
          </a:prstGeom>
          <a:solidFill>
            <a:srgbClr val="CED7E6">
              <a:alpha val="39164"/>
            </a:srgbClr>
          </a:solidFill>
          <a:ln>
            <a:noFill/>
          </a:ln>
        </p:spPr>
      </p:sp>
      <p:sp>
        <p:nvSpPr>
          <p:cNvPr id="268" name="wm.library-whiteboard.002.038.001"/>
          <p:cNvSpPr/>
          <p:nvPr/>
        </p:nvSpPr>
        <p:spPr>
          <a:xfrm>
            <a:off x="9182100" y="5486400"/>
            <a:ext cx="38100" cy="38100"/>
          </a:xfrm>
          <a:prstGeom prst="rect">
            <a:avLst/>
          </a:prstGeom>
          <a:solidFill>
            <a:srgbClr val="CED7E6">
              <a:alpha val="35630"/>
            </a:srgbClr>
          </a:solidFill>
          <a:ln>
            <a:noFill/>
          </a:ln>
        </p:spPr>
      </p:sp>
      <p:sp>
        <p:nvSpPr>
          <p:cNvPr id="269" name="wm.library-whiteboard.002.038.002"/>
          <p:cNvSpPr/>
          <p:nvPr/>
        </p:nvSpPr>
        <p:spPr>
          <a:xfrm>
            <a:off x="9182100" y="5715000"/>
            <a:ext cx="38100" cy="38100"/>
          </a:xfrm>
          <a:prstGeom prst="rect">
            <a:avLst/>
          </a:prstGeom>
          <a:solidFill>
            <a:srgbClr val="CED7E6">
              <a:alpha val="35630"/>
            </a:srgbClr>
          </a:solidFill>
          <a:ln>
            <a:noFill/>
          </a:ln>
        </p:spPr>
      </p:sp>
      <p:sp>
        <p:nvSpPr>
          <p:cNvPr id="270" name="wm.library-whiteboard.002.039.001"/>
          <p:cNvSpPr/>
          <p:nvPr/>
        </p:nvSpPr>
        <p:spPr>
          <a:xfrm>
            <a:off x="9410700" y="5486400"/>
            <a:ext cx="38100" cy="38100"/>
          </a:xfrm>
          <a:prstGeom prst="rect">
            <a:avLst/>
          </a:prstGeom>
          <a:solidFill>
            <a:srgbClr val="CED7E6">
              <a:alpha val="32097"/>
            </a:srgbClr>
          </a:solidFill>
          <a:ln>
            <a:noFill/>
          </a:ln>
        </p:spPr>
      </p:sp>
      <p:sp>
        <p:nvSpPr>
          <p:cNvPr id="271" name="wm.library-whiteboard.002.039.002"/>
          <p:cNvSpPr/>
          <p:nvPr/>
        </p:nvSpPr>
        <p:spPr>
          <a:xfrm>
            <a:off x="9410700" y="5715000"/>
            <a:ext cx="38100" cy="38100"/>
          </a:xfrm>
          <a:prstGeom prst="rect">
            <a:avLst/>
          </a:prstGeom>
          <a:solidFill>
            <a:srgbClr val="CED7E6">
              <a:alpha val="32097"/>
            </a:srgbClr>
          </a:solidFill>
          <a:ln>
            <a:noFill/>
          </a:ln>
        </p:spPr>
      </p:sp>
      <p:sp>
        <p:nvSpPr>
          <p:cNvPr id="272" name="wm.library-whiteboard.002.040.001"/>
          <p:cNvSpPr/>
          <p:nvPr/>
        </p:nvSpPr>
        <p:spPr>
          <a:xfrm>
            <a:off x="9639300" y="5486400"/>
            <a:ext cx="38100" cy="38100"/>
          </a:xfrm>
          <a:prstGeom prst="rect">
            <a:avLst/>
          </a:prstGeom>
          <a:solidFill>
            <a:srgbClr val="CED7E6">
              <a:alpha val="28563"/>
            </a:srgbClr>
          </a:solidFill>
          <a:ln>
            <a:noFill/>
          </a:ln>
        </p:spPr>
      </p:sp>
      <p:sp>
        <p:nvSpPr>
          <p:cNvPr id="273" name="wm.library-whiteboard.002.040.002"/>
          <p:cNvSpPr/>
          <p:nvPr/>
        </p:nvSpPr>
        <p:spPr>
          <a:xfrm>
            <a:off x="9639300" y="5715000"/>
            <a:ext cx="38100" cy="38100"/>
          </a:xfrm>
          <a:prstGeom prst="rect">
            <a:avLst/>
          </a:prstGeom>
          <a:solidFill>
            <a:srgbClr val="CED7E6">
              <a:alpha val="28563"/>
            </a:srgbClr>
          </a:solidFill>
          <a:ln>
            <a:noFill/>
          </a:ln>
        </p:spPr>
      </p:sp>
      <p:sp>
        <p:nvSpPr>
          <p:cNvPr id="274" name="wm.library-whiteboard.002.041.001"/>
          <p:cNvSpPr/>
          <p:nvPr/>
        </p:nvSpPr>
        <p:spPr>
          <a:xfrm>
            <a:off x="9867900" y="5486400"/>
            <a:ext cx="38100" cy="38100"/>
          </a:xfrm>
          <a:prstGeom prst="rect">
            <a:avLst/>
          </a:prstGeom>
          <a:solidFill>
            <a:srgbClr val="CED7E6">
              <a:alpha val="25029"/>
            </a:srgbClr>
          </a:solidFill>
          <a:ln>
            <a:noFill/>
          </a:ln>
        </p:spPr>
      </p:sp>
      <p:sp>
        <p:nvSpPr>
          <p:cNvPr id="275" name="wm.library-whiteboard.002.041.002"/>
          <p:cNvSpPr/>
          <p:nvPr/>
        </p:nvSpPr>
        <p:spPr>
          <a:xfrm>
            <a:off x="9867900" y="5715000"/>
            <a:ext cx="38100" cy="38100"/>
          </a:xfrm>
          <a:prstGeom prst="rect">
            <a:avLst/>
          </a:prstGeom>
          <a:solidFill>
            <a:srgbClr val="CED7E6">
              <a:alpha val="25029"/>
            </a:srgbClr>
          </a:solidFill>
          <a:ln>
            <a:noFill/>
          </a:ln>
        </p:spPr>
      </p:sp>
      <p:sp>
        <p:nvSpPr>
          <p:cNvPr id="276" name="wm.library-whiteboard.002.042.001"/>
          <p:cNvSpPr/>
          <p:nvPr/>
        </p:nvSpPr>
        <p:spPr>
          <a:xfrm>
            <a:off x="10096500" y="5486400"/>
            <a:ext cx="38100" cy="38100"/>
          </a:xfrm>
          <a:prstGeom prst="rect">
            <a:avLst/>
          </a:prstGeom>
          <a:solidFill>
            <a:srgbClr val="CED7E6">
              <a:alpha val="21496"/>
            </a:srgbClr>
          </a:solidFill>
          <a:ln>
            <a:noFill/>
          </a:ln>
        </p:spPr>
      </p:sp>
      <p:sp>
        <p:nvSpPr>
          <p:cNvPr id="277" name="wm.library-whiteboard.002.042.002"/>
          <p:cNvSpPr/>
          <p:nvPr/>
        </p:nvSpPr>
        <p:spPr>
          <a:xfrm>
            <a:off x="10096500" y="5715000"/>
            <a:ext cx="38100" cy="38100"/>
          </a:xfrm>
          <a:prstGeom prst="rect">
            <a:avLst/>
          </a:prstGeom>
          <a:solidFill>
            <a:srgbClr val="CED7E6">
              <a:alpha val="21496"/>
            </a:srgbClr>
          </a:solidFill>
          <a:ln>
            <a:noFill/>
          </a:ln>
        </p:spPr>
      </p:sp>
      <p:sp>
        <p:nvSpPr>
          <p:cNvPr id="278" name="wm.library-whiteboard.002.043.001"/>
          <p:cNvSpPr/>
          <p:nvPr/>
        </p:nvSpPr>
        <p:spPr>
          <a:xfrm>
            <a:off x="10325100" y="5486400"/>
            <a:ext cx="38100" cy="38100"/>
          </a:xfrm>
          <a:prstGeom prst="rect">
            <a:avLst/>
          </a:prstGeom>
          <a:solidFill>
            <a:srgbClr val="CED7E6">
              <a:alpha val="17962"/>
            </a:srgbClr>
          </a:solidFill>
          <a:ln>
            <a:noFill/>
          </a:ln>
        </p:spPr>
      </p:sp>
      <p:sp>
        <p:nvSpPr>
          <p:cNvPr id="279" name="wm.library-whiteboard.002.043.002"/>
          <p:cNvSpPr/>
          <p:nvPr/>
        </p:nvSpPr>
        <p:spPr>
          <a:xfrm>
            <a:off x="10325100" y="5715000"/>
            <a:ext cx="38100" cy="38100"/>
          </a:xfrm>
          <a:prstGeom prst="rect">
            <a:avLst/>
          </a:prstGeom>
          <a:solidFill>
            <a:srgbClr val="CED7E6">
              <a:alpha val="17962"/>
            </a:srgbClr>
          </a:solidFill>
          <a:ln>
            <a:noFill/>
          </a:ln>
        </p:spPr>
      </p:sp>
      <p:sp>
        <p:nvSpPr>
          <p:cNvPr id="280" name="wm.library-whiteboard.002.044.001"/>
          <p:cNvSpPr/>
          <p:nvPr/>
        </p:nvSpPr>
        <p:spPr>
          <a:xfrm>
            <a:off x="10553700" y="5486400"/>
            <a:ext cx="38100" cy="38100"/>
          </a:xfrm>
          <a:prstGeom prst="rect">
            <a:avLst/>
          </a:prstGeom>
          <a:solidFill>
            <a:srgbClr val="CED7E6">
              <a:alpha val="14429"/>
            </a:srgbClr>
          </a:solidFill>
          <a:ln>
            <a:noFill/>
          </a:ln>
        </p:spPr>
      </p:sp>
      <p:sp>
        <p:nvSpPr>
          <p:cNvPr id="281" name="wm.library-whiteboard.002.044.002"/>
          <p:cNvSpPr/>
          <p:nvPr/>
        </p:nvSpPr>
        <p:spPr>
          <a:xfrm>
            <a:off x="10553700" y="5715000"/>
            <a:ext cx="38100" cy="38100"/>
          </a:xfrm>
          <a:prstGeom prst="rect">
            <a:avLst/>
          </a:prstGeom>
          <a:solidFill>
            <a:srgbClr val="CED7E6">
              <a:alpha val="14429"/>
            </a:srgbClr>
          </a:solidFill>
          <a:ln>
            <a:noFill/>
          </a:ln>
        </p:spPr>
      </p:sp>
      <p:sp>
        <p:nvSpPr>
          <p:cNvPr id="282" name="wm.library-whiteboard.002.045.001"/>
          <p:cNvSpPr/>
          <p:nvPr/>
        </p:nvSpPr>
        <p:spPr>
          <a:xfrm>
            <a:off x="10782300" y="5486400"/>
            <a:ext cx="38100" cy="38100"/>
          </a:xfrm>
          <a:prstGeom prst="rect">
            <a:avLst/>
          </a:prstGeom>
          <a:solidFill>
            <a:srgbClr val="CED7E6">
              <a:alpha val="10895"/>
            </a:srgbClr>
          </a:solidFill>
          <a:ln>
            <a:noFill/>
          </a:ln>
        </p:spPr>
      </p:sp>
      <p:sp>
        <p:nvSpPr>
          <p:cNvPr id="283" name="wm.library-whiteboard.002.045.002"/>
          <p:cNvSpPr/>
          <p:nvPr/>
        </p:nvSpPr>
        <p:spPr>
          <a:xfrm>
            <a:off x="10782300" y="5715000"/>
            <a:ext cx="38100" cy="38100"/>
          </a:xfrm>
          <a:prstGeom prst="rect">
            <a:avLst/>
          </a:prstGeom>
          <a:solidFill>
            <a:srgbClr val="CED7E6">
              <a:alpha val="10895"/>
            </a:srgbClr>
          </a:solidFill>
          <a:ln>
            <a:noFill/>
          </a:ln>
        </p:spPr>
      </p:sp>
      <p:sp>
        <p:nvSpPr>
          <p:cNvPr id="284" name="wm.library-whiteboard.002.046.001"/>
          <p:cNvSpPr/>
          <p:nvPr/>
        </p:nvSpPr>
        <p:spPr>
          <a:xfrm>
            <a:off x="11010900" y="5486400"/>
            <a:ext cx="38100" cy="38100"/>
          </a:xfrm>
          <a:prstGeom prst="rect">
            <a:avLst/>
          </a:prstGeom>
          <a:solidFill>
            <a:srgbClr val="CED7E6">
              <a:alpha val="7362"/>
            </a:srgbClr>
          </a:solidFill>
          <a:ln>
            <a:noFill/>
          </a:ln>
        </p:spPr>
      </p:sp>
      <p:sp>
        <p:nvSpPr>
          <p:cNvPr id="285" name="wm.library-whiteboard.002.046.002"/>
          <p:cNvSpPr/>
          <p:nvPr/>
        </p:nvSpPr>
        <p:spPr>
          <a:xfrm>
            <a:off x="11010900" y="5715000"/>
            <a:ext cx="38100" cy="38100"/>
          </a:xfrm>
          <a:prstGeom prst="rect">
            <a:avLst/>
          </a:prstGeom>
          <a:solidFill>
            <a:srgbClr val="CED7E6">
              <a:alpha val="7362"/>
            </a:srgbClr>
          </a:solidFill>
          <a:ln>
            <a:noFill/>
          </a:ln>
        </p:spPr>
      </p:sp>
      <p:sp>
        <p:nvSpPr>
          <p:cNvPr id="286" name="wm.library-whiteboard.002.047.001"/>
          <p:cNvSpPr/>
          <p:nvPr/>
        </p:nvSpPr>
        <p:spPr>
          <a:xfrm>
            <a:off x="11239500" y="5486400"/>
            <a:ext cx="38100" cy="38100"/>
          </a:xfrm>
          <a:prstGeom prst="rect">
            <a:avLst/>
          </a:prstGeom>
          <a:solidFill>
            <a:srgbClr val="CED7E6">
              <a:alpha val="3828"/>
            </a:srgbClr>
          </a:solidFill>
          <a:ln>
            <a:noFill/>
          </a:ln>
        </p:spPr>
      </p:sp>
      <p:sp>
        <p:nvSpPr>
          <p:cNvPr id="287" name="wm.library-whiteboard.002.047.002"/>
          <p:cNvSpPr/>
          <p:nvPr/>
        </p:nvSpPr>
        <p:spPr>
          <a:xfrm>
            <a:off x="11239500" y="5715000"/>
            <a:ext cx="38100" cy="38100"/>
          </a:xfrm>
          <a:prstGeom prst="rect">
            <a:avLst/>
          </a:prstGeom>
          <a:solidFill>
            <a:srgbClr val="CED7E6">
              <a:alpha val="3828"/>
            </a:srgbClr>
          </a:solidFill>
          <a:ln>
            <a:noFill/>
          </a:ln>
        </p:spPr>
      </p:sp>
      <p:sp>
        <p:nvSpPr>
          <p:cNvPr id="288" name="wm.library-whiteboard.002.048.001"/>
          <p:cNvSpPr/>
          <p:nvPr/>
        </p:nvSpPr>
        <p:spPr>
          <a:xfrm>
            <a:off x="11468100" y="5486400"/>
            <a:ext cx="38100" cy="38100"/>
          </a:xfrm>
          <a:prstGeom prst="rect">
            <a:avLst/>
          </a:prstGeom>
          <a:solidFill>
            <a:srgbClr val="CED7E6">
              <a:alpha val="294"/>
            </a:srgbClr>
          </a:solidFill>
          <a:ln>
            <a:noFill/>
          </a:ln>
        </p:spPr>
      </p:sp>
      <p:sp>
        <p:nvSpPr>
          <p:cNvPr id="289" name="wm.library-whiteboard.002.048.002"/>
          <p:cNvSpPr/>
          <p:nvPr/>
        </p:nvSpPr>
        <p:spPr>
          <a:xfrm>
            <a:off x="11468100" y="5715000"/>
            <a:ext cx="38100" cy="38100"/>
          </a:xfrm>
          <a:prstGeom prst="rect">
            <a:avLst/>
          </a:prstGeom>
          <a:solidFill>
            <a:srgbClr val="CED7E6">
              <a:alpha val="294"/>
            </a:srgbClr>
          </a:solidFill>
          <a:ln>
            <a:noFill/>
          </a:ln>
        </p:spPr>
      </p:sp>
      <p:grpSp>
        <p:nvGrpSpPr>
          <p:cNvPr id="306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291" name="node01.image" descr="logo-pos; canonical SHA256=1792d6399d80ca979fc609aa50c9cc0dc1b9358132748180df858fb82ad39d86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307" name="node02"/>
          <p:cNvGrpSpPr/>
          <p:nvPr/>
        </p:nvGrpSpPr>
        <p:grpSpPr>
          <a:xfrm>
            <a:off x="723900" y="2286000"/>
            <a:ext cx="6858000" cy="152400"/>
            <a:chOff x="723900" y="2286000"/>
            <a:chExt cx="6858000" cy="152400"/>
          </a:xfrm>
        </p:grpSpPr>
        <p:sp>
          <p:nvSpPr>
            <p:cNvPr id="292" name="node02.text"/>
            <p:cNvSpPr/>
            <p:nvPr/>
          </p:nvSpPr>
          <p:spPr>
            <a:xfrm>
              <a:off x="723900" y="2286000"/>
              <a:ext cx="6858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PROPOSAL FOR NORTHFIELD HEALTH SYSTEM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08" name="node03"/>
          <p:cNvGrpSpPr/>
          <p:nvPr/>
        </p:nvGrpSpPr>
        <p:grpSpPr>
          <a:xfrm>
            <a:off x="723900" y="2514600"/>
            <a:ext cx="8458200" cy="762000"/>
            <a:chOff x="723900" y="2514600"/>
            <a:chExt cx="8458200" cy="762000"/>
          </a:xfrm>
        </p:grpSpPr>
        <p:pic>
          <p:nvPicPr>
            <p:cNvPr id="293" name="node03.text.mark-002-001" descr="underscore; canonical SHA256=49d5a97f776a33dcf11e794bad153776f1f33cf3747f42e2c277857faa224278; resolved ink=070154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21189" y="3169920"/>
              <a:ext cx="2625754" cy="236888"/>
            </a:xfrm>
            <a:prstGeom prst="rect">
              <a:avLst/>
            </a:prstGeom>
          </p:spPr>
        </p:pic>
        <p:sp>
          <p:nvSpPr>
            <p:cNvPr id="294" name="node03.text"/>
            <p:cNvSpPr/>
            <p:nvPr/>
          </p:nvSpPr>
          <p:spPr>
            <a:xfrm>
              <a:off x="723900" y="2514600"/>
              <a:ext cx="84582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The path to a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five-day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 close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295" name="node04"/>
          <p:cNvSpPr/>
          <p:nvPr/>
        </p:nvSpPr>
        <p:spPr>
          <a:xfrm>
            <a:off x="723900" y="43434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09" name="node05"/>
          <p:cNvGrpSpPr/>
          <p:nvPr/>
        </p:nvGrpSpPr>
        <p:grpSpPr>
          <a:xfrm>
            <a:off x="723900" y="4572000"/>
            <a:ext cx="2514600" cy="152400"/>
            <a:chOff x="723900" y="4572000"/>
            <a:chExt cx="2514600" cy="152400"/>
          </a:xfrm>
        </p:grpSpPr>
        <p:sp>
          <p:nvSpPr>
            <p:cNvPr id="296" name="node05.text"/>
            <p:cNvSpPr/>
            <p:nvPr/>
          </p:nvSpPr>
          <p:spPr>
            <a:xfrm>
              <a:off x="7239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PREPARED BY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10" name="node06"/>
          <p:cNvGrpSpPr/>
          <p:nvPr/>
        </p:nvGrpSpPr>
        <p:grpSpPr>
          <a:xfrm>
            <a:off x="3467100" y="4572000"/>
            <a:ext cx="2514600" cy="152400"/>
            <a:chOff x="3467100" y="4572000"/>
            <a:chExt cx="2514600" cy="152400"/>
          </a:xfrm>
        </p:grpSpPr>
        <p:sp>
          <p:nvSpPr>
            <p:cNvPr id="297" name="node06.text"/>
            <p:cNvSpPr/>
            <p:nvPr/>
          </p:nvSpPr>
          <p:spPr>
            <a:xfrm>
              <a:off x="34671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PROPOSAL CONTACTS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11" name="node07"/>
          <p:cNvGrpSpPr/>
          <p:nvPr/>
        </p:nvGrpSpPr>
        <p:grpSpPr>
          <a:xfrm>
            <a:off x="8953500" y="4572000"/>
            <a:ext cx="2514600" cy="152400"/>
            <a:chOff x="8953500" y="4572000"/>
            <a:chExt cx="2514600" cy="152400"/>
          </a:xfrm>
        </p:grpSpPr>
        <p:sp>
          <p:nvSpPr>
            <p:cNvPr id="298" name="node07.text"/>
            <p:cNvSpPr/>
            <p:nvPr/>
          </p:nvSpPr>
          <p:spPr>
            <a:xfrm>
              <a:off x="89535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DATE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12" name="node08"/>
          <p:cNvGrpSpPr/>
          <p:nvPr/>
        </p:nvGrpSpPr>
        <p:grpSpPr>
          <a:xfrm>
            <a:off x="723900" y="4800600"/>
            <a:ext cx="2514600" cy="266700"/>
            <a:chOff x="723900" y="4800600"/>
            <a:chExt cx="2514600" cy="266700"/>
          </a:xfrm>
        </p:grpSpPr>
        <p:sp>
          <p:nvSpPr>
            <p:cNvPr id="299" name="node08.text"/>
            <p:cNvSpPr/>
            <p:nvPr/>
          </p:nvSpPr>
          <p:spPr>
            <a:xfrm>
              <a:off x="723900" y="4800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West Monroe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3" name="node09"/>
          <p:cNvGrpSpPr/>
          <p:nvPr/>
        </p:nvGrpSpPr>
        <p:grpSpPr>
          <a:xfrm>
            <a:off x="723900" y="5029200"/>
            <a:ext cx="2514600" cy="266700"/>
            <a:chOff x="723900" y="5029200"/>
            <a:chExt cx="2514600" cy="266700"/>
          </a:xfrm>
        </p:grpSpPr>
        <p:sp>
          <p:nvSpPr>
            <p:cNvPr id="300" name="node09.text"/>
            <p:cNvSpPr/>
            <p:nvPr/>
          </p:nvSpPr>
          <p:spPr>
            <a:xfrm>
              <a:off x="7239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Finance Transformation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4" name="node10"/>
          <p:cNvGrpSpPr/>
          <p:nvPr/>
        </p:nvGrpSpPr>
        <p:grpSpPr>
          <a:xfrm>
            <a:off x="3467100" y="4800600"/>
            <a:ext cx="2514600" cy="266700"/>
            <a:chOff x="3467100" y="4800600"/>
            <a:chExt cx="2514600" cy="266700"/>
          </a:xfrm>
        </p:grpSpPr>
        <p:sp>
          <p:nvSpPr>
            <p:cNvPr id="301" name="node10.text"/>
            <p:cNvSpPr/>
            <p:nvPr/>
          </p:nvSpPr>
          <p:spPr>
            <a:xfrm>
              <a:off x="3467100" y="4800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Engagement partner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5" name="node11"/>
          <p:cNvGrpSpPr/>
          <p:nvPr/>
        </p:nvGrpSpPr>
        <p:grpSpPr>
          <a:xfrm>
            <a:off x="3467100" y="5029200"/>
            <a:ext cx="2514600" cy="266700"/>
            <a:chOff x="3467100" y="5029200"/>
            <a:chExt cx="2514600" cy="266700"/>
          </a:xfrm>
        </p:grpSpPr>
        <p:sp>
          <p:nvSpPr>
            <p:cNvPr id="302" name="node11.text"/>
            <p:cNvSpPr/>
            <p:nvPr/>
          </p:nvSpPr>
          <p:spPr>
            <a:xfrm>
              <a:off x="34671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6" name="node12"/>
          <p:cNvGrpSpPr/>
          <p:nvPr/>
        </p:nvGrpSpPr>
        <p:grpSpPr>
          <a:xfrm>
            <a:off x="6210300" y="4800600"/>
            <a:ext cx="2514600" cy="266700"/>
            <a:chOff x="6210300" y="4800600"/>
            <a:chExt cx="2514600" cy="266700"/>
          </a:xfrm>
        </p:grpSpPr>
        <p:sp>
          <p:nvSpPr>
            <p:cNvPr id="303" name="node12.text"/>
            <p:cNvSpPr/>
            <p:nvPr/>
          </p:nvSpPr>
          <p:spPr>
            <a:xfrm>
              <a:off x="6210300" y="4800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Delivery director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7" name="node13"/>
          <p:cNvGrpSpPr/>
          <p:nvPr/>
        </p:nvGrpSpPr>
        <p:grpSpPr>
          <a:xfrm>
            <a:off x="6210300" y="5029200"/>
            <a:ext cx="2514600" cy="266700"/>
            <a:chOff x="6210300" y="5029200"/>
            <a:chExt cx="2514600" cy="266700"/>
          </a:xfrm>
        </p:grpSpPr>
        <p:sp>
          <p:nvSpPr>
            <p:cNvPr id="304" name="node13.text"/>
            <p:cNvSpPr/>
            <p:nvPr/>
          </p:nvSpPr>
          <p:spPr>
            <a:xfrm>
              <a:off x="62103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name@westmonroe.com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8" name="node14"/>
          <p:cNvGrpSpPr/>
          <p:nvPr/>
        </p:nvGrpSpPr>
        <p:grpSpPr>
          <a:xfrm>
            <a:off x="8953500" y="4800600"/>
            <a:ext cx="2514600" cy="266700"/>
            <a:chOff x="8953500" y="4800600"/>
            <a:chExt cx="2514600" cy="266700"/>
          </a:xfrm>
        </p:grpSpPr>
        <p:sp>
          <p:nvSpPr>
            <p:cNvPr id="305" name="node14.text"/>
            <p:cNvSpPr/>
            <p:nvPr/>
          </p:nvSpPr>
          <p:spPr>
            <a:xfrm>
              <a:off x="8953500" y="4800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October 2026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7124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7124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2.001"/>
          <p:cNvSpPr/>
          <p:nvPr/>
        </p:nvSpPr>
        <p:spPr>
          <a:xfrm>
            <a:off x="7353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2.002"/>
          <p:cNvSpPr/>
          <p:nvPr/>
        </p:nvSpPr>
        <p:spPr>
          <a:xfrm>
            <a:off x="7353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3.001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3.002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4.001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4.002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5.001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5.002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6.001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6.002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7.001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7.002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8.001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8.002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9.001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96377"/>
            </a:srgbClr>
          </a:solidFill>
          <a:ln>
            <a:noFill/>
          </a:ln>
        </p:spPr>
      </p:sp>
      <p:sp>
        <p:nvSpPr>
          <p:cNvPr id="19" name="wm.library-whiteboard.001.009.002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96377"/>
            </a:srgbClr>
          </a:solidFill>
          <a:ln>
            <a:noFill/>
          </a:ln>
        </p:spPr>
      </p:sp>
      <p:sp>
        <p:nvSpPr>
          <p:cNvPr id="20" name="wm.library-whiteboard.001.010.001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87681"/>
            </a:srgbClr>
          </a:solidFill>
          <a:ln>
            <a:noFill/>
          </a:ln>
        </p:spPr>
      </p:sp>
      <p:sp>
        <p:nvSpPr>
          <p:cNvPr id="21" name="wm.library-whiteboard.001.010.002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87681"/>
            </a:srgbClr>
          </a:solidFill>
          <a:ln>
            <a:noFill/>
          </a:ln>
        </p:spPr>
      </p:sp>
      <p:sp>
        <p:nvSpPr>
          <p:cNvPr id="22" name="wm.library-whiteboard.001.011.001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78986"/>
            </a:srgbClr>
          </a:solidFill>
          <a:ln>
            <a:noFill/>
          </a:ln>
        </p:spPr>
      </p:sp>
      <p:sp>
        <p:nvSpPr>
          <p:cNvPr id="23" name="wm.library-whiteboard.001.011.002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78986"/>
            </a:srgbClr>
          </a:solidFill>
          <a:ln>
            <a:noFill/>
          </a:ln>
        </p:spPr>
      </p:sp>
      <p:sp>
        <p:nvSpPr>
          <p:cNvPr id="24" name="wm.library-whiteboard.001.012.001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70290"/>
            </a:srgbClr>
          </a:solidFill>
          <a:ln>
            <a:noFill/>
          </a:ln>
        </p:spPr>
      </p:sp>
      <p:sp>
        <p:nvSpPr>
          <p:cNvPr id="25" name="wm.library-whiteboard.001.012.002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70290"/>
            </a:srgbClr>
          </a:solidFill>
          <a:ln>
            <a:noFill/>
          </a:ln>
        </p:spPr>
      </p:sp>
      <p:sp>
        <p:nvSpPr>
          <p:cNvPr id="26" name="wm.library-whiteboard.001.013.001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61594"/>
            </a:srgbClr>
          </a:solidFill>
          <a:ln>
            <a:noFill/>
          </a:ln>
        </p:spPr>
      </p:sp>
      <p:sp>
        <p:nvSpPr>
          <p:cNvPr id="27" name="wm.library-whiteboard.001.013.002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61594"/>
            </a:srgbClr>
          </a:solidFill>
          <a:ln>
            <a:noFill/>
          </a:ln>
        </p:spPr>
      </p:sp>
      <p:sp>
        <p:nvSpPr>
          <p:cNvPr id="28" name="wm.library-whiteboard.001.014.001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52899"/>
            </a:srgbClr>
          </a:solidFill>
          <a:ln>
            <a:noFill/>
          </a:ln>
        </p:spPr>
      </p:sp>
      <p:sp>
        <p:nvSpPr>
          <p:cNvPr id="29" name="wm.library-whiteboard.001.014.002"/>
          <p:cNvSpPr/>
          <p:nvPr/>
        </p:nvSpPr>
        <p:spPr>
          <a:xfrm>
            <a:off x="10096500" y="685800"/>
            <a:ext cx="38100" cy="38100"/>
          </a:xfrm>
          <a:prstGeom prst="rect">
            <a:avLst/>
          </a:prstGeom>
          <a:solidFill>
            <a:srgbClr val="CED7E6">
              <a:alpha val="52899"/>
            </a:srgbClr>
          </a:solidFill>
          <a:ln>
            <a:noFill/>
          </a:ln>
        </p:spPr>
      </p:sp>
      <p:sp>
        <p:nvSpPr>
          <p:cNvPr id="30" name="wm.library-whiteboard.001.015.001"/>
          <p:cNvSpPr/>
          <p:nvPr/>
        </p:nvSpPr>
        <p:spPr>
          <a:xfrm>
            <a:off x="10325100" y="457200"/>
            <a:ext cx="38100" cy="38100"/>
          </a:xfrm>
          <a:prstGeom prst="rect">
            <a:avLst/>
          </a:prstGeom>
          <a:solidFill>
            <a:srgbClr val="CED7E6">
              <a:alpha val="44203"/>
            </a:srgbClr>
          </a:solidFill>
          <a:ln>
            <a:noFill/>
          </a:ln>
        </p:spPr>
      </p:sp>
      <p:sp>
        <p:nvSpPr>
          <p:cNvPr id="31" name="wm.library-whiteboard.001.015.002"/>
          <p:cNvSpPr/>
          <p:nvPr/>
        </p:nvSpPr>
        <p:spPr>
          <a:xfrm>
            <a:off x="10325100" y="685800"/>
            <a:ext cx="38100" cy="38100"/>
          </a:xfrm>
          <a:prstGeom prst="rect">
            <a:avLst/>
          </a:prstGeom>
          <a:solidFill>
            <a:srgbClr val="CED7E6">
              <a:alpha val="44203"/>
            </a:srgbClr>
          </a:solidFill>
          <a:ln>
            <a:noFill/>
          </a:ln>
        </p:spPr>
      </p:sp>
      <p:sp>
        <p:nvSpPr>
          <p:cNvPr id="32" name="wm.library-whiteboard.001.016.001"/>
          <p:cNvSpPr/>
          <p:nvPr/>
        </p:nvSpPr>
        <p:spPr>
          <a:xfrm>
            <a:off x="10553700" y="457200"/>
            <a:ext cx="38100" cy="38100"/>
          </a:xfrm>
          <a:prstGeom prst="rect">
            <a:avLst/>
          </a:prstGeom>
          <a:solidFill>
            <a:srgbClr val="CED7E6">
              <a:alpha val="35507"/>
            </a:srgbClr>
          </a:solidFill>
          <a:ln>
            <a:noFill/>
          </a:ln>
        </p:spPr>
      </p:sp>
      <p:sp>
        <p:nvSpPr>
          <p:cNvPr id="33" name="wm.library-whiteboard.001.016.002"/>
          <p:cNvSpPr/>
          <p:nvPr/>
        </p:nvSpPr>
        <p:spPr>
          <a:xfrm>
            <a:off x="10553700" y="685800"/>
            <a:ext cx="38100" cy="38100"/>
          </a:xfrm>
          <a:prstGeom prst="rect">
            <a:avLst/>
          </a:prstGeom>
          <a:solidFill>
            <a:srgbClr val="CED7E6">
              <a:alpha val="35507"/>
            </a:srgbClr>
          </a:solidFill>
          <a:ln>
            <a:noFill/>
          </a:ln>
        </p:spPr>
      </p:sp>
      <p:sp>
        <p:nvSpPr>
          <p:cNvPr id="34" name="wm.library-whiteboard.001.017.001"/>
          <p:cNvSpPr/>
          <p:nvPr/>
        </p:nvSpPr>
        <p:spPr>
          <a:xfrm>
            <a:off x="10782300" y="457200"/>
            <a:ext cx="38100" cy="38100"/>
          </a:xfrm>
          <a:prstGeom prst="rect">
            <a:avLst/>
          </a:prstGeom>
          <a:solidFill>
            <a:srgbClr val="CED7E6">
              <a:alpha val="26812"/>
            </a:srgbClr>
          </a:solidFill>
          <a:ln>
            <a:noFill/>
          </a:ln>
        </p:spPr>
      </p:sp>
      <p:sp>
        <p:nvSpPr>
          <p:cNvPr id="35" name="wm.library-whiteboard.001.017.002"/>
          <p:cNvSpPr/>
          <p:nvPr/>
        </p:nvSpPr>
        <p:spPr>
          <a:xfrm>
            <a:off x="10782300" y="685800"/>
            <a:ext cx="38100" cy="38100"/>
          </a:xfrm>
          <a:prstGeom prst="rect">
            <a:avLst/>
          </a:prstGeom>
          <a:solidFill>
            <a:srgbClr val="CED7E6">
              <a:alpha val="26812"/>
            </a:srgbClr>
          </a:solidFill>
          <a:ln>
            <a:noFill/>
          </a:ln>
        </p:spPr>
      </p:sp>
      <p:sp>
        <p:nvSpPr>
          <p:cNvPr id="36" name="wm.library-whiteboard.001.018.001"/>
          <p:cNvSpPr/>
          <p:nvPr/>
        </p:nvSpPr>
        <p:spPr>
          <a:xfrm>
            <a:off x="11010900" y="457200"/>
            <a:ext cx="38100" cy="38100"/>
          </a:xfrm>
          <a:prstGeom prst="rect">
            <a:avLst/>
          </a:prstGeom>
          <a:solidFill>
            <a:srgbClr val="CED7E6">
              <a:alpha val="18116"/>
            </a:srgbClr>
          </a:solidFill>
          <a:ln>
            <a:noFill/>
          </a:ln>
        </p:spPr>
      </p:sp>
      <p:sp>
        <p:nvSpPr>
          <p:cNvPr id="37" name="wm.library-whiteboard.001.018.002"/>
          <p:cNvSpPr/>
          <p:nvPr/>
        </p:nvSpPr>
        <p:spPr>
          <a:xfrm>
            <a:off x="11010900" y="685800"/>
            <a:ext cx="38100" cy="38100"/>
          </a:xfrm>
          <a:prstGeom prst="rect">
            <a:avLst/>
          </a:prstGeom>
          <a:solidFill>
            <a:srgbClr val="CED7E6">
              <a:alpha val="18116"/>
            </a:srgbClr>
          </a:solidFill>
          <a:ln>
            <a:noFill/>
          </a:ln>
        </p:spPr>
      </p:sp>
      <p:sp>
        <p:nvSpPr>
          <p:cNvPr id="38" name="wm.library-whiteboard.001.019.001"/>
          <p:cNvSpPr/>
          <p:nvPr/>
        </p:nvSpPr>
        <p:spPr>
          <a:xfrm>
            <a:off x="11239500" y="457200"/>
            <a:ext cx="38100" cy="38100"/>
          </a:xfrm>
          <a:prstGeom prst="rect">
            <a:avLst/>
          </a:prstGeom>
          <a:solidFill>
            <a:srgbClr val="CED7E6">
              <a:alpha val="9420"/>
            </a:srgbClr>
          </a:solidFill>
          <a:ln>
            <a:noFill/>
          </a:ln>
        </p:spPr>
      </p:sp>
      <p:sp>
        <p:nvSpPr>
          <p:cNvPr id="39" name="wm.library-whiteboard.001.019.002"/>
          <p:cNvSpPr/>
          <p:nvPr/>
        </p:nvSpPr>
        <p:spPr>
          <a:xfrm>
            <a:off x="11239500" y="685800"/>
            <a:ext cx="38100" cy="38100"/>
          </a:xfrm>
          <a:prstGeom prst="rect">
            <a:avLst/>
          </a:prstGeom>
          <a:solidFill>
            <a:srgbClr val="CED7E6">
              <a:alpha val="9420"/>
            </a:srgbClr>
          </a:solidFill>
          <a:ln>
            <a:noFill/>
          </a:ln>
        </p:spPr>
      </p:sp>
      <p:sp>
        <p:nvSpPr>
          <p:cNvPr id="40" name="wm.library-whiteboard.001.020.001"/>
          <p:cNvSpPr/>
          <p:nvPr/>
        </p:nvSpPr>
        <p:spPr>
          <a:xfrm>
            <a:off x="11468100" y="457200"/>
            <a:ext cx="38100" cy="38100"/>
          </a:xfrm>
          <a:prstGeom prst="rect">
            <a:avLst/>
          </a:prstGeom>
          <a:solidFill>
            <a:srgbClr val="CED7E6">
              <a:alpha val="725"/>
            </a:srgbClr>
          </a:solidFill>
          <a:ln>
            <a:noFill/>
          </a:ln>
        </p:spPr>
      </p:sp>
      <p:sp>
        <p:nvSpPr>
          <p:cNvPr id="41" name="wm.library-whiteboard.001.020.002"/>
          <p:cNvSpPr/>
          <p:nvPr/>
        </p:nvSpPr>
        <p:spPr>
          <a:xfrm>
            <a:off x="11468100" y="685800"/>
            <a:ext cx="38100" cy="38100"/>
          </a:xfrm>
          <a:prstGeom prst="rect">
            <a:avLst/>
          </a:prstGeom>
          <a:solidFill>
            <a:srgbClr val="CED7E6">
              <a:alpha val="725"/>
            </a:srgbClr>
          </a:solidFill>
          <a:ln>
            <a:noFill/>
          </a:ln>
        </p:spPr>
      </p:sp>
      <p:sp>
        <p:nvSpPr>
          <p:cNvPr id="42" name="wm.library-whiteboard.002.001.001"/>
          <p:cNvSpPr/>
          <p:nvPr/>
        </p:nvSpPr>
        <p:spPr>
          <a:xfrm>
            <a:off x="7124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3" name="wm.library-whiteboard.002.001.002"/>
          <p:cNvSpPr/>
          <p:nvPr/>
        </p:nvSpPr>
        <p:spPr>
          <a:xfrm>
            <a:off x="7124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4" name="wm.library-whiteboard.002.002.001"/>
          <p:cNvSpPr/>
          <p:nvPr/>
        </p:nvSpPr>
        <p:spPr>
          <a:xfrm>
            <a:off x="7353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5" name="wm.library-whiteboard.002.002.002"/>
          <p:cNvSpPr/>
          <p:nvPr/>
        </p:nvSpPr>
        <p:spPr>
          <a:xfrm>
            <a:off x="7353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6" name="wm.library-whiteboard.002.003.001"/>
          <p:cNvSpPr/>
          <p:nvPr/>
        </p:nvSpPr>
        <p:spPr>
          <a:xfrm>
            <a:off x="7581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7" name="wm.library-whiteboard.002.003.002"/>
          <p:cNvSpPr/>
          <p:nvPr/>
        </p:nvSpPr>
        <p:spPr>
          <a:xfrm>
            <a:off x="7581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8" name="wm.library-whiteboard.002.004.001"/>
          <p:cNvSpPr/>
          <p:nvPr/>
        </p:nvSpPr>
        <p:spPr>
          <a:xfrm>
            <a:off x="78105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9" name="wm.library-whiteboard.002.004.002"/>
          <p:cNvSpPr/>
          <p:nvPr/>
        </p:nvSpPr>
        <p:spPr>
          <a:xfrm>
            <a:off x="78105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0" name="wm.library-whiteboard.002.005.001"/>
          <p:cNvSpPr/>
          <p:nvPr/>
        </p:nvSpPr>
        <p:spPr>
          <a:xfrm>
            <a:off x="80391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1" name="wm.library-whiteboard.002.005.002"/>
          <p:cNvSpPr/>
          <p:nvPr/>
        </p:nvSpPr>
        <p:spPr>
          <a:xfrm>
            <a:off x="80391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2" name="wm.library-whiteboard.002.006.001"/>
          <p:cNvSpPr/>
          <p:nvPr/>
        </p:nvSpPr>
        <p:spPr>
          <a:xfrm>
            <a:off x="82677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3" name="wm.library-whiteboard.002.006.002"/>
          <p:cNvSpPr/>
          <p:nvPr/>
        </p:nvSpPr>
        <p:spPr>
          <a:xfrm>
            <a:off x="82677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4" name="wm.library-whiteboard.002.007.001"/>
          <p:cNvSpPr/>
          <p:nvPr/>
        </p:nvSpPr>
        <p:spPr>
          <a:xfrm>
            <a:off x="84963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5" name="wm.library-whiteboard.002.007.002"/>
          <p:cNvSpPr/>
          <p:nvPr/>
        </p:nvSpPr>
        <p:spPr>
          <a:xfrm>
            <a:off x="84963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6" name="wm.library-whiteboard.002.008.001"/>
          <p:cNvSpPr/>
          <p:nvPr/>
        </p:nvSpPr>
        <p:spPr>
          <a:xfrm>
            <a:off x="8724900" y="3886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7" name="wm.library-whiteboard.002.008.002"/>
          <p:cNvSpPr/>
          <p:nvPr/>
        </p:nvSpPr>
        <p:spPr>
          <a:xfrm>
            <a:off x="8724900" y="4114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8" name="wm.library-whiteboard.002.009.001"/>
          <p:cNvSpPr/>
          <p:nvPr/>
        </p:nvSpPr>
        <p:spPr>
          <a:xfrm>
            <a:off x="8953500" y="3886200"/>
            <a:ext cx="38100" cy="38100"/>
          </a:xfrm>
          <a:prstGeom prst="rect">
            <a:avLst/>
          </a:prstGeom>
          <a:solidFill>
            <a:srgbClr val="CED7E6">
              <a:alpha val="96377"/>
            </a:srgbClr>
          </a:solidFill>
          <a:ln>
            <a:noFill/>
          </a:ln>
        </p:spPr>
      </p:sp>
      <p:sp>
        <p:nvSpPr>
          <p:cNvPr id="59" name="wm.library-whiteboard.002.009.002"/>
          <p:cNvSpPr/>
          <p:nvPr/>
        </p:nvSpPr>
        <p:spPr>
          <a:xfrm>
            <a:off x="8953500" y="4114800"/>
            <a:ext cx="38100" cy="38100"/>
          </a:xfrm>
          <a:prstGeom prst="rect">
            <a:avLst/>
          </a:prstGeom>
          <a:solidFill>
            <a:srgbClr val="CED7E6">
              <a:alpha val="96377"/>
            </a:srgbClr>
          </a:solidFill>
          <a:ln>
            <a:noFill/>
          </a:ln>
        </p:spPr>
      </p:sp>
      <p:sp>
        <p:nvSpPr>
          <p:cNvPr id="60" name="wm.library-whiteboard.002.010.001"/>
          <p:cNvSpPr/>
          <p:nvPr/>
        </p:nvSpPr>
        <p:spPr>
          <a:xfrm>
            <a:off x="9182100" y="3886200"/>
            <a:ext cx="38100" cy="38100"/>
          </a:xfrm>
          <a:prstGeom prst="rect">
            <a:avLst/>
          </a:prstGeom>
          <a:solidFill>
            <a:srgbClr val="CED7E6">
              <a:alpha val="87681"/>
            </a:srgbClr>
          </a:solidFill>
          <a:ln>
            <a:noFill/>
          </a:ln>
        </p:spPr>
      </p:sp>
      <p:sp>
        <p:nvSpPr>
          <p:cNvPr id="61" name="wm.library-whiteboard.002.010.002"/>
          <p:cNvSpPr/>
          <p:nvPr/>
        </p:nvSpPr>
        <p:spPr>
          <a:xfrm>
            <a:off x="9182100" y="4114800"/>
            <a:ext cx="38100" cy="38100"/>
          </a:xfrm>
          <a:prstGeom prst="rect">
            <a:avLst/>
          </a:prstGeom>
          <a:solidFill>
            <a:srgbClr val="CED7E6">
              <a:alpha val="87681"/>
            </a:srgbClr>
          </a:solidFill>
          <a:ln>
            <a:noFill/>
          </a:ln>
        </p:spPr>
      </p:sp>
      <p:sp>
        <p:nvSpPr>
          <p:cNvPr id="62" name="wm.library-whiteboard.002.011.001"/>
          <p:cNvSpPr/>
          <p:nvPr/>
        </p:nvSpPr>
        <p:spPr>
          <a:xfrm>
            <a:off x="9410700" y="3886200"/>
            <a:ext cx="38100" cy="38100"/>
          </a:xfrm>
          <a:prstGeom prst="rect">
            <a:avLst/>
          </a:prstGeom>
          <a:solidFill>
            <a:srgbClr val="CED7E6">
              <a:alpha val="78986"/>
            </a:srgbClr>
          </a:solidFill>
          <a:ln>
            <a:noFill/>
          </a:ln>
        </p:spPr>
      </p:sp>
      <p:sp>
        <p:nvSpPr>
          <p:cNvPr id="63" name="wm.library-whiteboard.002.011.002"/>
          <p:cNvSpPr/>
          <p:nvPr/>
        </p:nvSpPr>
        <p:spPr>
          <a:xfrm>
            <a:off x="9410700" y="4114800"/>
            <a:ext cx="38100" cy="38100"/>
          </a:xfrm>
          <a:prstGeom prst="rect">
            <a:avLst/>
          </a:prstGeom>
          <a:solidFill>
            <a:srgbClr val="CED7E6">
              <a:alpha val="78986"/>
            </a:srgbClr>
          </a:solidFill>
          <a:ln>
            <a:noFill/>
          </a:ln>
        </p:spPr>
      </p:sp>
      <p:sp>
        <p:nvSpPr>
          <p:cNvPr id="64" name="wm.library-whiteboard.002.012.001"/>
          <p:cNvSpPr/>
          <p:nvPr/>
        </p:nvSpPr>
        <p:spPr>
          <a:xfrm>
            <a:off x="9639300" y="3886200"/>
            <a:ext cx="38100" cy="38100"/>
          </a:xfrm>
          <a:prstGeom prst="rect">
            <a:avLst/>
          </a:prstGeom>
          <a:solidFill>
            <a:srgbClr val="CED7E6">
              <a:alpha val="70290"/>
            </a:srgbClr>
          </a:solidFill>
          <a:ln>
            <a:noFill/>
          </a:ln>
        </p:spPr>
      </p:sp>
      <p:sp>
        <p:nvSpPr>
          <p:cNvPr id="65" name="wm.library-whiteboard.002.012.002"/>
          <p:cNvSpPr/>
          <p:nvPr/>
        </p:nvSpPr>
        <p:spPr>
          <a:xfrm>
            <a:off x="9639300" y="4114800"/>
            <a:ext cx="38100" cy="38100"/>
          </a:xfrm>
          <a:prstGeom prst="rect">
            <a:avLst/>
          </a:prstGeom>
          <a:solidFill>
            <a:srgbClr val="CED7E6">
              <a:alpha val="70290"/>
            </a:srgbClr>
          </a:solidFill>
          <a:ln>
            <a:noFill/>
          </a:ln>
        </p:spPr>
      </p:sp>
      <p:sp>
        <p:nvSpPr>
          <p:cNvPr id="66" name="wm.library-whiteboard.002.013.001"/>
          <p:cNvSpPr/>
          <p:nvPr/>
        </p:nvSpPr>
        <p:spPr>
          <a:xfrm>
            <a:off x="9867900" y="3886200"/>
            <a:ext cx="38100" cy="38100"/>
          </a:xfrm>
          <a:prstGeom prst="rect">
            <a:avLst/>
          </a:prstGeom>
          <a:solidFill>
            <a:srgbClr val="CED7E6">
              <a:alpha val="61594"/>
            </a:srgbClr>
          </a:solidFill>
          <a:ln>
            <a:noFill/>
          </a:ln>
        </p:spPr>
      </p:sp>
      <p:sp>
        <p:nvSpPr>
          <p:cNvPr id="67" name="wm.library-whiteboard.002.013.002"/>
          <p:cNvSpPr/>
          <p:nvPr/>
        </p:nvSpPr>
        <p:spPr>
          <a:xfrm>
            <a:off x="9867900" y="4114800"/>
            <a:ext cx="38100" cy="38100"/>
          </a:xfrm>
          <a:prstGeom prst="rect">
            <a:avLst/>
          </a:prstGeom>
          <a:solidFill>
            <a:srgbClr val="CED7E6">
              <a:alpha val="61594"/>
            </a:srgbClr>
          </a:solidFill>
          <a:ln>
            <a:noFill/>
          </a:ln>
        </p:spPr>
      </p:sp>
      <p:sp>
        <p:nvSpPr>
          <p:cNvPr id="68" name="wm.library-whiteboard.002.014.001"/>
          <p:cNvSpPr/>
          <p:nvPr/>
        </p:nvSpPr>
        <p:spPr>
          <a:xfrm>
            <a:off x="10096500" y="3886200"/>
            <a:ext cx="38100" cy="38100"/>
          </a:xfrm>
          <a:prstGeom prst="rect">
            <a:avLst/>
          </a:prstGeom>
          <a:solidFill>
            <a:srgbClr val="CED7E6">
              <a:alpha val="52899"/>
            </a:srgbClr>
          </a:solidFill>
          <a:ln>
            <a:noFill/>
          </a:ln>
        </p:spPr>
      </p:sp>
      <p:sp>
        <p:nvSpPr>
          <p:cNvPr id="69" name="wm.library-whiteboard.002.014.002"/>
          <p:cNvSpPr/>
          <p:nvPr/>
        </p:nvSpPr>
        <p:spPr>
          <a:xfrm>
            <a:off x="10096500" y="4114800"/>
            <a:ext cx="38100" cy="38100"/>
          </a:xfrm>
          <a:prstGeom prst="rect">
            <a:avLst/>
          </a:prstGeom>
          <a:solidFill>
            <a:srgbClr val="CED7E6">
              <a:alpha val="52899"/>
            </a:srgbClr>
          </a:solidFill>
          <a:ln>
            <a:noFill/>
          </a:ln>
        </p:spPr>
      </p:sp>
      <p:sp>
        <p:nvSpPr>
          <p:cNvPr id="70" name="wm.library-whiteboard.002.015.001"/>
          <p:cNvSpPr/>
          <p:nvPr/>
        </p:nvSpPr>
        <p:spPr>
          <a:xfrm>
            <a:off x="10325100" y="3886200"/>
            <a:ext cx="38100" cy="38100"/>
          </a:xfrm>
          <a:prstGeom prst="rect">
            <a:avLst/>
          </a:prstGeom>
          <a:solidFill>
            <a:srgbClr val="CED7E6">
              <a:alpha val="44203"/>
            </a:srgbClr>
          </a:solidFill>
          <a:ln>
            <a:noFill/>
          </a:ln>
        </p:spPr>
      </p:sp>
      <p:sp>
        <p:nvSpPr>
          <p:cNvPr id="71" name="wm.library-whiteboard.002.015.002"/>
          <p:cNvSpPr/>
          <p:nvPr/>
        </p:nvSpPr>
        <p:spPr>
          <a:xfrm>
            <a:off x="10325100" y="4114800"/>
            <a:ext cx="38100" cy="38100"/>
          </a:xfrm>
          <a:prstGeom prst="rect">
            <a:avLst/>
          </a:prstGeom>
          <a:solidFill>
            <a:srgbClr val="CED7E6">
              <a:alpha val="44203"/>
            </a:srgbClr>
          </a:solidFill>
          <a:ln>
            <a:noFill/>
          </a:ln>
        </p:spPr>
      </p:sp>
      <p:sp>
        <p:nvSpPr>
          <p:cNvPr id="72" name="wm.library-whiteboard.002.016.001"/>
          <p:cNvSpPr/>
          <p:nvPr/>
        </p:nvSpPr>
        <p:spPr>
          <a:xfrm>
            <a:off x="10553700" y="3886200"/>
            <a:ext cx="38100" cy="38100"/>
          </a:xfrm>
          <a:prstGeom prst="rect">
            <a:avLst/>
          </a:prstGeom>
          <a:solidFill>
            <a:srgbClr val="CED7E6">
              <a:alpha val="35507"/>
            </a:srgbClr>
          </a:solidFill>
          <a:ln>
            <a:noFill/>
          </a:ln>
        </p:spPr>
      </p:sp>
      <p:sp>
        <p:nvSpPr>
          <p:cNvPr id="73" name="wm.library-whiteboard.002.016.002"/>
          <p:cNvSpPr/>
          <p:nvPr/>
        </p:nvSpPr>
        <p:spPr>
          <a:xfrm>
            <a:off x="10553700" y="4114800"/>
            <a:ext cx="38100" cy="38100"/>
          </a:xfrm>
          <a:prstGeom prst="rect">
            <a:avLst/>
          </a:prstGeom>
          <a:solidFill>
            <a:srgbClr val="CED7E6">
              <a:alpha val="35507"/>
            </a:srgbClr>
          </a:solidFill>
          <a:ln>
            <a:noFill/>
          </a:ln>
        </p:spPr>
      </p:sp>
      <p:sp>
        <p:nvSpPr>
          <p:cNvPr id="74" name="wm.library-whiteboard.002.017.001"/>
          <p:cNvSpPr/>
          <p:nvPr/>
        </p:nvSpPr>
        <p:spPr>
          <a:xfrm>
            <a:off x="10782300" y="3886200"/>
            <a:ext cx="38100" cy="38100"/>
          </a:xfrm>
          <a:prstGeom prst="rect">
            <a:avLst/>
          </a:prstGeom>
          <a:solidFill>
            <a:srgbClr val="CED7E6">
              <a:alpha val="26812"/>
            </a:srgbClr>
          </a:solidFill>
          <a:ln>
            <a:noFill/>
          </a:ln>
        </p:spPr>
      </p:sp>
      <p:sp>
        <p:nvSpPr>
          <p:cNvPr id="75" name="wm.library-whiteboard.002.017.002"/>
          <p:cNvSpPr/>
          <p:nvPr/>
        </p:nvSpPr>
        <p:spPr>
          <a:xfrm>
            <a:off x="10782300" y="4114800"/>
            <a:ext cx="38100" cy="38100"/>
          </a:xfrm>
          <a:prstGeom prst="rect">
            <a:avLst/>
          </a:prstGeom>
          <a:solidFill>
            <a:srgbClr val="CED7E6">
              <a:alpha val="26812"/>
            </a:srgbClr>
          </a:solidFill>
          <a:ln>
            <a:noFill/>
          </a:ln>
        </p:spPr>
      </p:sp>
      <p:sp>
        <p:nvSpPr>
          <p:cNvPr id="76" name="wm.library-whiteboard.002.018.001"/>
          <p:cNvSpPr/>
          <p:nvPr/>
        </p:nvSpPr>
        <p:spPr>
          <a:xfrm>
            <a:off x="11010900" y="3886200"/>
            <a:ext cx="38100" cy="38100"/>
          </a:xfrm>
          <a:prstGeom prst="rect">
            <a:avLst/>
          </a:prstGeom>
          <a:solidFill>
            <a:srgbClr val="CED7E6">
              <a:alpha val="18116"/>
            </a:srgbClr>
          </a:solidFill>
          <a:ln>
            <a:noFill/>
          </a:ln>
        </p:spPr>
      </p:sp>
      <p:sp>
        <p:nvSpPr>
          <p:cNvPr id="77" name="wm.library-whiteboard.002.018.002"/>
          <p:cNvSpPr/>
          <p:nvPr/>
        </p:nvSpPr>
        <p:spPr>
          <a:xfrm>
            <a:off x="11010900" y="4114800"/>
            <a:ext cx="38100" cy="38100"/>
          </a:xfrm>
          <a:prstGeom prst="rect">
            <a:avLst/>
          </a:prstGeom>
          <a:solidFill>
            <a:srgbClr val="CED7E6">
              <a:alpha val="18116"/>
            </a:srgbClr>
          </a:solidFill>
          <a:ln>
            <a:noFill/>
          </a:ln>
        </p:spPr>
      </p:sp>
      <p:sp>
        <p:nvSpPr>
          <p:cNvPr id="78" name="wm.library-whiteboard.002.019.001"/>
          <p:cNvSpPr/>
          <p:nvPr/>
        </p:nvSpPr>
        <p:spPr>
          <a:xfrm>
            <a:off x="11239500" y="3886200"/>
            <a:ext cx="38100" cy="38100"/>
          </a:xfrm>
          <a:prstGeom prst="rect">
            <a:avLst/>
          </a:prstGeom>
          <a:solidFill>
            <a:srgbClr val="CED7E6">
              <a:alpha val="9420"/>
            </a:srgbClr>
          </a:solidFill>
          <a:ln>
            <a:noFill/>
          </a:ln>
        </p:spPr>
      </p:sp>
      <p:sp>
        <p:nvSpPr>
          <p:cNvPr id="79" name="wm.library-whiteboard.002.019.002"/>
          <p:cNvSpPr/>
          <p:nvPr/>
        </p:nvSpPr>
        <p:spPr>
          <a:xfrm>
            <a:off x="11239500" y="4114800"/>
            <a:ext cx="38100" cy="38100"/>
          </a:xfrm>
          <a:prstGeom prst="rect">
            <a:avLst/>
          </a:prstGeom>
          <a:solidFill>
            <a:srgbClr val="CED7E6">
              <a:alpha val="9420"/>
            </a:srgbClr>
          </a:solidFill>
          <a:ln>
            <a:noFill/>
          </a:ln>
        </p:spPr>
      </p:sp>
      <p:sp>
        <p:nvSpPr>
          <p:cNvPr id="80" name="wm.library-whiteboard.002.020.001"/>
          <p:cNvSpPr/>
          <p:nvPr/>
        </p:nvSpPr>
        <p:spPr>
          <a:xfrm>
            <a:off x="11468100" y="3886200"/>
            <a:ext cx="38100" cy="38100"/>
          </a:xfrm>
          <a:prstGeom prst="rect">
            <a:avLst/>
          </a:prstGeom>
          <a:solidFill>
            <a:srgbClr val="CED7E6">
              <a:alpha val="725"/>
            </a:srgbClr>
          </a:solidFill>
          <a:ln>
            <a:noFill/>
          </a:ln>
        </p:spPr>
      </p:sp>
      <p:sp>
        <p:nvSpPr>
          <p:cNvPr id="81" name="wm.library-whiteboard.002.020.002"/>
          <p:cNvSpPr/>
          <p:nvPr/>
        </p:nvSpPr>
        <p:spPr>
          <a:xfrm>
            <a:off x="11468100" y="4114800"/>
            <a:ext cx="38100" cy="38100"/>
          </a:xfrm>
          <a:prstGeom prst="rect">
            <a:avLst/>
          </a:prstGeom>
          <a:solidFill>
            <a:srgbClr val="CED7E6">
              <a:alpha val="725"/>
            </a:srgbClr>
          </a:solidFill>
          <a:ln>
            <a:noFill/>
          </a:ln>
        </p:spPr>
      </p:sp>
      <p:grpSp>
        <p:nvGrpSpPr>
          <p:cNvPr id="97" name="node01"/>
          <p:cNvGrpSpPr/>
          <p:nvPr/>
        </p:nvGrpSpPr>
        <p:grpSpPr>
          <a:xfrm>
            <a:off x="723900" y="685800"/>
            <a:ext cx="1600200" cy="334342"/>
            <a:chOff x="723900" y="685800"/>
            <a:chExt cx="1600200" cy="334342"/>
          </a:xfrm>
        </p:grpSpPr>
        <p:pic>
          <p:nvPicPr>
            <p:cNvPr id="83" name="node01.image" descr="logo-pos; canonical SHA256=1792d6399d80ca979fc609aa50c9cc0dc1b9358132748180df858fb82ad39d86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900" y="685800"/>
              <a:ext cx="1600200" cy="334342"/>
            </a:xfrm>
            <a:prstGeom prst="rect">
              <a:avLst/>
            </a:prstGeom>
          </p:spPr>
        </p:pic>
      </p:grpSp>
      <p:grpSp>
        <p:nvGrpSpPr>
          <p:cNvPr id="98" name="node02"/>
          <p:cNvGrpSpPr/>
          <p:nvPr/>
        </p:nvGrpSpPr>
        <p:grpSpPr>
          <a:xfrm>
            <a:off x="723900" y="2057400"/>
            <a:ext cx="6172200" cy="152400"/>
            <a:chOff x="723900" y="2057400"/>
            <a:chExt cx="6172200" cy="152400"/>
          </a:xfrm>
        </p:grpSpPr>
        <p:sp>
          <p:nvSpPr>
            <p:cNvPr id="84" name="node02.text"/>
            <p:cNvSpPr/>
            <p:nvPr/>
          </p:nvSpPr>
          <p:spPr>
            <a:xfrm>
              <a:off x="723900" y="2057400"/>
              <a:ext cx="6172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WORKSHOP · NORTHFIELD HEALTH SYSTEM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99" name="node03"/>
          <p:cNvGrpSpPr/>
          <p:nvPr/>
        </p:nvGrpSpPr>
        <p:grpSpPr>
          <a:xfrm>
            <a:off x="723900" y="2286000"/>
            <a:ext cx="6172200" cy="1524000"/>
            <a:chOff x="723900" y="2286000"/>
            <a:chExt cx="6172200" cy="1524000"/>
          </a:xfrm>
        </p:grpSpPr>
        <p:pic>
          <p:nvPicPr>
            <p:cNvPr id="85" name="node03.text.mark-002-002" descr="underscore; canonical SHA256=49d5a97f776a33dcf11e794bad153776f1f33cf3747f42e2c277857faa224278; resolved ink=070154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8025" y="3703320"/>
              <a:ext cx="5154244" cy="465002"/>
            </a:xfrm>
            <a:prstGeom prst="rect">
              <a:avLst/>
            </a:prstGeom>
          </p:spPr>
        </p:pic>
        <p:sp>
          <p:nvSpPr>
            <p:cNvPr id="86" name="node03.text"/>
            <p:cNvSpPr/>
            <p:nvPr/>
          </p:nvSpPr>
          <p:spPr>
            <a:xfrm>
              <a:off x="723900" y="2286000"/>
              <a:ext cx="61722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Close redesign </a:t>
              </a:r>
              <a:b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</a:b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working session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0" name="node04"/>
          <p:cNvGrpSpPr/>
          <p:nvPr/>
        </p:nvGrpSpPr>
        <p:grpSpPr>
          <a:xfrm>
            <a:off x="7353300" y="685800"/>
            <a:ext cx="4114800" cy="3200400"/>
            <a:chOff x="7353300" y="685800"/>
            <a:chExt cx="4114800" cy="3200400"/>
          </a:xfrm>
        </p:grpSpPr>
        <p:pic>
          <p:nvPicPr>
            <p:cNvPr id="87" name="node04.image" descr="photo-working-session; canonical SHA256=f25eea9ebc335d07c158bb508fa02b26d745530e58073ce62d884c773d006e8a">    </p:cNvPr>
            <p:cNvPicPr>
              <a:picLocks noChangeAspect="1"/>
            </p:cNvPicPr>
            <p:nvPr/>
          </p:nvPicPr>
          <p:blipFill>
            <a:blip r:embed="rId5"/>
            <a:srcRect l="7121" r="7121" t="0" b="0"/>
            <a:stretch/>
          </p:blipFill>
          <p:spPr>
            <a:xfrm>
              <a:off x="7353300" y="685800"/>
              <a:ext cx="4114800" cy="3200400"/>
            </a:xfrm>
            <a:prstGeom prst="rect">
              <a:avLst/>
            </a:prstGeom>
          </p:spPr>
        </p:pic>
      </p:grpSp>
      <p:sp>
        <p:nvSpPr>
          <p:cNvPr id="88" name="node05"/>
          <p:cNvSpPr/>
          <p:nvPr/>
        </p:nvSpPr>
        <p:spPr>
          <a:xfrm>
            <a:off x="723900" y="43434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01" name="node06"/>
          <p:cNvGrpSpPr/>
          <p:nvPr/>
        </p:nvGrpSpPr>
        <p:grpSpPr>
          <a:xfrm>
            <a:off x="723900" y="4572000"/>
            <a:ext cx="2514600" cy="152400"/>
            <a:chOff x="723900" y="4572000"/>
            <a:chExt cx="2514600" cy="152400"/>
          </a:xfrm>
        </p:grpSpPr>
        <p:sp>
          <p:nvSpPr>
            <p:cNvPr id="89" name="node06.text"/>
            <p:cNvSpPr/>
            <p:nvPr/>
          </p:nvSpPr>
          <p:spPr>
            <a:xfrm>
              <a:off x="7239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DATE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2" name="node07"/>
          <p:cNvGrpSpPr/>
          <p:nvPr/>
        </p:nvGrpSpPr>
        <p:grpSpPr>
          <a:xfrm>
            <a:off x="723900" y="4800600"/>
            <a:ext cx="3200400" cy="266700"/>
            <a:chOff x="723900" y="4800600"/>
            <a:chExt cx="3200400" cy="266700"/>
          </a:xfrm>
        </p:grpSpPr>
        <p:sp>
          <p:nvSpPr>
            <p:cNvPr id="90" name="node07.text"/>
            <p:cNvSpPr/>
            <p:nvPr/>
          </p:nvSpPr>
          <p:spPr>
            <a:xfrm>
              <a:off x="723900" y="4800600"/>
              <a:ext cx="3200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14 October 2026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3" name="node08"/>
          <p:cNvGrpSpPr/>
          <p:nvPr/>
        </p:nvGrpSpPr>
        <p:grpSpPr>
          <a:xfrm>
            <a:off x="4381500" y="4572000"/>
            <a:ext cx="2514600" cy="152400"/>
            <a:chOff x="4381500" y="4572000"/>
            <a:chExt cx="2514600" cy="152400"/>
          </a:xfrm>
        </p:grpSpPr>
        <p:sp>
          <p:nvSpPr>
            <p:cNvPr id="91" name="node08.text"/>
            <p:cNvSpPr/>
            <p:nvPr/>
          </p:nvSpPr>
          <p:spPr>
            <a:xfrm>
              <a:off x="43815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LOCATION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4" name="node09"/>
          <p:cNvGrpSpPr/>
          <p:nvPr/>
        </p:nvGrpSpPr>
        <p:grpSpPr>
          <a:xfrm>
            <a:off x="4381500" y="4800600"/>
            <a:ext cx="3429000" cy="266700"/>
            <a:chOff x="4381500" y="4800600"/>
            <a:chExt cx="3429000" cy="266700"/>
          </a:xfrm>
        </p:grpSpPr>
        <p:sp>
          <p:nvSpPr>
            <p:cNvPr id="92" name="node09.text"/>
            <p:cNvSpPr/>
            <p:nvPr/>
          </p:nvSpPr>
          <p:spPr>
            <a:xfrm>
              <a:off x="4381500" y="48006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Northfield main campus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5" name="node10"/>
          <p:cNvGrpSpPr/>
          <p:nvPr/>
        </p:nvGrpSpPr>
        <p:grpSpPr>
          <a:xfrm>
            <a:off x="8039100" y="4572000"/>
            <a:ext cx="2514600" cy="152400"/>
            <a:chOff x="8039100" y="4572000"/>
            <a:chExt cx="2514600" cy="152400"/>
          </a:xfrm>
        </p:grpSpPr>
        <p:sp>
          <p:nvSpPr>
            <p:cNvPr id="93" name="node10.text"/>
            <p:cNvSpPr/>
            <p:nvPr/>
          </p:nvSpPr>
          <p:spPr>
            <a:xfrm>
              <a:off x="8039100" y="45720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IS IN THE ROOM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6" name="node11"/>
          <p:cNvGrpSpPr/>
          <p:nvPr/>
        </p:nvGrpSpPr>
        <p:grpSpPr>
          <a:xfrm>
            <a:off x="8039100" y="4800600"/>
            <a:ext cx="3429000" cy="266700"/>
            <a:chOff x="8039100" y="4800600"/>
            <a:chExt cx="3429000" cy="266700"/>
          </a:xfrm>
        </p:grpSpPr>
        <p:sp>
          <p:nvSpPr>
            <p:cNvPr id="94" name="node11.text"/>
            <p:cNvSpPr/>
            <p:nvPr/>
          </p:nvSpPr>
          <p:spPr>
            <a:xfrm>
              <a:off x="8039100" y="48006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Finance, shared services, IT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7" name="node12"/>
          <p:cNvGrpSpPr/>
          <p:nvPr/>
        </p:nvGrpSpPr>
        <p:grpSpPr>
          <a:xfrm>
            <a:off x="723900" y="5257800"/>
            <a:ext cx="2514600" cy="152400"/>
            <a:chOff x="723900" y="5257800"/>
            <a:chExt cx="2514600" cy="152400"/>
          </a:xfrm>
        </p:grpSpPr>
        <p:sp>
          <p:nvSpPr>
            <p:cNvPr id="95" name="node12.text"/>
            <p:cNvSpPr/>
            <p:nvPr/>
          </p:nvSpPr>
          <p:spPr>
            <a:xfrm>
              <a:off x="723900" y="52578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FACILITATED BY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8" name="node13"/>
          <p:cNvGrpSpPr/>
          <p:nvPr/>
        </p:nvGrpSpPr>
        <p:grpSpPr>
          <a:xfrm>
            <a:off x="723900" y="5486400"/>
            <a:ext cx="6858000" cy="266700"/>
            <a:chOff x="723900" y="5486400"/>
            <a:chExt cx="6858000" cy="266700"/>
          </a:xfrm>
        </p:grpSpPr>
        <p:sp>
          <p:nvSpPr>
            <p:cNvPr id="96" name="node13.text"/>
            <p:cNvSpPr/>
            <p:nvPr/>
          </p:nvSpPr>
          <p:spPr>
            <a:xfrm>
              <a:off x="723900" y="5486400"/>
              <a:ext cx="6858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Engagement partner · name@westmonroe.com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266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266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266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266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2667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2.001"/>
          <p:cNvSpPr/>
          <p:nvPr/>
        </p:nvSpPr>
        <p:spPr>
          <a:xfrm>
            <a:off x="495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2.002"/>
          <p:cNvSpPr/>
          <p:nvPr/>
        </p:nvSpPr>
        <p:spPr>
          <a:xfrm>
            <a:off x="495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2.003"/>
          <p:cNvSpPr/>
          <p:nvPr/>
        </p:nvSpPr>
        <p:spPr>
          <a:xfrm>
            <a:off x="495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2.004"/>
          <p:cNvSpPr/>
          <p:nvPr/>
        </p:nvSpPr>
        <p:spPr>
          <a:xfrm>
            <a:off x="495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2.005"/>
          <p:cNvSpPr/>
          <p:nvPr/>
        </p:nvSpPr>
        <p:spPr>
          <a:xfrm>
            <a:off x="4953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3.001"/>
          <p:cNvSpPr/>
          <p:nvPr/>
        </p:nvSpPr>
        <p:spPr>
          <a:xfrm>
            <a:off x="723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" name="wm.library-whiteboard.001.003.002"/>
          <p:cNvSpPr/>
          <p:nvPr/>
        </p:nvSpPr>
        <p:spPr>
          <a:xfrm>
            <a:off x="723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library-whiteboard.001.003.003"/>
          <p:cNvSpPr/>
          <p:nvPr/>
        </p:nvSpPr>
        <p:spPr>
          <a:xfrm>
            <a:off x="723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library-whiteboard.001.003.004"/>
          <p:cNvSpPr/>
          <p:nvPr/>
        </p:nvSpPr>
        <p:spPr>
          <a:xfrm>
            <a:off x="723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library-whiteboard.001.003.005"/>
          <p:cNvSpPr/>
          <p:nvPr/>
        </p:nvSpPr>
        <p:spPr>
          <a:xfrm>
            <a:off x="7239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library-whiteboard.001.004.001"/>
          <p:cNvSpPr/>
          <p:nvPr/>
        </p:nvSpPr>
        <p:spPr>
          <a:xfrm>
            <a:off x="952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8" name="wm.library-whiteboard.001.004.002"/>
          <p:cNvSpPr/>
          <p:nvPr/>
        </p:nvSpPr>
        <p:spPr>
          <a:xfrm>
            <a:off x="952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9" name="wm.library-whiteboard.001.004.003"/>
          <p:cNvSpPr/>
          <p:nvPr/>
        </p:nvSpPr>
        <p:spPr>
          <a:xfrm>
            <a:off x="952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0" name="wm.library-whiteboard.001.004.004"/>
          <p:cNvSpPr/>
          <p:nvPr/>
        </p:nvSpPr>
        <p:spPr>
          <a:xfrm>
            <a:off x="952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1" name="wm.library-whiteboard.001.004.005"/>
          <p:cNvSpPr/>
          <p:nvPr/>
        </p:nvSpPr>
        <p:spPr>
          <a:xfrm>
            <a:off x="9525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2" name="wm.library-whiteboard.001.005.001"/>
          <p:cNvSpPr/>
          <p:nvPr/>
        </p:nvSpPr>
        <p:spPr>
          <a:xfrm>
            <a:off x="11811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3" name="wm.library-whiteboard.001.005.002"/>
          <p:cNvSpPr/>
          <p:nvPr/>
        </p:nvSpPr>
        <p:spPr>
          <a:xfrm>
            <a:off x="11811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library-whiteboard.001.005.003"/>
          <p:cNvSpPr/>
          <p:nvPr/>
        </p:nvSpPr>
        <p:spPr>
          <a:xfrm>
            <a:off x="11811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library-whiteboard.001.005.004"/>
          <p:cNvSpPr/>
          <p:nvPr/>
        </p:nvSpPr>
        <p:spPr>
          <a:xfrm>
            <a:off x="11811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library-whiteboard.001.005.005"/>
          <p:cNvSpPr/>
          <p:nvPr/>
        </p:nvSpPr>
        <p:spPr>
          <a:xfrm>
            <a:off x="11811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" name="wm.library-whiteboard.001.006.001"/>
          <p:cNvSpPr/>
          <p:nvPr/>
        </p:nvSpPr>
        <p:spPr>
          <a:xfrm>
            <a:off x="14097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8" name="wm.library-whiteboard.001.006.002"/>
          <p:cNvSpPr/>
          <p:nvPr/>
        </p:nvSpPr>
        <p:spPr>
          <a:xfrm>
            <a:off x="14097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" name="wm.library-whiteboard.001.006.003"/>
          <p:cNvSpPr/>
          <p:nvPr/>
        </p:nvSpPr>
        <p:spPr>
          <a:xfrm>
            <a:off x="14097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" name="wm.library-whiteboard.001.006.004"/>
          <p:cNvSpPr/>
          <p:nvPr/>
        </p:nvSpPr>
        <p:spPr>
          <a:xfrm>
            <a:off x="14097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" name="wm.library-whiteboard.001.006.005"/>
          <p:cNvSpPr/>
          <p:nvPr/>
        </p:nvSpPr>
        <p:spPr>
          <a:xfrm>
            <a:off x="14097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" name="wm.library-whiteboard.001.007.001"/>
          <p:cNvSpPr/>
          <p:nvPr/>
        </p:nvSpPr>
        <p:spPr>
          <a:xfrm>
            <a:off x="16383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library-whiteboard.001.007.002"/>
          <p:cNvSpPr/>
          <p:nvPr/>
        </p:nvSpPr>
        <p:spPr>
          <a:xfrm>
            <a:off x="16383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library-whiteboard.001.007.003"/>
          <p:cNvSpPr/>
          <p:nvPr/>
        </p:nvSpPr>
        <p:spPr>
          <a:xfrm>
            <a:off x="16383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library-whiteboard.001.007.004"/>
          <p:cNvSpPr/>
          <p:nvPr/>
        </p:nvSpPr>
        <p:spPr>
          <a:xfrm>
            <a:off x="16383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" name="wm.library-whiteboard.001.007.005"/>
          <p:cNvSpPr/>
          <p:nvPr/>
        </p:nvSpPr>
        <p:spPr>
          <a:xfrm>
            <a:off x="16383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wm.library-whiteboard.001.008.001"/>
          <p:cNvSpPr/>
          <p:nvPr/>
        </p:nvSpPr>
        <p:spPr>
          <a:xfrm>
            <a:off x="18669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8" name="wm.library-whiteboard.001.008.002"/>
          <p:cNvSpPr/>
          <p:nvPr/>
        </p:nvSpPr>
        <p:spPr>
          <a:xfrm>
            <a:off x="18669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9" name="wm.library-whiteboard.001.008.003"/>
          <p:cNvSpPr/>
          <p:nvPr/>
        </p:nvSpPr>
        <p:spPr>
          <a:xfrm>
            <a:off x="18669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0" name="wm.library-whiteboard.001.008.004"/>
          <p:cNvSpPr/>
          <p:nvPr/>
        </p:nvSpPr>
        <p:spPr>
          <a:xfrm>
            <a:off x="18669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1" name="wm.library-whiteboard.001.008.005"/>
          <p:cNvSpPr/>
          <p:nvPr/>
        </p:nvSpPr>
        <p:spPr>
          <a:xfrm>
            <a:off x="18669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2" name="wm.library-whiteboard.001.009.001"/>
          <p:cNvSpPr/>
          <p:nvPr/>
        </p:nvSpPr>
        <p:spPr>
          <a:xfrm>
            <a:off x="2095500" y="5029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3" name="wm.library-whiteboard.001.009.002"/>
          <p:cNvSpPr/>
          <p:nvPr/>
        </p:nvSpPr>
        <p:spPr>
          <a:xfrm>
            <a:off x="2095500" y="5257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4" name="wm.library-whiteboard.001.009.003"/>
          <p:cNvSpPr/>
          <p:nvPr/>
        </p:nvSpPr>
        <p:spPr>
          <a:xfrm>
            <a:off x="2095500" y="5486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5" name="wm.library-whiteboard.001.009.004"/>
          <p:cNvSpPr/>
          <p:nvPr/>
        </p:nvSpPr>
        <p:spPr>
          <a:xfrm>
            <a:off x="2095500" y="5715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6" name="wm.library-whiteboard.001.009.005"/>
          <p:cNvSpPr/>
          <p:nvPr/>
        </p:nvSpPr>
        <p:spPr>
          <a:xfrm>
            <a:off x="2095500" y="5943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7" name="wm.library-whiteboard.001.010.001"/>
          <p:cNvSpPr/>
          <p:nvPr/>
        </p:nvSpPr>
        <p:spPr>
          <a:xfrm>
            <a:off x="2324100" y="5029200"/>
            <a:ext cx="38100" cy="38100"/>
          </a:xfrm>
          <a:prstGeom prst="rect">
            <a:avLst/>
          </a:prstGeom>
          <a:solidFill>
            <a:srgbClr val="CED7E6">
              <a:alpha val="98371"/>
            </a:srgbClr>
          </a:solidFill>
          <a:ln>
            <a:noFill/>
          </a:ln>
        </p:spPr>
      </p:sp>
      <p:sp>
        <p:nvSpPr>
          <p:cNvPr id="48" name="wm.library-whiteboard.001.010.002"/>
          <p:cNvSpPr/>
          <p:nvPr/>
        </p:nvSpPr>
        <p:spPr>
          <a:xfrm>
            <a:off x="2324100" y="5257800"/>
            <a:ext cx="38100" cy="38100"/>
          </a:xfrm>
          <a:prstGeom prst="rect">
            <a:avLst/>
          </a:prstGeom>
          <a:solidFill>
            <a:srgbClr val="CED7E6">
              <a:alpha val="98371"/>
            </a:srgbClr>
          </a:solidFill>
          <a:ln>
            <a:noFill/>
          </a:ln>
        </p:spPr>
      </p:sp>
      <p:sp>
        <p:nvSpPr>
          <p:cNvPr id="49" name="wm.library-whiteboard.001.010.003"/>
          <p:cNvSpPr/>
          <p:nvPr/>
        </p:nvSpPr>
        <p:spPr>
          <a:xfrm>
            <a:off x="2324100" y="5486400"/>
            <a:ext cx="38100" cy="38100"/>
          </a:xfrm>
          <a:prstGeom prst="rect">
            <a:avLst/>
          </a:prstGeom>
          <a:solidFill>
            <a:srgbClr val="CED7E6">
              <a:alpha val="98371"/>
            </a:srgbClr>
          </a:solidFill>
          <a:ln>
            <a:noFill/>
          </a:ln>
        </p:spPr>
      </p:sp>
      <p:sp>
        <p:nvSpPr>
          <p:cNvPr id="50" name="wm.library-whiteboard.001.010.004"/>
          <p:cNvSpPr/>
          <p:nvPr/>
        </p:nvSpPr>
        <p:spPr>
          <a:xfrm>
            <a:off x="2324100" y="5715000"/>
            <a:ext cx="38100" cy="38100"/>
          </a:xfrm>
          <a:prstGeom prst="rect">
            <a:avLst/>
          </a:prstGeom>
          <a:solidFill>
            <a:srgbClr val="CED7E6">
              <a:alpha val="98371"/>
            </a:srgbClr>
          </a:solidFill>
          <a:ln>
            <a:noFill/>
          </a:ln>
        </p:spPr>
      </p:sp>
      <p:sp>
        <p:nvSpPr>
          <p:cNvPr id="51" name="wm.library-whiteboard.001.010.005"/>
          <p:cNvSpPr/>
          <p:nvPr/>
        </p:nvSpPr>
        <p:spPr>
          <a:xfrm>
            <a:off x="2324100" y="5943600"/>
            <a:ext cx="38100" cy="38100"/>
          </a:xfrm>
          <a:prstGeom prst="rect">
            <a:avLst/>
          </a:prstGeom>
          <a:solidFill>
            <a:srgbClr val="CED7E6">
              <a:alpha val="98371"/>
            </a:srgbClr>
          </a:solidFill>
          <a:ln>
            <a:noFill/>
          </a:ln>
        </p:spPr>
      </p:sp>
      <p:sp>
        <p:nvSpPr>
          <p:cNvPr id="52" name="wm.library-whiteboard.001.011.001"/>
          <p:cNvSpPr/>
          <p:nvPr/>
        </p:nvSpPr>
        <p:spPr>
          <a:xfrm>
            <a:off x="2552700" y="5029200"/>
            <a:ext cx="38100" cy="38100"/>
          </a:xfrm>
          <a:prstGeom prst="rect">
            <a:avLst/>
          </a:prstGeom>
          <a:solidFill>
            <a:srgbClr val="CED7E6">
              <a:alpha val="90852"/>
            </a:srgbClr>
          </a:solidFill>
          <a:ln>
            <a:noFill/>
          </a:ln>
        </p:spPr>
      </p:sp>
      <p:sp>
        <p:nvSpPr>
          <p:cNvPr id="53" name="wm.library-whiteboard.001.011.002"/>
          <p:cNvSpPr/>
          <p:nvPr/>
        </p:nvSpPr>
        <p:spPr>
          <a:xfrm>
            <a:off x="2552700" y="5257800"/>
            <a:ext cx="38100" cy="38100"/>
          </a:xfrm>
          <a:prstGeom prst="rect">
            <a:avLst/>
          </a:prstGeom>
          <a:solidFill>
            <a:srgbClr val="CED7E6">
              <a:alpha val="90852"/>
            </a:srgbClr>
          </a:solidFill>
          <a:ln>
            <a:noFill/>
          </a:ln>
        </p:spPr>
      </p:sp>
      <p:sp>
        <p:nvSpPr>
          <p:cNvPr id="54" name="wm.library-whiteboard.001.011.003"/>
          <p:cNvSpPr/>
          <p:nvPr/>
        </p:nvSpPr>
        <p:spPr>
          <a:xfrm>
            <a:off x="2552700" y="5486400"/>
            <a:ext cx="38100" cy="38100"/>
          </a:xfrm>
          <a:prstGeom prst="rect">
            <a:avLst/>
          </a:prstGeom>
          <a:solidFill>
            <a:srgbClr val="CED7E6">
              <a:alpha val="90852"/>
            </a:srgbClr>
          </a:solidFill>
          <a:ln>
            <a:noFill/>
          </a:ln>
        </p:spPr>
      </p:sp>
      <p:sp>
        <p:nvSpPr>
          <p:cNvPr id="55" name="wm.library-whiteboard.001.011.004"/>
          <p:cNvSpPr/>
          <p:nvPr/>
        </p:nvSpPr>
        <p:spPr>
          <a:xfrm>
            <a:off x="2552700" y="5715000"/>
            <a:ext cx="38100" cy="38100"/>
          </a:xfrm>
          <a:prstGeom prst="rect">
            <a:avLst/>
          </a:prstGeom>
          <a:solidFill>
            <a:srgbClr val="CED7E6">
              <a:alpha val="90852"/>
            </a:srgbClr>
          </a:solidFill>
          <a:ln>
            <a:noFill/>
          </a:ln>
        </p:spPr>
      </p:sp>
      <p:sp>
        <p:nvSpPr>
          <p:cNvPr id="56" name="wm.library-whiteboard.001.011.005"/>
          <p:cNvSpPr/>
          <p:nvPr/>
        </p:nvSpPr>
        <p:spPr>
          <a:xfrm>
            <a:off x="2552700" y="5943600"/>
            <a:ext cx="38100" cy="38100"/>
          </a:xfrm>
          <a:prstGeom prst="rect">
            <a:avLst/>
          </a:prstGeom>
          <a:solidFill>
            <a:srgbClr val="CED7E6">
              <a:alpha val="90852"/>
            </a:srgbClr>
          </a:solidFill>
          <a:ln>
            <a:noFill/>
          </a:ln>
        </p:spPr>
      </p:sp>
      <p:sp>
        <p:nvSpPr>
          <p:cNvPr id="57" name="wm.library-whiteboard.001.012.001"/>
          <p:cNvSpPr/>
          <p:nvPr/>
        </p:nvSpPr>
        <p:spPr>
          <a:xfrm>
            <a:off x="2781300" y="5029200"/>
            <a:ext cx="38100" cy="38100"/>
          </a:xfrm>
          <a:prstGeom prst="rect">
            <a:avLst/>
          </a:prstGeom>
          <a:solidFill>
            <a:srgbClr val="CED7E6">
              <a:alpha val="83333"/>
            </a:srgbClr>
          </a:solidFill>
          <a:ln>
            <a:noFill/>
          </a:ln>
        </p:spPr>
      </p:sp>
      <p:sp>
        <p:nvSpPr>
          <p:cNvPr id="58" name="wm.library-whiteboard.001.012.002"/>
          <p:cNvSpPr/>
          <p:nvPr/>
        </p:nvSpPr>
        <p:spPr>
          <a:xfrm>
            <a:off x="2781300" y="5257800"/>
            <a:ext cx="38100" cy="38100"/>
          </a:xfrm>
          <a:prstGeom prst="rect">
            <a:avLst/>
          </a:prstGeom>
          <a:solidFill>
            <a:srgbClr val="CED7E6">
              <a:alpha val="83333"/>
            </a:srgbClr>
          </a:solidFill>
          <a:ln>
            <a:noFill/>
          </a:ln>
        </p:spPr>
      </p:sp>
      <p:sp>
        <p:nvSpPr>
          <p:cNvPr id="59" name="wm.library-whiteboard.001.012.003"/>
          <p:cNvSpPr/>
          <p:nvPr/>
        </p:nvSpPr>
        <p:spPr>
          <a:xfrm>
            <a:off x="2781300" y="5486400"/>
            <a:ext cx="38100" cy="38100"/>
          </a:xfrm>
          <a:prstGeom prst="rect">
            <a:avLst/>
          </a:prstGeom>
          <a:solidFill>
            <a:srgbClr val="CED7E6">
              <a:alpha val="83333"/>
            </a:srgbClr>
          </a:solidFill>
          <a:ln>
            <a:noFill/>
          </a:ln>
        </p:spPr>
      </p:sp>
      <p:sp>
        <p:nvSpPr>
          <p:cNvPr id="60" name="wm.library-whiteboard.001.012.004"/>
          <p:cNvSpPr/>
          <p:nvPr/>
        </p:nvSpPr>
        <p:spPr>
          <a:xfrm>
            <a:off x="2781300" y="5715000"/>
            <a:ext cx="38100" cy="38100"/>
          </a:xfrm>
          <a:prstGeom prst="rect">
            <a:avLst/>
          </a:prstGeom>
          <a:solidFill>
            <a:srgbClr val="CED7E6">
              <a:alpha val="83333"/>
            </a:srgbClr>
          </a:solidFill>
          <a:ln>
            <a:noFill/>
          </a:ln>
        </p:spPr>
      </p:sp>
      <p:sp>
        <p:nvSpPr>
          <p:cNvPr id="61" name="wm.library-whiteboard.001.012.005"/>
          <p:cNvSpPr/>
          <p:nvPr/>
        </p:nvSpPr>
        <p:spPr>
          <a:xfrm>
            <a:off x="2781300" y="5943600"/>
            <a:ext cx="38100" cy="38100"/>
          </a:xfrm>
          <a:prstGeom prst="rect">
            <a:avLst/>
          </a:prstGeom>
          <a:solidFill>
            <a:srgbClr val="CED7E6">
              <a:alpha val="83333"/>
            </a:srgbClr>
          </a:solidFill>
          <a:ln>
            <a:noFill/>
          </a:ln>
        </p:spPr>
      </p:sp>
      <p:sp>
        <p:nvSpPr>
          <p:cNvPr id="62" name="wm.library-whiteboard.001.013.001"/>
          <p:cNvSpPr/>
          <p:nvPr/>
        </p:nvSpPr>
        <p:spPr>
          <a:xfrm>
            <a:off x="3009900" y="5029200"/>
            <a:ext cx="38100" cy="38100"/>
          </a:xfrm>
          <a:prstGeom prst="rect">
            <a:avLst/>
          </a:prstGeom>
          <a:solidFill>
            <a:srgbClr val="CED7E6">
              <a:alpha val="75815"/>
            </a:srgbClr>
          </a:solidFill>
          <a:ln>
            <a:noFill/>
          </a:ln>
        </p:spPr>
      </p:sp>
      <p:sp>
        <p:nvSpPr>
          <p:cNvPr id="63" name="wm.library-whiteboard.001.013.002"/>
          <p:cNvSpPr/>
          <p:nvPr/>
        </p:nvSpPr>
        <p:spPr>
          <a:xfrm>
            <a:off x="3009900" y="5257800"/>
            <a:ext cx="38100" cy="38100"/>
          </a:xfrm>
          <a:prstGeom prst="rect">
            <a:avLst/>
          </a:prstGeom>
          <a:solidFill>
            <a:srgbClr val="CED7E6">
              <a:alpha val="75815"/>
            </a:srgbClr>
          </a:solidFill>
          <a:ln>
            <a:noFill/>
          </a:ln>
        </p:spPr>
      </p:sp>
      <p:sp>
        <p:nvSpPr>
          <p:cNvPr id="64" name="wm.library-whiteboard.001.013.003"/>
          <p:cNvSpPr/>
          <p:nvPr/>
        </p:nvSpPr>
        <p:spPr>
          <a:xfrm>
            <a:off x="3009900" y="5486400"/>
            <a:ext cx="38100" cy="38100"/>
          </a:xfrm>
          <a:prstGeom prst="rect">
            <a:avLst/>
          </a:prstGeom>
          <a:solidFill>
            <a:srgbClr val="CED7E6">
              <a:alpha val="75815"/>
            </a:srgbClr>
          </a:solidFill>
          <a:ln>
            <a:noFill/>
          </a:ln>
        </p:spPr>
      </p:sp>
      <p:sp>
        <p:nvSpPr>
          <p:cNvPr id="65" name="wm.library-whiteboard.001.013.004"/>
          <p:cNvSpPr/>
          <p:nvPr/>
        </p:nvSpPr>
        <p:spPr>
          <a:xfrm>
            <a:off x="3009900" y="5715000"/>
            <a:ext cx="38100" cy="38100"/>
          </a:xfrm>
          <a:prstGeom prst="rect">
            <a:avLst/>
          </a:prstGeom>
          <a:solidFill>
            <a:srgbClr val="CED7E6">
              <a:alpha val="75815"/>
            </a:srgbClr>
          </a:solidFill>
          <a:ln>
            <a:noFill/>
          </a:ln>
        </p:spPr>
      </p:sp>
      <p:sp>
        <p:nvSpPr>
          <p:cNvPr id="66" name="wm.library-whiteboard.001.013.005"/>
          <p:cNvSpPr/>
          <p:nvPr/>
        </p:nvSpPr>
        <p:spPr>
          <a:xfrm>
            <a:off x="3009900" y="5943600"/>
            <a:ext cx="38100" cy="38100"/>
          </a:xfrm>
          <a:prstGeom prst="rect">
            <a:avLst/>
          </a:prstGeom>
          <a:solidFill>
            <a:srgbClr val="CED7E6">
              <a:alpha val="75815"/>
            </a:srgbClr>
          </a:solidFill>
          <a:ln>
            <a:noFill/>
          </a:ln>
        </p:spPr>
      </p:sp>
      <p:sp>
        <p:nvSpPr>
          <p:cNvPr id="67" name="wm.library-whiteboard.001.014.001"/>
          <p:cNvSpPr/>
          <p:nvPr/>
        </p:nvSpPr>
        <p:spPr>
          <a:xfrm>
            <a:off x="3238500" y="5029200"/>
            <a:ext cx="38100" cy="38100"/>
          </a:xfrm>
          <a:prstGeom prst="rect">
            <a:avLst/>
          </a:prstGeom>
          <a:solidFill>
            <a:srgbClr val="CED7E6">
              <a:alpha val="68296"/>
            </a:srgbClr>
          </a:solidFill>
          <a:ln>
            <a:noFill/>
          </a:ln>
        </p:spPr>
      </p:sp>
      <p:sp>
        <p:nvSpPr>
          <p:cNvPr id="68" name="wm.library-whiteboard.001.014.002"/>
          <p:cNvSpPr/>
          <p:nvPr/>
        </p:nvSpPr>
        <p:spPr>
          <a:xfrm>
            <a:off x="3238500" y="5257800"/>
            <a:ext cx="38100" cy="38100"/>
          </a:xfrm>
          <a:prstGeom prst="rect">
            <a:avLst/>
          </a:prstGeom>
          <a:solidFill>
            <a:srgbClr val="CED7E6">
              <a:alpha val="68296"/>
            </a:srgbClr>
          </a:solidFill>
          <a:ln>
            <a:noFill/>
          </a:ln>
        </p:spPr>
      </p:sp>
      <p:sp>
        <p:nvSpPr>
          <p:cNvPr id="69" name="wm.library-whiteboard.001.014.003"/>
          <p:cNvSpPr/>
          <p:nvPr/>
        </p:nvSpPr>
        <p:spPr>
          <a:xfrm>
            <a:off x="3238500" y="5486400"/>
            <a:ext cx="38100" cy="38100"/>
          </a:xfrm>
          <a:prstGeom prst="rect">
            <a:avLst/>
          </a:prstGeom>
          <a:solidFill>
            <a:srgbClr val="CED7E6">
              <a:alpha val="68296"/>
            </a:srgbClr>
          </a:solidFill>
          <a:ln>
            <a:noFill/>
          </a:ln>
        </p:spPr>
      </p:sp>
      <p:sp>
        <p:nvSpPr>
          <p:cNvPr id="70" name="wm.library-whiteboard.001.014.004"/>
          <p:cNvSpPr/>
          <p:nvPr/>
        </p:nvSpPr>
        <p:spPr>
          <a:xfrm>
            <a:off x="3238500" y="5715000"/>
            <a:ext cx="38100" cy="38100"/>
          </a:xfrm>
          <a:prstGeom prst="rect">
            <a:avLst/>
          </a:prstGeom>
          <a:solidFill>
            <a:srgbClr val="CED7E6">
              <a:alpha val="68296"/>
            </a:srgbClr>
          </a:solidFill>
          <a:ln>
            <a:noFill/>
          </a:ln>
        </p:spPr>
      </p:sp>
      <p:sp>
        <p:nvSpPr>
          <p:cNvPr id="71" name="wm.library-whiteboard.001.014.005"/>
          <p:cNvSpPr/>
          <p:nvPr/>
        </p:nvSpPr>
        <p:spPr>
          <a:xfrm>
            <a:off x="3238500" y="5943600"/>
            <a:ext cx="38100" cy="38100"/>
          </a:xfrm>
          <a:prstGeom prst="rect">
            <a:avLst/>
          </a:prstGeom>
          <a:solidFill>
            <a:srgbClr val="CED7E6">
              <a:alpha val="68296"/>
            </a:srgbClr>
          </a:solidFill>
          <a:ln>
            <a:noFill/>
          </a:ln>
        </p:spPr>
      </p:sp>
      <p:sp>
        <p:nvSpPr>
          <p:cNvPr id="72" name="wm.library-whiteboard.001.015.001"/>
          <p:cNvSpPr/>
          <p:nvPr/>
        </p:nvSpPr>
        <p:spPr>
          <a:xfrm>
            <a:off x="3467100" y="5029200"/>
            <a:ext cx="38100" cy="38100"/>
          </a:xfrm>
          <a:prstGeom prst="rect">
            <a:avLst/>
          </a:prstGeom>
          <a:solidFill>
            <a:srgbClr val="CED7E6">
              <a:alpha val="60777"/>
            </a:srgbClr>
          </a:solidFill>
          <a:ln>
            <a:noFill/>
          </a:ln>
        </p:spPr>
      </p:sp>
      <p:sp>
        <p:nvSpPr>
          <p:cNvPr id="73" name="wm.library-whiteboard.001.015.002"/>
          <p:cNvSpPr/>
          <p:nvPr/>
        </p:nvSpPr>
        <p:spPr>
          <a:xfrm>
            <a:off x="3467100" y="5257800"/>
            <a:ext cx="38100" cy="38100"/>
          </a:xfrm>
          <a:prstGeom prst="rect">
            <a:avLst/>
          </a:prstGeom>
          <a:solidFill>
            <a:srgbClr val="CED7E6">
              <a:alpha val="60777"/>
            </a:srgbClr>
          </a:solidFill>
          <a:ln>
            <a:noFill/>
          </a:ln>
        </p:spPr>
      </p:sp>
      <p:sp>
        <p:nvSpPr>
          <p:cNvPr id="74" name="wm.library-whiteboard.001.015.003"/>
          <p:cNvSpPr/>
          <p:nvPr/>
        </p:nvSpPr>
        <p:spPr>
          <a:xfrm>
            <a:off x="3467100" y="5486400"/>
            <a:ext cx="38100" cy="38100"/>
          </a:xfrm>
          <a:prstGeom prst="rect">
            <a:avLst/>
          </a:prstGeom>
          <a:solidFill>
            <a:srgbClr val="CED7E6">
              <a:alpha val="60777"/>
            </a:srgbClr>
          </a:solidFill>
          <a:ln>
            <a:noFill/>
          </a:ln>
        </p:spPr>
      </p:sp>
      <p:sp>
        <p:nvSpPr>
          <p:cNvPr id="75" name="wm.library-whiteboard.001.015.004"/>
          <p:cNvSpPr/>
          <p:nvPr/>
        </p:nvSpPr>
        <p:spPr>
          <a:xfrm>
            <a:off x="3467100" y="5715000"/>
            <a:ext cx="38100" cy="38100"/>
          </a:xfrm>
          <a:prstGeom prst="rect">
            <a:avLst/>
          </a:prstGeom>
          <a:solidFill>
            <a:srgbClr val="CED7E6">
              <a:alpha val="60777"/>
            </a:srgbClr>
          </a:solidFill>
          <a:ln>
            <a:noFill/>
          </a:ln>
        </p:spPr>
      </p:sp>
      <p:sp>
        <p:nvSpPr>
          <p:cNvPr id="76" name="wm.library-whiteboard.001.015.005"/>
          <p:cNvSpPr/>
          <p:nvPr/>
        </p:nvSpPr>
        <p:spPr>
          <a:xfrm>
            <a:off x="3467100" y="5943600"/>
            <a:ext cx="38100" cy="38100"/>
          </a:xfrm>
          <a:prstGeom prst="rect">
            <a:avLst/>
          </a:prstGeom>
          <a:solidFill>
            <a:srgbClr val="CED7E6">
              <a:alpha val="60777"/>
            </a:srgbClr>
          </a:solidFill>
          <a:ln>
            <a:noFill/>
          </a:ln>
        </p:spPr>
      </p:sp>
      <p:sp>
        <p:nvSpPr>
          <p:cNvPr id="77" name="wm.library-whiteboard.001.016.001"/>
          <p:cNvSpPr/>
          <p:nvPr/>
        </p:nvSpPr>
        <p:spPr>
          <a:xfrm>
            <a:off x="3695700" y="5029200"/>
            <a:ext cx="38100" cy="38100"/>
          </a:xfrm>
          <a:prstGeom prst="rect">
            <a:avLst/>
          </a:prstGeom>
          <a:solidFill>
            <a:srgbClr val="CED7E6">
              <a:alpha val="53258"/>
            </a:srgbClr>
          </a:solidFill>
          <a:ln>
            <a:noFill/>
          </a:ln>
        </p:spPr>
      </p:sp>
      <p:sp>
        <p:nvSpPr>
          <p:cNvPr id="78" name="wm.library-whiteboard.001.016.002"/>
          <p:cNvSpPr/>
          <p:nvPr/>
        </p:nvSpPr>
        <p:spPr>
          <a:xfrm>
            <a:off x="3695700" y="5257800"/>
            <a:ext cx="38100" cy="38100"/>
          </a:xfrm>
          <a:prstGeom prst="rect">
            <a:avLst/>
          </a:prstGeom>
          <a:solidFill>
            <a:srgbClr val="CED7E6">
              <a:alpha val="53258"/>
            </a:srgbClr>
          </a:solidFill>
          <a:ln>
            <a:noFill/>
          </a:ln>
        </p:spPr>
      </p:sp>
      <p:sp>
        <p:nvSpPr>
          <p:cNvPr id="79" name="wm.library-whiteboard.001.016.003"/>
          <p:cNvSpPr/>
          <p:nvPr/>
        </p:nvSpPr>
        <p:spPr>
          <a:xfrm>
            <a:off x="3695700" y="5486400"/>
            <a:ext cx="38100" cy="38100"/>
          </a:xfrm>
          <a:prstGeom prst="rect">
            <a:avLst/>
          </a:prstGeom>
          <a:solidFill>
            <a:srgbClr val="CED7E6">
              <a:alpha val="53258"/>
            </a:srgbClr>
          </a:solidFill>
          <a:ln>
            <a:noFill/>
          </a:ln>
        </p:spPr>
      </p:sp>
      <p:sp>
        <p:nvSpPr>
          <p:cNvPr id="80" name="wm.library-whiteboard.001.016.004"/>
          <p:cNvSpPr/>
          <p:nvPr/>
        </p:nvSpPr>
        <p:spPr>
          <a:xfrm>
            <a:off x="3695700" y="5715000"/>
            <a:ext cx="38100" cy="38100"/>
          </a:xfrm>
          <a:prstGeom prst="rect">
            <a:avLst/>
          </a:prstGeom>
          <a:solidFill>
            <a:srgbClr val="CED7E6">
              <a:alpha val="53258"/>
            </a:srgbClr>
          </a:solidFill>
          <a:ln>
            <a:noFill/>
          </a:ln>
        </p:spPr>
      </p:sp>
      <p:sp>
        <p:nvSpPr>
          <p:cNvPr id="81" name="wm.library-whiteboard.001.016.005"/>
          <p:cNvSpPr/>
          <p:nvPr/>
        </p:nvSpPr>
        <p:spPr>
          <a:xfrm>
            <a:off x="3695700" y="5943600"/>
            <a:ext cx="38100" cy="38100"/>
          </a:xfrm>
          <a:prstGeom prst="rect">
            <a:avLst/>
          </a:prstGeom>
          <a:solidFill>
            <a:srgbClr val="CED7E6">
              <a:alpha val="53258"/>
            </a:srgbClr>
          </a:solidFill>
          <a:ln>
            <a:noFill/>
          </a:ln>
        </p:spPr>
      </p:sp>
      <p:sp>
        <p:nvSpPr>
          <p:cNvPr id="82" name="wm.library-whiteboard.001.017.001"/>
          <p:cNvSpPr/>
          <p:nvPr/>
        </p:nvSpPr>
        <p:spPr>
          <a:xfrm>
            <a:off x="3924300" y="5029200"/>
            <a:ext cx="38100" cy="38100"/>
          </a:xfrm>
          <a:prstGeom prst="rect">
            <a:avLst/>
          </a:prstGeom>
          <a:solidFill>
            <a:srgbClr val="CED7E6">
              <a:alpha val="45739"/>
            </a:srgbClr>
          </a:solidFill>
          <a:ln>
            <a:noFill/>
          </a:ln>
        </p:spPr>
      </p:sp>
      <p:sp>
        <p:nvSpPr>
          <p:cNvPr id="83" name="wm.library-whiteboard.001.017.002"/>
          <p:cNvSpPr/>
          <p:nvPr/>
        </p:nvSpPr>
        <p:spPr>
          <a:xfrm>
            <a:off x="3924300" y="5257800"/>
            <a:ext cx="38100" cy="38100"/>
          </a:xfrm>
          <a:prstGeom prst="rect">
            <a:avLst/>
          </a:prstGeom>
          <a:solidFill>
            <a:srgbClr val="CED7E6">
              <a:alpha val="45739"/>
            </a:srgbClr>
          </a:solidFill>
          <a:ln>
            <a:noFill/>
          </a:ln>
        </p:spPr>
      </p:sp>
      <p:sp>
        <p:nvSpPr>
          <p:cNvPr id="84" name="wm.library-whiteboard.001.017.003"/>
          <p:cNvSpPr/>
          <p:nvPr/>
        </p:nvSpPr>
        <p:spPr>
          <a:xfrm>
            <a:off x="3924300" y="5486400"/>
            <a:ext cx="38100" cy="38100"/>
          </a:xfrm>
          <a:prstGeom prst="rect">
            <a:avLst/>
          </a:prstGeom>
          <a:solidFill>
            <a:srgbClr val="CED7E6">
              <a:alpha val="45739"/>
            </a:srgbClr>
          </a:solidFill>
          <a:ln>
            <a:noFill/>
          </a:ln>
        </p:spPr>
      </p:sp>
      <p:sp>
        <p:nvSpPr>
          <p:cNvPr id="85" name="wm.library-whiteboard.001.017.004"/>
          <p:cNvSpPr/>
          <p:nvPr/>
        </p:nvSpPr>
        <p:spPr>
          <a:xfrm>
            <a:off x="3924300" y="5715000"/>
            <a:ext cx="38100" cy="38100"/>
          </a:xfrm>
          <a:prstGeom prst="rect">
            <a:avLst/>
          </a:prstGeom>
          <a:solidFill>
            <a:srgbClr val="CED7E6">
              <a:alpha val="45739"/>
            </a:srgbClr>
          </a:solidFill>
          <a:ln>
            <a:noFill/>
          </a:ln>
        </p:spPr>
      </p:sp>
      <p:sp>
        <p:nvSpPr>
          <p:cNvPr id="86" name="wm.library-whiteboard.001.017.005"/>
          <p:cNvSpPr/>
          <p:nvPr/>
        </p:nvSpPr>
        <p:spPr>
          <a:xfrm>
            <a:off x="3924300" y="5943600"/>
            <a:ext cx="38100" cy="38100"/>
          </a:xfrm>
          <a:prstGeom prst="rect">
            <a:avLst/>
          </a:prstGeom>
          <a:solidFill>
            <a:srgbClr val="CED7E6">
              <a:alpha val="45739"/>
            </a:srgbClr>
          </a:solidFill>
          <a:ln>
            <a:noFill/>
          </a:ln>
        </p:spPr>
      </p:sp>
      <p:sp>
        <p:nvSpPr>
          <p:cNvPr id="87" name="wm.library-whiteboard.001.018.001"/>
          <p:cNvSpPr/>
          <p:nvPr/>
        </p:nvSpPr>
        <p:spPr>
          <a:xfrm>
            <a:off x="4152900" y="5029200"/>
            <a:ext cx="38100" cy="38100"/>
          </a:xfrm>
          <a:prstGeom prst="rect">
            <a:avLst/>
          </a:prstGeom>
          <a:solidFill>
            <a:srgbClr val="CED7E6">
              <a:alpha val="38221"/>
            </a:srgbClr>
          </a:solidFill>
          <a:ln>
            <a:noFill/>
          </a:ln>
        </p:spPr>
      </p:sp>
      <p:sp>
        <p:nvSpPr>
          <p:cNvPr id="88" name="wm.library-whiteboard.001.018.002"/>
          <p:cNvSpPr/>
          <p:nvPr/>
        </p:nvSpPr>
        <p:spPr>
          <a:xfrm>
            <a:off x="4152900" y="5257800"/>
            <a:ext cx="38100" cy="38100"/>
          </a:xfrm>
          <a:prstGeom prst="rect">
            <a:avLst/>
          </a:prstGeom>
          <a:solidFill>
            <a:srgbClr val="CED7E6">
              <a:alpha val="38221"/>
            </a:srgbClr>
          </a:solidFill>
          <a:ln>
            <a:noFill/>
          </a:ln>
        </p:spPr>
      </p:sp>
      <p:sp>
        <p:nvSpPr>
          <p:cNvPr id="89" name="wm.library-whiteboard.001.018.003"/>
          <p:cNvSpPr/>
          <p:nvPr/>
        </p:nvSpPr>
        <p:spPr>
          <a:xfrm>
            <a:off x="4152900" y="5486400"/>
            <a:ext cx="38100" cy="38100"/>
          </a:xfrm>
          <a:prstGeom prst="rect">
            <a:avLst/>
          </a:prstGeom>
          <a:solidFill>
            <a:srgbClr val="CED7E6">
              <a:alpha val="38221"/>
            </a:srgbClr>
          </a:solidFill>
          <a:ln>
            <a:noFill/>
          </a:ln>
        </p:spPr>
      </p:sp>
      <p:sp>
        <p:nvSpPr>
          <p:cNvPr id="90" name="wm.library-whiteboard.001.018.004"/>
          <p:cNvSpPr/>
          <p:nvPr/>
        </p:nvSpPr>
        <p:spPr>
          <a:xfrm>
            <a:off x="4152900" y="5715000"/>
            <a:ext cx="38100" cy="38100"/>
          </a:xfrm>
          <a:prstGeom prst="rect">
            <a:avLst/>
          </a:prstGeom>
          <a:solidFill>
            <a:srgbClr val="CED7E6">
              <a:alpha val="38221"/>
            </a:srgbClr>
          </a:solidFill>
          <a:ln>
            <a:noFill/>
          </a:ln>
        </p:spPr>
      </p:sp>
      <p:sp>
        <p:nvSpPr>
          <p:cNvPr id="91" name="wm.library-whiteboard.001.018.005"/>
          <p:cNvSpPr/>
          <p:nvPr/>
        </p:nvSpPr>
        <p:spPr>
          <a:xfrm>
            <a:off x="4152900" y="5943600"/>
            <a:ext cx="38100" cy="38100"/>
          </a:xfrm>
          <a:prstGeom prst="rect">
            <a:avLst/>
          </a:prstGeom>
          <a:solidFill>
            <a:srgbClr val="CED7E6">
              <a:alpha val="38221"/>
            </a:srgbClr>
          </a:solidFill>
          <a:ln>
            <a:noFill/>
          </a:ln>
        </p:spPr>
      </p:sp>
      <p:sp>
        <p:nvSpPr>
          <p:cNvPr id="92" name="wm.library-whiteboard.001.019.001"/>
          <p:cNvSpPr/>
          <p:nvPr/>
        </p:nvSpPr>
        <p:spPr>
          <a:xfrm>
            <a:off x="4381500" y="5029200"/>
            <a:ext cx="38100" cy="38100"/>
          </a:xfrm>
          <a:prstGeom prst="rect">
            <a:avLst/>
          </a:prstGeom>
          <a:solidFill>
            <a:srgbClr val="CED7E6">
              <a:alpha val="30702"/>
            </a:srgbClr>
          </a:solidFill>
          <a:ln>
            <a:noFill/>
          </a:ln>
        </p:spPr>
      </p:sp>
      <p:sp>
        <p:nvSpPr>
          <p:cNvPr id="93" name="wm.library-whiteboard.001.019.002"/>
          <p:cNvSpPr/>
          <p:nvPr/>
        </p:nvSpPr>
        <p:spPr>
          <a:xfrm>
            <a:off x="4381500" y="5257800"/>
            <a:ext cx="38100" cy="38100"/>
          </a:xfrm>
          <a:prstGeom prst="rect">
            <a:avLst/>
          </a:prstGeom>
          <a:solidFill>
            <a:srgbClr val="CED7E6">
              <a:alpha val="30702"/>
            </a:srgbClr>
          </a:solidFill>
          <a:ln>
            <a:noFill/>
          </a:ln>
        </p:spPr>
      </p:sp>
      <p:sp>
        <p:nvSpPr>
          <p:cNvPr id="94" name="wm.library-whiteboard.001.019.003"/>
          <p:cNvSpPr/>
          <p:nvPr/>
        </p:nvSpPr>
        <p:spPr>
          <a:xfrm>
            <a:off x="4381500" y="5486400"/>
            <a:ext cx="38100" cy="38100"/>
          </a:xfrm>
          <a:prstGeom prst="rect">
            <a:avLst/>
          </a:prstGeom>
          <a:solidFill>
            <a:srgbClr val="CED7E6">
              <a:alpha val="30702"/>
            </a:srgbClr>
          </a:solidFill>
          <a:ln>
            <a:noFill/>
          </a:ln>
        </p:spPr>
      </p:sp>
      <p:sp>
        <p:nvSpPr>
          <p:cNvPr id="95" name="wm.library-whiteboard.001.019.004"/>
          <p:cNvSpPr/>
          <p:nvPr/>
        </p:nvSpPr>
        <p:spPr>
          <a:xfrm>
            <a:off x="4381500" y="5715000"/>
            <a:ext cx="38100" cy="38100"/>
          </a:xfrm>
          <a:prstGeom prst="rect">
            <a:avLst/>
          </a:prstGeom>
          <a:solidFill>
            <a:srgbClr val="CED7E6">
              <a:alpha val="30702"/>
            </a:srgbClr>
          </a:solidFill>
          <a:ln>
            <a:noFill/>
          </a:ln>
        </p:spPr>
      </p:sp>
      <p:sp>
        <p:nvSpPr>
          <p:cNvPr id="96" name="wm.library-whiteboard.001.019.005"/>
          <p:cNvSpPr/>
          <p:nvPr/>
        </p:nvSpPr>
        <p:spPr>
          <a:xfrm>
            <a:off x="4381500" y="5943600"/>
            <a:ext cx="38100" cy="38100"/>
          </a:xfrm>
          <a:prstGeom prst="rect">
            <a:avLst/>
          </a:prstGeom>
          <a:solidFill>
            <a:srgbClr val="CED7E6">
              <a:alpha val="30702"/>
            </a:srgbClr>
          </a:solidFill>
          <a:ln>
            <a:noFill/>
          </a:ln>
        </p:spPr>
      </p:sp>
      <p:sp>
        <p:nvSpPr>
          <p:cNvPr id="97" name="wm.library-whiteboard.001.020.001"/>
          <p:cNvSpPr/>
          <p:nvPr/>
        </p:nvSpPr>
        <p:spPr>
          <a:xfrm>
            <a:off x="4610100" y="5029200"/>
            <a:ext cx="38100" cy="38100"/>
          </a:xfrm>
          <a:prstGeom prst="rect">
            <a:avLst/>
          </a:prstGeom>
          <a:solidFill>
            <a:srgbClr val="CED7E6">
              <a:alpha val="23183"/>
            </a:srgbClr>
          </a:solidFill>
          <a:ln>
            <a:noFill/>
          </a:ln>
        </p:spPr>
      </p:sp>
      <p:sp>
        <p:nvSpPr>
          <p:cNvPr id="98" name="wm.library-whiteboard.001.020.002"/>
          <p:cNvSpPr/>
          <p:nvPr/>
        </p:nvSpPr>
        <p:spPr>
          <a:xfrm>
            <a:off x="4610100" y="5257800"/>
            <a:ext cx="38100" cy="38100"/>
          </a:xfrm>
          <a:prstGeom prst="rect">
            <a:avLst/>
          </a:prstGeom>
          <a:solidFill>
            <a:srgbClr val="CED7E6">
              <a:alpha val="23183"/>
            </a:srgbClr>
          </a:solidFill>
          <a:ln>
            <a:noFill/>
          </a:ln>
        </p:spPr>
      </p:sp>
      <p:sp>
        <p:nvSpPr>
          <p:cNvPr id="99" name="wm.library-whiteboard.001.020.003"/>
          <p:cNvSpPr/>
          <p:nvPr/>
        </p:nvSpPr>
        <p:spPr>
          <a:xfrm>
            <a:off x="4610100" y="5486400"/>
            <a:ext cx="38100" cy="38100"/>
          </a:xfrm>
          <a:prstGeom prst="rect">
            <a:avLst/>
          </a:prstGeom>
          <a:solidFill>
            <a:srgbClr val="CED7E6">
              <a:alpha val="23183"/>
            </a:srgbClr>
          </a:solidFill>
          <a:ln>
            <a:noFill/>
          </a:ln>
        </p:spPr>
      </p:sp>
      <p:sp>
        <p:nvSpPr>
          <p:cNvPr id="100" name="wm.library-whiteboard.001.020.004"/>
          <p:cNvSpPr/>
          <p:nvPr/>
        </p:nvSpPr>
        <p:spPr>
          <a:xfrm>
            <a:off x="4610100" y="5715000"/>
            <a:ext cx="38100" cy="38100"/>
          </a:xfrm>
          <a:prstGeom prst="rect">
            <a:avLst/>
          </a:prstGeom>
          <a:solidFill>
            <a:srgbClr val="CED7E6">
              <a:alpha val="23183"/>
            </a:srgbClr>
          </a:solidFill>
          <a:ln>
            <a:noFill/>
          </a:ln>
        </p:spPr>
      </p:sp>
      <p:sp>
        <p:nvSpPr>
          <p:cNvPr id="101" name="wm.library-whiteboard.001.020.005"/>
          <p:cNvSpPr/>
          <p:nvPr/>
        </p:nvSpPr>
        <p:spPr>
          <a:xfrm>
            <a:off x="4610100" y="5943600"/>
            <a:ext cx="38100" cy="38100"/>
          </a:xfrm>
          <a:prstGeom prst="rect">
            <a:avLst/>
          </a:prstGeom>
          <a:solidFill>
            <a:srgbClr val="CED7E6">
              <a:alpha val="23183"/>
            </a:srgbClr>
          </a:solidFill>
          <a:ln>
            <a:noFill/>
          </a:ln>
        </p:spPr>
      </p:sp>
      <p:sp>
        <p:nvSpPr>
          <p:cNvPr id="102" name="wm.library-whiteboard.001.021.001"/>
          <p:cNvSpPr/>
          <p:nvPr/>
        </p:nvSpPr>
        <p:spPr>
          <a:xfrm>
            <a:off x="4838700" y="5029200"/>
            <a:ext cx="38100" cy="38100"/>
          </a:xfrm>
          <a:prstGeom prst="rect">
            <a:avLst/>
          </a:prstGeom>
          <a:solidFill>
            <a:srgbClr val="CED7E6">
              <a:alpha val="15664"/>
            </a:srgbClr>
          </a:solidFill>
          <a:ln>
            <a:noFill/>
          </a:ln>
        </p:spPr>
      </p:sp>
      <p:sp>
        <p:nvSpPr>
          <p:cNvPr id="103" name="wm.library-whiteboard.001.021.002"/>
          <p:cNvSpPr/>
          <p:nvPr/>
        </p:nvSpPr>
        <p:spPr>
          <a:xfrm>
            <a:off x="4838700" y="5257800"/>
            <a:ext cx="38100" cy="38100"/>
          </a:xfrm>
          <a:prstGeom prst="rect">
            <a:avLst/>
          </a:prstGeom>
          <a:solidFill>
            <a:srgbClr val="CED7E6">
              <a:alpha val="15664"/>
            </a:srgbClr>
          </a:solidFill>
          <a:ln>
            <a:noFill/>
          </a:ln>
        </p:spPr>
      </p:sp>
      <p:sp>
        <p:nvSpPr>
          <p:cNvPr id="104" name="wm.library-whiteboard.001.021.003"/>
          <p:cNvSpPr/>
          <p:nvPr/>
        </p:nvSpPr>
        <p:spPr>
          <a:xfrm>
            <a:off x="4838700" y="5486400"/>
            <a:ext cx="38100" cy="38100"/>
          </a:xfrm>
          <a:prstGeom prst="rect">
            <a:avLst/>
          </a:prstGeom>
          <a:solidFill>
            <a:srgbClr val="CED7E6">
              <a:alpha val="15664"/>
            </a:srgbClr>
          </a:solidFill>
          <a:ln>
            <a:noFill/>
          </a:ln>
        </p:spPr>
      </p:sp>
      <p:sp>
        <p:nvSpPr>
          <p:cNvPr id="105" name="wm.library-whiteboard.001.021.004"/>
          <p:cNvSpPr/>
          <p:nvPr/>
        </p:nvSpPr>
        <p:spPr>
          <a:xfrm>
            <a:off x="4838700" y="5715000"/>
            <a:ext cx="38100" cy="38100"/>
          </a:xfrm>
          <a:prstGeom prst="rect">
            <a:avLst/>
          </a:prstGeom>
          <a:solidFill>
            <a:srgbClr val="CED7E6">
              <a:alpha val="15664"/>
            </a:srgbClr>
          </a:solidFill>
          <a:ln>
            <a:noFill/>
          </a:ln>
        </p:spPr>
      </p:sp>
      <p:sp>
        <p:nvSpPr>
          <p:cNvPr id="106" name="wm.library-whiteboard.001.021.005"/>
          <p:cNvSpPr/>
          <p:nvPr/>
        </p:nvSpPr>
        <p:spPr>
          <a:xfrm>
            <a:off x="4838700" y="5943600"/>
            <a:ext cx="38100" cy="38100"/>
          </a:xfrm>
          <a:prstGeom prst="rect">
            <a:avLst/>
          </a:prstGeom>
          <a:solidFill>
            <a:srgbClr val="CED7E6">
              <a:alpha val="15664"/>
            </a:srgbClr>
          </a:solidFill>
          <a:ln>
            <a:noFill/>
          </a:ln>
        </p:spPr>
      </p:sp>
      <p:sp>
        <p:nvSpPr>
          <p:cNvPr id="107" name="wm.library-whiteboard.001.022.001"/>
          <p:cNvSpPr/>
          <p:nvPr/>
        </p:nvSpPr>
        <p:spPr>
          <a:xfrm>
            <a:off x="5067300" y="5029200"/>
            <a:ext cx="38100" cy="38100"/>
          </a:xfrm>
          <a:prstGeom prst="rect">
            <a:avLst/>
          </a:prstGeom>
          <a:solidFill>
            <a:srgbClr val="CED7E6">
              <a:alpha val="8145"/>
            </a:srgbClr>
          </a:solidFill>
          <a:ln>
            <a:noFill/>
          </a:ln>
        </p:spPr>
      </p:sp>
      <p:sp>
        <p:nvSpPr>
          <p:cNvPr id="108" name="wm.library-whiteboard.001.022.002"/>
          <p:cNvSpPr/>
          <p:nvPr/>
        </p:nvSpPr>
        <p:spPr>
          <a:xfrm>
            <a:off x="5067300" y="5257800"/>
            <a:ext cx="38100" cy="38100"/>
          </a:xfrm>
          <a:prstGeom prst="rect">
            <a:avLst/>
          </a:prstGeom>
          <a:solidFill>
            <a:srgbClr val="CED7E6">
              <a:alpha val="8145"/>
            </a:srgbClr>
          </a:solidFill>
          <a:ln>
            <a:noFill/>
          </a:ln>
        </p:spPr>
      </p:sp>
      <p:sp>
        <p:nvSpPr>
          <p:cNvPr id="109" name="wm.library-whiteboard.001.022.003"/>
          <p:cNvSpPr/>
          <p:nvPr/>
        </p:nvSpPr>
        <p:spPr>
          <a:xfrm>
            <a:off x="5067300" y="5486400"/>
            <a:ext cx="38100" cy="38100"/>
          </a:xfrm>
          <a:prstGeom prst="rect">
            <a:avLst/>
          </a:prstGeom>
          <a:solidFill>
            <a:srgbClr val="CED7E6">
              <a:alpha val="8145"/>
            </a:srgbClr>
          </a:solidFill>
          <a:ln>
            <a:noFill/>
          </a:ln>
        </p:spPr>
      </p:sp>
      <p:sp>
        <p:nvSpPr>
          <p:cNvPr id="110" name="wm.library-whiteboard.001.022.004"/>
          <p:cNvSpPr/>
          <p:nvPr/>
        </p:nvSpPr>
        <p:spPr>
          <a:xfrm>
            <a:off x="5067300" y="5715000"/>
            <a:ext cx="38100" cy="38100"/>
          </a:xfrm>
          <a:prstGeom prst="rect">
            <a:avLst/>
          </a:prstGeom>
          <a:solidFill>
            <a:srgbClr val="CED7E6">
              <a:alpha val="8145"/>
            </a:srgbClr>
          </a:solidFill>
          <a:ln>
            <a:noFill/>
          </a:ln>
        </p:spPr>
      </p:sp>
      <p:sp>
        <p:nvSpPr>
          <p:cNvPr id="111" name="wm.library-whiteboard.001.022.005"/>
          <p:cNvSpPr/>
          <p:nvPr/>
        </p:nvSpPr>
        <p:spPr>
          <a:xfrm>
            <a:off x="5067300" y="5943600"/>
            <a:ext cx="38100" cy="38100"/>
          </a:xfrm>
          <a:prstGeom prst="rect">
            <a:avLst/>
          </a:prstGeom>
          <a:solidFill>
            <a:srgbClr val="CED7E6">
              <a:alpha val="8145"/>
            </a:srgbClr>
          </a:solidFill>
          <a:ln>
            <a:noFill/>
          </a:ln>
        </p:spPr>
      </p:sp>
      <p:sp>
        <p:nvSpPr>
          <p:cNvPr id="112" name="wm.library-whiteboard.001.023.001"/>
          <p:cNvSpPr/>
          <p:nvPr/>
        </p:nvSpPr>
        <p:spPr>
          <a:xfrm>
            <a:off x="5295900" y="5029200"/>
            <a:ext cx="38100" cy="38100"/>
          </a:xfrm>
          <a:prstGeom prst="rect">
            <a:avLst/>
          </a:prstGeom>
          <a:solidFill>
            <a:srgbClr val="CED7E6">
              <a:alpha val="627"/>
            </a:srgbClr>
          </a:solidFill>
          <a:ln>
            <a:noFill/>
          </a:ln>
        </p:spPr>
      </p:sp>
      <p:sp>
        <p:nvSpPr>
          <p:cNvPr id="113" name="wm.library-whiteboard.001.023.002"/>
          <p:cNvSpPr/>
          <p:nvPr/>
        </p:nvSpPr>
        <p:spPr>
          <a:xfrm>
            <a:off x="5295900" y="5257800"/>
            <a:ext cx="38100" cy="38100"/>
          </a:xfrm>
          <a:prstGeom prst="rect">
            <a:avLst/>
          </a:prstGeom>
          <a:solidFill>
            <a:srgbClr val="CED7E6">
              <a:alpha val="627"/>
            </a:srgbClr>
          </a:solidFill>
          <a:ln>
            <a:noFill/>
          </a:ln>
        </p:spPr>
      </p:sp>
      <p:sp>
        <p:nvSpPr>
          <p:cNvPr id="114" name="wm.library-whiteboard.001.023.003"/>
          <p:cNvSpPr/>
          <p:nvPr/>
        </p:nvSpPr>
        <p:spPr>
          <a:xfrm>
            <a:off x="5295900" y="5486400"/>
            <a:ext cx="38100" cy="38100"/>
          </a:xfrm>
          <a:prstGeom prst="rect">
            <a:avLst/>
          </a:prstGeom>
          <a:solidFill>
            <a:srgbClr val="CED7E6">
              <a:alpha val="627"/>
            </a:srgbClr>
          </a:solidFill>
          <a:ln>
            <a:noFill/>
          </a:ln>
        </p:spPr>
      </p:sp>
      <p:sp>
        <p:nvSpPr>
          <p:cNvPr id="115" name="wm.library-whiteboard.001.023.004"/>
          <p:cNvSpPr/>
          <p:nvPr/>
        </p:nvSpPr>
        <p:spPr>
          <a:xfrm>
            <a:off x="5295900" y="5715000"/>
            <a:ext cx="38100" cy="38100"/>
          </a:xfrm>
          <a:prstGeom prst="rect">
            <a:avLst/>
          </a:prstGeom>
          <a:solidFill>
            <a:srgbClr val="CED7E6">
              <a:alpha val="627"/>
            </a:srgbClr>
          </a:solidFill>
          <a:ln>
            <a:noFill/>
          </a:ln>
        </p:spPr>
      </p:sp>
      <p:sp>
        <p:nvSpPr>
          <p:cNvPr id="116" name="wm.library-whiteboard.001.023.005"/>
          <p:cNvSpPr/>
          <p:nvPr/>
        </p:nvSpPr>
        <p:spPr>
          <a:xfrm>
            <a:off x="5295900" y="5943600"/>
            <a:ext cx="38100" cy="38100"/>
          </a:xfrm>
          <a:prstGeom prst="rect">
            <a:avLst/>
          </a:prstGeom>
          <a:solidFill>
            <a:srgbClr val="CED7E6">
              <a:alpha val="627"/>
            </a:srgbClr>
          </a:solidFill>
          <a:ln>
            <a:noFill/>
          </a:ln>
        </p:spPr>
      </p:sp>
      <p:sp>
        <p:nvSpPr>
          <p:cNvPr id="118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48" name="node01"/>
          <p:cNvGrpSpPr/>
          <p:nvPr/>
        </p:nvGrpSpPr>
        <p:grpSpPr>
          <a:xfrm>
            <a:off x="723900" y="1371600"/>
            <a:ext cx="2514600" cy="611950"/>
            <a:chOff x="723900" y="1371600"/>
            <a:chExt cx="2514600" cy="611950"/>
          </a:xfrm>
        </p:grpSpPr>
        <p:sp>
          <p:nvSpPr>
            <p:cNvPr id="119" name="node01.text"/>
            <p:cNvSpPr/>
            <p:nvPr/>
          </p:nvSpPr>
          <p:spPr>
            <a:xfrm>
              <a:off x="723900" y="1371600"/>
              <a:ext cx="2514600" cy="61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800"/>
                </a:lnSpc>
                <a:buNone/>
              </a:pPr>
              <a:r>
                <a:rPr lang="en-US" sz="4800" spc="-96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4800" spc="-96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49" name="node02"/>
          <p:cNvGrpSpPr/>
          <p:nvPr/>
        </p:nvGrpSpPr>
        <p:grpSpPr>
          <a:xfrm>
            <a:off x="723900" y="2514600"/>
            <a:ext cx="5029200" cy="152400"/>
            <a:chOff x="723900" y="2514600"/>
            <a:chExt cx="5029200" cy="152400"/>
          </a:xfrm>
        </p:grpSpPr>
        <p:sp>
          <p:nvSpPr>
            <p:cNvPr id="120" name="node02.text"/>
            <p:cNvSpPr/>
            <p:nvPr/>
          </p:nvSpPr>
          <p:spPr>
            <a:xfrm>
              <a:off x="723900" y="2514600"/>
              <a:ext cx="5029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SECTION 03 OF 06</a:t>
              </a:r>
              <a:endParaRPr lang="en-US" sz="10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50" name="node03"/>
          <p:cNvGrpSpPr/>
          <p:nvPr/>
        </p:nvGrpSpPr>
        <p:grpSpPr>
          <a:xfrm>
            <a:off x="723900" y="2743200"/>
            <a:ext cx="5029200" cy="762000"/>
            <a:chOff x="723900" y="2743200"/>
            <a:chExt cx="5029200" cy="762000"/>
          </a:xfrm>
        </p:grpSpPr>
        <p:pic>
          <p:nvPicPr>
            <p:cNvPr id="121" name="node03.text.mark-002-001" descr="underscore; canonical SHA256=49d5a97f776a33dcf11e794bad153776f1f33cf3747f42e2c277857faa224278; resolved ink=070154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28573" y="3398520"/>
              <a:ext cx="2577289" cy="232516"/>
            </a:xfrm>
            <a:prstGeom prst="rect">
              <a:avLst/>
            </a:prstGeom>
          </p:spPr>
        </p:pic>
        <p:sp>
          <p:nvSpPr>
            <p:cNvPr id="122" name="node03.text"/>
            <p:cNvSpPr/>
            <p:nvPr/>
          </p:nvSpPr>
          <p:spPr>
            <a:xfrm>
              <a:off x="723900" y="2743200"/>
              <a:ext cx="50292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6000"/>
                </a:lnSpc>
                <a:buNone/>
              </a:pP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The </a:t>
              </a:r>
              <a:r>
                <a:rPr lang="en-US" sz="5400" spc="-135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solution</a:t>
              </a:r>
              <a:endParaRPr lang="en-US" sz="5400" spc="-135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1" name="node04"/>
          <p:cNvGrpSpPr/>
          <p:nvPr/>
        </p:nvGrpSpPr>
        <p:grpSpPr>
          <a:xfrm>
            <a:off x="723900" y="4343400"/>
            <a:ext cx="4572000" cy="533400"/>
            <a:chOff x="723900" y="4343400"/>
            <a:chExt cx="4572000" cy="533400"/>
          </a:xfrm>
        </p:grpSpPr>
        <p:sp>
          <p:nvSpPr>
            <p:cNvPr id="123" name="node04.text"/>
            <p:cNvSpPr/>
            <p:nvPr/>
          </p:nvSpPr>
          <p:spPr>
            <a:xfrm>
              <a:off x="723900" y="4343400"/>
              <a:ext cx="45720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operating model, tooling and controls that bring the close down to five days.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24" name="node05"/>
          <p:cNvSpPr/>
          <p:nvPr/>
        </p:nvSpPr>
        <p:spPr>
          <a:xfrm>
            <a:off x="6210300" y="9144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52" name="node06"/>
          <p:cNvGrpSpPr/>
          <p:nvPr/>
        </p:nvGrpSpPr>
        <p:grpSpPr>
          <a:xfrm>
            <a:off x="6438900" y="990600"/>
            <a:ext cx="457200" cy="304800"/>
            <a:chOff x="6438900" y="990600"/>
            <a:chExt cx="457200" cy="304800"/>
          </a:xfrm>
        </p:grpSpPr>
        <p:sp>
          <p:nvSpPr>
            <p:cNvPr id="125" name="node06.text"/>
            <p:cNvSpPr/>
            <p:nvPr/>
          </p:nvSpPr>
          <p:spPr>
            <a:xfrm>
              <a:off x="6438900" y="9906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53" name="node07"/>
          <p:cNvGrpSpPr/>
          <p:nvPr/>
        </p:nvGrpSpPr>
        <p:grpSpPr>
          <a:xfrm>
            <a:off x="7048500" y="990600"/>
            <a:ext cx="4191000" cy="304800"/>
            <a:chOff x="7048500" y="990600"/>
            <a:chExt cx="4191000" cy="304800"/>
          </a:xfrm>
        </p:grpSpPr>
        <p:sp>
          <p:nvSpPr>
            <p:cNvPr id="126" name="node07.text"/>
            <p:cNvSpPr/>
            <p:nvPr/>
          </p:nvSpPr>
          <p:spPr>
            <a:xfrm>
              <a:off x="7048500" y="990600"/>
              <a:ext cx="419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127" name="node08"/>
          <p:cNvSpPr/>
          <p:nvPr/>
        </p:nvSpPr>
        <p:spPr>
          <a:xfrm>
            <a:off x="6210300" y="13716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54" name="node09"/>
          <p:cNvGrpSpPr/>
          <p:nvPr/>
        </p:nvGrpSpPr>
        <p:grpSpPr>
          <a:xfrm>
            <a:off x="6438900" y="1447800"/>
            <a:ext cx="457200" cy="304800"/>
            <a:chOff x="6438900" y="1447800"/>
            <a:chExt cx="457200" cy="304800"/>
          </a:xfrm>
        </p:grpSpPr>
        <p:sp>
          <p:nvSpPr>
            <p:cNvPr id="128" name="node09.text"/>
            <p:cNvSpPr/>
            <p:nvPr/>
          </p:nvSpPr>
          <p:spPr>
            <a:xfrm>
              <a:off x="6438900" y="14478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55" name="node10"/>
          <p:cNvGrpSpPr/>
          <p:nvPr/>
        </p:nvGrpSpPr>
        <p:grpSpPr>
          <a:xfrm>
            <a:off x="7048500" y="1447800"/>
            <a:ext cx="4191000" cy="304800"/>
            <a:chOff x="7048500" y="1447800"/>
            <a:chExt cx="4191000" cy="304800"/>
          </a:xfrm>
        </p:grpSpPr>
        <p:sp>
          <p:nvSpPr>
            <p:cNvPr id="129" name="node10.text"/>
            <p:cNvSpPr/>
            <p:nvPr/>
          </p:nvSpPr>
          <p:spPr>
            <a:xfrm>
              <a:off x="7048500" y="1447800"/>
              <a:ext cx="419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6" name="node11"/>
          <p:cNvGrpSpPr/>
          <p:nvPr/>
        </p:nvGrpSpPr>
        <p:grpSpPr>
          <a:xfrm>
            <a:off x="6210300" y="1828800"/>
            <a:ext cx="5257800" cy="685800"/>
            <a:chOff x="6210300" y="1828800"/>
            <a:chExt cx="5257800" cy="685800"/>
          </a:xfrm>
        </p:grpSpPr>
        <p:sp>
          <p:nvSpPr>
            <p:cNvPr id="130" name="node11.surface"/>
            <p:cNvSpPr/>
            <p:nvPr/>
          </p:nvSpPr>
          <p:spPr>
            <a:xfrm>
              <a:off x="6210300" y="1828800"/>
              <a:ext cx="52578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7" name="node12"/>
          <p:cNvGrpSpPr/>
          <p:nvPr/>
        </p:nvGrpSpPr>
        <p:grpSpPr>
          <a:xfrm>
            <a:off x="6438900" y="2019300"/>
            <a:ext cx="457200" cy="304800"/>
            <a:chOff x="6438900" y="2019300"/>
            <a:chExt cx="457200" cy="304800"/>
          </a:xfrm>
        </p:grpSpPr>
        <p:sp>
          <p:nvSpPr>
            <p:cNvPr id="131" name="node12.text"/>
            <p:cNvSpPr/>
            <p:nvPr/>
          </p:nvSpPr>
          <p:spPr>
            <a:xfrm>
              <a:off x="6438900" y="20193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58" name="node13"/>
          <p:cNvGrpSpPr/>
          <p:nvPr/>
        </p:nvGrpSpPr>
        <p:grpSpPr>
          <a:xfrm>
            <a:off x="7048500" y="2019300"/>
            <a:ext cx="4191000" cy="304800"/>
            <a:chOff x="7048500" y="2019300"/>
            <a:chExt cx="4191000" cy="304800"/>
          </a:xfrm>
        </p:grpSpPr>
        <p:sp>
          <p:nvSpPr>
            <p:cNvPr id="132" name="node13.text"/>
            <p:cNvSpPr/>
            <p:nvPr/>
          </p:nvSpPr>
          <p:spPr>
            <a:xfrm>
              <a:off x="7048500" y="2019300"/>
              <a:ext cx="419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800" spc="-18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9" name="node14"/>
          <p:cNvGrpSpPr/>
          <p:nvPr/>
        </p:nvGrpSpPr>
        <p:grpSpPr>
          <a:xfrm>
            <a:off x="6210300" y="2514600"/>
            <a:ext cx="5257800" cy="1905000"/>
            <a:chOff x="6210300" y="2514600"/>
            <a:chExt cx="5257800" cy="1905000"/>
          </a:xfrm>
        </p:grpSpPr>
        <p:sp>
          <p:nvSpPr>
            <p:cNvPr id="133" name="node14.surface"/>
            <p:cNvSpPr/>
            <p:nvPr/>
          </p:nvSpPr>
          <p:spPr>
            <a:xfrm>
              <a:off x="6210300" y="2514600"/>
              <a:ext cx="52578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0" name="node15"/>
          <p:cNvGrpSpPr/>
          <p:nvPr/>
        </p:nvGrpSpPr>
        <p:grpSpPr>
          <a:xfrm>
            <a:off x="7048500" y="2743200"/>
            <a:ext cx="4191000" cy="266700"/>
            <a:chOff x="7048500" y="2743200"/>
            <a:chExt cx="4191000" cy="266700"/>
          </a:xfrm>
        </p:grpSpPr>
        <p:sp>
          <p:nvSpPr>
            <p:cNvPr id="134" name="node15.text"/>
            <p:cNvSpPr/>
            <p:nvPr/>
          </p:nvSpPr>
          <p:spPr>
            <a:xfrm>
              <a:off x="7048500" y="2743200"/>
              <a:ext cx="419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Target operating model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1" name="node16"/>
          <p:cNvGrpSpPr/>
          <p:nvPr/>
        </p:nvGrpSpPr>
        <p:grpSpPr>
          <a:xfrm>
            <a:off x="7048500" y="3048000"/>
            <a:ext cx="4191000" cy="266700"/>
            <a:chOff x="7048500" y="3048000"/>
            <a:chExt cx="4191000" cy="266700"/>
          </a:xfrm>
        </p:grpSpPr>
        <p:sp>
          <p:nvSpPr>
            <p:cNvPr id="135" name="node16.text"/>
            <p:cNvSpPr/>
            <p:nvPr/>
          </p:nvSpPr>
          <p:spPr>
            <a:xfrm>
              <a:off x="7048500" y="3048000"/>
              <a:ext cx="419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Systems and automation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2" name="node17"/>
          <p:cNvGrpSpPr/>
          <p:nvPr/>
        </p:nvGrpSpPr>
        <p:grpSpPr>
          <a:xfrm>
            <a:off x="7048500" y="3352800"/>
            <a:ext cx="4191000" cy="266700"/>
            <a:chOff x="7048500" y="3352800"/>
            <a:chExt cx="4191000" cy="266700"/>
          </a:xfrm>
        </p:grpSpPr>
        <p:sp>
          <p:nvSpPr>
            <p:cNvPr id="136" name="node17.text"/>
            <p:cNvSpPr/>
            <p:nvPr/>
          </p:nvSpPr>
          <p:spPr>
            <a:xfrm>
              <a:off x="7048500" y="3352800"/>
              <a:ext cx="419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Controls and audit readiness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3" name="node18"/>
          <p:cNvGrpSpPr/>
          <p:nvPr/>
        </p:nvGrpSpPr>
        <p:grpSpPr>
          <a:xfrm>
            <a:off x="7048500" y="3657600"/>
            <a:ext cx="4191000" cy="266700"/>
            <a:chOff x="7048500" y="3657600"/>
            <a:chExt cx="4191000" cy="266700"/>
          </a:xfrm>
        </p:grpSpPr>
        <p:sp>
          <p:nvSpPr>
            <p:cNvPr id="137" name="node18.text"/>
            <p:cNvSpPr/>
            <p:nvPr/>
          </p:nvSpPr>
          <p:spPr>
            <a:xfrm>
              <a:off x="7048500" y="3657600"/>
              <a:ext cx="4191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Change and adoption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38" name="node19"/>
          <p:cNvSpPr/>
          <p:nvPr/>
        </p:nvSpPr>
        <p:spPr>
          <a:xfrm>
            <a:off x="6210300" y="44196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64" name="node20"/>
          <p:cNvGrpSpPr/>
          <p:nvPr/>
        </p:nvGrpSpPr>
        <p:grpSpPr>
          <a:xfrm>
            <a:off x="6438900" y="4495800"/>
            <a:ext cx="457200" cy="304800"/>
            <a:chOff x="6438900" y="4495800"/>
            <a:chExt cx="457200" cy="304800"/>
          </a:xfrm>
        </p:grpSpPr>
        <p:sp>
          <p:nvSpPr>
            <p:cNvPr id="139" name="node20.text"/>
            <p:cNvSpPr/>
            <p:nvPr/>
          </p:nvSpPr>
          <p:spPr>
            <a:xfrm>
              <a:off x="6438900" y="44958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8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65" name="node21"/>
          <p:cNvGrpSpPr/>
          <p:nvPr/>
        </p:nvGrpSpPr>
        <p:grpSpPr>
          <a:xfrm>
            <a:off x="7048500" y="4495800"/>
            <a:ext cx="4191000" cy="304800"/>
            <a:chOff x="7048500" y="4495800"/>
            <a:chExt cx="4191000" cy="304800"/>
          </a:xfrm>
        </p:grpSpPr>
        <p:sp>
          <p:nvSpPr>
            <p:cNvPr id="140" name="node21.text"/>
            <p:cNvSpPr/>
            <p:nvPr/>
          </p:nvSpPr>
          <p:spPr>
            <a:xfrm>
              <a:off x="7048500" y="4495800"/>
              <a:ext cx="419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141" name="node22"/>
          <p:cNvSpPr/>
          <p:nvPr/>
        </p:nvSpPr>
        <p:spPr>
          <a:xfrm>
            <a:off x="6210300" y="48768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66" name="node23"/>
          <p:cNvGrpSpPr/>
          <p:nvPr/>
        </p:nvGrpSpPr>
        <p:grpSpPr>
          <a:xfrm>
            <a:off x="6438900" y="4953000"/>
            <a:ext cx="457200" cy="304800"/>
            <a:chOff x="6438900" y="4953000"/>
            <a:chExt cx="457200" cy="304800"/>
          </a:xfrm>
        </p:grpSpPr>
        <p:sp>
          <p:nvSpPr>
            <p:cNvPr id="142" name="node23.text"/>
            <p:cNvSpPr/>
            <p:nvPr/>
          </p:nvSpPr>
          <p:spPr>
            <a:xfrm>
              <a:off x="6438900" y="49530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8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67" name="node24"/>
          <p:cNvGrpSpPr/>
          <p:nvPr/>
        </p:nvGrpSpPr>
        <p:grpSpPr>
          <a:xfrm>
            <a:off x="7048500" y="4953000"/>
            <a:ext cx="4191000" cy="304800"/>
            <a:chOff x="7048500" y="4953000"/>
            <a:chExt cx="4191000" cy="304800"/>
          </a:xfrm>
        </p:grpSpPr>
        <p:sp>
          <p:nvSpPr>
            <p:cNvPr id="143" name="node24.text"/>
            <p:cNvSpPr/>
            <p:nvPr/>
          </p:nvSpPr>
          <p:spPr>
            <a:xfrm>
              <a:off x="7048500" y="4953000"/>
              <a:ext cx="419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144" name="node25"/>
          <p:cNvSpPr/>
          <p:nvPr/>
        </p:nvSpPr>
        <p:spPr>
          <a:xfrm>
            <a:off x="6210300" y="53340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68" name="node26"/>
          <p:cNvGrpSpPr/>
          <p:nvPr/>
        </p:nvGrpSpPr>
        <p:grpSpPr>
          <a:xfrm>
            <a:off x="6438900" y="5410200"/>
            <a:ext cx="457200" cy="304800"/>
            <a:chOff x="6438900" y="5410200"/>
            <a:chExt cx="457200" cy="304800"/>
          </a:xfrm>
        </p:grpSpPr>
        <p:sp>
          <p:nvSpPr>
            <p:cNvPr id="145" name="node26.text"/>
            <p:cNvSpPr/>
            <p:nvPr/>
          </p:nvSpPr>
          <p:spPr>
            <a:xfrm>
              <a:off x="6438900" y="54102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8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69" name="node27"/>
          <p:cNvGrpSpPr/>
          <p:nvPr/>
        </p:nvGrpSpPr>
        <p:grpSpPr>
          <a:xfrm>
            <a:off x="7048500" y="5410200"/>
            <a:ext cx="4191000" cy="304800"/>
            <a:chOff x="7048500" y="5410200"/>
            <a:chExt cx="4191000" cy="304800"/>
          </a:xfrm>
        </p:grpSpPr>
        <p:sp>
          <p:nvSpPr>
            <p:cNvPr id="146" name="node27.text"/>
            <p:cNvSpPr/>
            <p:nvPr/>
          </p:nvSpPr>
          <p:spPr>
            <a:xfrm>
              <a:off x="7048500" y="5410200"/>
              <a:ext cx="419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147" name="node28"/>
          <p:cNvSpPr/>
          <p:nvPr/>
        </p:nvSpPr>
        <p:spPr>
          <a:xfrm>
            <a:off x="6210300" y="57912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SECTION GUIDE · 03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Approach: how the work gets delivered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7" name="node01"/>
          <p:cNvGrpSpPr/>
          <p:nvPr/>
        </p:nvGrpSpPr>
        <p:grpSpPr>
          <a:xfrm>
            <a:off x="723900" y="1600200"/>
            <a:ext cx="1965960" cy="228600"/>
            <a:chOff x="723900" y="1600200"/>
            <a:chExt cx="1965960" cy="2286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01  Context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2"/>
          <p:cNvGrpSpPr/>
          <p:nvPr/>
        </p:nvGrpSpPr>
        <p:grpSpPr>
          <a:xfrm>
            <a:off x="2918460" y="1600200"/>
            <a:ext cx="1965960" cy="228600"/>
            <a:chOff x="2918460" y="1600200"/>
            <a:chExt cx="1965960" cy="228600"/>
          </a:xfrm>
        </p:grpSpPr>
        <p:sp>
          <p:nvSpPr>
            <p:cNvPr id="7" name="node02.text"/>
            <p:cNvSpPr/>
            <p:nvPr/>
          </p:nvSpPr>
          <p:spPr>
            <a:xfrm>
              <a:off x="2918460" y="160020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02  Economics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9" name="node03"/>
          <p:cNvGrpSpPr/>
          <p:nvPr/>
        </p:nvGrpSpPr>
        <p:grpSpPr>
          <a:xfrm>
            <a:off x="5113020" y="1600200"/>
            <a:ext cx="1965960" cy="228600"/>
            <a:chOff x="5113020" y="1600200"/>
            <a:chExt cx="1965960" cy="228600"/>
          </a:xfrm>
        </p:grpSpPr>
        <p:sp>
          <p:nvSpPr>
            <p:cNvPr id="8" name="node03.text"/>
            <p:cNvSpPr/>
            <p:nvPr/>
          </p:nvSpPr>
          <p:spPr>
            <a:xfrm>
              <a:off x="5113020" y="160020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03  Approach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" name="node04"/>
          <p:cNvGrpSpPr/>
          <p:nvPr/>
        </p:nvGrpSpPr>
        <p:grpSpPr>
          <a:xfrm>
            <a:off x="7307580" y="1600200"/>
            <a:ext cx="1965960" cy="228600"/>
            <a:chOff x="7307580" y="1600200"/>
            <a:chExt cx="1965960" cy="228600"/>
          </a:xfrm>
        </p:grpSpPr>
        <p:sp>
          <p:nvSpPr>
            <p:cNvPr id="9" name="node04.text"/>
            <p:cNvSpPr/>
            <p:nvPr/>
          </p:nvSpPr>
          <p:spPr>
            <a:xfrm>
              <a:off x="7307580" y="160020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04  Proof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" name="node05"/>
          <p:cNvGrpSpPr/>
          <p:nvPr/>
        </p:nvGrpSpPr>
        <p:grpSpPr>
          <a:xfrm>
            <a:off x="9502140" y="1600200"/>
            <a:ext cx="1965960" cy="228600"/>
            <a:chOff x="9502140" y="1600200"/>
            <a:chExt cx="1965960" cy="228600"/>
          </a:xfrm>
        </p:grpSpPr>
        <p:sp>
          <p:nvSpPr>
            <p:cNvPr id="10" name="node05.text"/>
            <p:cNvSpPr/>
            <p:nvPr/>
          </p:nvSpPr>
          <p:spPr>
            <a:xfrm>
              <a:off x="9502140" y="160020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05  Next steps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1" name="node06"/>
          <p:cNvSpPr/>
          <p:nvPr/>
        </p:nvSpPr>
        <p:spPr>
          <a:xfrm>
            <a:off x="5113020" y="1866900"/>
            <a:ext cx="457200" cy="38100"/>
          </a:xfrm>
          <a:prstGeom prst="rect">
            <a:avLst/>
          </a:prstGeom>
          <a:solidFill>
            <a:srgbClr val="0047FF"/>
          </a:solidFill>
          <a:ln>
            <a:noFill/>
          </a:ln>
        </p:spPr>
      </p:sp>
      <p:grpSp>
        <p:nvGrpSpPr>
          <p:cNvPr id="22" name="node07"/>
          <p:cNvGrpSpPr/>
          <p:nvPr/>
        </p:nvGrpSpPr>
        <p:grpSpPr>
          <a:xfrm>
            <a:off x="723900" y="2057400"/>
            <a:ext cx="5257800" cy="152400"/>
            <a:chOff x="723900" y="2057400"/>
            <a:chExt cx="5257800" cy="152400"/>
          </a:xfrm>
        </p:grpSpPr>
        <p:sp>
          <p:nvSpPr>
            <p:cNvPr id="12" name="node07.text"/>
            <p:cNvSpPr/>
            <p:nvPr/>
          </p:nvSpPr>
          <p:spPr>
            <a:xfrm>
              <a:off x="723900" y="20574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NARRATIVE OF THIS SECTION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3" name="node08"/>
          <p:cNvGrpSpPr/>
          <p:nvPr/>
        </p:nvGrpSpPr>
        <p:grpSpPr>
          <a:xfrm>
            <a:off x="723900" y="2286000"/>
            <a:ext cx="10744200" cy="533400"/>
            <a:chOff x="723900" y="2286000"/>
            <a:chExt cx="10744200" cy="533400"/>
          </a:xfrm>
        </p:grpSpPr>
        <p:sp>
          <p:nvSpPr>
            <p:cNvPr id="13" name="node08.text"/>
            <p:cNvSpPr/>
            <p:nvPr/>
          </p:nvSpPr>
          <p:spPr>
            <a:xfrm>
              <a:off x="723900" y="2286000"/>
              <a:ext cx="10744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Approved outcomes become working capability in four subphases. Design fixes the target, build and validation prove it with Northfield teams, and cutover moves entities in controlled waves behind leader sign-off.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4" name="node09"/>
          <p:cNvGrpSpPr/>
          <p:nvPr/>
        </p:nvGrpSpPr>
        <p:grpSpPr>
          <a:xfrm>
            <a:off x="723900" y="2971800"/>
            <a:ext cx="10744200" cy="2844800"/>
            <a:chOff x="723900" y="2971800"/>
            <a:chExt cx="10744200" cy="2844800"/>
          </a:xfrm>
        </p:grpSpPr>
        <p:graphicFrame>
          <p:nvGraphicFramePr>
            <p:cNvPr id="14" name="node09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2971800"/>
            <a:ext cx="10744200" cy="2844800"/>
          </p:xfrm>
          <a:graphic>
            <a:graphicData uri="http://schemas.openxmlformats.org/drawingml/2006/table">
              <a:tbl>
                <a:tblPr/>
                <a:tblGrid>
                  <a:gridCol w="685800"/>
                  <a:gridCol w="2514600"/>
                  <a:gridCol w="4800600"/>
                  <a:gridCol w="2743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SLIDE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TITLE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IT COVERS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WHEN TO USE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Approach at a glance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subphases take approved outcomes to a live capability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Opening any delivery talk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Subphase detail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Activities, outputs and owners for each subphase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Buyer asks for specifics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Working model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each Northfield team does, week by week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Resourcing questions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Phased cutover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Entities move in controlled waves, not one event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Risk-averse operations leaders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 gates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Where leaders sign off before work moves 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 review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Delivery risks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Top risks and how we contain each one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Late-stage diligence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Governance cadence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 meets, how often and what they decide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 wants oversight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25" name="wm.library-stamp"/>
          <p:cNvGrpSpPr/>
          <p:nvPr/>
        </p:nvGrpSpPr>
        <p:grpSpPr>
          <a:xfrm>
            <a:off x="10195074" y="419100"/>
            <a:ext cx="1273026" cy="228600"/>
            <a:chOff x="10195074" y="419100"/>
            <a:chExt cx="1273026" cy="228600"/>
          </a:xfrm>
        </p:grpSpPr>
        <p:sp>
          <p:nvSpPr>
            <p:cNvPr id="15" name="wm.library-stamp.outline"/>
            <p:cNvSpPr/>
            <p:nvPr/>
          </p:nvSpPr>
          <p:spPr>
            <a:xfrm>
              <a:off x="10195074" y="419100"/>
              <a:ext cx="1273026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wm.library-stamp.text"/>
            <p:cNvSpPr/>
            <p:nvPr/>
          </p:nvSpPr>
          <p:spPr>
            <a:xfrm>
              <a:off x="10271274" y="457200"/>
              <a:ext cx="11206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FOR INTERNAL USE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SECTION GUIDE · 03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Approach: how the work gets delivered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CONTEXT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ECONOMICS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PROOF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nav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4" name="nav.label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NEXT STEPS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1" name="node01"/>
          <p:cNvGrpSpPr/>
          <p:nvPr/>
        </p:nvGrpSpPr>
        <p:grpSpPr>
          <a:xfrm>
            <a:off x="723900" y="1600200"/>
            <a:ext cx="5257800" cy="152400"/>
            <a:chOff x="723900" y="1600200"/>
            <a:chExt cx="5257800" cy="152400"/>
          </a:xfrm>
        </p:grpSpPr>
        <p:sp>
          <p:nvSpPr>
            <p:cNvPr id="16" name="node01.text"/>
            <p:cNvSpPr/>
            <p:nvPr/>
          </p:nvSpPr>
          <p:spPr>
            <a:xfrm>
              <a:off x="723900" y="16002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NARRATIVE OF THIS SECTION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" name="node02"/>
          <p:cNvGrpSpPr/>
          <p:nvPr/>
        </p:nvGrpSpPr>
        <p:grpSpPr>
          <a:xfrm>
            <a:off x="723900" y="1828800"/>
            <a:ext cx="10744200" cy="533400"/>
            <a:chOff x="723900" y="1828800"/>
            <a:chExt cx="10744200" cy="533400"/>
          </a:xfrm>
        </p:grpSpPr>
        <p:sp>
          <p:nvSpPr>
            <p:cNvPr id="17" name="node02.text"/>
            <p:cNvSpPr/>
            <p:nvPr/>
          </p:nvSpPr>
          <p:spPr>
            <a:xfrm>
              <a:off x="723900" y="1828800"/>
              <a:ext cx="10744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Approved outcomes become working capability in four subphases. Design fixes the target, build and validation prove it with Northfield teams, and cutover moves entities in controlled waves behind leader sign-off.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" name="node03"/>
          <p:cNvGrpSpPr/>
          <p:nvPr/>
        </p:nvGrpSpPr>
        <p:grpSpPr>
          <a:xfrm>
            <a:off x="723900" y="2514600"/>
            <a:ext cx="10744200" cy="3200400"/>
            <a:chOff x="723900" y="2514600"/>
            <a:chExt cx="10744200" cy="3200400"/>
          </a:xfrm>
        </p:grpSpPr>
        <p:graphicFrame>
          <p:nvGraphicFramePr>
            <p:cNvPr id="18" name="node0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2514600"/>
            <a:ext cx="10744200" cy="3200400"/>
          </p:xfrm>
          <a:graphic>
            <a:graphicData uri="http://schemas.openxmlformats.org/drawingml/2006/table">
              <a:tbl>
                <a:tblPr/>
                <a:tblGrid>
                  <a:gridCol w="685800"/>
                  <a:gridCol w="2514600"/>
                  <a:gridCol w="4800600"/>
                  <a:gridCol w="2743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SLIDE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TITLE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IT COVERS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WHEN TO USE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Approach at a glance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subphases take approved outcomes to a live capability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Opening any delivery talk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Subphase detail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Activities, outputs and owners for each subphase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Buyer asks for specifics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Working model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each Northfield team does, week by week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Resourcing questions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Phased cutover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Entities move in controlled waves, not one event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Risk-averse operations leaders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 gates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Where leaders sign off before work moves 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 review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Delivery risks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Top risks and how we contain each one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Late-stage diligence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06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Governance cadence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 meets, how often and what they decide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 wants oversight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24" name="wm.library-stamp"/>
          <p:cNvGrpSpPr/>
          <p:nvPr/>
        </p:nvGrpSpPr>
        <p:grpSpPr>
          <a:xfrm>
            <a:off x="10195074" y="419100"/>
            <a:ext cx="1273026" cy="228600"/>
            <a:chOff x="10195074" y="419100"/>
            <a:chExt cx="1273026" cy="228600"/>
          </a:xfrm>
        </p:grpSpPr>
        <p:sp>
          <p:nvSpPr>
            <p:cNvPr id="19" name="wm.library-stamp.outline"/>
            <p:cNvSpPr/>
            <p:nvPr/>
          </p:nvSpPr>
          <p:spPr>
            <a:xfrm>
              <a:off x="10195074" y="419100"/>
              <a:ext cx="1273026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wm.library-stamp.text"/>
            <p:cNvSpPr/>
            <p:nvPr/>
          </p:nvSpPr>
          <p:spPr>
            <a:xfrm>
              <a:off x="10271274" y="457200"/>
              <a:ext cx="11206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FOR INTERNAL USE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SECTION OPENER · 03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Approach: how the work gets delivered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CONTEXT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ECONOMICS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PROOF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nav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4" name="nav.label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NEXT STEPS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7" name="node01"/>
          <p:cNvGrpSpPr/>
          <p:nvPr/>
        </p:nvGrpSpPr>
        <p:grpSpPr>
          <a:xfrm>
            <a:off x="723900" y="1600200"/>
            <a:ext cx="4114800" cy="4114800"/>
            <a:chOff x="723900" y="1600200"/>
            <a:chExt cx="4114800" cy="4114800"/>
          </a:xfrm>
        </p:grpSpPr>
        <p:sp>
          <p:nvSpPr>
            <p:cNvPr id="16" name="node01.surface"/>
            <p:cNvSpPr/>
            <p:nvPr/>
          </p:nvSpPr>
          <p:spPr>
            <a:xfrm>
              <a:off x="723900" y="1600200"/>
              <a:ext cx="4114800" cy="411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48" name="node02"/>
          <p:cNvGrpSpPr/>
          <p:nvPr/>
        </p:nvGrpSpPr>
        <p:grpSpPr>
          <a:xfrm>
            <a:off x="952500" y="1828800"/>
            <a:ext cx="3657600" cy="152400"/>
            <a:chOff x="952500" y="1828800"/>
            <a:chExt cx="3657600" cy="152400"/>
          </a:xfrm>
        </p:grpSpPr>
        <p:sp>
          <p:nvSpPr>
            <p:cNvPr id="17" name="node02.text"/>
            <p:cNvSpPr/>
            <p:nvPr/>
          </p:nvSpPr>
          <p:spPr>
            <a:xfrm>
              <a:off x="952500" y="1828800"/>
              <a:ext cx="3657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SECTION 03 OF 05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9" name="node03"/>
          <p:cNvGrpSpPr/>
          <p:nvPr/>
        </p:nvGrpSpPr>
        <p:grpSpPr>
          <a:xfrm>
            <a:off x="952500" y="2133600"/>
            <a:ext cx="3657600" cy="914400"/>
            <a:chOff x="952500" y="2133600"/>
            <a:chExt cx="3657600" cy="914400"/>
          </a:xfrm>
        </p:grpSpPr>
        <p:sp>
          <p:nvSpPr>
            <p:cNvPr id="18" name="node03.text"/>
            <p:cNvSpPr/>
            <p:nvPr/>
          </p:nvSpPr>
          <p:spPr>
            <a:xfrm>
              <a:off x="952500" y="2133600"/>
              <a:ext cx="36576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Approved outcomes become working capability in four subphases.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0" name="node04"/>
          <p:cNvGrpSpPr/>
          <p:nvPr/>
        </p:nvGrpSpPr>
        <p:grpSpPr>
          <a:xfrm>
            <a:off x="952500" y="3200400"/>
            <a:ext cx="3657600" cy="1066800"/>
            <a:chOff x="952500" y="3200400"/>
            <a:chExt cx="3657600" cy="1066800"/>
          </a:xfrm>
        </p:grpSpPr>
        <p:sp>
          <p:nvSpPr>
            <p:cNvPr id="19" name="node04.text"/>
            <p:cNvSpPr/>
            <p:nvPr/>
          </p:nvSpPr>
          <p:spPr>
            <a:xfrm>
              <a:off x="952500" y="3200400"/>
              <a:ext cx="3657600" cy="1066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Design fixes the target, build and validation prove it with Northfield teams, and cutover moves entities in controlled waves behind leader sign-off.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05"/>
          <p:cNvGrpSpPr/>
          <p:nvPr/>
        </p:nvGrpSpPr>
        <p:grpSpPr>
          <a:xfrm>
            <a:off x="5295900" y="1600200"/>
            <a:ext cx="6172200" cy="152400"/>
            <a:chOff x="5295900" y="1600200"/>
            <a:chExt cx="6172200" cy="152400"/>
          </a:xfrm>
        </p:grpSpPr>
        <p:sp>
          <p:nvSpPr>
            <p:cNvPr id="20" name="node05.text"/>
            <p:cNvSpPr/>
            <p:nvPr/>
          </p:nvSpPr>
          <p:spPr>
            <a:xfrm>
              <a:off x="5295900" y="1600200"/>
              <a:ext cx="6172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WHAT'S INSIDE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sp>
        <p:nvSpPr>
          <p:cNvPr id="21" name="node06"/>
          <p:cNvSpPr/>
          <p:nvPr/>
        </p:nvSpPr>
        <p:spPr>
          <a:xfrm>
            <a:off x="952500" y="4724400"/>
            <a:ext cx="3657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2" name="node07"/>
          <p:cNvGrpSpPr/>
          <p:nvPr/>
        </p:nvGrpSpPr>
        <p:grpSpPr>
          <a:xfrm>
            <a:off x="952500" y="4953000"/>
            <a:ext cx="3657600" cy="152400"/>
            <a:chOff x="952500" y="4953000"/>
            <a:chExt cx="3657600" cy="152400"/>
          </a:xfrm>
        </p:grpSpPr>
        <p:sp>
          <p:nvSpPr>
            <p:cNvPr id="22" name="node07.text"/>
            <p:cNvSpPr/>
            <p:nvPr/>
          </p:nvSpPr>
          <p:spPr>
            <a:xfrm>
              <a:off x="952500" y="4953000"/>
              <a:ext cx="3657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TIME TO PRESENT</a:t>
              </a:r>
              <a:endPara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3" name="node08"/>
          <p:cNvGrpSpPr/>
          <p:nvPr/>
        </p:nvGrpSpPr>
        <p:grpSpPr>
          <a:xfrm>
            <a:off x="952500" y="5181600"/>
            <a:ext cx="3657600" cy="266700"/>
            <a:chOff x="952500" y="5181600"/>
            <a:chExt cx="3657600" cy="266700"/>
          </a:xfrm>
        </p:grpSpPr>
        <p:sp>
          <p:nvSpPr>
            <p:cNvPr id="23" name="node08.text"/>
            <p:cNvSpPr/>
            <p:nvPr/>
          </p:nvSpPr>
          <p:spPr>
            <a:xfrm>
              <a:off x="952500" y="5181600"/>
              <a:ext cx="3657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Five slides, about 12 minutes.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4" name="node09"/>
          <p:cNvSpPr/>
          <p:nvPr/>
        </p:nvSpPr>
        <p:spPr>
          <a:xfrm>
            <a:off x="5295900" y="1905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4" name="node10"/>
          <p:cNvGrpSpPr/>
          <p:nvPr/>
        </p:nvGrpSpPr>
        <p:grpSpPr>
          <a:xfrm>
            <a:off x="5295900" y="2019300"/>
            <a:ext cx="533400" cy="304800"/>
            <a:chOff x="5295900" y="2019300"/>
            <a:chExt cx="533400" cy="304800"/>
          </a:xfrm>
        </p:grpSpPr>
        <p:sp>
          <p:nvSpPr>
            <p:cNvPr id="25" name="node10.text"/>
            <p:cNvSpPr/>
            <p:nvPr/>
          </p:nvSpPr>
          <p:spPr>
            <a:xfrm>
              <a:off x="5295900" y="2019300"/>
              <a:ext cx="533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5" name="node11"/>
          <p:cNvGrpSpPr/>
          <p:nvPr/>
        </p:nvGrpSpPr>
        <p:grpSpPr>
          <a:xfrm>
            <a:off x="5981700" y="2019300"/>
            <a:ext cx="5486400" cy="304800"/>
            <a:chOff x="5981700" y="2019300"/>
            <a:chExt cx="5486400" cy="304800"/>
          </a:xfrm>
        </p:grpSpPr>
        <p:sp>
          <p:nvSpPr>
            <p:cNvPr id="26" name="node11.text"/>
            <p:cNvSpPr/>
            <p:nvPr/>
          </p:nvSpPr>
          <p:spPr>
            <a:xfrm>
              <a:off x="5981700" y="2019300"/>
              <a:ext cx="548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 at a glance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6" name="node12"/>
          <p:cNvGrpSpPr/>
          <p:nvPr/>
        </p:nvGrpSpPr>
        <p:grpSpPr>
          <a:xfrm>
            <a:off x="5981700" y="2298700"/>
            <a:ext cx="5257800" cy="266700"/>
            <a:chOff x="5981700" y="2298700"/>
            <a:chExt cx="5257800" cy="266700"/>
          </a:xfrm>
        </p:grpSpPr>
        <p:sp>
          <p:nvSpPr>
            <p:cNvPr id="27" name="node12.text"/>
            <p:cNvSpPr/>
            <p:nvPr/>
          </p:nvSpPr>
          <p:spPr>
            <a:xfrm>
              <a:off x="5981700" y="22987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Four subphases take approved outcomes to a live capability.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8" name="node13"/>
          <p:cNvSpPr/>
          <p:nvPr/>
        </p:nvSpPr>
        <p:spPr>
          <a:xfrm>
            <a:off x="5295900" y="2667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7" name="node14"/>
          <p:cNvGrpSpPr/>
          <p:nvPr/>
        </p:nvGrpSpPr>
        <p:grpSpPr>
          <a:xfrm>
            <a:off x="5295900" y="2781300"/>
            <a:ext cx="533400" cy="304800"/>
            <a:chOff x="5295900" y="2781300"/>
            <a:chExt cx="533400" cy="304800"/>
          </a:xfrm>
        </p:grpSpPr>
        <p:sp>
          <p:nvSpPr>
            <p:cNvPr id="29" name="node14.text"/>
            <p:cNvSpPr/>
            <p:nvPr/>
          </p:nvSpPr>
          <p:spPr>
            <a:xfrm>
              <a:off x="5295900" y="2781300"/>
              <a:ext cx="533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8" name="node15"/>
          <p:cNvGrpSpPr/>
          <p:nvPr/>
        </p:nvGrpSpPr>
        <p:grpSpPr>
          <a:xfrm>
            <a:off x="5981700" y="2781300"/>
            <a:ext cx="5486400" cy="304800"/>
            <a:chOff x="5981700" y="2781300"/>
            <a:chExt cx="5486400" cy="304800"/>
          </a:xfrm>
        </p:grpSpPr>
        <p:sp>
          <p:nvSpPr>
            <p:cNvPr id="30" name="node15.text"/>
            <p:cNvSpPr/>
            <p:nvPr/>
          </p:nvSpPr>
          <p:spPr>
            <a:xfrm>
              <a:off x="5981700" y="2781300"/>
              <a:ext cx="548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Subphase detail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9" name="node16"/>
          <p:cNvGrpSpPr/>
          <p:nvPr/>
        </p:nvGrpSpPr>
        <p:grpSpPr>
          <a:xfrm>
            <a:off x="5981700" y="3060700"/>
            <a:ext cx="5257800" cy="266700"/>
            <a:chOff x="5981700" y="3060700"/>
            <a:chExt cx="5257800" cy="266700"/>
          </a:xfrm>
        </p:grpSpPr>
        <p:sp>
          <p:nvSpPr>
            <p:cNvPr id="31" name="node16.text"/>
            <p:cNvSpPr/>
            <p:nvPr/>
          </p:nvSpPr>
          <p:spPr>
            <a:xfrm>
              <a:off x="5981700" y="30607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Activities, outputs and owners for each subphase.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2" name="node17"/>
          <p:cNvSpPr/>
          <p:nvPr/>
        </p:nvSpPr>
        <p:spPr>
          <a:xfrm>
            <a:off x="5295900" y="3429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0" name="node18"/>
          <p:cNvGrpSpPr/>
          <p:nvPr/>
        </p:nvGrpSpPr>
        <p:grpSpPr>
          <a:xfrm>
            <a:off x="5295900" y="3543300"/>
            <a:ext cx="533400" cy="304800"/>
            <a:chOff x="5295900" y="3543300"/>
            <a:chExt cx="533400" cy="304800"/>
          </a:xfrm>
        </p:grpSpPr>
        <p:sp>
          <p:nvSpPr>
            <p:cNvPr id="33" name="node18.text"/>
            <p:cNvSpPr/>
            <p:nvPr/>
          </p:nvSpPr>
          <p:spPr>
            <a:xfrm>
              <a:off x="5295900" y="3543300"/>
              <a:ext cx="533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1" name="node19"/>
          <p:cNvGrpSpPr/>
          <p:nvPr/>
        </p:nvGrpSpPr>
        <p:grpSpPr>
          <a:xfrm>
            <a:off x="5981700" y="3543300"/>
            <a:ext cx="5486400" cy="304800"/>
            <a:chOff x="5981700" y="3543300"/>
            <a:chExt cx="5486400" cy="304800"/>
          </a:xfrm>
        </p:grpSpPr>
        <p:sp>
          <p:nvSpPr>
            <p:cNvPr id="34" name="node19.text"/>
            <p:cNvSpPr/>
            <p:nvPr/>
          </p:nvSpPr>
          <p:spPr>
            <a:xfrm>
              <a:off x="5981700" y="3543300"/>
              <a:ext cx="548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Working model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2" name="node20"/>
          <p:cNvGrpSpPr/>
          <p:nvPr/>
        </p:nvGrpSpPr>
        <p:grpSpPr>
          <a:xfrm>
            <a:off x="5981700" y="3822700"/>
            <a:ext cx="5257800" cy="266700"/>
            <a:chOff x="5981700" y="3822700"/>
            <a:chExt cx="5257800" cy="266700"/>
          </a:xfrm>
        </p:grpSpPr>
        <p:sp>
          <p:nvSpPr>
            <p:cNvPr id="35" name="node20.text"/>
            <p:cNvSpPr/>
            <p:nvPr/>
          </p:nvSpPr>
          <p:spPr>
            <a:xfrm>
              <a:off x="5981700" y="38227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each Northfield team does, week by week.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6" name="node21"/>
          <p:cNvSpPr/>
          <p:nvPr/>
        </p:nvSpPr>
        <p:spPr>
          <a:xfrm>
            <a:off x="5295900" y="4191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3" name="node22"/>
          <p:cNvGrpSpPr/>
          <p:nvPr/>
        </p:nvGrpSpPr>
        <p:grpSpPr>
          <a:xfrm>
            <a:off x="5295900" y="4305300"/>
            <a:ext cx="533400" cy="304800"/>
            <a:chOff x="5295900" y="4305300"/>
            <a:chExt cx="533400" cy="304800"/>
          </a:xfrm>
        </p:grpSpPr>
        <p:sp>
          <p:nvSpPr>
            <p:cNvPr id="37" name="node22.text"/>
            <p:cNvSpPr/>
            <p:nvPr/>
          </p:nvSpPr>
          <p:spPr>
            <a:xfrm>
              <a:off x="5295900" y="4305300"/>
              <a:ext cx="533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4" name="node23"/>
          <p:cNvGrpSpPr/>
          <p:nvPr/>
        </p:nvGrpSpPr>
        <p:grpSpPr>
          <a:xfrm>
            <a:off x="5981700" y="4305300"/>
            <a:ext cx="5486400" cy="304800"/>
            <a:chOff x="5981700" y="4305300"/>
            <a:chExt cx="5486400" cy="304800"/>
          </a:xfrm>
        </p:grpSpPr>
        <p:sp>
          <p:nvSpPr>
            <p:cNvPr id="38" name="node23.text"/>
            <p:cNvSpPr/>
            <p:nvPr/>
          </p:nvSpPr>
          <p:spPr>
            <a:xfrm>
              <a:off x="5981700" y="4305300"/>
              <a:ext cx="548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Phased cutover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5" name="node24"/>
          <p:cNvGrpSpPr/>
          <p:nvPr/>
        </p:nvGrpSpPr>
        <p:grpSpPr>
          <a:xfrm>
            <a:off x="5981700" y="4584700"/>
            <a:ext cx="5257800" cy="266700"/>
            <a:chOff x="5981700" y="4584700"/>
            <a:chExt cx="5257800" cy="266700"/>
          </a:xfrm>
        </p:grpSpPr>
        <p:sp>
          <p:nvSpPr>
            <p:cNvPr id="39" name="node24.text"/>
            <p:cNvSpPr/>
            <p:nvPr/>
          </p:nvSpPr>
          <p:spPr>
            <a:xfrm>
              <a:off x="5981700" y="45847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Entities move in controlled waves, not one event.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40" name="node25"/>
          <p:cNvSpPr/>
          <p:nvPr/>
        </p:nvSpPr>
        <p:spPr>
          <a:xfrm>
            <a:off x="5295900" y="4953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6" name="node26"/>
          <p:cNvGrpSpPr/>
          <p:nvPr/>
        </p:nvGrpSpPr>
        <p:grpSpPr>
          <a:xfrm>
            <a:off x="5295900" y="5067300"/>
            <a:ext cx="533400" cy="304800"/>
            <a:chOff x="5295900" y="5067300"/>
            <a:chExt cx="533400" cy="304800"/>
          </a:xfrm>
        </p:grpSpPr>
        <p:sp>
          <p:nvSpPr>
            <p:cNvPr id="41" name="node26.text"/>
            <p:cNvSpPr/>
            <p:nvPr/>
          </p:nvSpPr>
          <p:spPr>
            <a:xfrm>
              <a:off x="5295900" y="5067300"/>
              <a:ext cx="533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7" name="node27"/>
          <p:cNvGrpSpPr/>
          <p:nvPr/>
        </p:nvGrpSpPr>
        <p:grpSpPr>
          <a:xfrm>
            <a:off x="5981700" y="5067300"/>
            <a:ext cx="5486400" cy="304800"/>
            <a:chOff x="5981700" y="5067300"/>
            <a:chExt cx="5486400" cy="304800"/>
          </a:xfrm>
        </p:grpSpPr>
        <p:sp>
          <p:nvSpPr>
            <p:cNvPr id="42" name="node27.text"/>
            <p:cNvSpPr/>
            <p:nvPr/>
          </p:nvSpPr>
          <p:spPr>
            <a:xfrm>
              <a:off x="5981700" y="5067300"/>
              <a:ext cx="548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 gates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28"/>
          <p:cNvGrpSpPr/>
          <p:nvPr/>
        </p:nvGrpSpPr>
        <p:grpSpPr>
          <a:xfrm>
            <a:off x="5981700" y="5346700"/>
            <a:ext cx="5257800" cy="266700"/>
            <a:chOff x="5981700" y="5346700"/>
            <a:chExt cx="5257800" cy="266700"/>
          </a:xfrm>
        </p:grpSpPr>
        <p:sp>
          <p:nvSpPr>
            <p:cNvPr id="43" name="node28.text"/>
            <p:cNvSpPr/>
            <p:nvPr/>
          </p:nvSpPr>
          <p:spPr>
            <a:xfrm>
              <a:off x="5981700" y="5346700"/>
              <a:ext cx="5257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Where leaders sign off before work moves on.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44" name="node29"/>
          <p:cNvSpPr/>
          <p:nvPr/>
        </p:nvSpPr>
        <p:spPr>
          <a:xfrm>
            <a:off x="5295900" y="5715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9" name="wm.library-stamp"/>
          <p:cNvGrpSpPr/>
          <p:nvPr/>
        </p:nvGrpSpPr>
        <p:grpSpPr>
          <a:xfrm>
            <a:off x="10195074" y="419100"/>
            <a:ext cx="1273026" cy="228600"/>
            <a:chOff x="10195074" y="419100"/>
            <a:chExt cx="1273026" cy="228600"/>
          </a:xfrm>
        </p:grpSpPr>
        <p:sp>
          <p:nvSpPr>
            <p:cNvPr id="45" name="wm.library-stamp.outline"/>
            <p:cNvSpPr/>
            <p:nvPr/>
          </p:nvSpPr>
          <p:spPr>
            <a:xfrm>
              <a:off x="10195074" y="419100"/>
              <a:ext cx="1273026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6" name="wm.library-stamp.text"/>
            <p:cNvSpPr/>
            <p:nvPr/>
          </p:nvSpPr>
          <p:spPr>
            <a:xfrm>
              <a:off x="10271274" y="457200"/>
              <a:ext cx="1120626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FOR INTERNAL USE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APPENDIX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Twelve appendix items, A1 to A12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0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013200"/>
          </p:xfrm>
          <a:graphic>
            <a:graphicData uri="http://schemas.openxmlformats.org/drawingml/2006/table">
              <a:tbl>
                <a:tblPr/>
                <a:tblGrid>
                  <a:gridCol w="914400"/>
                  <a:gridCol w="2971800"/>
                  <a:gridCol w="5562600"/>
                  <a:gridCol w="1295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REF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EXHIBIT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IT CONTAINS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PAGE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A1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Interview summary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 we spoke with and the themes that emerged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A2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calendar detail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Task-level calendar for each entity, day 1 to day 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A3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Entity-level findings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Findings and baselines for each of the eight entities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A4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Reconciliation inventory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All balance-sheet reconciliations with owners and frequency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A5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Process maps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and future-state maps for the close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A6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Systems inventory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Applications, interfaces and data owners in scope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A7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Control matrix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Key controls mapped to risks and audit assertions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A8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Detailed work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Activities, durations and dependencies by wave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A9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Fee build-up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How the phase fees are built from team and effort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A10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Staffing roster by role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Roles, allocation and timing across the three waves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A11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Glossary of terms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Definitions used throughout the proposal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A12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Case study detail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 comparable health system close transformation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r.outline"/>
            <p:cNvSpPr/>
            <p:nvPr/>
          </p:nvSpPr>
          <p:spPr>
            <a:xfrm>
              <a:off x="876300" y="20383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2.r.outline"/>
            <p:cNvSpPr/>
            <p:nvPr/>
          </p:nvSpPr>
          <p:spPr>
            <a:xfrm>
              <a:off x="876300" y="23431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3.r.outline"/>
            <p:cNvSpPr/>
            <p:nvPr/>
          </p:nvSpPr>
          <p:spPr>
            <a:xfrm>
              <a:off x="876300" y="26479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4.r.outline"/>
            <p:cNvSpPr/>
            <p:nvPr/>
          </p:nvSpPr>
          <p:spPr>
            <a:xfrm>
              <a:off x="876300" y="29527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5.r.outline"/>
            <p:cNvSpPr/>
            <p:nvPr/>
          </p:nvSpPr>
          <p:spPr>
            <a:xfrm>
              <a:off x="876300" y="32575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6.r.outline"/>
            <p:cNvSpPr/>
            <p:nvPr/>
          </p:nvSpPr>
          <p:spPr>
            <a:xfrm>
              <a:off x="876300" y="35623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7.r.outline"/>
            <p:cNvSpPr/>
            <p:nvPr/>
          </p:nvSpPr>
          <p:spPr>
            <a:xfrm>
              <a:off x="876300" y="38671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8.r.outline"/>
            <p:cNvSpPr/>
            <p:nvPr/>
          </p:nvSpPr>
          <p:spPr>
            <a:xfrm>
              <a:off x="876300" y="41719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9.r.outline"/>
            <p:cNvSpPr/>
            <p:nvPr/>
          </p:nvSpPr>
          <p:spPr>
            <a:xfrm>
              <a:off x="876300" y="44767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10.r.outline"/>
            <p:cNvSpPr/>
            <p:nvPr/>
          </p:nvSpPr>
          <p:spPr>
            <a:xfrm>
              <a:off x="876300" y="4781550"/>
              <a:ext cx="32626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11.r.outline"/>
            <p:cNvSpPr/>
            <p:nvPr/>
          </p:nvSpPr>
          <p:spPr>
            <a:xfrm>
              <a:off x="876300" y="5086350"/>
              <a:ext cx="32626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12.r.outline"/>
            <p:cNvSpPr/>
            <p:nvPr/>
          </p:nvSpPr>
          <p:spPr>
            <a:xfrm>
              <a:off x="876300" y="5391150"/>
              <a:ext cx="32626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</p:grpSp>
      <p:grpSp>
        <p:nvGrpSpPr>
          <p:cNvPr id="21" name="node02"/>
          <p:cNvGrpSpPr/>
          <p:nvPr/>
        </p:nvGrpSpPr>
        <p:grpSpPr>
          <a:xfrm>
            <a:off x="723900" y="5715000"/>
            <a:ext cx="10744200" cy="215900"/>
            <a:chOff x="723900" y="5715000"/>
            <a:chExt cx="10744200" cy="215900"/>
          </a:xfrm>
        </p:grpSpPr>
        <p:sp>
          <p:nvSpPr>
            <p:cNvPr id="19" name="node02.text"/>
            <p:cNvSpPr/>
            <p:nvPr/>
          </p:nvSpPr>
          <p:spPr>
            <a:xfrm>
              <a:off x="723900" y="57150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Pages 63 and 64 hold the appendix divider and this index.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EXHIBITS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Twenty exhibits, figures and tables, by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6" name="node01"/>
          <p:cNvGrpSpPr/>
          <p:nvPr/>
        </p:nvGrpSpPr>
        <p:grpSpPr>
          <a:xfrm>
            <a:off x="723900" y="1600200"/>
            <a:ext cx="5257800" cy="4038600"/>
            <a:chOff x="723900" y="1600200"/>
            <a:chExt cx="5257800" cy="4038600"/>
          </a:xfrm>
        </p:grpSpPr>
        <p:sp>
          <p:nvSpPr>
            <p:cNvPr id="6" name="node01.item.source-001.number"/>
            <p:cNvSpPr/>
            <p:nvPr/>
          </p:nvSpPr>
          <p:spPr>
            <a:xfrm>
              <a:off x="723900" y="16002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item.source-001.text"/>
            <p:cNvSpPr/>
            <p:nvPr/>
          </p:nvSpPr>
          <p:spPr>
            <a:xfrm>
              <a:off x="1409700" y="1600200"/>
              <a:ext cx="295183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Northfield entities and volumes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item.source-001.page"/>
            <p:cNvSpPr/>
            <p:nvPr/>
          </p:nvSpPr>
          <p:spPr>
            <a:xfrm>
              <a:off x="5638800" y="16002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item.source-001.leader"/>
            <p:cNvSpPr/>
            <p:nvPr/>
          </p:nvSpPr>
          <p:spPr>
            <a:xfrm>
              <a:off x="4474561" y="1816100"/>
              <a:ext cx="1049939" cy="0"/>
            </a:xfrm>
            <a:custGeom>
              <a:avLst/>
              <a:gdLst/>
              <a:ahLst/>
              <a:cxnLst/>
              <a:rect l="l" t="t" r="r" b="b"/>
              <a:pathLst>
                <a:path w="1049939">
                  <a:moveTo>
                    <a:pt x="0" y="0"/>
                  </a:moveTo>
                  <a:lnTo>
                    <a:pt x="1049939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" name="node01.item.source-002.number"/>
            <p:cNvSpPr/>
            <p:nvPr/>
          </p:nvSpPr>
          <p:spPr>
            <a:xfrm>
              <a:off x="723900" y="20193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item.source-002.text"/>
            <p:cNvSpPr/>
            <p:nvPr/>
          </p:nvSpPr>
          <p:spPr>
            <a:xfrm>
              <a:off x="1409700" y="2019300"/>
              <a:ext cx="270119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Goals and success measures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2" name="node01.item.source-002.page"/>
            <p:cNvSpPr/>
            <p:nvPr/>
          </p:nvSpPr>
          <p:spPr>
            <a:xfrm>
              <a:off x="5638800" y="20193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item.source-002.leader"/>
            <p:cNvSpPr/>
            <p:nvPr/>
          </p:nvSpPr>
          <p:spPr>
            <a:xfrm>
              <a:off x="4223922" y="2235200"/>
              <a:ext cx="1300578" cy="0"/>
            </a:xfrm>
            <a:custGeom>
              <a:avLst/>
              <a:gdLst/>
              <a:ahLst/>
              <a:cxnLst/>
              <a:rect l="l" t="t" r="r" b="b"/>
              <a:pathLst>
                <a:path w="1300578">
                  <a:moveTo>
                    <a:pt x="0" y="0"/>
                  </a:moveTo>
                  <a:lnTo>
                    <a:pt x="130057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4" name="node01.item.source-003.number"/>
            <p:cNvSpPr/>
            <p:nvPr/>
          </p:nvSpPr>
          <p:spPr>
            <a:xfrm>
              <a:off x="723900" y="24384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item.source-003.text"/>
            <p:cNvSpPr/>
            <p:nvPr/>
          </p:nvSpPr>
          <p:spPr>
            <a:xfrm>
              <a:off x="1409700" y="2438400"/>
              <a:ext cx="247532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 cycle by entity, days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6" name="node01.item.source-003.page"/>
            <p:cNvSpPr/>
            <p:nvPr/>
          </p:nvSpPr>
          <p:spPr>
            <a:xfrm>
              <a:off x="5638800" y="24384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9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item.source-003.leader"/>
            <p:cNvSpPr/>
            <p:nvPr/>
          </p:nvSpPr>
          <p:spPr>
            <a:xfrm>
              <a:off x="3998054" y="2654300"/>
              <a:ext cx="1526446" cy="0"/>
            </a:xfrm>
            <a:custGeom>
              <a:avLst/>
              <a:gdLst/>
              <a:ahLst/>
              <a:cxnLst/>
              <a:rect l="l" t="t" r="r" b="b"/>
              <a:pathLst>
                <a:path w="1526446">
                  <a:moveTo>
                    <a:pt x="0" y="0"/>
                  </a:moveTo>
                  <a:lnTo>
                    <a:pt x="1526446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8" name="node01.item.source-004.number"/>
            <p:cNvSpPr/>
            <p:nvPr/>
          </p:nvSpPr>
          <p:spPr>
            <a:xfrm>
              <a:off x="723900" y="28575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item.source-004.text"/>
            <p:cNvSpPr/>
            <p:nvPr/>
          </p:nvSpPr>
          <p:spPr>
            <a:xfrm>
              <a:off x="1409700" y="2857500"/>
              <a:ext cx="265744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Where the days go in a close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0" name="node01.item.source-004.page"/>
            <p:cNvSpPr/>
            <p:nvPr/>
          </p:nvSpPr>
          <p:spPr>
            <a:xfrm>
              <a:off x="5638800" y="28575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11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item.source-004.leader"/>
            <p:cNvSpPr/>
            <p:nvPr/>
          </p:nvSpPr>
          <p:spPr>
            <a:xfrm>
              <a:off x="4180173" y="3073400"/>
              <a:ext cx="1344327" cy="0"/>
            </a:xfrm>
            <a:custGeom>
              <a:avLst/>
              <a:gdLst/>
              <a:ahLst/>
              <a:cxnLst/>
              <a:rect l="l" t="t" r="r" b="b"/>
              <a:pathLst>
                <a:path w="1344327">
                  <a:moveTo>
                    <a:pt x="0" y="0"/>
                  </a:moveTo>
                  <a:lnTo>
                    <a:pt x="1344327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2" name="node01.item.source-005.number"/>
            <p:cNvSpPr/>
            <p:nvPr/>
          </p:nvSpPr>
          <p:spPr>
            <a:xfrm>
              <a:off x="723900" y="32766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item.source-005.text"/>
            <p:cNvSpPr/>
            <p:nvPr/>
          </p:nvSpPr>
          <p:spPr>
            <a:xfrm>
              <a:off x="1409700" y="3276600"/>
              <a:ext cx="282413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Root causes ranked by impact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4" name="node01.item.source-005.page"/>
            <p:cNvSpPr/>
            <p:nvPr/>
          </p:nvSpPr>
          <p:spPr>
            <a:xfrm>
              <a:off x="5638800" y="32766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12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item.source-005.leader"/>
            <p:cNvSpPr/>
            <p:nvPr/>
          </p:nvSpPr>
          <p:spPr>
            <a:xfrm>
              <a:off x="4346860" y="3492500"/>
              <a:ext cx="1177640" cy="0"/>
            </a:xfrm>
            <a:custGeom>
              <a:avLst/>
              <a:gdLst/>
              <a:ahLst/>
              <a:cxnLst/>
              <a:rect l="l" t="t" r="r" b="b"/>
              <a:pathLst>
                <a:path w="1177640">
                  <a:moveTo>
                    <a:pt x="0" y="0"/>
                  </a:moveTo>
                  <a:lnTo>
                    <a:pt x="117764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6" name="node01.item.source-006.number"/>
            <p:cNvSpPr/>
            <p:nvPr/>
          </p:nvSpPr>
          <p:spPr>
            <a:xfrm>
              <a:off x="723900" y="36957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item.source-006.text"/>
            <p:cNvSpPr/>
            <p:nvPr/>
          </p:nvSpPr>
          <p:spPr>
            <a:xfrm>
              <a:off x="1409700" y="3695700"/>
              <a:ext cx="207405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Three-wave approach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1.item.source-006.page"/>
            <p:cNvSpPr/>
            <p:nvPr/>
          </p:nvSpPr>
          <p:spPr>
            <a:xfrm>
              <a:off x="5638800" y="36957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16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item.source-006.leader"/>
            <p:cNvSpPr/>
            <p:nvPr/>
          </p:nvSpPr>
          <p:spPr>
            <a:xfrm>
              <a:off x="3596788" y="3911600"/>
              <a:ext cx="1927712" cy="0"/>
            </a:xfrm>
            <a:custGeom>
              <a:avLst/>
              <a:gdLst/>
              <a:ahLst/>
              <a:cxnLst/>
              <a:rect l="l" t="t" r="r" b="b"/>
              <a:pathLst>
                <a:path w="1927712">
                  <a:moveTo>
                    <a:pt x="0" y="0"/>
                  </a:moveTo>
                  <a:lnTo>
                    <a:pt x="1927712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0" name="node01.item.source-007.number"/>
            <p:cNvSpPr/>
            <p:nvPr/>
          </p:nvSpPr>
          <p:spPr>
            <a:xfrm>
              <a:off x="723900" y="41148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item.source-007.text"/>
            <p:cNvSpPr/>
            <p:nvPr/>
          </p:nvSpPr>
          <p:spPr>
            <a:xfrm>
              <a:off x="1409700" y="4114800"/>
              <a:ext cx="184387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Integrated timeline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2" name="node01.item.source-007.page"/>
            <p:cNvSpPr/>
            <p:nvPr/>
          </p:nvSpPr>
          <p:spPr>
            <a:xfrm>
              <a:off x="5638800" y="41148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20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item.source-007.leader"/>
            <p:cNvSpPr/>
            <p:nvPr/>
          </p:nvSpPr>
          <p:spPr>
            <a:xfrm>
              <a:off x="3366601" y="4330700"/>
              <a:ext cx="2157899" cy="0"/>
            </a:xfrm>
            <a:custGeom>
              <a:avLst/>
              <a:gdLst/>
              <a:ahLst/>
              <a:cxnLst/>
              <a:rect l="l" t="t" r="r" b="b"/>
              <a:pathLst>
                <a:path w="2157899">
                  <a:moveTo>
                    <a:pt x="0" y="0"/>
                  </a:moveTo>
                  <a:lnTo>
                    <a:pt x="2157899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4" name="node01.item.source-008.number"/>
            <p:cNvSpPr/>
            <p:nvPr/>
          </p:nvSpPr>
          <p:spPr>
            <a:xfrm>
              <a:off x="723900" y="45339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5" name="node01.item.source-008.text"/>
            <p:cNvSpPr/>
            <p:nvPr/>
          </p:nvSpPr>
          <p:spPr>
            <a:xfrm>
              <a:off x="1409700" y="4533900"/>
              <a:ext cx="205456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Governance structure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01.item.source-008.page"/>
            <p:cNvSpPr/>
            <p:nvPr/>
          </p:nvSpPr>
          <p:spPr>
            <a:xfrm>
              <a:off x="5638800" y="45339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7" name="node01.item.source-008.leader"/>
            <p:cNvSpPr/>
            <p:nvPr/>
          </p:nvSpPr>
          <p:spPr>
            <a:xfrm>
              <a:off x="3577295" y="4749800"/>
              <a:ext cx="1947205" cy="0"/>
            </a:xfrm>
            <a:custGeom>
              <a:avLst/>
              <a:gdLst/>
              <a:ahLst/>
              <a:cxnLst/>
              <a:rect l="l" t="t" r="r" b="b"/>
              <a:pathLst>
                <a:path w="1947205">
                  <a:moveTo>
                    <a:pt x="0" y="0"/>
                  </a:moveTo>
                  <a:lnTo>
                    <a:pt x="194720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8" name="node01.item.source-009.number"/>
            <p:cNvSpPr/>
            <p:nvPr/>
          </p:nvSpPr>
          <p:spPr>
            <a:xfrm>
              <a:off x="723900" y="49530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E09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item.source-009.text"/>
            <p:cNvSpPr/>
            <p:nvPr/>
          </p:nvSpPr>
          <p:spPr>
            <a:xfrm>
              <a:off x="1409700" y="4953000"/>
              <a:ext cx="202872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Risks and mitigations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01.item.source-009.page"/>
            <p:cNvSpPr/>
            <p:nvPr/>
          </p:nvSpPr>
          <p:spPr>
            <a:xfrm>
              <a:off x="5638800" y="49530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01.item.source-009.leader"/>
            <p:cNvSpPr/>
            <p:nvPr/>
          </p:nvSpPr>
          <p:spPr>
            <a:xfrm>
              <a:off x="3551451" y="5168900"/>
              <a:ext cx="1973049" cy="0"/>
            </a:xfrm>
            <a:custGeom>
              <a:avLst/>
              <a:gdLst/>
              <a:ahLst/>
              <a:cxnLst/>
              <a:rect l="l" t="t" r="r" b="b"/>
              <a:pathLst>
                <a:path w="1973049">
                  <a:moveTo>
                    <a:pt x="0" y="0"/>
                  </a:moveTo>
                  <a:lnTo>
                    <a:pt x="1973049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2" name="node01.item.source-010.number"/>
            <p:cNvSpPr/>
            <p:nvPr/>
          </p:nvSpPr>
          <p:spPr>
            <a:xfrm>
              <a:off x="723900" y="53721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E10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item.source-010.text"/>
            <p:cNvSpPr/>
            <p:nvPr/>
          </p:nvSpPr>
          <p:spPr>
            <a:xfrm>
              <a:off x="1409700" y="5372100"/>
              <a:ext cx="220925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Target operating model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4" name="node01.item.source-010.page"/>
            <p:cNvSpPr/>
            <p:nvPr/>
          </p:nvSpPr>
          <p:spPr>
            <a:xfrm>
              <a:off x="5638800" y="53721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item.source-010.leader"/>
            <p:cNvSpPr/>
            <p:nvPr/>
          </p:nvSpPr>
          <p:spPr>
            <a:xfrm>
              <a:off x="3731983" y="5588000"/>
              <a:ext cx="1792517" cy="0"/>
            </a:xfrm>
            <a:custGeom>
              <a:avLst/>
              <a:gdLst/>
              <a:ahLst/>
              <a:cxnLst/>
              <a:rect l="l" t="t" r="r" b="b"/>
              <a:pathLst>
                <a:path w="1792517">
                  <a:moveTo>
                    <a:pt x="0" y="0"/>
                  </a:moveTo>
                  <a:lnTo>
                    <a:pt x="1792517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87" name="node02"/>
          <p:cNvGrpSpPr/>
          <p:nvPr/>
        </p:nvGrpSpPr>
        <p:grpSpPr>
          <a:xfrm>
            <a:off x="6210300" y="1600200"/>
            <a:ext cx="5257800" cy="4038600"/>
            <a:chOff x="6210300" y="1600200"/>
            <a:chExt cx="5257800" cy="4038600"/>
          </a:xfrm>
        </p:grpSpPr>
        <p:sp>
          <p:nvSpPr>
            <p:cNvPr id="46" name="node02.item.source-001.number"/>
            <p:cNvSpPr/>
            <p:nvPr/>
          </p:nvSpPr>
          <p:spPr>
            <a:xfrm>
              <a:off x="6210300" y="16002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02.item.source-001.text"/>
            <p:cNvSpPr/>
            <p:nvPr/>
          </p:nvSpPr>
          <p:spPr>
            <a:xfrm>
              <a:off x="6896100" y="1600200"/>
              <a:ext cx="251069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 calendar, day by day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8" name="node02.item.source-001.page"/>
            <p:cNvSpPr/>
            <p:nvPr/>
          </p:nvSpPr>
          <p:spPr>
            <a:xfrm>
              <a:off x="11125200" y="16002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2.item.source-001.leader"/>
            <p:cNvSpPr/>
            <p:nvPr/>
          </p:nvSpPr>
          <p:spPr>
            <a:xfrm>
              <a:off x="9519822" y="1816100"/>
              <a:ext cx="1491078" cy="0"/>
            </a:xfrm>
            <a:custGeom>
              <a:avLst/>
              <a:gdLst/>
              <a:ahLst/>
              <a:cxnLst/>
              <a:rect l="l" t="t" r="r" b="b"/>
              <a:pathLst>
                <a:path w="1491078">
                  <a:moveTo>
                    <a:pt x="0" y="0"/>
                  </a:moveTo>
                  <a:lnTo>
                    <a:pt x="149107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0" name="node02.item.source-002.number"/>
            <p:cNvSpPr/>
            <p:nvPr/>
          </p:nvSpPr>
          <p:spPr>
            <a:xfrm>
              <a:off x="6210300" y="20193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2.item.source-002.text"/>
            <p:cNvSpPr/>
            <p:nvPr/>
          </p:nvSpPr>
          <p:spPr>
            <a:xfrm>
              <a:off x="6896100" y="2019300"/>
              <a:ext cx="183999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Systems landscape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2.item.source-002.page"/>
            <p:cNvSpPr/>
            <p:nvPr/>
          </p:nvSpPr>
          <p:spPr>
            <a:xfrm>
              <a:off x="11125200" y="20193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3" name="node02.item.source-002.leader"/>
            <p:cNvSpPr/>
            <p:nvPr/>
          </p:nvSpPr>
          <p:spPr>
            <a:xfrm>
              <a:off x="8849125" y="2235200"/>
              <a:ext cx="2161775" cy="0"/>
            </a:xfrm>
            <a:custGeom>
              <a:avLst/>
              <a:gdLst/>
              <a:ahLst/>
              <a:cxnLst/>
              <a:rect l="l" t="t" r="r" b="b"/>
              <a:pathLst>
                <a:path w="2161775">
                  <a:moveTo>
                    <a:pt x="0" y="0"/>
                  </a:moveTo>
                  <a:lnTo>
                    <a:pt x="21617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4" name="node02.item.source-003.number"/>
            <p:cNvSpPr/>
            <p:nvPr/>
          </p:nvSpPr>
          <p:spPr>
            <a:xfrm>
              <a:off x="6210300" y="24384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2.item.source-003.text"/>
            <p:cNvSpPr/>
            <p:nvPr/>
          </p:nvSpPr>
          <p:spPr>
            <a:xfrm>
              <a:off x="6896100" y="2438400"/>
              <a:ext cx="244490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Tooling options compared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6" name="node02.item.source-003.page"/>
            <p:cNvSpPr/>
            <p:nvPr/>
          </p:nvSpPr>
          <p:spPr>
            <a:xfrm>
              <a:off x="11125200" y="24384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7" name="node02.item.source-003.leader"/>
            <p:cNvSpPr/>
            <p:nvPr/>
          </p:nvSpPr>
          <p:spPr>
            <a:xfrm>
              <a:off x="9454034" y="2654300"/>
              <a:ext cx="1556866" cy="0"/>
            </a:xfrm>
            <a:custGeom>
              <a:avLst/>
              <a:gdLst/>
              <a:ahLst/>
              <a:cxnLst/>
              <a:rect l="l" t="t" r="r" b="b"/>
              <a:pathLst>
                <a:path w="1556866">
                  <a:moveTo>
                    <a:pt x="0" y="0"/>
                  </a:moveTo>
                  <a:lnTo>
                    <a:pt x="1556866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8" name="node02.item.source-004.number"/>
            <p:cNvSpPr/>
            <p:nvPr/>
          </p:nvSpPr>
          <p:spPr>
            <a:xfrm>
              <a:off x="6210300" y="28575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2.item.source-004.text"/>
            <p:cNvSpPr/>
            <p:nvPr/>
          </p:nvSpPr>
          <p:spPr>
            <a:xfrm>
              <a:off x="6896100" y="2857500"/>
              <a:ext cx="262270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Recommended architecture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0" name="node02.item.source-004.page"/>
            <p:cNvSpPr/>
            <p:nvPr/>
          </p:nvSpPr>
          <p:spPr>
            <a:xfrm>
              <a:off x="11125200" y="28575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1" name="node02.item.source-004.leader"/>
            <p:cNvSpPr/>
            <p:nvPr/>
          </p:nvSpPr>
          <p:spPr>
            <a:xfrm>
              <a:off x="9631834" y="3073400"/>
              <a:ext cx="1379066" cy="0"/>
            </a:xfrm>
            <a:custGeom>
              <a:avLst/>
              <a:gdLst/>
              <a:ahLst/>
              <a:cxnLst/>
              <a:rect l="l" t="t" r="r" b="b"/>
              <a:pathLst>
                <a:path w="1379066">
                  <a:moveTo>
                    <a:pt x="0" y="0"/>
                  </a:moveTo>
                  <a:lnTo>
                    <a:pt x="1379066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2" name="node02.item.source-005.number"/>
            <p:cNvSpPr/>
            <p:nvPr/>
          </p:nvSpPr>
          <p:spPr>
            <a:xfrm>
              <a:off x="6210300" y="32766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3" name="node02.item.source-005.text"/>
            <p:cNvSpPr/>
            <p:nvPr/>
          </p:nvSpPr>
          <p:spPr>
            <a:xfrm>
              <a:off x="6896100" y="3276600"/>
              <a:ext cx="222627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Delivery team structure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4" name="node02.item.source-005.page"/>
            <p:cNvSpPr/>
            <p:nvPr/>
          </p:nvSpPr>
          <p:spPr>
            <a:xfrm>
              <a:off x="11125200" y="32766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46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5" name="node02.item.source-005.leader"/>
            <p:cNvSpPr/>
            <p:nvPr/>
          </p:nvSpPr>
          <p:spPr>
            <a:xfrm>
              <a:off x="9235402" y="3492500"/>
              <a:ext cx="1775498" cy="0"/>
            </a:xfrm>
            <a:custGeom>
              <a:avLst/>
              <a:gdLst/>
              <a:ahLst/>
              <a:cxnLst/>
              <a:rect l="l" t="t" r="r" b="b"/>
              <a:pathLst>
                <a:path w="1775498">
                  <a:moveTo>
                    <a:pt x="0" y="0"/>
                  </a:moveTo>
                  <a:lnTo>
                    <a:pt x="177549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6" name="node02.item.source-006.number"/>
            <p:cNvSpPr/>
            <p:nvPr/>
          </p:nvSpPr>
          <p:spPr>
            <a:xfrm>
              <a:off x="6210300" y="36957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7" name="node02.item.source-006.text"/>
            <p:cNvSpPr/>
            <p:nvPr/>
          </p:nvSpPr>
          <p:spPr>
            <a:xfrm>
              <a:off x="6896100" y="3695700"/>
              <a:ext cx="136393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Fees by phase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8" name="node02.item.source-006.page"/>
            <p:cNvSpPr/>
            <p:nvPr/>
          </p:nvSpPr>
          <p:spPr>
            <a:xfrm>
              <a:off x="11125200" y="36957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9" name="node02.item.source-006.leader"/>
            <p:cNvSpPr/>
            <p:nvPr/>
          </p:nvSpPr>
          <p:spPr>
            <a:xfrm>
              <a:off x="8373061" y="3911600"/>
              <a:ext cx="2637839" cy="0"/>
            </a:xfrm>
            <a:custGeom>
              <a:avLst/>
              <a:gdLst/>
              <a:ahLst/>
              <a:cxnLst/>
              <a:rect l="l" t="t" r="r" b="b"/>
              <a:pathLst>
                <a:path w="2637839">
                  <a:moveTo>
                    <a:pt x="0" y="0"/>
                  </a:moveTo>
                  <a:lnTo>
                    <a:pt x="2637839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0" name="node02.item.source-007.number"/>
            <p:cNvSpPr/>
            <p:nvPr/>
          </p:nvSpPr>
          <p:spPr>
            <a:xfrm>
              <a:off x="6210300" y="41148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2.item.source-007.text"/>
            <p:cNvSpPr/>
            <p:nvPr/>
          </p:nvSpPr>
          <p:spPr>
            <a:xfrm>
              <a:off x="6896100" y="4114800"/>
              <a:ext cx="135281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Business case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2" name="node02.item.source-007.page"/>
            <p:cNvSpPr/>
            <p:nvPr/>
          </p:nvSpPr>
          <p:spPr>
            <a:xfrm>
              <a:off x="11125200" y="41148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3" name="node02.item.source-007.leader"/>
            <p:cNvSpPr/>
            <p:nvPr/>
          </p:nvSpPr>
          <p:spPr>
            <a:xfrm>
              <a:off x="8361949" y="4330700"/>
              <a:ext cx="2648951" cy="0"/>
            </a:xfrm>
            <a:custGeom>
              <a:avLst/>
              <a:gdLst/>
              <a:ahLst/>
              <a:cxnLst/>
              <a:rect l="l" t="t" r="r" b="b"/>
              <a:pathLst>
                <a:path w="2648951">
                  <a:moveTo>
                    <a:pt x="0" y="0"/>
                  </a:moveTo>
                  <a:lnTo>
                    <a:pt x="2648951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4" name="node02.item.source-008.number"/>
            <p:cNvSpPr/>
            <p:nvPr/>
          </p:nvSpPr>
          <p:spPr>
            <a:xfrm>
              <a:off x="6210300" y="45339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5" name="node02.item.source-008.text"/>
            <p:cNvSpPr/>
            <p:nvPr/>
          </p:nvSpPr>
          <p:spPr>
            <a:xfrm>
              <a:off x="6896100" y="4533900"/>
              <a:ext cx="222944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Payback and sensitivity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6" name="node02.item.source-008.page"/>
            <p:cNvSpPr/>
            <p:nvPr/>
          </p:nvSpPr>
          <p:spPr>
            <a:xfrm>
              <a:off x="11125200" y="45339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2.item.source-008.leader"/>
            <p:cNvSpPr/>
            <p:nvPr/>
          </p:nvSpPr>
          <p:spPr>
            <a:xfrm>
              <a:off x="9238577" y="4749800"/>
              <a:ext cx="1772323" cy="0"/>
            </a:xfrm>
            <a:custGeom>
              <a:avLst/>
              <a:gdLst/>
              <a:ahLst/>
              <a:cxnLst/>
              <a:rect l="l" t="t" r="r" b="b"/>
              <a:pathLst>
                <a:path w="1772323">
                  <a:moveTo>
                    <a:pt x="0" y="0"/>
                  </a:moveTo>
                  <a:lnTo>
                    <a:pt x="177232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8" name="node02.item.source-009.number"/>
            <p:cNvSpPr/>
            <p:nvPr/>
          </p:nvSpPr>
          <p:spPr>
            <a:xfrm>
              <a:off x="6210300" y="49530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E19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9" name="node02.item.source-009.text"/>
            <p:cNvSpPr/>
            <p:nvPr/>
          </p:nvSpPr>
          <p:spPr>
            <a:xfrm>
              <a:off x="6896100" y="4953000"/>
              <a:ext cx="242699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Comparable client results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0" name="node02.item.source-009.page"/>
            <p:cNvSpPr/>
            <p:nvPr/>
          </p:nvSpPr>
          <p:spPr>
            <a:xfrm>
              <a:off x="11125200" y="49530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1" name="node02.item.source-009.leader"/>
            <p:cNvSpPr/>
            <p:nvPr/>
          </p:nvSpPr>
          <p:spPr>
            <a:xfrm>
              <a:off x="9436128" y="5168900"/>
              <a:ext cx="1574772" cy="0"/>
            </a:xfrm>
            <a:custGeom>
              <a:avLst/>
              <a:gdLst/>
              <a:ahLst/>
              <a:cxnLst/>
              <a:rect l="l" t="t" r="r" b="b"/>
              <a:pathLst>
                <a:path w="1574772">
                  <a:moveTo>
                    <a:pt x="0" y="0"/>
                  </a:moveTo>
                  <a:lnTo>
                    <a:pt x="1574772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2" name="node02.item.source-010.number"/>
            <p:cNvSpPr/>
            <p:nvPr/>
          </p:nvSpPr>
          <p:spPr>
            <a:xfrm>
              <a:off x="6210300" y="53721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E20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3" name="node02.item.source-010.text"/>
            <p:cNvSpPr/>
            <p:nvPr/>
          </p:nvSpPr>
          <p:spPr>
            <a:xfrm>
              <a:off x="6896100" y="5372100"/>
              <a:ext cx="244014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Client reference summary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4" name="node02.item.source-010.page"/>
            <p:cNvSpPr/>
            <p:nvPr/>
          </p:nvSpPr>
          <p:spPr>
            <a:xfrm>
              <a:off x="11125200" y="53721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60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5" name="node02.item.source-010.leader"/>
            <p:cNvSpPr/>
            <p:nvPr/>
          </p:nvSpPr>
          <p:spPr>
            <a:xfrm>
              <a:off x="9449271" y="5588000"/>
              <a:ext cx="1561629" cy="0"/>
            </a:xfrm>
            <a:custGeom>
              <a:avLst/>
              <a:gdLst/>
              <a:ahLst/>
              <a:cxnLst/>
              <a:rect l="l" t="t" r="r" b="b"/>
              <a:pathLst>
                <a:path w="1561629">
                  <a:moveTo>
                    <a:pt x="0" y="0"/>
                  </a:moveTo>
                  <a:lnTo>
                    <a:pt x="1561629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SECTION 03 · SOLUTION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Solution: eighteen slides in three parts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8509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UNDERSTAND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384300"/>
            <a:ext cx="228600" cy="8509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384300"/>
            <a:ext cx="228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2311400"/>
            <a:ext cx="228600" cy="8509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2311400"/>
            <a:ext cx="228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SOLUTION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3238500"/>
            <a:ext cx="228600" cy="8509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3238500"/>
            <a:ext cx="228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TEAM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nav.section-05"/>
          <p:cNvSpPr/>
          <p:nvPr/>
        </p:nvSpPr>
        <p:spPr>
          <a:xfrm>
            <a:off x="266700" y="4165600"/>
            <a:ext cx="228600" cy="8509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4" name="nav.label.section-05"/>
          <p:cNvSpPr/>
          <p:nvPr/>
        </p:nvSpPr>
        <p:spPr>
          <a:xfrm>
            <a:off x="266700" y="4165600"/>
            <a:ext cx="228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COMMERCIALS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5" name="nav.section-06"/>
          <p:cNvSpPr/>
          <p:nvPr/>
        </p:nvSpPr>
        <p:spPr>
          <a:xfrm>
            <a:off x="266700" y="5092700"/>
            <a:ext cx="228600" cy="8509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6" name="nav.label.section-06"/>
          <p:cNvSpPr/>
          <p:nvPr/>
        </p:nvSpPr>
        <p:spPr>
          <a:xfrm>
            <a:off x="266700" y="5092700"/>
            <a:ext cx="228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WHY WM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7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7" name="node01"/>
          <p:cNvGrpSpPr/>
          <p:nvPr/>
        </p:nvGrpSpPr>
        <p:grpSpPr>
          <a:xfrm>
            <a:off x="723900" y="1600200"/>
            <a:ext cx="3429000" cy="2933700"/>
            <a:chOff x="723900" y="1600200"/>
            <a:chExt cx="3429000" cy="2933700"/>
          </a:xfrm>
        </p:grpSpPr>
        <p:sp>
          <p:nvSpPr>
            <p:cNvPr id="18" name="node01.item.source-001.number"/>
            <p:cNvSpPr/>
            <p:nvPr/>
          </p:nvSpPr>
          <p:spPr>
            <a:xfrm>
              <a:off x="723900" y="1600200"/>
              <a:ext cx="571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3.1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item.source-001.text"/>
            <p:cNvSpPr/>
            <p:nvPr/>
          </p:nvSpPr>
          <p:spPr>
            <a:xfrm>
              <a:off x="1295400" y="1600200"/>
              <a:ext cx="159481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Operating model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0" name="node01.item.source-001.page"/>
            <p:cNvSpPr/>
            <p:nvPr/>
          </p:nvSpPr>
          <p:spPr>
            <a:xfrm>
              <a:off x="35163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27–32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item.source-001.leader"/>
            <p:cNvSpPr/>
            <p:nvPr/>
          </p:nvSpPr>
          <p:spPr>
            <a:xfrm>
              <a:off x="3003249" y="1816100"/>
              <a:ext cx="398763" cy="0"/>
            </a:xfrm>
            <a:custGeom>
              <a:avLst/>
              <a:gdLst/>
              <a:ahLst/>
              <a:cxnLst/>
              <a:rect l="l" t="t" r="r" b="b"/>
              <a:pathLst>
                <a:path w="398763">
                  <a:moveTo>
                    <a:pt x="0" y="0"/>
                  </a:moveTo>
                  <a:lnTo>
                    <a:pt x="3987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2" name="node01.item.source-002.text"/>
            <p:cNvSpPr/>
            <p:nvPr/>
          </p:nvSpPr>
          <p:spPr>
            <a:xfrm>
              <a:off x="1295400" y="2095500"/>
              <a:ext cx="16570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operating model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1.item.source-002.page"/>
            <p:cNvSpPr/>
            <p:nvPr/>
          </p:nvSpPr>
          <p:spPr>
            <a:xfrm>
              <a:off x="3810000" y="2095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item.source-002.leader"/>
            <p:cNvSpPr/>
            <p:nvPr/>
          </p:nvSpPr>
          <p:spPr>
            <a:xfrm>
              <a:off x="3065463" y="2260600"/>
              <a:ext cx="630238" cy="0"/>
            </a:xfrm>
            <a:custGeom>
              <a:avLst/>
              <a:gdLst/>
              <a:ahLst/>
              <a:cxnLst/>
              <a:rect l="l" t="t" r="r" b="b"/>
              <a:pathLst>
                <a:path w="630238">
                  <a:moveTo>
                    <a:pt x="0" y="0"/>
                  </a:moveTo>
                  <a:lnTo>
                    <a:pt x="6302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5" name="node01.item.source-003.text"/>
            <p:cNvSpPr/>
            <p:nvPr/>
          </p:nvSpPr>
          <p:spPr>
            <a:xfrm>
              <a:off x="1295400" y="2540000"/>
              <a:ext cx="18761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Process redesign overview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1.item.source-003.page"/>
            <p:cNvSpPr/>
            <p:nvPr/>
          </p:nvSpPr>
          <p:spPr>
            <a:xfrm>
              <a:off x="3810000" y="2540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item.source-003.leader"/>
            <p:cNvSpPr/>
            <p:nvPr/>
          </p:nvSpPr>
          <p:spPr>
            <a:xfrm>
              <a:off x="3284538" y="2705100"/>
              <a:ext cx="411163" cy="0"/>
            </a:xfrm>
            <a:custGeom>
              <a:avLst/>
              <a:gdLst/>
              <a:ahLst/>
              <a:cxnLst/>
              <a:rect l="l" t="t" r="r" b="b"/>
              <a:pathLst>
                <a:path w="411163">
                  <a:moveTo>
                    <a:pt x="0" y="0"/>
                  </a:moveTo>
                  <a:lnTo>
                    <a:pt x="4111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8" name="node01.item.source-004.text"/>
            <p:cNvSpPr/>
            <p:nvPr/>
          </p:nvSpPr>
          <p:spPr>
            <a:xfrm>
              <a:off x="1295400" y="2984500"/>
              <a:ext cx="16522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Reconciliation redesign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item.source-004.page"/>
            <p:cNvSpPr/>
            <p:nvPr/>
          </p:nvSpPr>
          <p:spPr>
            <a:xfrm>
              <a:off x="38100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item.source-004.leader"/>
            <p:cNvSpPr/>
            <p:nvPr/>
          </p:nvSpPr>
          <p:spPr>
            <a:xfrm>
              <a:off x="3060700" y="3149600"/>
              <a:ext cx="635000" cy="0"/>
            </a:xfrm>
            <a:custGeom>
              <a:avLst/>
              <a:gdLst/>
              <a:ahLst/>
              <a:cxnLst/>
              <a:rect l="l" t="t" r="r" b="b"/>
              <a:pathLst>
                <a:path w="635000">
                  <a:moveTo>
                    <a:pt x="0" y="0"/>
                  </a:moveTo>
                  <a:lnTo>
                    <a:pt x="6350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1" name="node01.item.source-005.text"/>
            <p:cNvSpPr/>
            <p:nvPr/>
          </p:nvSpPr>
          <p:spPr>
            <a:xfrm>
              <a:off x="1295400" y="3429000"/>
              <a:ext cx="19808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Intercompany simplification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1.item.source-005.page"/>
            <p:cNvSpPr/>
            <p:nvPr/>
          </p:nvSpPr>
          <p:spPr>
            <a:xfrm>
              <a:off x="3810000" y="3429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item.source-005.leader"/>
            <p:cNvSpPr/>
            <p:nvPr/>
          </p:nvSpPr>
          <p:spPr>
            <a:xfrm>
              <a:off x="3389313" y="3594100"/>
              <a:ext cx="306388" cy="0"/>
            </a:xfrm>
            <a:custGeom>
              <a:avLst/>
              <a:gdLst/>
              <a:ahLst/>
              <a:cxnLst/>
              <a:rect l="l" t="t" r="r" b="b"/>
              <a:pathLst>
                <a:path w="306388">
                  <a:moveTo>
                    <a:pt x="0" y="0"/>
                  </a:moveTo>
                  <a:lnTo>
                    <a:pt x="3063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4" name="node01.item.source-006.text"/>
            <p:cNvSpPr/>
            <p:nvPr/>
          </p:nvSpPr>
          <p:spPr>
            <a:xfrm>
              <a:off x="1295400" y="3873500"/>
              <a:ext cx="16316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Journal entry workflow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1.item.source-006.page"/>
            <p:cNvSpPr/>
            <p:nvPr/>
          </p:nvSpPr>
          <p:spPr>
            <a:xfrm>
              <a:off x="3810000" y="3873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item.source-006.leader"/>
            <p:cNvSpPr/>
            <p:nvPr/>
          </p:nvSpPr>
          <p:spPr>
            <a:xfrm>
              <a:off x="3040063" y="4038600"/>
              <a:ext cx="655638" cy="0"/>
            </a:xfrm>
            <a:custGeom>
              <a:avLst/>
              <a:gdLst/>
              <a:ahLst/>
              <a:cxnLst/>
              <a:rect l="l" t="t" r="r" b="b"/>
              <a:pathLst>
                <a:path w="655638">
                  <a:moveTo>
                    <a:pt x="0" y="0"/>
                  </a:moveTo>
                  <a:lnTo>
                    <a:pt x="6556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7" name="node01.item.source-007.text"/>
            <p:cNvSpPr/>
            <p:nvPr/>
          </p:nvSpPr>
          <p:spPr>
            <a:xfrm>
              <a:off x="1295400" y="4318000"/>
              <a:ext cx="18761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Close calendar: day by day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1.item.source-007.page"/>
            <p:cNvSpPr/>
            <p:nvPr/>
          </p:nvSpPr>
          <p:spPr>
            <a:xfrm>
              <a:off x="38100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item.source-007.leader"/>
            <p:cNvSpPr/>
            <p:nvPr/>
          </p:nvSpPr>
          <p:spPr>
            <a:xfrm>
              <a:off x="3284538" y="4483100"/>
              <a:ext cx="411163" cy="0"/>
            </a:xfrm>
            <a:custGeom>
              <a:avLst/>
              <a:gdLst/>
              <a:ahLst/>
              <a:cxnLst/>
              <a:rect l="l" t="t" r="r" b="b"/>
              <a:pathLst>
                <a:path w="411163">
                  <a:moveTo>
                    <a:pt x="0" y="0"/>
                  </a:moveTo>
                  <a:lnTo>
                    <a:pt x="4111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88" name="node02"/>
          <p:cNvGrpSpPr/>
          <p:nvPr/>
        </p:nvGrpSpPr>
        <p:grpSpPr>
          <a:xfrm>
            <a:off x="4381500" y="1600200"/>
            <a:ext cx="3429000" cy="2933700"/>
            <a:chOff x="4381500" y="1600200"/>
            <a:chExt cx="3429000" cy="2933700"/>
          </a:xfrm>
        </p:grpSpPr>
        <p:sp>
          <p:nvSpPr>
            <p:cNvPr id="40" name="node02.item.source-001.number"/>
            <p:cNvSpPr/>
            <p:nvPr/>
          </p:nvSpPr>
          <p:spPr>
            <a:xfrm>
              <a:off x="4381500" y="1600200"/>
              <a:ext cx="571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3.2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02.item.source-001.text"/>
            <p:cNvSpPr/>
            <p:nvPr/>
          </p:nvSpPr>
          <p:spPr>
            <a:xfrm>
              <a:off x="4953000" y="1600200"/>
              <a:ext cx="111126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Technology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2" name="node02.item.source-001.page"/>
            <p:cNvSpPr/>
            <p:nvPr/>
          </p:nvSpPr>
          <p:spPr>
            <a:xfrm>
              <a:off x="71739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33–38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2.item.source-001.leader"/>
            <p:cNvSpPr/>
            <p:nvPr/>
          </p:nvSpPr>
          <p:spPr>
            <a:xfrm>
              <a:off x="6177291" y="1816100"/>
              <a:ext cx="882321" cy="0"/>
            </a:xfrm>
            <a:custGeom>
              <a:avLst/>
              <a:gdLst/>
              <a:ahLst/>
              <a:cxnLst/>
              <a:rect l="l" t="t" r="r" b="b"/>
              <a:pathLst>
                <a:path w="882321">
                  <a:moveTo>
                    <a:pt x="0" y="0"/>
                  </a:moveTo>
                  <a:lnTo>
                    <a:pt x="882321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4" name="node02.item.source-002.text"/>
            <p:cNvSpPr/>
            <p:nvPr/>
          </p:nvSpPr>
          <p:spPr>
            <a:xfrm>
              <a:off x="4953000" y="2095500"/>
              <a:ext cx="13776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Systems landscape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2.item.source-002.page"/>
            <p:cNvSpPr/>
            <p:nvPr/>
          </p:nvSpPr>
          <p:spPr>
            <a:xfrm>
              <a:off x="7467600" y="2095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2.item.source-002.leader"/>
            <p:cNvSpPr/>
            <p:nvPr/>
          </p:nvSpPr>
          <p:spPr>
            <a:xfrm>
              <a:off x="6443663" y="2260600"/>
              <a:ext cx="909638" cy="0"/>
            </a:xfrm>
            <a:custGeom>
              <a:avLst/>
              <a:gdLst/>
              <a:ahLst/>
              <a:cxnLst/>
              <a:rect l="l" t="t" r="r" b="b"/>
              <a:pathLst>
                <a:path w="909638">
                  <a:moveTo>
                    <a:pt x="0" y="0"/>
                  </a:moveTo>
                  <a:lnTo>
                    <a:pt x="9096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7" name="node02.item.source-003.text"/>
            <p:cNvSpPr/>
            <p:nvPr/>
          </p:nvSpPr>
          <p:spPr>
            <a:xfrm>
              <a:off x="4953000" y="2540000"/>
              <a:ext cx="18157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Automation opportunities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02.item.source-003.page"/>
            <p:cNvSpPr/>
            <p:nvPr/>
          </p:nvSpPr>
          <p:spPr>
            <a:xfrm>
              <a:off x="7467600" y="2540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2.item.source-003.leader"/>
            <p:cNvSpPr/>
            <p:nvPr/>
          </p:nvSpPr>
          <p:spPr>
            <a:xfrm>
              <a:off x="6881813" y="2705100"/>
              <a:ext cx="471488" cy="0"/>
            </a:xfrm>
            <a:custGeom>
              <a:avLst/>
              <a:gdLst/>
              <a:ahLst/>
              <a:cxnLst/>
              <a:rect l="l" t="t" r="r" b="b"/>
              <a:pathLst>
                <a:path w="471488">
                  <a:moveTo>
                    <a:pt x="0" y="0"/>
                  </a:moveTo>
                  <a:lnTo>
                    <a:pt x="4714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0" name="node02.item.source-004.text"/>
            <p:cNvSpPr/>
            <p:nvPr/>
          </p:nvSpPr>
          <p:spPr>
            <a:xfrm>
              <a:off x="4953000" y="2984500"/>
              <a:ext cx="18395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Tooling options compared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02.item.source-004.page"/>
            <p:cNvSpPr/>
            <p:nvPr/>
          </p:nvSpPr>
          <p:spPr>
            <a:xfrm>
              <a:off x="74676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2" name="node02.item.source-004.leader"/>
            <p:cNvSpPr/>
            <p:nvPr/>
          </p:nvSpPr>
          <p:spPr>
            <a:xfrm>
              <a:off x="6905625" y="3149600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3" name="node02.item.source-005.text"/>
            <p:cNvSpPr/>
            <p:nvPr/>
          </p:nvSpPr>
          <p:spPr>
            <a:xfrm>
              <a:off x="4953000" y="3429000"/>
              <a:ext cx="19650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Recommended architecture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02.item.source-005.page"/>
            <p:cNvSpPr/>
            <p:nvPr/>
          </p:nvSpPr>
          <p:spPr>
            <a:xfrm>
              <a:off x="7467600" y="3429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2.item.source-005.leader"/>
            <p:cNvSpPr/>
            <p:nvPr/>
          </p:nvSpPr>
          <p:spPr>
            <a:xfrm>
              <a:off x="7031038" y="3594100"/>
              <a:ext cx="322263" cy="0"/>
            </a:xfrm>
            <a:custGeom>
              <a:avLst/>
              <a:gdLst/>
              <a:ahLst/>
              <a:cxnLst/>
              <a:rect l="l" t="t" r="r" b="b"/>
              <a:pathLst>
                <a:path w="322263">
                  <a:moveTo>
                    <a:pt x="0" y="0"/>
                  </a:moveTo>
                  <a:lnTo>
                    <a:pt x="3222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6" name="node02.item.source-006.text"/>
            <p:cNvSpPr/>
            <p:nvPr/>
          </p:nvSpPr>
          <p:spPr>
            <a:xfrm>
              <a:off x="4953000" y="3873500"/>
              <a:ext cx="19364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Data and integration 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2.item.source-006.page"/>
            <p:cNvSpPr/>
            <p:nvPr/>
          </p:nvSpPr>
          <p:spPr>
            <a:xfrm>
              <a:off x="7467600" y="3873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8" name="node02.item.source-006.leader"/>
            <p:cNvSpPr/>
            <p:nvPr/>
          </p:nvSpPr>
          <p:spPr>
            <a:xfrm>
              <a:off x="7002463" y="4038600"/>
              <a:ext cx="350838" cy="0"/>
            </a:xfrm>
            <a:custGeom>
              <a:avLst/>
              <a:gdLst/>
              <a:ahLst/>
              <a:cxnLst/>
              <a:rect l="l" t="t" r="r" b="b"/>
              <a:pathLst>
                <a:path w="350838">
                  <a:moveTo>
                    <a:pt x="0" y="0"/>
                  </a:moveTo>
                  <a:lnTo>
                    <a:pt x="3508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9" name="node02.item.source-007.text"/>
            <p:cNvSpPr/>
            <p:nvPr/>
          </p:nvSpPr>
          <p:spPr>
            <a:xfrm>
              <a:off x="4953000" y="4318000"/>
              <a:ext cx="18602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Reporting and dashboards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02.item.source-007.page"/>
            <p:cNvSpPr/>
            <p:nvPr/>
          </p:nvSpPr>
          <p:spPr>
            <a:xfrm>
              <a:off x="74676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1" name="node02.item.source-007.leader"/>
            <p:cNvSpPr/>
            <p:nvPr/>
          </p:nvSpPr>
          <p:spPr>
            <a:xfrm>
              <a:off x="6926263" y="4483100"/>
              <a:ext cx="427038" cy="0"/>
            </a:xfrm>
            <a:custGeom>
              <a:avLst/>
              <a:gdLst/>
              <a:ahLst/>
              <a:cxnLst/>
              <a:rect l="l" t="t" r="r" b="b"/>
              <a:pathLst>
                <a:path w="427038">
                  <a:moveTo>
                    <a:pt x="0" y="0"/>
                  </a:moveTo>
                  <a:lnTo>
                    <a:pt x="4270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89" name="node03"/>
          <p:cNvGrpSpPr/>
          <p:nvPr/>
        </p:nvGrpSpPr>
        <p:grpSpPr>
          <a:xfrm>
            <a:off x="8039100" y="1600200"/>
            <a:ext cx="3429000" cy="2933700"/>
            <a:chOff x="8039100" y="1600200"/>
            <a:chExt cx="3429000" cy="2933700"/>
          </a:xfrm>
        </p:grpSpPr>
        <p:sp>
          <p:nvSpPr>
            <p:cNvPr id="62" name="node03.item.source-001.number"/>
            <p:cNvSpPr/>
            <p:nvPr/>
          </p:nvSpPr>
          <p:spPr>
            <a:xfrm>
              <a:off x="8039100" y="1600200"/>
              <a:ext cx="571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3.3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3" name="node03.item.source-001.text"/>
            <p:cNvSpPr/>
            <p:nvPr/>
          </p:nvSpPr>
          <p:spPr>
            <a:xfrm>
              <a:off x="8610600" y="1600200"/>
              <a:ext cx="100851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Readiness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4" name="node03.item.source-001.page"/>
            <p:cNvSpPr/>
            <p:nvPr/>
          </p:nvSpPr>
          <p:spPr>
            <a:xfrm>
              <a:off x="108315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39–44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5" name="node03.item.source-001.leader"/>
            <p:cNvSpPr/>
            <p:nvPr/>
          </p:nvSpPr>
          <p:spPr>
            <a:xfrm>
              <a:off x="9732147" y="1816100"/>
              <a:ext cx="985065" cy="0"/>
            </a:xfrm>
            <a:custGeom>
              <a:avLst/>
              <a:gdLst/>
              <a:ahLst/>
              <a:cxnLst/>
              <a:rect l="l" t="t" r="r" b="b"/>
              <a:pathLst>
                <a:path w="985065">
                  <a:moveTo>
                    <a:pt x="0" y="0"/>
                  </a:moveTo>
                  <a:lnTo>
                    <a:pt x="98506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6" name="node03.item.source-002.text"/>
            <p:cNvSpPr/>
            <p:nvPr/>
          </p:nvSpPr>
          <p:spPr>
            <a:xfrm>
              <a:off x="8610600" y="2095500"/>
              <a:ext cx="16871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Roles after the redesign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3.item.source-002.page"/>
            <p:cNvSpPr/>
            <p:nvPr/>
          </p:nvSpPr>
          <p:spPr>
            <a:xfrm>
              <a:off x="11125200" y="2095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3.item.source-002.leader"/>
            <p:cNvSpPr/>
            <p:nvPr/>
          </p:nvSpPr>
          <p:spPr>
            <a:xfrm>
              <a:off x="10410825" y="2260600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9" name="node03.item.source-003.text"/>
            <p:cNvSpPr/>
            <p:nvPr/>
          </p:nvSpPr>
          <p:spPr>
            <a:xfrm>
              <a:off x="8610600" y="2540000"/>
              <a:ext cx="20158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Controls and audit readiness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03.item.source-003.page"/>
            <p:cNvSpPr/>
            <p:nvPr/>
          </p:nvSpPr>
          <p:spPr>
            <a:xfrm>
              <a:off x="11125200" y="2540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3.item.source-003.leader"/>
            <p:cNvSpPr/>
            <p:nvPr/>
          </p:nvSpPr>
          <p:spPr>
            <a:xfrm>
              <a:off x="10739438" y="2705100"/>
              <a:ext cx="271463" cy="0"/>
            </a:xfrm>
            <a:custGeom>
              <a:avLst/>
              <a:gdLst/>
              <a:ahLst/>
              <a:cxnLst/>
              <a:rect l="l" t="t" r="r" b="b"/>
              <a:pathLst>
                <a:path w="271463">
                  <a:moveTo>
                    <a:pt x="0" y="0"/>
                  </a:moveTo>
                  <a:lnTo>
                    <a:pt x="2714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2" name="node03.item.source-004.text"/>
            <p:cNvSpPr/>
            <p:nvPr/>
          </p:nvSpPr>
          <p:spPr>
            <a:xfrm>
              <a:off x="8610600" y="2984500"/>
              <a:ext cx="17633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Training and enablement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3" name="node03.item.source-004.page"/>
            <p:cNvSpPr/>
            <p:nvPr/>
          </p:nvSpPr>
          <p:spPr>
            <a:xfrm>
              <a:off x="111252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4" name="node03.item.source-004.leader"/>
            <p:cNvSpPr/>
            <p:nvPr/>
          </p:nvSpPr>
          <p:spPr>
            <a:xfrm>
              <a:off x="10487025" y="3149600"/>
              <a:ext cx="523875" cy="0"/>
            </a:xfrm>
            <a:custGeom>
              <a:avLst/>
              <a:gdLst/>
              <a:ahLst/>
              <a:cxnLst/>
              <a:rect l="l" t="t" r="r" b="b"/>
              <a:pathLst>
                <a:path w="52387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5" name="node03.item.source-005.text"/>
            <p:cNvSpPr/>
            <p:nvPr/>
          </p:nvSpPr>
          <p:spPr>
            <a:xfrm>
              <a:off x="8610600" y="3429000"/>
              <a:ext cx="9236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Cutover plan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3.item.source-005.page"/>
            <p:cNvSpPr/>
            <p:nvPr/>
          </p:nvSpPr>
          <p:spPr>
            <a:xfrm>
              <a:off x="11125200" y="3429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3.item.source-005.leader"/>
            <p:cNvSpPr/>
            <p:nvPr/>
          </p:nvSpPr>
          <p:spPr>
            <a:xfrm>
              <a:off x="9647238" y="3594100"/>
              <a:ext cx="1363663" cy="0"/>
            </a:xfrm>
            <a:custGeom>
              <a:avLst/>
              <a:gdLst/>
              <a:ahLst/>
              <a:cxnLst/>
              <a:rect l="l" t="t" r="r" b="b"/>
              <a:pathLst>
                <a:path w="1363663">
                  <a:moveTo>
                    <a:pt x="0" y="0"/>
                  </a:moveTo>
                  <a:lnTo>
                    <a:pt x="13636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8" name="node03.item.source-006.text"/>
            <p:cNvSpPr/>
            <p:nvPr/>
          </p:nvSpPr>
          <p:spPr>
            <a:xfrm>
              <a:off x="8610600" y="3873500"/>
              <a:ext cx="17364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Hypercare and handover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9" name="node03.item.source-006.page"/>
            <p:cNvSpPr/>
            <p:nvPr/>
          </p:nvSpPr>
          <p:spPr>
            <a:xfrm>
              <a:off x="11125200" y="3873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0" name="node03.item.source-006.leader"/>
            <p:cNvSpPr/>
            <p:nvPr/>
          </p:nvSpPr>
          <p:spPr>
            <a:xfrm>
              <a:off x="10460038" y="4038600"/>
              <a:ext cx="550863" cy="0"/>
            </a:xfrm>
            <a:custGeom>
              <a:avLst/>
              <a:gdLst/>
              <a:ahLst/>
              <a:cxnLst/>
              <a:rect l="l" t="t" r="r" b="b"/>
              <a:pathLst>
                <a:path w="550863">
                  <a:moveTo>
                    <a:pt x="0" y="0"/>
                  </a:moveTo>
                  <a:lnTo>
                    <a:pt x="5508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1" name="node03.item.source-007.text"/>
            <p:cNvSpPr/>
            <p:nvPr/>
          </p:nvSpPr>
          <p:spPr>
            <a:xfrm>
              <a:off x="8610600" y="4318000"/>
              <a:ext cx="12125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Benefits tracking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2" name="node03.item.source-007.page"/>
            <p:cNvSpPr/>
            <p:nvPr/>
          </p:nvSpPr>
          <p:spPr>
            <a:xfrm>
              <a:off x="111252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3" name="node03.item.source-007.leader"/>
            <p:cNvSpPr/>
            <p:nvPr/>
          </p:nvSpPr>
          <p:spPr>
            <a:xfrm>
              <a:off x="9936163" y="4483100"/>
              <a:ext cx="1074738" cy="0"/>
            </a:xfrm>
            <a:custGeom>
              <a:avLst/>
              <a:gdLst/>
              <a:ahLst/>
              <a:cxnLst/>
              <a:rect l="l" t="t" r="r" b="b"/>
              <a:pathLst>
                <a:path w="1074738">
                  <a:moveTo>
                    <a:pt x="0" y="0"/>
                  </a:moveTo>
                  <a:lnTo>
                    <a:pt x="10747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0" name="node04"/>
          <p:cNvGrpSpPr/>
          <p:nvPr/>
        </p:nvGrpSpPr>
        <p:grpSpPr>
          <a:xfrm>
            <a:off x="723900" y="5029200"/>
            <a:ext cx="10744200" cy="685800"/>
            <a:chOff x="723900" y="5029200"/>
            <a:chExt cx="10744200" cy="685800"/>
          </a:xfrm>
        </p:grpSpPr>
        <p:sp>
          <p:nvSpPr>
            <p:cNvPr id="84" name="node04.surface"/>
            <p:cNvSpPr/>
            <p:nvPr/>
          </p:nvSpPr>
          <p:spPr>
            <a:xfrm>
              <a:off x="723900" y="5029200"/>
              <a:ext cx="107442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91" name="node05"/>
          <p:cNvGrpSpPr/>
          <p:nvPr/>
        </p:nvGrpSpPr>
        <p:grpSpPr>
          <a:xfrm>
            <a:off x="952500" y="5257800"/>
            <a:ext cx="5029200" cy="215900"/>
            <a:chOff x="952500" y="5257800"/>
            <a:chExt cx="5029200" cy="215900"/>
          </a:xfrm>
        </p:grpSpPr>
        <p:sp>
          <p:nvSpPr>
            <p:cNvPr id="85" name="node05.text"/>
            <p:cNvSpPr/>
            <p:nvPr/>
          </p:nvSpPr>
          <p:spPr>
            <a:xfrm>
              <a:off x="952500" y="5257800"/>
              <a:ext cx="502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Before: Approach, pages 15–26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2" name="node06"/>
          <p:cNvGrpSpPr/>
          <p:nvPr/>
        </p:nvGrpSpPr>
        <p:grpSpPr>
          <a:xfrm>
            <a:off x="6210300" y="5257800"/>
            <a:ext cx="5029200" cy="215900"/>
            <a:chOff x="6210300" y="5257800"/>
            <a:chExt cx="5029200" cy="215900"/>
          </a:xfrm>
        </p:grpSpPr>
        <p:sp>
          <p:nvSpPr>
            <p:cNvPr id="86" name="node06.text"/>
            <p:cNvSpPr/>
            <p:nvPr/>
          </p:nvSpPr>
          <p:spPr>
            <a:xfrm>
              <a:off x="6210300" y="5257800"/>
              <a:ext cx="502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After: Team, pages 45–50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SECTION INDEX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Seven sections, 76 pages: where each part sits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8" name="node01"/>
          <p:cNvGrpSpPr/>
          <p:nvPr/>
        </p:nvGrpSpPr>
        <p:grpSpPr>
          <a:xfrm>
            <a:off x="723900" y="1600200"/>
            <a:ext cx="10744200" cy="3708400"/>
            <a:chOff x="723900" y="1600200"/>
            <a:chExt cx="10744200" cy="37084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708400"/>
          </p:xfrm>
          <a:graphic>
            <a:graphicData uri="http://schemas.openxmlformats.org/drawingml/2006/table">
              <a:tbl>
                <a:tblPr/>
                <a:tblGrid>
                  <a:gridCol w="2743200"/>
                  <a:gridCol w="4648200"/>
                  <a:gridCol w="914400"/>
                  <a:gridCol w="914400"/>
                  <a:gridCol w="1524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SECTION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IT COVERS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PAGES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SLIDES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SHARE OF DECK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 and indexes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Title page and the three-page slide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1–4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Our understanding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Your goals, the close today and what success looks like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5–14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Approach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Three waves, timeline, governance and risks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15–26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16%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Solution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Operating model, systems, controls and cutover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27–44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24%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Team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Leadership, delivery team and your team's role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45–50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Commercials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Fees, assumptions, business case and next steps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51–56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Why West Monroe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Healthcare finance experience, results and references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57–62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Appendix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Twelve supporting exhibits, A1 to A12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63–76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18%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906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sec.ref.fill"/>
            <p:cNvSpPr/>
            <p:nvPr/>
          </p:nvSpPr>
          <p:spPr>
            <a:xfrm>
              <a:off x="876300" y="20891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sec.ref"/>
            <p:cNvSpPr/>
            <p:nvPr/>
          </p:nvSpPr>
          <p:spPr>
            <a:xfrm>
              <a:off x="914400" y="20955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00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1.share.bar"/>
            <p:cNvSpPr/>
            <p:nvPr/>
          </p:nvSpPr>
          <p:spPr>
            <a:xfrm>
              <a:off x="10096500" y="21145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share.allocation"/>
            <p:cNvSpPr/>
            <p:nvPr/>
          </p:nvSpPr>
          <p:spPr>
            <a:xfrm>
              <a:off x="10096500" y="2114550"/>
              <a:ext cx="3810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row.item-001.share.bar-outline"/>
            <p:cNvSpPr/>
            <p:nvPr/>
          </p:nvSpPr>
          <p:spPr>
            <a:xfrm>
              <a:off x="10096500" y="21145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2.sec.ref.fill"/>
            <p:cNvSpPr/>
            <p:nvPr/>
          </p:nvSpPr>
          <p:spPr>
            <a:xfrm>
              <a:off x="876300" y="25082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2.sec.ref"/>
            <p:cNvSpPr/>
            <p:nvPr/>
          </p:nvSpPr>
          <p:spPr>
            <a:xfrm>
              <a:off x="914400" y="25146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2.share.bar"/>
            <p:cNvSpPr/>
            <p:nvPr/>
          </p:nvSpPr>
          <p:spPr>
            <a:xfrm>
              <a:off x="10096500" y="25336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node01.row.item-002.share.allocation"/>
            <p:cNvSpPr/>
            <p:nvPr/>
          </p:nvSpPr>
          <p:spPr>
            <a:xfrm>
              <a:off x="10096500" y="2533650"/>
              <a:ext cx="9906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row.item-002.share.bar-outline"/>
            <p:cNvSpPr/>
            <p:nvPr/>
          </p:nvSpPr>
          <p:spPr>
            <a:xfrm>
              <a:off x="10096500" y="25336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3.sec.ref.fill"/>
            <p:cNvSpPr/>
            <p:nvPr/>
          </p:nvSpPr>
          <p:spPr>
            <a:xfrm>
              <a:off x="876300" y="29273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3.sec.ref"/>
            <p:cNvSpPr/>
            <p:nvPr/>
          </p:nvSpPr>
          <p:spPr>
            <a:xfrm>
              <a:off x="914400" y="29337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row.item-003.share.bar"/>
            <p:cNvSpPr/>
            <p:nvPr/>
          </p:nvSpPr>
          <p:spPr>
            <a:xfrm>
              <a:off x="10096500" y="29527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3.share.allocation"/>
            <p:cNvSpPr/>
            <p:nvPr/>
          </p:nvSpPr>
          <p:spPr>
            <a:xfrm>
              <a:off x="10096500" y="2952750"/>
              <a:ext cx="12192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1.row.item-003.share.bar-outline"/>
            <p:cNvSpPr/>
            <p:nvPr/>
          </p:nvSpPr>
          <p:spPr>
            <a:xfrm>
              <a:off x="10096500" y="29527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4.sec.ref.fill"/>
            <p:cNvSpPr/>
            <p:nvPr/>
          </p:nvSpPr>
          <p:spPr>
            <a:xfrm>
              <a:off x="876300" y="33464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4.sec.ref"/>
            <p:cNvSpPr/>
            <p:nvPr/>
          </p:nvSpPr>
          <p:spPr>
            <a:xfrm>
              <a:off x="914400" y="33528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row.item-004.share.bar"/>
            <p:cNvSpPr/>
            <p:nvPr/>
          </p:nvSpPr>
          <p:spPr>
            <a:xfrm>
              <a:off x="10096500" y="33718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node01.row.item-004.share.allocation"/>
            <p:cNvSpPr/>
            <p:nvPr/>
          </p:nvSpPr>
          <p:spPr>
            <a:xfrm>
              <a:off x="10096500" y="3371850"/>
              <a:ext cx="18288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1.row.item-004.share.bar-outline"/>
            <p:cNvSpPr/>
            <p:nvPr/>
          </p:nvSpPr>
          <p:spPr>
            <a:xfrm>
              <a:off x="10096500" y="33718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7" name="node01.row.item-005.sec.ref.fill"/>
            <p:cNvSpPr/>
            <p:nvPr/>
          </p:nvSpPr>
          <p:spPr>
            <a:xfrm>
              <a:off x="876300" y="37655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5.sec.ref"/>
            <p:cNvSpPr/>
            <p:nvPr/>
          </p:nvSpPr>
          <p:spPr>
            <a:xfrm>
              <a:off x="914400" y="37719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row.item-005.share.bar"/>
            <p:cNvSpPr/>
            <p:nvPr/>
          </p:nvSpPr>
          <p:spPr>
            <a:xfrm>
              <a:off x="10096500" y="37909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5.share.allocation"/>
            <p:cNvSpPr/>
            <p:nvPr/>
          </p:nvSpPr>
          <p:spPr>
            <a:xfrm>
              <a:off x="10096500" y="3790950"/>
              <a:ext cx="6096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1.row.item-005.share.bar-outline"/>
            <p:cNvSpPr/>
            <p:nvPr/>
          </p:nvSpPr>
          <p:spPr>
            <a:xfrm>
              <a:off x="10096500" y="37909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2" name="node01.row.item-006.sec.ref.fill"/>
            <p:cNvSpPr/>
            <p:nvPr/>
          </p:nvSpPr>
          <p:spPr>
            <a:xfrm>
              <a:off x="876300" y="41846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3" name="node01.row.item-006.sec.ref"/>
            <p:cNvSpPr/>
            <p:nvPr/>
          </p:nvSpPr>
          <p:spPr>
            <a:xfrm>
              <a:off x="914400" y="41910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row.item-006.share.bar"/>
            <p:cNvSpPr/>
            <p:nvPr/>
          </p:nvSpPr>
          <p:spPr>
            <a:xfrm>
              <a:off x="10096500" y="42100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node01.row.item-006.share.allocation"/>
            <p:cNvSpPr/>
            <p:nvPr/>
          </p:nvSpPr>
          <p:spPr>
            <a:xfrm>
              <a:off x="10096500" y="4210050"/>
              <a:ext cx="6096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01.row.item-006.share.bar-outline"/>
            <p:cNvSpPr/>
            <p:nvPr/>
          </p:nvSpPr>
          <p:spPr>
            <a:xfrm>
              <a:off x="10096500" y="42100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7" name="node01.row.item-007.sec.ref.fill"/>
            <p:cNvSpPr/>
            <p:nvPr/>
          </p:nvSpPr>
          <p:spPr>
            <a:xfrm>
              <a:off x="876300" y="46037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8" name="node01.row.item-007.sec.ref"/>
            <p:cNvSpPr/>
            <p:nvPr/>
          </p:nvSpPr>
          <p:spPr>
            <a:xfrm>
              <a:off x="914400" y="46101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row.item-007.share.bar"/>
            <p:cNvSpPr/>
            <p:nvPr/>
          </p:nvSpPr>
          <p:spPr>
            <a:xfrm>
              <a:off x="10096500" y="46291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7.share.allocation"/>
            <p:cNvSpPr/>
            <p:nvPr/>
          </p:nvSpPr>
          <p:spPr>
            <a:xfrm>
              <a:off x="10096500" y="4629150"/>
              <a:ext cx="6096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1.row.item-007.share.bar-outline"/>
            <p:cNvSpPr/>
            <p:nvPr/>
          </p:nvSpPr>
          <p:spPr>
            <a:xfrm>
              <a:off x="10096500" y="46291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2" name="node01.row.item-008.sec.ref.fill"/>
            <p:cNvSpPr/>
            <p:nvPr/>
          </p:nvSpPr>
          <p:spPr>
            <a:xfrm>
              <a:off x="876300" y="502285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3" name="node01.row.item-008.sec.ref"/>
            <p:cNvSpPr/>
            <p:nvPr/>
          </p:nvSpPr>
          <p:spPr>
            <a:xfrm>
              <a:off x="914400" y="502920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row.item-008.share.bar"/>
            <p:cNvSpPr/>
            <p:nvPr/>
          </p:nvSpPr>
          <p:spPr>
            <a:xfrm>
              <a:off x="10096500" y="5048250"/>
              <a:ext cx="762000" cy="10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node01.row.item-008.share.allocation"/>
            <p:cNvSpPr/>
            <p:nvPr/>
          </p:nvSpPr>
          <p:spPr>
            <a:xfrm>
              <a:off x="10096500" y="5048250"/>
              <a:ext cx="137160" cy="10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1.row.item-008.share.bar-outline"/>
            <p:cNvSpPr/>
            <p:nvPr/>
          </p:nvSpPr>
          <p:spPr>
            <a:xfrm>
              <a:off x="10096500" y="5048250"/>
              <a:ext cx="762000" cy="101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</p:grpSp>
      <p:grpSp>
        <p:nvGrpSpPr>
          <p:cNvPr id="49" name="node02"/>
          <p:cNvGrpSpPr/>
          <p:nvPr/>
        </p:nvGrpSpPr>
        <p:grpSpPr>
          <a:xfrm>
            <a:off x="723900" y="5486400"/>
            <a:ext cx="10744200" cy="215900"/>
            <a:chOff x="723900" y="5486400"/>
            <a:chExt cx="10744200" cy="215900"/>
          </a:xfrm>
        </p:grpSpPr>
        <p:sp>
          <p:nvSpPr>
            <p:cNvPr id="47" name="node02.text"/>
            <p:cNvSpPr/>
            <p:nvPr/>
          </p:nvSpPr>
          <p:spPr>
            <a:xfrm>
              <a:off x="723900" y="54864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76 pages in all. Solution is the largest section at 18 slides; the appendix holds the supporting detail.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SLIDE INDEX · CONTINUED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slide in the proposal, by section and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96" name="node01"/>
          <p:cNvGrpSpPr/>
          <p:nvPr/>
        </p:nvGrpSpPr>
        <p:grpSpPr>
          <a:xfrm>
            <a:off x="723900" y="1600200"/>
            <a:ext cx="5257800" cy="3733800"/>
            <a:chOff x="723900" y="1600200"/>
            <a:chExt cx="5257800" cy="3733800"/>
          </a:xfrm>
        </p:grpSpPr>
        <p:sp>
          <p:nvSpPr>
            <p:cNvPr id="6" name="node01.item.source-001.number"/>
            <p:cNvSpPr/>
            <p:nvPr/>
          </p:nvSpPr>
          <p:spPr>
            <a:xfrm>
              <a:off x="723900" y="1600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item.source-001.text"/>
            <p:cNvSpPr/>
            <p:nvPr/>
          </p:nvSpPr>
          <p:spPr>
            <a:xfrm>
              <a:off x="1181100" y="1600200"/>
              <a:ext cx="192121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 (continued)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item.source-001.page"/>
            <p:cNvSpPr/>
            <p:nvPr/>
          </p:nvSpPr>
          <p:spPr>
            <a:xfrm>
              <a:off x="53451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27–44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item.source-001.leader"/>
            <p:cNvSpPr/>
            <p:nvPr/>
          </p:nvSpPr>
          <p:spPr>
            <a:xfrm>
              <a:off x="3215345" y="1816100"/>
              <a:ext cx="2015468" cy="0"/>
            </a:xfrm>
            <a:custGeom>
              <a:avLst/>
              <a:gdLst/>
              <a:ahLst/>
              <a:cxnLst/>
              <a:rect l="l" t="t" r="r" b="b"/>
              <a:pathLst>
                <a:path w="2015468">
                  <a:moveTo>
                    <a:pt x="0" y="0"/>
                  </a:moveTo>
                  <a:lnTo>
                    <a:pt x="201546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" name="node01.item.source-002.text"/>
            <p:cNvSpPr/>
            <p:nvPr/>
          </p:nvSpPr>
          <p:spPr>
            <a:xfrm>
              <a:off x="1181100" y="1917700"/>
              <a:ext cx="16522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Reconciliation redesign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item.source-002.page"/>
            <p:cNvSpPr/>
            <p:nvPr/>
          </p:nvSpPr>
          <p:spPr>
            <a:xfrm>
              <a:off x="5638800" y="1917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item.source-002.leader"/>
            <p:cNvSpPr/>
            <p:nvPr/>
          </p:nvSpPr>
          <p:spPr>
            <a:xfrm>
              <a:off x="2946400" y="2082800"/>
              <a:ext cx="2578100" cy="0"/>
            </a:xfrm>
            <a:custGeom>
              <a:avLst/>
              <a:gdLst/>
              <a:ahLst/>
              <a:cxnLst/>
              <a:rect l="l" t="t" r="r" b="b"/>
              <a:pathLst>
                <a:path w="2578100">
                  <a:moveTo>
                    <a:pt x="0" y="0"/>
                  </a:moveTo>
                  <a:lnTo>
                    <a:pt x="25781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" name="node01.item.source-003.text"/>
            <p:cNvSpPr/>
            <p:nvPr/>
          </p:nvSpPr>
          <p:spPr>
            <a:xfrm>
              <a:off x="1181100" y="2184400"/>
              <a:ext cx="19808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Intercompany simplification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item.source-003.page"/>
            <p:cNvSpPr/>
            <p:nvPr/>
          </p:nvSpPr>
          <p:spPr>
            <a:xfrm>
              <a:off x="5638800" y="2184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item.source-003.leader"/>
            <p:cNvSpPr/>
            <p:nvPr/>
          </p:nvSpPr>
          <p:spPr>
            <a:xfrm>
              <a:off x="3275013" y="2349500"/>
              <a:ext cx="2249488" cy="0"/>
            </a:xfrm>
            <a:custGeom>
              <a:avLst/>
              <a:gdLst/>
              <a:ahLst/>
              <a:cxnLst/>
              <a:rect l="l" t="t" r="r" b="b"/>
              <a:pathLst>
                <a:path w="2249488">
                  <a:moveTo>
                    <a:pt x="0" y="0"/>
                  </a:moveTo>
                  <a:lnTo>
                    <a:pt x="22494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6" name="node01.item.source-004.text"/>
            <p:cNvSpPr/>
            <p:nvPr/>
          </p:nvSpPr>
          <p:spPr>
            <a:xfrm>
              <a:off x="1181100" y="2451100"/>
              <a:ext cx="16316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Journal entry workflow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item.source-004.page"/>
            <p:cNvSpPr/>
            <p:nvPr/>
          </p:nvSpPr>
          <p:spPr>
            <a:xfrm>
              <a:off x="5638800" y="2451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item.source-004.leader"/>
            <p:cNvSpPr/>
            <p:nvPr/>
          </p:nvSpPr>
          <p:spPr>
            <a:xfrm>
              <a:off x="2925763" y="2616200"/>
              <a:ext cx="2598738" cy="0"/>
            </a:xfrm>
            <a:custGeom>
              <a:avLst/>
              <a:gdLst/>
              <a:ahLst/>
              <a:cxnLst/>
              <a:rect l="l" t="t" r="r" b="b"/>
              <a:pathLst>
                <a:path w="2598738">
                  <a:moveTo>
                    <a:pt x="0" y="0"/>
                  </a:moveTo>
                  <a:lnTo>
                    <a:pt x="25987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9" name="node01.item.source-005.text"/>
            <p:cNvSpPr/>
            <p:nvPr/>
          </p:nvSpPr>
          <p:spPr>
            <a:xfrm>
              <a:off x="1181100" y="2717800"/>
              <a:ext cx="18761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Close calendar: day by day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1.item.source-005.page"/>
            <p:cNvSpPr/>
            <p:nvPr/>
          </p:nvSpPr>
          <p:spPr>
            <a:xfrm>
              <a:off x="5638800" y="2717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item.source-005.leader"/>
            <p:cNvSpPr/>
            <p:nvPr/>
          </p:nvSpPr>
          <p:spPr>
            <a:xfrm>
              <a:off x="3170238" y="2882900"/>
              <a:ext cx="2354263" cy="0"/>
            </a:xfrm>
            <a:custGeom>
              <a:avLst/>
              <a:gdLst/>
              <a:ahLst/>
              <a:cxnLst/>
              <a:rect l="l" t="t" r="r" b="b"/>
              <a:pathLst>
                <a:path w="2354263">
                  <a:moveTo>
                    <a:pt x="0" y="0"/>
                  </a:moveTo>
                  <a:lnTo>
                    <a:pt x="23542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2" name="node01.item.source-006.text"/>
            <p:cNvSpPr/>
            <p:nvPr/>
          </p:nvSpPr>
          <p:spPr>
            <a:xfrm>
              <a:off x="1181100" y="2984500"/>
              <a:ext cx="13776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Systems landscape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1.item.source-006.page"/>
            <p:cNvSpPr/>
            <p:nvPr/>
          </p:nvSpPr>
          <p:spPr>
            <a:xfrm>
              <a:off x="56388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item.source-006.leader"/>
            <p:cNvSpPr/>
            <p:nvPr/>
          </p:nvSpPr>
          <p:spPr>
            <a:xfrm>
              <a:off x="2671763" y="3149600"/>
              <a:ext cx="2852738" cy="0"/>
            </a:xfrm>
            <a:custGeom>
              <a:avLst/>
              <a:gdLst/>
              <a:ahLst/>
              <a:cxnLst/>
              <a:rect l="l" t="t" r="r" b="b"/>
              <a:pathLst>
                <a:path w="2852738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5" name="node01.item.source-007.text"/>
            <p:cNvSpPr/>
            <p:nvPr/>
          </p:nvSpPr>
          <p:spPr>
            <a:xfrm>
              <a:off x="1181100" y="3251200"/>
              <a:ext cx="18157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Automation opportunities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1.item.source-007.page"/>
            <p:cNvSpPr/>
            <p:nvPr/>
          </p:nvSpPr>
          <p:spPr>
            <a:xfrm>
              <a:off x="5638800" y="32512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item.source-007.leader"/>
            <p:cNvSpPr/>
            <p:nvPr/>
          </p:nvSpPr>
          <p:spPr>
            <a:xfrm>
              <a:off x="3109913" y="3416300"/>
              <a:ext cx="2414588" cy="0"/>
            </a:xfrm>
            <a:custGeom>
              <a:avLst/>
              <a:gdLst/>
              <a:ahLst/>
              <a:cxnLst/>
              <a:rect l="l" t="t" r="r" b="b"/>
              <a:pathLst>
                <a:path w="2414588">
                  <a:moveTo>
                    <a:pt x="0" y="0"/>
                  </a:moveTo>
                  <a:lnTo>
                    <a:pt x="24145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8" name="node01.item.source-008.text"/>
            <p:cNvSpPr/>
            <p:nvPr/>
          </p:nvSpPr>
          <p:spPr>
            <a:xfrm>
              <a:off x="1181100" y="3517900"/>
              <a:ext cx="18395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Tooling options compared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item.source-008.page"/>
            <p:cNvSpPr/>
            <p:nvPr/>
          </p:nvSpPr>
          <p:spPr>
            <a:xfrm>
              <a:off x="5638800" y="35179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item.source-008.leader"/>
            <p:cNvSpPr/>
            <p:nvPr/>
          </p:nvSpPr>
          <p:spPr>
            <a:xfrm>
              <a:off x="3133725" y="3683000"/>
              <a:ext cx="2390775" cy="0"/>
            </a:xfrm>
            <a:custGeom>
              <a:avLst/>
              <a:gdLst/>
              <a:ahLst/>
              <a:cxnLst/>
              <a:rect l="l" t="t" r="r" b="b"/>
              <a:pathLst>
                <a:path w="2390775">
                  <a:moveTo>
                    <a:pt x="0" y="0"/>
                  </a:moveTo>
                  <a:lnTo>
                    <a:pt x="23907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1" name="node01.item.source-009.text"/>
            <p:cNvSpPr/>
            <p:nvPr/>
          </p:nvSpPr>
          <p:spPr>
            <a:xfrm>
              <a:off x="1181100" y="3784600"/>
              <a:ext cx="19650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Recommended architecture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1.item.source-009.page"/>
            <p:cNvSpPr/>
            <p:nvPr/>
          </p:nvSpPr>
          <p:spPr>
            <a:xfrm>
              <a:off x="5638800" y="37846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item.source-009.leader"/>
            <p:cNvSpPr/>
            <p:nvPr/>
          </p:nvSpPr>
          <p:spPr>
            <a:xfrm>
              <a:off x="3259138" y="3949700"/>
              <a:ext cx="2265363" cy="0"/>
            </a:xfrm>
            <a:custGeom>
              <a:avLst/>
              <a:gdLst/>
              <a:ahLst/>
              <a:cxnLst/>
              <a:rect l="l" t="t" r="r" b="b"/>
              <a:pathLst>
                <a:path w="2265363">
                  <a:moveTo>
                    <a:pt x="0" y="0"/>
                  </a:moveTo>
                  <a:lnTo>
                    <a:pt x="22653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4" name="node01.item.source-010.text"/>
            <p:cNvSpPr/>
            <p:nvPr/>
          </p:nvSpPr>
          <p:spPr>
            <a:xfrm>
              <a:off x="1181100" y="4051300"/>
              <a:ext cx="19364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Data and integration 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1.item.source-010.page"/>
            <p:cNvSpPr/>
            <p:nvPr/>
          </p:nvSpPr>
          <p:spPr>
            <a:xfrm>
              <a:off x="5638800" y="40513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item.source-010.leader"/>
            <p:cNvSpPr/>
            <p:nvPr/>
          </p:nvSpPr>
          <p:spPr>
            <a:xfrm>
              <a:off x="3230563" y="4216400"/>
              <a:ext cx="2293938" cy="0"/>
            </a:xfrm>
            <a:custGeom>
              <a:avLst/>
              <a:gdLst/>
              <a:ahLst/>
              <a:cxnLst/>
              <a:rect l="l" t="t" r="r" b="b"/>
              <a:pathLst>
                <a:path w="2293938">
                  <a:moveTo>
                    <a:pt x="0" y="0"/>
                  </a:moveTo>
                  <a:lnTo>
                    <a:pt x="22939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7" name="node01.item.source-011.text"/>
            <p:cNvSpPr/>
            <p:nvPr/>
          </p:nvSpPr>
          <p:spPr>
            <a:xfrm>
              <a:off x="1181100" y="4318000"/>
              <a:ext cx="18602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Reporting and dashboards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1.item.source-011.page"/>
            <p:cNvSpPr/>
            <p:nvPr/>
          </p:nvSpPr>
          <p:spPr>
            <a:xfrm>
              <a:off x="56388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item.source-011.leader"/>
            <p:cNvSpPr/>
            <p:nvPr/>
          </p:nvSpPr>
          <p:spPr>
            <a:xfrm>
              <a:off x="3154363" y="4483100"/>
              <a:ext cx="2370138" cy="0"/>
            </a:xfrm>
            <a:custGeom>
              <a:avLst/>
              <a:gdLst/>
              <a:ahLst/>
              <a:cxnLst/>
              <a:rect l="l" t="t" r="r" b="b"/>
              <a:pathLst>
                <a:path w="2370138">
                  <a:moveTo>
                    <a:pt x="0" y="0"/>
                  </a:moveTo>
                  <a:lnTo>
                    <a:pt x="23701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0" name="node01.item.source-012.text"/>
            <p:cNvSpPr/>
            <p:nvPr/>
          </p:nvSpPr>
          <p:spPr>
            <a:xfrm>
              <a:off x="1181100" y="4584700"/>
              <a:ext cx="16871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Roles after the redesign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1.item.source-012.page"/>
            <p:cNvSpPr/>
            <p:nvPr/>
          </p:nvSpPr>
          <p:spPr>
            <a:xfrm>
              <a:off x="5638800" y="4584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item.source-012.leader"/>
            <p:cNvSpPr/>
            <p:nvPr/>
          </p:nvSpPr>
          <p:spPr>
            <a:xfrm>
              <a:off x="2981325" y="4749800"/>
              <a:ext cx="2543175" cy="0"/>
            </a:xfrm>
            <a:custGeom>
              <a:avLst/>
              <a:gdLst/>
              <a:ahLst/>
              <a:cxnLst/>
              <a:rect l="l" t="t" r="r" b="b"/>
              <a:pathLst>
                <a:path w="2543175">
                  <a:moveTo>
                    <a:pt x="0" y="0"/>
                  </a:moveTo>
                  <a:lnTo>
                    <a:pt x="25431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3" name="node01.item.source-013.text"/>
            <p:cNvSpPr/>
            <p:nvPr/>
          </p:nvSpPr>
          <p:spPr>
            <a:xfrm>
              <a:off x="1181100" y="4851400"/>
              <a:ext cx="20158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Controls and audit readiness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01.item.source-013.page"/>
            <p:cNvSpPr/>
            <p:nvPr/>
          </p:nvSpPr>
          <p:spPr>
            <a:xfrm>
              <a:off x="5638800" y="4851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item.source-013.leader"/>
            <p:cNvSpPr/>
            <p:nvPr/>
          </p:nvSpPr>
          <p:spPr>
            <a:xfrm>
              <a:off x="3309938" y="5016500"/>
              <a:ext cx="2214563" cy="0"/>
            </a:xfrm>
            <a:custGeom>
              <a:avLst/>
              <a:gdLst/>
              <a:ahLst/>
              <a:cxnLst/>
              <a:rect l="l" t="t" r="r" b="b"/>
              <a:pathLst>
                <a:path w="2214563">
                  <a:moveTo>
                    <a:pt x="0" y="0"/>
                  </a:moveTo>
                  <a:lnTo>
                    <a:pt x="22145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6" name="node01.item.source-014.text"/>
            <p:cNvSpPr/>
            <p:nvPr/>
          </p:nvSpPr>
          <p:spPr>
            <a:xfrm>
              <a:off x="1181100" y="5118100"/>
              <a:ext cx="17633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Training and enablement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1.item.source-014.page"/>
            <p:cNvSpPr/>
            <p:nvPr/>
          </p:nvSpPr>
          <p:spPr>
            <a:xfrm>
              <a:off x="5638800" y="5118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item.source-014.leader"/>
            <p:cNvSpPr/>
            <p:nvPr/>
          </p:nvSpPr>
          <p:spPr>
            <a:xfrm>
              <a:off x="3057525" y="5283200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>
                  <a:moveTo>
                    <a:pt x="0" y="0"/>
                  </a:moveTo>
                  <a:lnTo>
                    <a:pt x="24669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7" name="node02"/>
          <p:cNvGrpSpPr/>
          <p:nvPr/>
        </p:nvGrpSpPr>
        <p:grpSpPr>
          <a:xfrm>
            <a:off x="6210300" y="1600200"/>
            <a:ext cx="5257800" cy="3835400"/>
            <a:chOff x="6210300" y="1600200"/>
            <a:chExt cx="5257800" cy="3835400"/>
          </a:xfrm>
        </p:grpSpPr>
        <p:sp>
          <p:nvSpPr>
            <p:cNvPr id="49" name="node02.item.source-001.number"/>
            <p:cNvSpPr/>
            <p:nvPr/>
          </p:nvSpPr>
          <p:spPr>
            <a:xfrm>
              <a:off x="6210300" y="1600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2.item.source-001.text"/>
            <p:cNvSpPr/>
            <p:nvPr/>
          </p:nvSpPr>
          <p:spPr>
            <a:xfrm>
              <a:off x="6667500" y="1600200"/>
              <a:ext cx="192121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 (continued)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02.item.source-001.page"/>
            <p:cNvSpPr/>
            <p:nvPr/>
          </p:nvSpPr>
          <p:spPr>
            <a:xfrm>
              <a:off x="108315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27–44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2" name="node02.item.source-001.leader"/>
            <p:cNvSpPr/>
            <p:nvPr/>
          </p:nvSpPr>
          <p:spPr>
            <a:xfrm>
              <a:off x="8701745" y="1816100"/>
              <a:ext cx="2015468" cy="0"/>
            </a:xfrm>
            <a:custGeom>
              <a:avLst/>
              <a:gdLst/>
              <a:ahLst/>
              <a:cxnLst/>
              <a:rect l="l" t="t" r="r" b="b"/>
              <a:pathLst>
                <a:path w="2015468">
                  <a:moveTo>
                    <a:pt x="0" y="0"/>
                  </a:moveTo>
                  <a:lnTo>
                    <a:pt x="201546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3" name="node02.item.source-002.text"/>
            <p:cNvSpPr/>
            <p:nvPr/>
          </p:nvSpPr>
          <p:spPr>
            <a:xfrm>
              <a:off x="6667500" y="1917700"/>
              <a:ext cx="9236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Cutover plan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02.item.source-002.page"/>
            <p:cNvSpPr/>
            <p:nvPr/>
          </p:nvSpPr>
          <p:spPr>
            <a:xfrm>
              <a:off x="11125200" y="1917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2.item.source-002.leader"/>
            <p:cNvSpPr/>
            <p:nvPr/>
          </p:nvSpPr>
          <p:spPr>
            <a:xfrm>
              <a:off x="7704137" y="2082800"/>
              <a:ext cx="3306763" cy="0"/>
            </a:xfrm>
            <a:custGeom>
              <a:avLst/>
              <a:gdLst/>
              <a:ahLst/>
              <a:cxnLst/>
              <a:rect l="l" t="t" r="r" b="b"/>
              <a:pathLst>
                <a:path w="3306763">
                  <a:moveTo>
                    <a:pt x="0" y="0"/>
                  </a:moveTo>
                  <a:lnTo>
                    <a:pt x="33067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6" name="node02.item.source-003.text"/>
            <p:cNvSpPr/>
            <p:nvPr/>
          </p:nvSpPr>
          <p:spPr>
            <a:xfrm>
              <a:off x="6667500" y="2184400"/>
              <a:ext cx="17364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Hypercare and handover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2.item.source-003.page"/>
            <p:cNvSpPr/>
            <p:nvPr/>
          </p:nvSpPr>
          <p:spPr>
            <a:xfrm>
              <a:off x="11125200" y="2184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8" name="node02.item.source-003.leader"/>
            <p:cNvSpPr/>
            <p:nvPr/>
          </p:nvSpPr>
          <p:spPr>
            <a:xfrm>
              <a:off x="8516938" y="2349500"/>
              <a:ext cx="2493963" cy="0"/>
            </a:xfrm>
            <a:custGeom>
              <a:avLst/>
              <a:gdLst/>
              <a:ahLst/>
              <a:cxnLst/>
              <a:rect l="l" t="t" r="r" b="b"/>
              <a:pathLst>
                <a:path w="2493963">
                  <a:moveTo>
                    <a:pt x="0" y="0"/>
                  </a:moveTo>
                  <a:lnTo>
                    <a:pt x="24939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9" name="node02.item.source-004.text"/>
            <p:cNvSpPr/>
            <p:nvPr/>
          </p:nvSpPr>
          <p:spPr>
            <a:xfrm>
              <a:off x="6667500" y="2451100"/>
              <a:ext cx="12125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Benefits tracking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02.item.source-004.page"/>
            <p:cNvSpPr/>
            <p:nvPr/>
          </p:nvSpPr>
          <p:spPr>
            <a:xfrm>
              <a:off x="11125200" y="2451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1" name="node02.item.source-004.leader"/>
            <p:cNvSpPr/>
            <p:nvPr/>
          </p:nvSpPr>
          <p:spPr>
            <a:xfrm>
              <a:off x="7993063" y="2616200"/>
              <a:ext cx="3017838" cy="0"/>
            </a:xfrm>
            <a:custGeom>
              <a:avLst/>
              <a:gdLst/>
              <a:ahLst/>
              <a:cxnLst/>
              <a:rect l="l" t="t" r="r" b="b"/>
              <a:pathLst>
                <a:path w="3017838">
                  <a:moveTo>
                    <a:pt x="0" y="0"/>
                  </a:moveTo>
                  <a:lnTo>
                    <a:pt x="30178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2" name="node02.item.source-005.number"/>
            <p:cNvSpPr/>
            <p:nvPr/>
          </p:nvSpPr>
          <p:spPr>
            <a:xfrm>
              <a:off x="6210300" y="27178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3" name="node02.item.source-005.text"/>
            <p:cNvSpPr/>
            <p:nvPr/>
          </p:nvSpPr>
          <p:spPr>
            <a:xfrm>
              <a:off x="6667500" y="2717800"/>
              <a:ext cx="56940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4" name="node02.item.source-005.page"/>
            <p:cNvSpPr/>
            <p:nvPr/>
          </p:nvSpPr>
          <p:spPr>
            <a:xfrm>
              <a:off x="10831513" y="27178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45–50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5" name="node02.item.source-005.leader"/>
            <p:cNvSpPr/>
            <p:nvPr/>
          </p:nvSpPr>
          <p:spPr>
            <a:xfrm>
              <a:off x="7349939" y="2933700"/>
              <a:ext cx="3367274" cy="0"/>
            </a:xfrm>
            <a:custGeom>
              <a:avLst/>
              <a:gdLst/>
              <a:ahLst/>
              <a:cxnLst/>
              <a:rect l="l" t="t" r="r" b="b"/>
              <a:pathLst>
                <a:path w="3367274">
                  <a:moveTo>
                    <a:pt x="0" y="0"/>
                  </a:moveTo>
                  <a:lnTo>
                    <a:pt x="3367274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6" name="node02.item.source-006.text"/>
            <p:cNvSpPr/>
            <p:nvPr/>
          </p:nvSpPr>
          <p:spPr>
            <a:xfrm>
              <a:off x="6667500" y="3035300"/>
              <a:ext cx="16744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Engagement leadership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2.item.source-006.page"/>
            <p:cNvSpPr/>
            <p:nvPr/>
          </p:nvSpPr>
          <p:spPr>
            <a:xfrm>
              <a:off x="11125200" y="30353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2.item.source-006.leader"/>
            <p:cNvSpPr/>
            <p:nvPr/>
          </p:nvSpPr>
          <p:spPr>
            <a:xfrm>
              <a:off x="8455025" y="3200400"/>
              <a:ext cx="2555875" cy="0"/>
            </a:xfrm>
            <a:custGeom>
              <a:avLst/>
              <a:gdLst/>
              <a:ahLst/>
              <a:cxnLst/>
              <a:rect l="l" t="t" r="r" b="b"/>
              <a:pathLst>
                <a:path w="2555875">
                  <a:moveTo>
                    <a:pt x="0" y="0"/>
                  </a:moveTo>
                  <a:lnTo>
                    <a:pt x="25558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9" name="node02.item.source-007.text"/>
            <p:cNvSpPr/>
            <p:nvPr/>
          </p:nvSpPr>
          <p:spPr>
            <a:xfrm>
              <a:off x="6667500" y="3302000"/>
              <a:ext cx="16617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Delivery team structure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02.item.source-007.page"/>
            <p:cNvSpPr/>
            <p:nvPr/>
          </p:nvSpPr>
          <p:spPr>
            <a:xfrm>
              <a:off x="11125200" y="3302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2.item.source-007.leader"/>
            <p:cNvSpPr/>
            <p:nvPr/>
          </p:nvSpPr>
          <p:spPr>
            <a:xfrm>
              <a:off x="8442325" y="3467100"/>
              <a:ext cx="2568575" cy="0"/>
            </a:xfrm>
            <a:custGeom>
              <a:avLst/>
              <a:gdLst/>
              <a:ahLst/>
              <a:cxnLst/>
              <a:rect l="l" t="t" r="r" b="b"/>
              <a:pathLst>
                <a:path w="2568575">
                  <a:moveTo>
                    <a:pt x="0" y="0"/>
                  </a:moveTo>
                  <a:lnTo>
                    <a:pt x="25685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2" name="node02.item.source-008.text"/>
            <p:cNvSpPr/>
            <p:nvPr/>
          </p:nvSpPr>
          <p:spPr>
            <a:xfrm>
              <a:off x="6667500" y="3568700"/>
              <a:ext cx="13141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Core team profiles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3" name="node02.item.source-008.page"/>
            <p:cNvSpPr/>
            <p:nvPr/>
          </p:nvSpPr>
          <p:spPr>
            <a:xfrm>
              <a:off x="11125200" y="3568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4" name="node02.item.source-008.leader"/>
            <p:cNvSpPr/>
            <p:nvPr/>
          </p:nvSpPr>
          <p:spPr>
            <a:xfrm>
              <a:off x="8094663" y="3733800"/>
              <a:ext cx="2916238" cy="0"/>
            </a:xfrm>
            <a:custGeom>
              <a:avLst/>
              <a:gdLst/>
              <a:ahLst/>
              <a:cxnLst/>
              <a:rect l="l" t="t" r="r" b="b"/>
              <a:pathLst>
                <a:path w="2916238">
                  <a:moveTo>
                    <a:pt x="0" y="0"/>
                  </a:moveTo>
                  <a:lnTo>
                    <a:pt x="29162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5" name="node02.item.source-009.text"/>
            <p:cNvSpPr/>
            <p:nvPr/>
          </p:nvSpPr>
          <p:spPr>
            <a:xfrm>
              <a:off x="6667500" y="3835400"/>
              <a:ext cx="13268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Specialist advisors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2.item.source-009.page"/>
            <p:cNvSpPr/>
            <p:nvPr/>
          </p:nvSpPr>
          <p:spPr>
            <a:xfrm>
              <a:off x="11125200" y="3835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2.item.source-009.leader"/>
            <p:cNvSpPr/>
            <p:nvPr/>
          </p:nvSpPr>
          <p:spPr>
            <a:xfrm>
              <a:off x="8107363" y="4000500"/>
              <a:ext cx="2903538" cy="0"/>
            </a:xfrm>
            <a:custGeom>
              <a:avLst/>
              <a:gdLst/>
              <a:ahLst/>
              <a:cxnLst/>
              <a:rect l="l" t="t" r="r" b="b"/>
              <a:pathLst>
                <a:path w="2903538">
                  <a:moveTo>
                    <a:pt x="0" y="0"/>
                  </a:moveTo>
                  <a:lnTo>
                    <a:pt x="29035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8" name="node02.item.source-010.text"/>
            <p:cNvSpPr/>
            <p:nvPr/>
          </p:nvSpPr>
          <p:spPr>
            <a:xfrm>
              <a:off x="6667500" y="4102100"/>
              <a:ext cx="11744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Your team's role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9" name="node02.item.source-010.page"/>
            <p:cNvSpPr/>
            <p:nvPr/>
          </p:nvSpPr>
          <p:spPr>
            <a:xfrm>
              <a:off x="11125200" y="4102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0" name="node02.item.source-010.leader"/>
            <p:cNvSpPr/>
            <p:nvPr/>
          </p:nvSpPr>
          <p:spPr>
            <a:xfrm>
              <a:off x="7954963" y="4267200"/>
              <a:ext cx="3055938" cy="0"/>
            </a:xfrm>
            <a:custGeom>
              <a:avLst/>
              <a:gdLst/>
              <a:ahLst/>
              <a:cxnLst/>
              <a:rect l="l" t="t" r="r" b="b"/>
              <a:pathLst>
                <a:path w="3055938">
                  <a:moveTo>
                    <a:pt x="0" y="0"/>
                  </a:moveTo>
                  <a:lnTo>
                    <a:pt x="30559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1" name="node02.item.source-011.text"/>
            <p:cNvSpPr/>
            <p:nvPr/>
          </p:nvSpPr>
          <p:spPr>
            <a:xfrm>
              <a:off x="6667500" y="4368800"/>
              <a:ext cx="12331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Staffing by phase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2" name="node02.item.source-011.page"/>
            <p:cNvSpPr/>
            <p:nvPr/>
          </p:nvSpPr>
          <p:spPr>
            <a:xfrm>
              <a:off x="11125200" y="4368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3" name="node02.item.source-011.leader"/>
            <p:cNvSpPr/>
            <p:nvPr/>
          </p:nvSpPr>
          <p:spPr>
            <a:xfrm>
              <a:off x="8013700" y="4533900"/>
              <a:ext cx="2997200" cy="0"/>
            </a:xfrm>
            <a:custGeom>
              <a:avLst/>
              <a:gdLst/>
              <a:ahLst/>
              <a:cxnLst/>
              <a:rect l="l" t="t" r="r" b="b"/>
              <a:pathLst>
                <a:path w="2997200">
                  <a:moveTo>
                    <a:pt x="0" y="0"/>
                  </a:moveTo>
                  <a:lnTo>
                    <a:pt x="29972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4" name="node02.item.source-012.number"/>
            <p:cNvSpPr/>
            <p:nvPr/>
          </p:nvSpPr>
          <p:spPr>
            <a:xfrm>
              <a:off x="6210300" y="46355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5" name="node02.item.source-012.text"/>
            <p:cNvSpPr/>
            <p:nvPr/>
          </p:nvSpPr>
          <p:spPr>
            <a:xfrm>
              <a:off x="6667500" y="4635500"/>
              <a:ext cx="126480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6" name="node02.item.source-012.page"/>
            <p:cNvSpPr/>
            <p:nvPr/>
          </p:nvSpPr>
          <p:spPr>
            <a:xfrm>
              <a:off x="10831513" y="46355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51–56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7" name="node02.item.source-012.leader"/>
            <p:cNvSpPr/>
            <p:nvPr/>
          </p:nvSpPr>
          <p:spPr>
            <a:xfrm>
              <a:off x="8045335" y="4851400"/>
              <a:ext cx="2671877" cy="0"/>
            </a:xfrm>
            <a:custGeom>
              <a:avLst/>
              <a:gdLst/>
              <a:ahLst/>
              <a:cxnLst/>
              <a:rect l="l" t="t" r="r" b="b"/>
              <a:pathLst>
                <a:path w="2671877">
                  <a:moveTo>
                    <a:pt x="0" y="0"/>
                  </a:moveTo>
                  <a:lnTo>
                    <a:pt x="2671877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8" name="node02.item.source-013.text"/>
            <p:cNvSpPr/>
            <p:nvPr/>
          </p:nvSpPr>
          <p:spPr>
            <a:xfrm>
              <a:off x="6667500" y="4953000"/>
              <a:ext cx="10347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9" name="node02.item.source-013.page"/>
            <p:cNvSpPr/>
            <p:nvPr/>
          </p:nvSpPr>
          <p:spPr>
            <a:xfrm>
              <a:off x="11125200" y="4953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0" name="node02.item.source-013.leader"/>
            <p:cNvSpPr/>
            <p:nvPr/>
          </p:nvSpPr>
          <p:spPr>
            <a:xfrm>
              <a:off x="7815263" y="5118100"/>
              <a:ext cx="3195638" cy="0"/>
            </a:xfrm>
            <a:custGeom>
              <a:avLst/>
              <a:gdLst/>
              <a:ahLst/>
              <a:cxnLst/>
              <a:rect l="l" t="t" r="r" b="b"/>
              <a:pathLst>
                <a:path w="3195638">
                  <a:moveTo>
                    <a:pt x="0" y="0"/>
                  </a:moveTo>
                  <a:lnTo>
                    <a:pt x="31956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91" name="node02.item.source-014.text"/>
            <p:cNvSpPr/>
            <p:nvPr/>
          </p:nvSpPr>
          <p:spPr>
            <a:xfrm>
              <a:off x="6667500" y="5219700"/>
              <a:ext cx="22459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Assumptions and dependencies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2.item.source-014.page"/>
            <p:cNvSpPr/>
            <p:nvPr/>
          </p:nvSpPr>
          <p:spPr>
            <a:xfrm>
              <a:off x="11125200" y="5219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3" name="node02.item.source-014.leader"/>
            <p:cNvSpPr/>
            <p:nvPr/>
          </p:nvSpPr>
          <p:spPr>
            <a:xfrm>
              <a:off x="9026525" y="5384800"/>
              <a:ext cx="1984375" cy="0"/>
            </a:xfrm>
            <a:custGeom>
              <a:avLst/>
              <a:gdLst/>
              <a:ahLst/>
              <a:cxnLst/>
              <a:rect l="l" t="t" r="r" b="b"/>
              <a:pathLst>
                <a:path w="1984375">
                  <a:moveTo>
                    <a:pt x="0" y="0"/>
                  </a:moveTo>
                  <a:lnTo>
                    <a:pt x="19843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8" name="wm.library-stamp"/>
          <p:cNvGrpSpPr/>
          <p:nvPr/>
        </p:nvGrpSpPr>
        <p:grpSpPr>
          <a:xfrm>
            <a:off x="10468880" y="419100"/>
            <a:ext cx="999220" cy="228600"/>
            <a:chOff x="10468880" y="419100"/>
            <a:chExt cx="999220" cy="228600"/>
          </a:xfrm>
        </p:grpSpPr>
        <p:sp>
          <p:nvSpPr>
            <p:cNvPr id="94" name="wm.library-stamp.outline"/>
            <p:cNvSpPr/>
            <p:nvPr/>
          </p:nvSpPr>
          <p:spPr>
            <a:xfrm>
              <a:off x="10468880" y="419100"/>
              <a:ext cx="999220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5" name="wm.library-stamp.text"/>
            <p:cNvSpPr/>
            <p:nvPr/>
          </p:nvSpPr>
          <p:spPr>
            <a:xfrm>
              <a:off x="10545080" y="457200"/>
              <a:ext cx="84682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INDEX 2 OF 3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SLIDE INDEX · CONTINUED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slide in the proposal, by section and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96" name="node01"/>
          <p:cNvGrpSpPr/>
          <p:nvPr/>
        </p:nvGrpSpPr>
        <p:grpSpPr>
          <a:xfrm>
            <a:off x="723900" y="1600200"/>
            <a:ext cx="5257800" cy="3835400"/>
            <a:chOff x="723900" y="1600200"/>
            <a:chExt cx="5257800" cy="3835400"/>
          </a:xfrm>
        </p:grpSpPr>
        <p:sp>
          <p:nvSpPr>
            <p:cNvPr id="6" name="node01.item.source-001.number"/>
            <p:cNvSpPr/>
            <p:nvPr/>
          </p:nvSpPr>
          <p:spPr>
            <a:xfrm>
              <a:off x="723900" y="1600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item.source-001.text"/>
            <p:cNvSpPr/>
            <p:nvPr/>
          </p:nvSpPr>
          <p:spPr>
            <a:xfrm>
              <a:off x="1181100" y="1600200"/>
              <a:ext cx="236756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 (continued)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item.source-001.page"/>
            <p:cNvSpPr/>
            <p:nvPr/>
          </p:nvSpPr>
          <p:spPr>
            <a:xfrm>
              <a:off x="53451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51–56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item.source-001.leader"/>
            <p:cNvSpPr/>
            <p:nvPr/>
          </p:nvSpPr>
          <p:spPr>
            <a:xfrm>
              <a:off x="3661690" y="1816100"/>
              <a:ext cx="1569123" cy="0"/>
            </a:xfrm>
            <a:custGeom>
              <a:avLst/>
              <a:gdLst/>
              <a:ahLst/>
              <a:cxnLst/>
              <a:rect l="l" t="t" r="r" b="b"/>
              <a:pathLst>
                <a:path w="1569123">
                  <a:moveTo>
                    <a:pt x="0" y="0"/>
                  </a:moveTo>
                  <a:lnTo>
                    <a:pt x="156912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" name="node01.item.source-002.text"/>
            <p:cNvSpPr/>
            <p:nvPr/>
          </p:nvSpPr>
          <p:spPr>
            <a:xfrm>
              <a:off x="1181100" y="1917700"/>
              <a:ext cx="10252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case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item.source-002.page"/>
            <p:cNvSpPr/>
            <p:nvPr/>
          </p:nvSpPr>
          <p:spPr>
            <a:xfrm>
              <a:off x="5638800" y="1917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item.source-002.leader"/>
            <p:cNvSpPr/>
            <p:nvPr/>
          </p:nvSpPr>
          <p:spPr>
            <a:xfrm>
              <a:off x="2319338" y="2082800"/>
              <a:ext cx="3205163" cy="0"/>
            </a:xfrm>
            <a:custGeom>
              <a:avLst/>
              <a:gdLst/>
              <a:ahLst/>
              <a:cxnLst/>
              <a:rect l="l" t="t" r="r" b="b"/>
              <a:pathLst>
                <a:path w="3205163">
                  <a:moveTo>
                    <a:pt x="0" y="0"/>
                  </a:moveTo>
                  <a:lnTo>
                    <a:pt x="32051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" name="node01.item.source-003.text"/>
            <p:cNvSpPr/>
            <p:nvPr/>
          </p:nvSpPr>
          <p:spPr>
            <a:xfrm>
              <a:off x="1181100" y="2184400"/>
              <a:ext cx="16522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Payback and sensitivity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item.source-003.page"/>
            <p:cNvSpPr/>
            <p:nvPr/>
          </p:nvSpPr>
          <p:spPr>
            <a:xfrm>
              <a:off x="5638800" y="2184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item.source-003.leader"/>
            <p:cNvSpPr/>
            <p:nvPr/>
          </p:nvSpPr>
          <p:spPr>
            <a:xfrm>
              <a:off x="2946400" y="2349500"/>
              <a:ext cx="2578100" cy="0"/>
            </a:xfrm>
            <a:custGeom>
              <a:avLst/>
              <a:gdLst/>
              <a:ahLst/>
              <a:cxnLst/>
              <a:rect l="l" t="t" r="r" b="b"/>
              <a:pathLst>
                <a:path w="2578100">
                  <a:moveTo>
                    <a:pt x="0" y="0"/>
                  </a:moveTo>
                  <a:lnTo>
                    <a:pt x="25781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6" name="node01.item.source-004.text"/>
            <p:cNvSpPr/>
            <p:nvPr/>
          </p:nvSpPr>
          <p:spPr>
            <a:xfrm>
              <a:off x="1181100" y="2451100"/>
              <a:ext cx="13141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Commercial terms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item.source-004.page"/>
            <p:cNvSpPr/>
            <p:nvPr/>
          </p:nvSpPr>
          <p:spPr>
            <a:xfrm>
              <a:off x="5638800" y="2451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item.source-004.leader"/>
            <p:cNvSpPr/>
            <p:nvPr/>
          </p:nvSpPr>
          <p:spPr>
            <a:xfrm>
              <a:off x="2608263" y="2616200"/>
              <a:ext cx="2916238" cy="0"/>
            </a:xfrm>
            <a:custGeom>
              <a:avLst/>
              <a:gdLst/>
              <a:ahLst/>
              <a:cxnLst/>
              <a:rect l="l" t="t" r="r" b="b"/>
              <a:pathLst>
                <a:path w="2916238">
                  <a:moveTo>
                    <a:pt x="0" y="0"/>
                  </a:moveTo>
                  <a:lnTo>
                    <a:pt x="29162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9" name="node01.item.source-005.text"/>
            <p:cNvSpPr/>
            <p:nvPr/>
          </p:nvSpPr>
          <p:spPr>
            <a:xfrm>
              <a:off x="1181100" y="2717800"/>
              <a:ext cx="167925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Next steps and timeline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1.item.source-005.page"/>
            <p:cNvSpPr/>
            <p:nvPr/>
          </p:nvSpPr>
          <p:spPr>
            <a:xfrm>
              <a:off x="5638800" y="2717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item.source-005.leader"/>
            <p:cNvSpPr/>
            <p:nvPr/>
          </p:nvSpPr>
          <p:spPr>
            <a:xfrm>
              <a:off x="2973388" y="2882900"/>
              <a:ext cx="2551113" cy="0"/>
            </a:xfrm>
            <a:custGeom>
              <a:avLst/>
              <a:gdLst/>
              <a:ahLst/>
              <a:cxnLst/>
              <a:rect l="l" t="t" r="r" b="b"/>
              <a:pathLst>
                <a:path w="2551113">
                  <a:moveTo>
                    <a:pt x="0" y="0"/>
                  </a:moveTo>
                  <a:lnTo>
                    <a:pt x="25511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2" name="node01.item.source-006.number"/>
            <p:cNvSpPr/>
            <p:nvPr/>
          </p:nvSpPr>
          <p:spPr>
            <a:xfrm>
              <a:off x="723900" y="29845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item.source-006.text"/>
            <p:cNvSpPr/>
            <p:nvPr/>
          </p:nvSpPr>
          <p:spPr>
            <a:xfrm>
              <a:off x="1181100" y="2984500"/>
              <a:ext cx="172340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4" name="node01.item.source-006.page"/>
            <p:cNvSpPr/>
            <p:nvPr/>
          </p:nvSpPr>
          <p:spPr>
            <a:xfrm>
              <a:off x="5345113" y="29845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57–62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item.source-006.leader"/>
            <p:cNvSpPr/>
            <p:nvPr/>
          </p:nvSpPr>
          <p:spPr>
            <a:xfrm>
              <a:off x="3017537" y="3200400"/>
              <a:ext cx="2213276" cy="0"/>
            </a:xfrm>
            <a:custGeom>
              <a:avLst/>
              <a:gdLst/>
              <a:ahLst/>
              <a:cxnLst/>
              <a:rect l="l" t="t" r="r" b="b"/>
              <a:pathLst>
                <a:path w="2213276">
                  <a:moveTo>
                    <a:pt x="0" y="0"/>
                  </a:moveTo>
                  <a:lnTo>
                    <a:pt x="2213276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6" name="node01.item.source-007.text"/>
            <p:cNvSpPr/>
            <p:nvPr/>
          </p:nvSpPr>
          <p:spPr>
            <a:xfrm>
              <a:off x="1181100" y="3302000"/>
              <a:ext cx="21396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1.item.source-007.page"/>
            <p:cNvSpPr/>
            <p:nvPr/>
          </p:nvSpPr>
          <p:spPr>
            <a:xfrm>
              <a:off x="5638800" y="3302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item.source-007.leader"/>
            <p:cNvSpPr/>
            <p:nvPr/>
          </p:nvSpPr>
          <p:spPr>
            <a:xfrm>
              <a:off x="3433763" y="3467100"/>
              <a:ext cx="2090738" cy="0"/>
            </a:xfrm>
            <a:custGeom>
              <a:avLst/>
              <a:gdLst/>
              <a:ahLst/>
              <a:cxnLst/>
              <a:rect l="l" t="t" r="r" b="b"/>
              <a:pathLst>
                <a:path w="2090738">
                  <a:moveTo>
                    <a:pt x="0" y="0"/>
                  </a:moveTo>
                  <a:lnTo>
                    <a:pt x="20907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9" name="node01.item.source-008.text"/>
            <p:cNvSpPr/>
            <p:nvPr/>
          </p:nvSpPr>
          <p:spPr>
            <a:xfrm>
              <a:off x="1181100" y="3568700"/>
              <a:ext cx="18126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Comparable client results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01.item.source-008.page"/>
            <p:cNvSpPr/>
            <p:nvPr/>
          </p:nvSpPr>
          <p:spPr>
            <a:xfrm>
              <a:off x="5638800" y="3568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item.source-008.leader"/>
            <p:cNvSpPr/>
            <p:nvPr/>
          </p:nvSpPr>
          <p:spPr>
            <a:xfrm>
              <a:off x="3106738" y="3733800"/>
              <a:ext cx="2417763" cy="0"/>
            </a:xfrm>
            <a:custGeom>
              <a:avLst/>
              <a:gdLst/>
              <a:ahLst/>
              <a:cxnLst/>
              <a:rect l="l" t="t" r="r" b="b"/>
              <a:pathLst>
                <a:path w="2417763">
                  <a:moveTo>
                    <a:pt x="0" y="0"/>
                  </a:moveTo>
                  <a:lnTo>
                    <a:pt x="24177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2" name="node01.item.source-009.text"/>
            <p:cNvSpPr/>
            <p:nvPr/>
          </p:nvSpPr>
          <p:spPr>
            <a:xfrm>
              <a:off x="1181100" y="3835400"/>
              <a:ext cx="13522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Our delivery model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1.item.source-009.page"/>
            <p:cNvSpPr/>
            <p:nvPr/>
          </p:nvSpPr>
          <p:spPr>
            <a:xfrm>
              <a:off x="5638800" y="3835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item.source-009.leader"/>
            <p:cNvSpPr/>
            <p:nvPr/>
          </p:nvSpPr>
          <p:spPr>
            <a:xfrm>
              <a:off x="2646363" y="4000500"/>
              <a:ext cx="2878138" cy="0"/>
            </a:xfrm>
            <a:custGeom>
              <a:avLst/>
              <a:gdLst/>
              <a:ahLst/>
              <a:cxnLst/>
              <a:rect l="l" t="t" r="r" b="b"/>
              <a:pathLst>
                <a:path w="2878138">
                  <a:moveTo>
                    <a:pt x="0" y="0"/>
                  </a:moveTo>
                  <a:lnTo>
                    <a:pt x="28781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5" name="node01.item.source-010.text"/>
            <p:cNvSpPr/>
            <p:nvPr/>
          </p:nvSpPr>
          <p:spPr>
            <a:xfrm>
              <a:off x="1181100" y="4102100"/>
              <a:ext cx="122364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Client references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1.item.source-010.page"/>
            <p:cNvSpPr/>
            <p:nvPr/>
          </p:nvSpPr>
          <p:spPr>
            <a:xfrm>
              <a:off x="5638800" y="4102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7" name="node01.item.source-010.leader"/>
            <p:cNvSpPr/>
            <p:nvPr/>
          </p:nvSpPr>
          <p:spPr>
            <a:xfrm>
              <a:off x="2517775" y="4267200"/>
              <a:ext cx="3006725" cy="0"/>
            </a:xfrm>
            <a:custGeom>
              <a:avLst/>
              <a:gdLst/>
              <a:ahLst/>
              <a:cxnLst/>
              <a:rect l="l" t="t" r="r" b="b"/>
              <a:pathLst>
                <a:path w="3006725">
                  <a:moveTo>
                    <a:pt x="0" y="0"/>
                  </a:moveTo>
                  <a:lnTo>
                    <a:pt x="30067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8" name="node01.item.source-011.text"/>
            <p:cNvSpPr/>
            <p:nvPr/>
          </p:nvSpPr>
          <p:spPr>
            <a:xfrm>
              <a:off x="1181100" y="4368800"/>
              <a:ext cx="175545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Our commitments to you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1.item.source-011.page"/>
            <p:cNvSpPr/>
            <p:nvPr/>
          </p:nvSpPr>
          <p:spPr>
            <a:xfrm>
              <a:off x="5638800" y="4368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0" name="node01.item.source-011.leader"/>
            <p:cNvSpPr/>
            <p:nvPr/>
          </p:nvSpPr>
          <p:spPr>
            <a:xfrm>
              <a:off x="3049588" y="4533900"/>
              <a:ext cx="2474913" cy="0"/>
            </a:xfrm>
            <a:custGeom>
              <a:avLst/>
              <a:gdLst/>
              <a:ahLst/>
              <a:cxnLst/>
              <a:rect l="l" t="t" r="r" b="b"/>
              <a:pathLst>
                <a:path w="2474913">
                  <a:moveTo>
                    <a:pt x="0" y="0"/>
                  </a:moveTo>
                  <a:lnTo>
                    <a:pt x="24749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1" name="node01.item.source-012.text"/>
            <p:cNvSpPr/>
            <p:nvPr/>
          </p:nvSpPr>
          <p:spPr>
            <a:xfrm>
              <a:off x="1181100" y="4635500"/>
              <a:ext cx="12966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Why West Monroe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01.item.source-012.page"/>
            <p:cNvSpPr/>
            <p:nvPr/>
          </p:nvSpPr>
          <p:spPr>
            <a:xfrm>
              <a:off x="5638800" y="4635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item.source-012.leader"/>
            <p:cNvSpPr/>
            <p:nvPr/>
          </p:nvSpPr>
          <p:spPr>
            <a:xfrm>
              <a:off x="2590800" y="4800600"/>
              <a:ext cx="2933700" cy="0"/>
            </a:xfrm>
            <a:custGeom>
              <a:avLst/>
              <a:gdLst/>
              <a:ahLst/>
              <a:cxnLst/>
              <a:rect l="l" t="t" r="r" b="b"/>
              <a:pathLst>
                <a:path w="2933700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4" name="node01.item.source-013.number"/>
            <p:cNvSpPr/>
            <p:nvPr/>
          </p:nvSpPr>
          <p:spPr>
            <a:xfrm>
              <a:off x="723900" y="4902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item.source-013.text"/>
            <p:cNvSpPr/>
            <p:nvPr/>
          </p:nvSpPr>
          <p:spPr>
            <a:xfrm>
              <a:off x="1181100" y="4902200"/>
              <a:ext cx="93752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Appendix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6" name="node01.item.source-013.page"/>
            <p:cNvSpPr/>
            <p:nvPr/>
          </p:nvSpPr>
          <p:spPr>
            <a:xfrm>
              <a:off x="5345113" y="4902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63–76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01.item.source-013.leader"/>
            <p:cNvSpPr/>
            <p:nvPr/>
          </p:nvSpPr>
          <p:spPr>
            <a:xfrm>
              <a:off x="2231653" y="5118100"/>
              <a:ext cx="2999160" cy="0"/>
            </a:xfrm>
            <a:custGeom>
              <a:avLst/>
              <a:gdLst/>
              <a:ahLst/>
              <a:cxnLst/>
              <a:rect l="l" t="t" r="r" b="b"/>
              <a:pathLst>
                <a:path w="2999160">
                  <a:moveTo>
                    <a:pt x="0" y="0"/>
                  </a:moveTo>
                  <a:lnTo>
                    <a:pt x="299916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8" name="node01.item.source-014.text"/>
            <p:cNvSpPr/>
            <p:nvPr/>
          </p:nvSpPr>
          <p:spPr>
            <a:xfrm>
              <a:off x="1181100" y="5219700"/>
              <a:ext cx="120935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Appendix divider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1.item.source-014.page"/>
            <p:cNvSpPr/>
            <p:nvPr/>
          </p:nvSpPr>
          <p:spPr>
            <a:xfrm>
              <a:off x="5638800" y="5219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item.source-014.leader"/>
            <p:cNvSpPr/>
            <p:nvPr/>
          </p:nvSpPr>
          <p:spPr>
            <a:xfrm>
              <a:off x="2503488" y="5384800"/>
              <a:ext cx="3021013" cy="0"/>
            </a:xfrm>
            <a:custGeom>
              <a:avLst/>
              <a:gdLst/>
              <a:ahLst/>
              <a:cxnLst/>
              <a:rect l="l" t="t" r="r" b="b"/>
              <a:pathLst>
                <a:path w="3021013">
                  <a:moveTo>
                    <a:pt x="0" y="0"/>
                  </a:moveTo>
                  <a:lnTo>
                    <a:pt x="30210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7" name="node02"/>
          <p:cNvGrpSpPr/>
          <p:nvPr/>
        </p:nvGrpSpPr>
        <p:grpSpPr>
          <a:xfrm>
            <a:off x="6210300" y="1600200"/>
            <a:ext cx="5257800" cy="3733800"/>
            <a:chOff x="6210300" y="1600200"/>
            <a:chExt cx="5257800" cy="3733800"/>
          </a:xfrm>
        </p:grpSpPr>
        <p:sp>
          <p:nvSpPr>
            <p:cNvPr id="51" name="node02.item.source-001.number"/>
            <p:cNvSpPr/>
            <p:nvPr/>
          </p:nvSpPr>
          <p:spPr>
            <a:xfrm>
              <a:off x="6210300" y="1600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2" name="node02.item.source-001.text"/>
            <p:cNvSpPr/>
            <p:nvPr/>
          </p:nvSpPr>
          <p:spPr>
            <a:xfrm>
              <a:off x="6667500" y="1600200"/>
              <a:ext cx="204027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Appendix (continued)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3" name="node02.item.source-001.page"/>
            <p:cNvSpPr/>
            <p:nvPr/>
          </p:nvSpPr>
          <p:spPr>
            <a:xfrm>
              <a:off x="108315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63–76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2.item.source-001.leader"/>
            <p:cNvSpPr/>
            <p:nvPr/>
          </p:nvSpPr>
          <p:spPr>
            <a:xfrm>
              <a:off x="8820807" y="1816100"/>
              <a:ext cx="1896405" cy="0"/>
            </a:xfrm>
            <a:custGeom>
              <a:avLst/>
              <a:gdLst/>
              <a:ahLst/>
              <a:cxnLst/>
              <a:rect l="l" t="t" r="r" b="b"/>
              <a:pathLst>
                <a:path w="1896405">
                  <a:moveTo>
                    <a:pt x="0" y="0"/>
                  </a:moveTo>
                  <a:lnTo>
                    <a:pt x="189640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5" name="node02.item.source-002.text"/>
            <p:cNvSpPr/>
            <p:nvPr/>
          </p:nvSpPr>
          <p:spPr>
            <a:xfrm>
              <a:off x="6667500" y="1917700"/>
              <a:ext cx="111728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Appendix index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02.item.source-002.page"/>
            <p:cNvSpPr/>
            <p:nvPr/>
          </p:nvSpPr>
          <p:spPr>
            <a:xfrm>
              <a:off x="11125200" y="1917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7" name="node02.item.source-002.leader"/>
            <p:cNvSpPr/>
            <p:nvPr/>
          </p:nvSpPr>
          <p:spPr>
            <a:xfrm>
              <a:off x="7897813" y="2082800"/>
              <a:ext cx="3113088" cy="0"/>
            </a:xfrm>
            <a:custGeom>
              <a:avLst/>
              <a:gdLst/>
              <a:ahLst/>
              <a:cxnLst/>
              <a:rect l="l" t="t" r="r" b="b"/>
              <a:pathLst>
                <a:path w="3113088">
                  <a:moveTo>
                    <a:pt x="0" y="0"/>
                  </a:moveTo>
                  <a:lnTo>
                    <a:pt x="31130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8" name="node02.item.source-003.text"/>
            <p:cNvSpPr/>
            <p:nvPr/>
          </p:nvSpPr>
          <p:spPr>
            <a:xfrm>
              <a:off x="6667500" y="2184400"/>
              <a:ext cx="13855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Interview summary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9" name="node02.item.source-003.page"/>
            <p:cNvSpPr/>
            <p:nvPr/>
          </p:nvSpPr>
          <p:spPr>
            <a:xfrm>
              <a:off x="11125200" y="2184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0" name="node02.item.source-003.leader"/>
            <p:cNvSpPr/>
            <p:nvPr/>
          </p:nvSpPr>
          <p:spPr>
            <a:xfrm>
              <a:off x="8166100" y="2349500"/>
              <a:ext cx="2844800" cy="0"/>
            </a:xfrm>
            <a:custGeom>
              <a:avLst/>
              <a:gdLst/>
              <a:ahLst/>
              <a:cxnLst/>
              <a:rect l="l" t="t" r="r" b="b"/>
              <a:pathLst>
                <a:path w="2844800">
                  <a:moveTo>
                    <a:pt x="0" y="0"/>
                  </a:moveTo>
                  <a:lnTo>
                    <a:pt x="28448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1" name="node02.item.source-004.text"/>
            <p:cNvSpPr/>
            <p:nvPr/>
          </p:nvSpPr>
          <p:spPr>
            <a:xfrm>
              <a:off x="6667500" y="2451100"/>
              <a:ext cx="148875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Close calendar detail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02.item.source-004.page"/>
            <p:cNvSpPr/>
            <p:nvPr/>
          </p:nvSpPr>
          <p:spPr>
            <a:xfrm>
              <a:off x="11125200" y="2451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3" name="node02.item.source-004.leader"/>
            <p:cNvSpPr/>
            <p:nvPr/>
          </p:nvSpPr>
          <p:spPr>
            <a:xfrm>
              <a:off x="8269288" y="2616200"/>
              <a:ext cx="2741613" cy="0"/>
            </a:xfrm>
            <a:custGeom>
              <a:avLst/>
              <a:gdLst/>
              <a:ahLst/>
              <a:cxnLst/>
              <a:rect l="l" t="t" r="r" b="b"/>
              <a:pathLst>
                <a:path w="2741613">
                  <a:moveTo>
                    <a:pt x="0" y="0"/>
                  </a:moveTo>
                  <a:lnTo>
                    <a:pt x="27416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4" name="node02.item.source-005.text"/>
            <p:cNvSpPr/>
            <p:nvPr/>
          </p:nvSpPr>
          <p:spPr>
            <a:xfrm>
              <a:off x="6667500" y="2717800"/>
              <a:ext cx="14157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Entity-level findings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5" name="node02.item.source-005.page"/>
            <p:cNvSpPr/>
            <p:nvPr/>
          </p:nvSpPr>
          <p:spPr>
            <a:xfrm>
              <a:off x="11125200" y="2717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6" name="node02.item.source-005.leader"/>
            <p:cNvSpPr/>
            <p:nvPr/>
          </p:nvSpPr>
          <p:spPr>
            <a:xfrm>
              <a:off x="8196262" y="2882900"/>
              <a:ext cx="2814638" cy="0"/>
            </a:xfrm>
            <a:custGeom>
              <a:avLst/>
              <a:gdLst/>
              <a:ahLst/>
              <a:cxnLst/>
              <a:rect l="l" t="t" r="r" b="b"/>
              <a:pathLst>
                <a:path w="2814638">
                  <a:moveTo>
                    <a:pt x="0" y="0"/>
                  </a:moveTo>
                  <a:lnTo>
                    <a:pt x="28146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7" name="node02.item.source-006.text"/>
            <p:cNvSpPr/>
            <p:nvPr/>
          </p:nvSpPr>
          <p:spPr>
            <a:xfrm>
              <a:off x="6667500" y="2984500"/>
              <a:ext cx="17014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Reconciliation inventory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8" name="node02.item.source-006.page"/>
            <p:cNvSpPr/>
            <p:nvPr/>
          </p:nvSpPr>
          <p:spPr>
            <a:xfrm>
              <a:off x="111252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9" name="node02.item.source-006.leader"/>
            <p:cNvSpPr/>
            <p:nvPr/>
          </p:nvSpPr>
          <p:spPr>
            <a:xfrm>
              <a:off x="8482013" y="3149600"/>
              <a:ext cx="2528888" cy="0"/>
            </a:xfrm>
            <a:custGeom>
              <a:avLst/>
              <a:gdLst/>
              <a:ahLst/>
              <a:cxnLst/>
              <a:rect l="l" t="t" r="r" b="b"/>
              <a:pathLst>
                <a:path w="2528888">
                  <a:moveTo>
                    <a:pt x="0" y="0"/>
                  </a:moveTo>
                  <a:lnTo>
                    <a:pt x="25288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0" name="node02.item.source-007.text"/>
            <p:cNvSpPr/>
            <p:nvPr/>
          </p:nvSpPr>
          <p:spPr>
            <a:xfrm>
              <a:off x="6667500" y="3251200"/>
              <a:ext cx="10093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Process maps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1" name="node02.item.source-007.page"/>
            <p:cNvSpPr/>
            <p:nvPr/>
          </p:nvSpPr>
          <p:spPr>
            <a:xfrm>
              <a:off x="11125200" y="32512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2" name="node02.item.source-007.leader"/>
            <p:cNvSpPr/>
            <p:nvPr/>
          </p:nvSpPr>
          <p:spPr>
            <a:xfrm>
              <a:off x="7789862" y="3416300"/>
              <a:ext cx="3221038" cy="0"/>
            </a:xfrm>
            <a:custGeom>
              <a:avLst/>
              <a:gdLst/>
              <a:ahLst/>
              <a:cxnLst/>
              <a:rect l="l" t="t" r="r" b="b"/>
              <a:pathLst>
                <a:path w="3221038">
                  <a:moveTo>
                    <a:pt x="0" y="0"/>
                  </a:moveTo>
                  <a:lnTo>
                    <a:pt x="32210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3" name="node02.item.source-008.text"/>
            <p:cNvSpPr/>
            <p:nvPr/>
          </p:nvSpPr>
          <p:spPr>
            <a:xfrm>
              <a:off x="6667500" y="3517900"/>
              <a:ext cx="13173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Systems inventory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4" name="node02.item.source-008.page"/>
            <p:cNvSpPr/>
            <p:nvPr/>
          </p:nvSpPr>
          <p:spPr>
            <a:xfrm>
              <a:off x="11125200" y="35179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5" name="node02.item.source-008.leader"/>
            <p:cNvSpPr/>
            <p:nvPr/>
          </p:nvSpPr>
          <p:spPr>
            <a:xfrm>
              <a:off x="8097838" y="3683000"/>
              <a:ext cx="2913063" cy="0"/>
            </a:xfrm>
            <a:custGeom>
              <a:avLst/>
              <a:gdLst/>
              <a:ahLst/>
              <a:cxnLst/>
              <a:rect l="l" t="t" r="r" b="b"/>
              <a:pathLst>
                <a:path w="2913063">
                  <a:moveTo>
                    <a:pt x="0" y="0"/>
                  </a:moveTo>
                  <a:lnTo>
                    <a:pt x="29130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6" name="node02.item.source-009.text"/>
            <p:cNvSpPr/>
            <p:nvPr/>
          </p:nvSpPr>
          <p:spPr>
            <a:xfrm>
              <a:off x="6667500" y="3784600"/>
              <a:ext cx="103314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Control matrix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7" name="node02.item.source-009.page"/>
            <p:cNvSpPr/>
            <p:nvPr/>
          </p:nvSpPr>
          <p:spPr>
            <a:xfrm>
              <a:off x="11125200" y="37846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8" name="node02.item.source-009.leader"/>
            <p:cNvSpPr/>
            <p:nvPr/>
          </p:nvSpPr>
          <p:spPr>
            <a:xfrm>
              <a:off x="7813675" y="3949700"/>
              <a:ext cx="3197225" cy="0"/>
            </a:xfrm>
            <a:custGeom>
              <a:avLst/>
              <a:gdLst/>
              <a:ahLst/>
              <a:cxnLst/>
              <a:rect l="l" t="t" r="r" b="b"/>
              <a:pathLst>
                <a:path w="3197225">
                  <a:moveTo>
                    <a:pt x="0" y="0"/>
                  </a:moveTo>
                  <a:lnTo>
                    <a:pt x="31972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9" name="node02.item.source-010.text"/>
            <p:cNvSpPr/>
            <p:nvPr/>
          </p:nvSpPr>
          <p:spPr>
            <a:xfrm>
              <a:off x="6667500" y="4051300"/>
              <a:ext cx="133635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Detailed work plan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0" name="node02.item.source-010.page"/>
            <p:cNvSpPr/>
            <p:nvPr/>
          </p:nvSpPr>
          <p:spPr>
            <a:xfrm>
              <a:off x="11125200" y="40513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1" name="node02.item.source-010.leader"/>
            <p:cNvSpPr/>
            <p:nvPr/>
          </p:nvSpPr>
          <p:spPr>
            <a:xfrm>
              <a:off x="8116888" y="4216400"/>
              <a:ext cx="2894013" cy="0"/>
            </a:xfrm>
            <a:custGeom>
              <a:avLst/>
              <a:gdLst/>
              <a:ahLst/>
              <a:cxnLst/>
              <a:rect l="l" t="t" r="r" b="b"/>
              <a:pathLst>
                <a:path w="2894013">
                  <a:moveTo>
                    <a:pt x="0" y="0"/>
                  </a:moveTo>
                  <a:lnTo>
                    <a:pt x="28940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2" name="node02.item.source-011.text"/>
            <p:cNvSpPr/>
            <p:nvPr/>
          </p:nvSpPr>
          <p:spPr>
            <a:xfrm>
              <a:off x="6667500" y="4318000"/>
              <a:ext cx="9236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 build-up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3" name="node02.item.source-011.page"/>
            <p:cNvSpPr/>
            <p:nvPr/>
          </p:nvSpPr>
          <p:spPr>
            <a:xfrm>
              <a:off x="111252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4" name="node02.item.source-011.leader"/>
            <p:cNvSpPr/>
            <p:nvPr/>
          </p:nvSpPr>
          <p:spPr>
            <a:xfrm>
              <a:off x="7704137" y="4483100"/>
              <a:ext cx="3306763" cy="0"/>
            </a:xfrm>
            <a:custGeom>
              <a:avLst/>
              <a:gdLst/>
              <a:ahLst/>
              <a:cxnLst/>
              <a:rect l="l" t="t" r="r" b="b"/>
              <a:pathLst>
                <a:path w="3306763">
                  <a:moveTo>
                    <a:pt x="0" y="0"/>
                  </a:moveTo>
                  <a:lnTo>
                    <a:pt x="33067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5" name="node02.item.source-012.text"/>
            <p:cNvSpPr/>
            <p:nvPr/>
          </p:nvSpPr>
          <p:spPr>
            <a:xfrm>
              <a:off x="6667500" y="4584700"/>
              <a:ext cx="15300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Staffing roster by role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6" name="node02.item.source-012.page"/>
            <p:cNvSpPr/>
            <p:nvPr/>
          </p:nvSpPr>
          <p:spPr>
            <a:xfrm>
              <a:off x="11125200" y="4584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7" name="node02.item.source-012.leader"/>
            <p:cNvSpPr/>
            <p:nvPr/>
          </p:nvSpPr>
          <p:spPr>
            <a:xfrm>
              <a:off x="8310562" y="4749800"/>
              <a:ext cx="2700338" cy="0"/>
            </a:xfrm>
            <a:custGeom>
              <a:avLst/>
              <a:gdLst/>
              <a:ahLst/>
              <a:cxnLst/>
              <a:rect l="l" t="t" r="r" b="b"/>
              <a:pathLst>
                <a:path w="2700338">
                  <a:moveTo>
                    <a:pt x="0" y="0"/>
                  </a:moveTo>
                  <a:lnTo>
                    <a:pt x="27003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8" name="node02.item.source-013.text"/>
            <p:cNvSpPr/>
            <p:nvPr/>
          </p:nvSpPr>
          <p:spPr>
            <a:xfrm>
              <a:off x="6667500" y="4851400"/>
              <a:ext cx="12569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Glossary of terms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9" name="node02.item.source-013.page"/>
            <p:cNvSpPr/>
            <p:nvPr/>
          </p:nvSpPr>
          <p:spPr>
            <a:xfrm>
              <a:off x="11125200" y="4851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0" name="node02.item.source-013.leader"/>
            <p:cNvSpPr/>
            <p:nvPr/>
          </p:nvSpPr>
          <p:spPr>
            <a:xfrm>
              <a:off x="8037513" y="5016500"/>
              <a:ext cx="2973388" cy="0"/>
            </a:xfrm>
            <a:custGeom>
              <a:avLst/>
              <a:gdLst/>
              <a:ahLst/>
              <a:cxnLst/>
              <a:rect l="l" t="t" r="r" b="b"/>
              <a:pathLst>
                <a:path w="2973388">
                  <a:moveTo>
                    <a:pt x="0" y="0"/>
                  </a:moveTo>
                  <a:lnTo>
                    <a:pt x="29733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91" name="node02.item.source-014.text"/>
            <p:cNvSpPr/>
            <p:nvPr/>
          </p:nvSpPr>
          <p:spPr>
            <a:xfrm>
              <a:off x="6667500" y="5118100"/>
              <a:ext cx="12284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Case study detail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2.item.source-014.page"/>
            <p:cNvSpPr/>
            <p:nvPr/>
          </p:nvSpPr>
          <p:spPr>
            <a:xfrm>
              <a:off x="11125200" y="5118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3" name="node02.item.source-014.leader"/>
            <p:cNvSpPr/>
            <p:nvPr/>
          </p:nvSpPr>
          <p:spPr>
            <a:xfrm>
              <a:off x="8008938" y="5283200"/>
              <a:ext cx="3001963" cy="0"/>
            </a:xfrm>
            <a:custGeom>
              <a:avLst/>
              <a:gdLst/>
              <a:ahLst/>
              <a:cxnLst/>
              <a:rect l="l" t="t" r="r" b="b"/>
              <a:pathLst>
                <a:path w="3001963">
                  <a:moveTo>
                    <a:pt x="0" y="0"/>
                  </a:moveTo>
                  <a:lnTo>
                    <a:pt x="30019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8" name="wm.library-stamp"/>
          <p:cNvGrpSpPr/>
          <p:nvPr/>
        </p:nvGrpSpPr>
        <p:grpSpPr>
          <a:xfrm>
            <a:off x="10468880" y="419100"/>
            <a:ext cx="999220" cy="228600"/>
            <a:chOff x="10468880" y="419100"/>
            <a:chExt cx="999220" cy="228600"/>
          </a:xfrm>
        </p:grpSpPr>
        <p:sp>
          <p:nvSpPr>
            <p:cNvPr id="94" name="wm.library-stamp.outline"/>
            <p:cNvSpPr/>
            <p:nvPr/>
          </p:nvSpPr>
          <p:spPr>
            <a:xfrm>
              <a:off x="10468880" y="419100"/>
              <a:ext cx="999220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5" name="wm.library-stamp.text"/>
            <p:cNvSpPr/>
            <p:nvPr/>
          </p:nvSpPr>
          <p:spPr>
            <a:xfrm>
              <a:off x="10545080" y="457200"/>
              <a:ext cx="84682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INDEX 3 OF 3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SLIDE INDEX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slide in the proposal, by section and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96" name="node01"/>
          <p:cNvGrpSpPr/>
          <p:nvPr/>
        </p:nvGrpSpPr>
        <p:grpSpPr>
          <a:xfrm>
            <a:off x="723900" y="1600200"/>
            <a:ext cx="5257800" cy="3784600"/>
            <a:chOff x="723900" y="1600200"/>
            <a:chExt cx="5257800" cy="3784600"/>
          </a:xfrm>
        </p:grpSpPr>
        <p:sp>
          <p:nvSpPr>
            <p:cNvPr id="6" name="node01.item.source-001.number"/>
            <p:cNvSpPr/>
            <p:nvPr/>
          </p:nvSpPr>
          <p:spPr>
            <a:xfrm>
              <a:off x="723900" y="1600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item.source-001.text"/>
            <p:cNvSpPr/>
            <p:nvPr/>
          </p:nvSpPr>
          <p:spPr>
            <a:xfrm>
              <a:off x="1181100" y="1600200"/>
              <a:ext cx="177967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item.source-001.page"/>
            <p:cNvSpPr/>
            <p:nvPr/>
          </p:nvSpPr>
          <p:spPr>
            <a:xfrm>
              <a:off x="5467350" y="1600200"/>
              <a:ext cx="5143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5–14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item.source-001.leader"/>
            <p:cNvSpPr/>
            <p:nvPr/>
          </p:nvSpPr>
          <p:spPr>
            <a:xfrm>
              <a:off x="3073800" y="1816100"/>
              <a:ext cx="2279250" cy="0"/>
            </a:xfrm>
            <a:custGeom>
              <a:avLst/>
              <a:gdLst/>
              <a:ahLst/>
              <a:cxnLst/>
              <a:rect l="l" t="t" r="r" b="b"/>
              <a:pathLst>
                <a:path w="2279250">
                  <a:moveTo>
                    <a:pt x="0" y="0"/>
                  </a:moveTo>
                  <a:lnTo>
                    <a:pt x="22792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" name="node01.item.source-002.text"/>
            <p:cNvSpPr/>
            <p:nvPr/>
          </p:nvSpPr>
          <p:spPr>
            <a:xfrm>
              <a:off x="1181100" y="1917700"/>
              <a:ext cx="13950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Executive summary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item.source-002.page"/>
            <p:cNvSpPr/>
            <p:nvPr/>
          </p:nvSpPr>
          <p:spPr>
            <a:xfrm>
              <a:off x="5638800" y="1917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item.source-002.leader"/>
            <p:cNvSpPr/>
            <p:nvPr/>
          </p:nvSpPr>
          <p:spPr>
            <a:xfrm>
              <a:off x="2689225" y="2082800"/>
              <a:ext cx="2835275" cy="0"/>
            </a:xfrm>
            <a:custGeom>
              <a:avLst/>
              <a:gdLst/>
              <a:ahLst/>
              <a:cxnLst/>
              <a:rect l="l" t="t" r="r" b="b"/>
              <a:pathLst>
                <a:path w="2835275">
                  <a:moveTo>
                    <a:pt x="0" y="0"/>
                  </a:moveTo>
                  <a:lnTo>
                    <a:pt x="28352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" name="node01.item.source-003.text"/>
            <p:cNvSpPr/>
            <p:nvPr/>
          </p:nvSpPr>
          <p:spPr>
            <a:xfrm>
              <a:off x="1181100" y="2184400"/>
              <a:ext cx="23301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we heard from your leaders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item.source-003.page"/>
            <p:cNvSpPr/>
            <p:nvPr/>
          </p:nvSpPr>
          <p:spPr>
            <a:xfrm>
              <a:off x="5638800" y="2184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item.source-003.leader"/>
            <p:cNvSpPr/>
            <p:nvPr/>
          </p:nvSpPr>
          <p:spPr>
            <a:xfrm>
              <a:off x="3624263" y="2349500"/>
              <a:ext cx="1900238" cy="0"/>
            </a:xfrm>
            <a:custGeom>
              <a:avLst/>
              <a:gdLst/>
              <a:ahLst/>
              <a:cxnLst/>
              <a:rect l="l" t="t" r="r" b="b"/>
              <a:pathLst>
                <a:path w="1900238">
                  <a:moveTo>
                    <a:pt x="0" y="0"/>
                  </a:moveTo>
                  <a:lnTo>
                    <a:pt x="19002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6" name="node01.item.source-004.text"/>
            <p:cNvSpPr/>
            <p:nvPr/>
          </p:nvSpPr>
          <p:spPr>
            <a:xfrm>
              <a:off x="1181100" y="2451100"/>
              <a:ext cx="151892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Northfield at a glance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item.source-004.page"/>
            <p:cNvSpPr/>
            <p:nvPr/>
          </p:nvSpPr>
          <p:spPr>
            <a:xfrm>
              <a:off x="5638800" y="2451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item.source-004.leader"/>
            <p:cNvSpPr/>
            <p:nvPr/>
          </p:nvSpPr>
          <p:spPr>
            <a:xfrm>
              <a:off x="2813050" y="2616200"/>
              <a:ext cx="2711450" cy="0"/>
            </a:xfrm>
            <a:custGeom>
              <a:avLst/>
              <a:gdLst/>
              <a:ahLst/>
              <a:cxnLst/>
              <a:rect l="l" t="t" r="r" b="b"/>
              <a:pathLst>
                <a:path w="2711450">
                  <a:moveTo>
                    <a:pt x="0" y="0"/>
                  </a:moveTo>
                  <a:lnTo>
                    <a:pt x="27114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9" name="node01.item.source-005.text"/>
            <p:cNvSpPr/>
            <p:nvPr/>
          </p:nvSpPr>
          <p:spPr>
            <a:xfrm>
              <a:off x="1181100" y="2717800"/>
              <a:ext cx="204914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Goals for the next 24 months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1.item.source-005.page"/>
            <p:cNvSpPr/>
            <p:nvPr/>
          </p:nvSpPr>
          <p:spPr>
            <a:xfrm>
              <a:off x="5638800" y="2717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item.source-005.leader"/>
            <p:cNvSpPr/>
            <p:nvPr/>
          </p:nvSpPr>
          <p:spPr>
            <a:xfrm>
              <a:off x="3343275" y="2882900"/>
              <a:ext cx="2181225" cy="0"/>
            </a:xfrm>
            <a:custGeom>
              <a:avLst/>
              <a:gdLst/>
              <a:ahLst/>
              <a:cxnLst/>
              <a:rect l="l" t="t" r="r" b="b"/>
              <a:pathLst>
                <a:path w="2181225">
                  <a:moveTo>
                    <a:pt x="0" y="0"/>
                  </a:moveTo>
                  <a:lnTo>
                    <a:pt x="21812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2" name="node01.item.source-006.text"/>
            <p:cNvSpPr/>
            <p:nvPr/>
          </p:nvSpPr>
          <p:spPr>
            <a:xfrm>
              <a:off x="1181100" y="2984500"/>
              <a:ext cx="15220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close cycle today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1.item.source-006.page"/>
            <p:cNvSpPr/>
            <p:nvPr/>
          </p:nvSpPr>
          <p:spPr>
            <a:xfrm>
              <a:off x="56388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item.source-006.leader"/>
            <p:cNvSpPr/>
            <p:nvPr/>
          </p:nvSpPr>
          <p:spPr>
            <a:xfrm>
              <a:off x="2816225" y="3149600"/>
              <a:ext cx="2708275" cy="0"/>
            </a:xfrm>
            <a:custGeom>
              <a:avLst/>
              <a:gdLst/>
              <a:ahLst/>
              <a:cxnLst/>
              <a:rect l="l" t="t" r="r" b="b"/>
              <a:pathLst>
                <a:path w="2708275">
                  <a:moveTo>
                    <a:pt x="0" y="0"/>
                  </a:moveTo>
                  <a:lnTo>
                    <a:pt x="27082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5" name="node01.item.source-007.text"/>
            <p:cNvSpPr/>
            <p:nvPr/>
          </p:nvSpPr>
          <p:spPr>
            <a:xfrm>
              <a:off x="1181100" y="3251200"/>
              <a:ext cx="144748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Pain points by entity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1.item.source-007.page"/>
            <p:cNvSpPr/>
            <p:nvPr/>
          </p:nvSpPr>
          <p:spPr>
            <a:xfrm>
              <a:off x="5638800" y="32512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item.source-007.leader"/>
            <p:cNvSpPr/>
            <p:nvPr/>
          </p:nvSpPr>
          <p:spPr>
            <a:xfrm>
              <a:off x="2741613" y="3416300"/>
              <a:ext cx="2782888" cy="0"/>
            </a:xfrm>
            <a:custGeom>
              <a:avLst/>
              <a:gdLst/>
              <a:ahLst/>
              <a:cxnLst/>
              <a:rect l="l" t="t" r="r" b="b"/>
              <a:pathLst>
                <a:path w="2782888">
                  <a:moveTo>
                    <a:pt x="0" y="0"/>
                  </a:moveTo>
                  <a:lnTo>
                    <a:pt x="27828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8" name="node01.item.source-008.text"/>
            <p:cNvSpPr/>
            <p:nvPr/>
          </p:nvSpPr>
          <p:spPr>
            <a:xfrm>
              <a:off x="1181100" y="3517900"/>
              <a:ext cx="13220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Where the days go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item.source-008.page"/>
            <p:cNvSpPr/>
            <p:nvPr/>
          </p:nvSpPr>
          <p:spPr>
            <a:xfrm>
              <a:off x="5638800" y="35179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item.source-008.leader"/>
            <p:cNvSpPr/>
            <p:nvPr/>
          </p:nvSpPr>
          <p:spPr>
            <a:xfrm>
              <a:off x="2616200" y="3683000"/>
              <a:ext cx="2908300" cy="0"/>
            </a:xfrm>
            <a:custGeom>
              <a:avLst/>
              <a:gdLst/>
              <a:ahLst/>
              <a:cxnLst/>
              <a:rect l="l" t="t" r="r" b="b"/>
              <a:pathLst>
                <a:path w="2908300">
                  <a:moveTo>
                    <a:pt x="0" y="0"/>
                  </a:moveTo>
                  <a:lnTo>
                    <a:pt x="29083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1" name="node01.item.source-009.text"/>
            <p:cNvSpPr/>
            <p:nvPr/>
          </p:nvSpPr>
          <p:spPr>
            <a:xfrm>
              <a:off x="1181100" y="3784600"/>
              <a:ext cx="20697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Root causes behind the delay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1.item.source-009.page"/>
            <p:cNvSpPr/>
            <p:nvPr/>
          </p:nvSpPr>
          <p:spPr>
            <a:xfrm>
              <a:off x="5638800" y="37846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item.source-009.leader"/>
            <p:cNvSpPr/>
            <p:nvPr/>
          </p:nvSpPr>
          <p:spPr>
            <a:xfrm>
              <a:off x="3363913" y="3949700"/>
              <a:ext cx="2160588" cy="0"/>
            </a:xfrm>
            <a:custGeom>
              <a:avLst/>
              <a:gdLst/>
              <a:ahLst/>
              <a:cxnLst/>
              <a:rect l="l" t="t" r="r" b="b"/>
              <a:pathLst>
                <a:path w="2160588">
                  <a:moveTo>
                    <a:pt x="0" y="0"/>
                  </a:moveTo>
                  <a:lnTo>
                    <a:pt x="21605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4" name="node01.item.source-010.text"/>
            <p:cNvSpPr/>
            <p:nvPr/>
          </p:nvSpPr>
          <p:spPr>
            <a:xfrm>
              <a:off x="1181100" y="4051300"/>
              <a:ext cx="236505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Constraints we will design around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1.item.source-010.page"/>
            <p:cNvSpPr/>
            <p:nvPr/>
          </p:nvSpPr>
          <p:spPr>
            <a:xfrm>
              <a:off x="5638800" y="40513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item.source-010.leader"/>
            <p:cNvSpPr/>
            <p:nvPr/>
          </p:nvSpPr>
          <p:spPr>
            <a:xfrm>
              <a:off x="3659187" y="4216400"/>
              <a:ext cx="1865312" cy="0"/>
            </a:xfrm>
            <a:custGeom>
              <a:avLst/>
              <a:gdLst/>
              <a:ahLst/>
              <a:cxnLst/>
              <a:rect l="l" t="t" r="r" b="b"/>
              <a:pathLst>
                <a:path w="1865312">
                  <a:moveTo>
                    <a:pt x="0" y="0"/>
                  </a:moveTo>
                  <a:lnTo>
                    <a:pt x="1865312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7" name="node01.item.source-011.text"/>
            <p:cNvSpPr/>
            <p:nvPr/>
          </p:nvSpPr>
          <p:spPr>
            <a:xfrm>
              <a:off x="1181100" y="4318000"/>
              <a:ext cx="168084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success looks like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1.item.source-011.page"/>
            <p:cNvSpPr/>
            <p:nvPr/>
          </p:nvSpPr>
          <p:spPr>
            <a:xfrm>
              <a:off x="56388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item.source-011.leader"/>
            <p:cNvSpPr/>
            <p:nvPr/>
          </p:nvSpPr>
          <p:spPr>
            <a:xfrm>
              <a:off x="2974975" y="4483100"/>
              <a:ext cx="2549525" cy="0"/>
            </a:xfrm>
            <a:custGeom>
              <a:avLst/>
              <a:gdLst/>
              <a:ahLst/>
              <a:cxnLst/>
              <a:rect l="l" t="t" r="r" b="b"/>
              <a:pathLst>
                <a:path w="2549525">
                  <a:moveTo>
                    <a:pt x="0" y="0"/>
                  </a:moveTo>
                  <a:lnTo>
                    <a:pt x="25495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0" name="node01.item.source-012.number"/>
            <p:cNvSpPr/>
            <p:nvPr/>
          </p:nvSpPr>
          <p:spPr>
            <a:xfrm>
              <a:off x="723900" y="45847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01.item.source-012.text"/>
            <p:cNvSpPr/>
            <p:nvPr/>
          </p:nvSpPr>
          <p:spPr>
            <a:xfrm>
              <a:off x="1181100" y="4584700"/>
              <a:ext cx="94863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2" name="node01.item.source-012.page"/>
            <p:cNvSpPr/>
            <p:nvPr/>
          </p:nvSpPr>
          <p:spPr>
            <a:xfrm>
              <a:off x="5345113" y="45847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15–26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item.source-012.leader"/>
            <p:cNvSpPr/>
            <p:nvPr/>
          </p:nvSpPr>
          <p:spPr>
            <a:xfrm>
              <a:off x="2242765" y="4800600"/>
              <a:ext cx="2988047" cy="0"/>
            </a:xfrm>
            <a:custGeom>
              <a:avLst/>
              <a:gdLst/>
              <a:ahLst/>
              <a:cxnLst/>
              <a:rect l="l" t="t" r="r" b="b"/>
              <a:pathLst>
                <a:path w="2988047">
                  <a:moveTo>
                    <a:pt x="0" y="0"/>
                  </a:moveTo>
                  <a:lnTo>
                    <a:pt x="2988047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4" name="node01.item.source-013.text"/>
            <p:cNvSpPr/>
            <p:nvPr/>
          </p:nvSpPr>
          <p:spPr>
            <a:xfrm>
              <a:off x="1181100" y="4902200"/>
              <a:ext cx="1288732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Guiding principles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1.item.source-013.page"/>
            <p:cNvSpPr/>
            <p:nvPr/>
          </p:nvSpPr>
          <p:spPr>
            <a:xfrm>
              <a:off x="5638800" y="49022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item.source-013.leader"/>
            <p:cNvSpPr/>
            <p:nvPr/>
          </p:nvSpPr>
          <p:spPr>
            <a:xfrm>
              <a:off x="2582863" y="5067300"/>
              <a:ext cx="2941638" cy="0"/>
            </a:xfrm>
            <a:custGeom>
              <a:avLst/>
              <a:gdLst/>
              <a:ahLst/>
              <a:cxnLst/>
              <a:rect l="l" t="t" r="r" b="b"/>
              <a:pathLst>
                <a:path w="2941638">
                  <a:moveTo>
                    <a:pt x="0" y="0"/>
                  </a:moveTo>
                  <a:lnTo>
                    <a:pt x="29416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7" name="node01.item.source-014.text"/>
            <p:cNvSpPr/>
            <p:nvPr/>
          </p:nvSpPr>
          <p:spPr>
            <a:xfrm>
              <a:off x="1181100" y="5168900"/>
              <a:ext cx="20158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Our approach in three waves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01.item.source-014.page"/>
            <p:cNvSpPr/>
            <p:nvPr/>
          </p:nvSpPr>
          <p:spPr>
            <a:xfrm>
              <a:off x="5638800" y="51689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1.item.source-014.leader"/>
            <p:cNvSpPr/>
            <p:nvPr/>
          </p:nvSpPr>
          <p:spPr>
            <a:xfrm>
              <a:off x="3309938" y="5334000"/>
              <a:ext cx="2214563" cy="0"/>
            </a:xfrm>
            <a:custGeom>
              <a:avLst/>
              <a:gdLst/>
              <a:ahLst/>
              <a:cxnLst/>
              <a:rect l="l" t="t" r="r" b="b"/>
              <a:pathLst>
                <a:path w="2214563">
                  <a:moveTo>
                    <a:pt x="0" y="0"/>
                  </a:moveTo>
                  <a:lnTo>
                    <a:pt x="22145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7" name="node02"/>
          <p:cNvGrpSpPr/>
          <p:nvPr/>
        </p:nvGrpSpPr>
        <p:grpSpPr>
          <a:xfrm>
            <a:off x="6210300" y="1600200"/>
            <a:ext cx="5257800" cy="3784600"/>
            <a:chOff x="6210300" y="1600200"/>
            <a:chExt cx="5257800" cy="3784600"/>
          </a:xfrm>
        </p:grpSpPr>
        <p:sp>
          <p:nvSpPr>
            <p:cNvPr id="50" name="node02.item.source-001.number"/>
            <p:cNvSpPr/>
            <p:nvPr/>
          </p:nvSpPr>
          <p:spPr>
            <a:xfrm>
              <a:off x="6210300" y="1600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2.item.source-001.text"/>
            <p:cNvSpPr/>
            <p:nvPr/>
          </p:nvSpPr>
          <p:spPr>
            <a:xfrm>
              <a:off x="6667500" y="1600200"/>
              <a:ext cx="205139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 (continued)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2.item.source-001.page"/>
            <p:cNvSpPr/>
            <p:nvPr/>
          </p:nvSpPr>
          <p:spPr>
            <a:xfrm>
              <a:off x="10831513" y="16002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15–26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3" name="node02.item.source-001.leader"/>
            <p:cNvSpPr/>
            <p:nvPr/>
          </p:nvSpPr>
          <p:spPr>
            <a:xfrm>
              <a:off x="8831920" y="1816100"/>
              <a:ext cx="1885293" cy="0"/>
            </a:xfrm>
            <a:custGeom>
              <a:avLst/>
              <a:gdLst/>
              <a:ahLst/>
              <a:cxnLst/>
              <a:rect l="l" t="t" r="r" b="b"/>
              <a:pathLst>
                <a:path w="1885293">
                  <a:moveTo>
                    <a:pt x="0" y="0"/>
                  </a:moveTo>
                  <a:lnTo>
                    <a:pt x="188529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4" name="node02.item.source-002.text"/>
            <p:cNvSpPr/>
            <p:nvPr/>
          </p:nvSpPr>
          <p:spPr>
            <a:xfrm>
              <a:off x="6667500" y="1917700"/>
              <a:ext cx="186975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Wave 1: stabilize the close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5" name="node02.item.source-002.page"/>
            <p:cNvSpPr/>
            <p:nvPr/>
          </p:nvSpPr>
          <p:spPr>
            <a:xfrm>
              <a:off x="11125200" y="19177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6" name="node02.item.source-002.leader"/>
            <p:cNvSpPr/>
            <p:nvPr/>
          </p:nvSpPr>
          <p:spPr>
            <a:xfrm>
              <a:off x="8650288" y="2082800"/>
              <a:ext cx="2360613" cy="0"/>
            </a:xfrm>
            <a:custGeom>
              <a:avLst/>
              <a:gdLst/>
              <a:ahLst/>
              <a:cxnLst/>
              <a:rect l="l" t="t" r="r" b="b"/>
              <a:pathLst>
                <a:path w="2360613">
                  <a:moveTo>
                    <a:pt x="0" y="0"/>
                  </a:moveTo>
                  <a:lnTo>
                    <a:pt x="23606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7" name="node02.item.source-003.text"/>
            <p:cNvSpPr/>
            <p:nvPr/>
          </p:nvSpPr>
          <p:spPr>
            <a:xfrm>
              <a:off x="6667500" y="2184400"/>
              <a:ext cx="199358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Wave 2: standardize entities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02.item.source-003.page"/>
            <p:cNvSpPr/>
            <p:nvPr/>
          </p:nvSpPr>
          <p:spPr>
            <a:xfrm>
              <a:off x="11125200" y="21844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2.item.source-003.leader"/>
            <p:cNvSpPr/>
            <p:nvPr/>
          </p:nvSpPr>
          <p:spPr>
            <a:xfrm>
              <a:off x="8774113" y="2349500"/>
              <a:ext cx="2236788" cy="0"/>
            </a:xfrm>
            <a:custGeom>
              <a:avLst/>
              <a:gdLst/>
              <a:ahLst/>
              <a:cxnLst/>
              <a:rect l="l" t="t" r="r" b="b"/>
              <a:pathLst>
                <a:path w="2236788">
                  <a:moveTo>
                    <a:pt x="0" y="0"/>
                  </a:moveTo>
                  <a:lnTo>
                    <a:pt x="22367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0" name="node02.item.source-004.text"/>
            <p:cNvSpPr/>
            <p:nvPr/>
          </p:nvSpPr>
          <p:spPr>
            <a:xfrm>
              <a:off x="6667500" y="2451100"/>
              <a:ext cx="212534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Wave 3: automate and sustain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02.item.source-004.page"/>
            <p:cNvSpPr/>
            <p:nvPr/>
          </p:nvSpPr>
          <p:spPr>
            <a:xfrm>
              <a:off x="11125200" y="24511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19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2.item.source-004.leader"/>
            <p:cNvSpPr/>
            <p:nvPr/>
          </p:nvSpPr>
          <p:spPr>
            <a:xfrm>
              <a:off x="8905875" y="2616200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>
                  <a:moveTo>
                    <a:pt x="0" y="0"/>
                  </a:moveTo>
                  <a:lnTo>
                    <a:pt x="21050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3" name="node02.item.source-005.text"/>
            <p:cNvSpPr/>
            <p:nvPr/>
          </p:nvSpPr>
          <p:spPr>
            <a:xfrm>
              <a:off x="6667500" y="2717800"/>
              <a:ext cx="137922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Integrated timeline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02.item.source-005.page"/>
            <p:cNvSpPr/>
            <p:nvPr/>
          </p:nvSpPr>
          <p:spPr>
            <a:xfrm>
              <a:off x="11125200" y="27178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20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5" name="node02.item.source-005.leader"/>
            <p:cNvSpPr/>
            <p:nvPr/>
          </p:nvSpPr>
          <p:spPr>
            <a:xfrm>
              <a:off x="8159750" y="2882900"/>
              <a:ext cx="2851150" cy="0"/>
            </a:xfrm>
            <a:custGeom>
              <a:avLst/>
              <a:gdLst/>
              <a:ahLst/>
              <a:cxnLst/>
              <a:rect l="l" t="t" r="r" b="b"/>
              <a:pathLst>
                <a:path w="2851150">
                  <a:moveTo>
                    <a:pt x="0" y="0"/>
                  </a:moveTo>
                  <a:lnTo>
                    <a:pt x="28511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6" name="node02.item.source-006.text"/>
            <p:cNvSpPr/>
            <p:nvPr/>
          </p:nvSpPr>
          <p:spPr>
            <a:xfrm>
              <a:off x="6667500" y="2984500"/>
              <a:ext cx="178244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Governance and cadence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2.item.source-006.page"/>
            <p:cNvSpPr/>
            <p:nvPr/>
          </p:nvSpPr>
          <p:spPr>
            <a:xfrm>
              <a:off x="11125200" y="29845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21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2.item.source-006.leader"/>
            <p:cNvSpPr/>
            <p:nvPr/>
          </p:nvSpPr>
          <p:spPr>
            <a:xfrm>
              <a:off x="8562975" y="3149600"/>
              <a:ext cx="2447925" cy="0"/>
            </a:xfrm>
            <a:custGeom>
              <a:avLst/>
              <a:gdLst/>
              <a:ahLst/>
              <a:cxnLst/>
              <a:rect l="l" t="t" r="r" b="b"/>
              <a:pathLst>
                <a:path w="2447925">
                  <a:moveTo>
                    <a:pt x="0" y="0"/>
                  </a:moveTo>
                  <a:lnTo>
                    <a:pt x="24479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9" name="node02.item.source-007.text"/>
            <p:cNvSpPr/>
            <p:nvPr/>
          </p:nvSpPr>
          <p:spPr>
            <a:xfrm>
              <a:off x="6667500" y="3251200"/>
              <a:ext cx="1064895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Decision rights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02.item.source-007.page"/>
            <p:cNvSpPr/>
            <p:nvPr/>
          </p:nvSpPr>
          <p:spPr>
            <a:xfrm>
              <a:off x="11125200" y="32512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22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2.item.source-007.leader"/>
            <p:cNvSpPr/>
            <p:nvPr/>
          </p:nvSpPr>
          <p:spPr>
            <a:xfrm>
              <a:off x="7845425" y="341630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0" y="0"/>
                  </a:moveTo>
                  <a:lnTo>
                    <a:pt x="31654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2" name="node02.item.source-008.text"/>
            <p:cNvSpPr/>
            <p:nvPr/>
          </p:nvSpPr>
          <p:spPr>
            <a:xfrm>
              <a:off x="6667500" y="3517900"/>
              <a:ext cx="15125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Risks and mitigations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3" name="node02.item.source-008.page"/>
            <p:cNvSpPr/>
            <p:nvPr/>
          </p:nvSpPr>
          <p:spPr>
            <a:xfrm>
              <a:off x="11125200" y="35179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23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4" name="node02.item.source-008.leader"/>
            <p:cNvSpPr/>
            <p:nvPr/>
          </p:nvSpPr>
          <p:spPr>
            <a:xfrm>
              <a:off x="8293100" y="3683000"/>
              <a:ext cx="2717800" cy="0"/>
            </a:xfrm>
            <a:custGeom>
              <a:avLst/>
              <a:gdLst/>
              <a:ahLst/>
              <a:cxnLst/>
              <a:rect l="l" t="t" r="r" b="b"/>
              <a:pathLst>
                <a:path w="2717800">
                  <a:moveTo>
                    <a:pt x="0" y="0"/>
                  </a:moveTo>
                  <a:lnTo>
                    <a:pt x="27178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5" name="node02.item.source-009.text"/>
            <p:cNvSpPr/>
            <p:nvPr/>
          </p:nvSpPr>
          <p:spPr>
            <a:xfrm>
              <a:off x="6667500" y="3784600"/>
              <a:ext cx="2041208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How we work with your team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2.item.source-009.page"/>
            <p:cNvSpPr/>
            <p:nvPr/>
          </p:nvSpPr>
          <p:spPr>
            <a:xfrm>
              <a:off x="11125200" y="37846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24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2.item.source-009.leader"/>
            <p:cNvSpPr/>
            <p:nvPr/>
          </p:nvSpPr>
          <p:spPr>
            <a:xfrm>
              <a:off x="8821738" y="3949700"/>
              <a:ext cx="2189163" cy="0"/>
            </a:xfrm>
            <a:custGeom>
              <a:avLst/>
              <a:gdLst/>
              <a:ahLst/>
              <a:cxnLst/>
              <a:rect l="l" t="t" r="r" b="b"/>
              <a:pathLst>
                <a:path w="2189163">
                  <a:moveTo>
                    <a:pt x="0" y="0"/>
                  </a:moveTo>
                  <a:lnTo>
                    <a:pt x="21891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8" name="node02.item.source-010.text"/>
            <p:cNvSpPr/>
            <p:nvPr/>
          </p:nvSpPr>
          <p:spPr>
            <a:xfrm>
              <a:off x="6667500" y="4051300"/>
              <a:ext cx="18427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Change and adoption plan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9" name="node02.item.source-010.page"/>
            <p:cNvSpPr/>
            <p:nvPr/>
          </p:nvSpPr>
          <p:spPr>
            <a:xfrm>
              <a:off x="11125200" y="40513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25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0" name="node02.item.source-010.leader"/>
            <p:cNvSpPr/>
            <p:nvPr/>
          </p:nvSpPr>
          <p:spPr>
            <a:xfrm>
              <a:off x="8623300" y="4216400"/>
              <a:ext cx="2387600" cy="0"/>
            </a:xfrm>
            <a:custGeom>
              <a:avLst/>
              <a:gdLst/>
              <a:ahLst/>
              <a:cxnLst/>
              <a:rect l="l" t="t" r="r" b="b"/>
              <a:pathLst>
                <a:path w="2387600">
                  <a:moveTo>
                    <a:pt x="0" y="0"/>
                  </a:moveTo>
                  <a:lnTo>
                    <a:pt x="23876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1" name="node02.item.source-011.text"/>
            <p:cNvSpPr/>
            <p:nvPr/>
          </p:nvSpPr>
          <p:spPr>
            <a:xfrm>
              <a:off x="6667500" y="4318000"/>
              <a:ext cx="210947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Quality and controls approach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2" name="node02.item.source-011.page"/>
            <p:cNvSpPr/>
            <p:nvPr/>
          </p:nvSpPr>
          <p:spPr>
            <a:xfrm>
              <a:off x="11125200" y="43180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26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3" name="node02.item.source-011.leader"/>
            <p:cNvSpPr/>
            <p:nvPr/>
          </p:nvSpPr>
          <p:spPr>
            <a:xfrm>
              <a:off x="8890000" y="4483100"/>
              <a:ext cx="2120900" cy="0"/>
            </a:xfrm>
            <a:custGeom>
              <a:avLst/>
              <a:gdLst/>
              <a:ahLst/>
              <a:cxnLst/>
              <a:rect l="l" t="t" r="r" b="b"/>
              <a:pathLst>
                <a:path w="2120900">
                  <a:moveTo>
                    <a:pt x="0" y="0"/>
                  </a:moveTo>
                  <a:lnTo>
                    <a:pt x="21209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4" name="node02.item.source-012.number"/>
            <p:cNvSpPr/>
            <p:nvPr/>
          </p:nvSpPr>
          <p:spPr>
            <a:xfrm>
              <a:off x="6210300" y="45847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5" name="node02.item.source-012.text"/>
            <p:cNvSpPr/>
            <p:nvPr/>
          </p:nvSpPr>
          <p:spPr>
            <a:xfrm>
              <a:off x="6667500" y="4584700"/>
              <a:ext cx="81846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6" name="node02.item.source-012.page"/>
            <p:cNvSpPr/>
            <p:nvPr/>
          </p:nvSpPr>
          <p:spPr>
            <a:xfrm>
              <a:off x="10831513" y="4584700"/>
              <a:ext cx="6365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27–44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7" name="node02.item.source-012.leader"/>
            <p:cNvSpPr/>
            <p:nvPr/>
          </p:nvSpPr>
          <p:spPr>
            <a:xfrm>
              <a:off x="7598990" y="4800600"/>
              <a:ext cx="3118222" cy="0"/>
            </a:xfrm>
            <a:custGeom>
              <a:avLst/>
              <a:gdLst/>
              <a:ahLst/>
              <a:cxnLst/>
              <a:rect l="l" t="t" r="r" b="b"/>
              <a:pathLst>
                <a:path w="3118222">
                  <a:moveTo>
                    <a:pt x="0" y="0"/>
                  </a:moveTo>
                  <a:lnTo>
                    <a:pt x="3118222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8" name="node02.item.source-013.text"/>
            <p:cNvSpPr/>
            <p:nvPr/>
          </p:nvSpPr>
          <p:spPr>
            <a:xfrm>
              <a:off x="6667500" y="4902200"/>
              <a:ext cx="1657033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operating model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9" name="node02.item.source-013.page"/>
            <p:cNvSpPr/>
            <p:nvPr/>
          </p:nvSpPr>
          <p:spPr>
            <a:xfrm>
              <a:off x="11125200" y="49022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27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0" name="node02.item.source-013.leader"/>
            <p:cNvSpPr/>
            <p:nvPr/>
          </p:nvSpPr>
          <p:spPr>
            <a:xfrm>
              <a:off x="8437563" y="5067300"/>
              <a:ext cx="2573338" cy="0"/>
            </a:xfrm>
            <a:custGeom>
              <a:avLst/>
              <a:gdLst/>
              <a:ahLst/>
              <a:cxnLst/>
              <a:rect l="l" t="t" r="r" b="b"/>
              <a:pathLst>
                <a:path w="2573338">
                  <a:moveTo>
                    <a:pt x="0" y="0"/>
                  </a:moveTo>
                  <a:lnTo>
                    <a:pt x="25733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91" name="node02.item.source-014.text"/>
            <p:cNvSpPr/>
            <p:nvPr/>
          </p:nvSpPr>
          <p:spPr>
            <a:xfrm>
              <a:off x="6667500" y="5168900"/>
              <a:ext cx="187610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Process redesign overview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2.item.source-014.page"/>
            <p:cNvSpPr/>
            <p:nvPr/>
          </p:nvSpPr>
          <p:spPr>
            <a:xfrm>
              <a:off x="11125200" y="5168900"/>
              <a:ext cx="342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28</a:t>
              </a:r>
              <a:endParaRPr lang="en-US" sz="12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3" name="node02.item.source-014.leader"/>
            <p:cNvSpPr/>
            <p:nvPr/>
          </p:nvSpPr>
          <p:spPr>
            <a:xfrm>
              <a:off x="8656638" y="5334000"/>
              <a:ext cx="2354263" cy="0"/>
            </a:xfrm>
            <a:custGeom>
              <a:avLst/>
              <a:gdLst/>
              <a:ahLst/>
              <a:cxnLst/>
              <a:rect l="l" t="t" r="r" b="b"/>
              <a:pathLst>
                <a:path w="2354263">
                  <a:moveTo>
                    <a:pt x="0" y="0"/>
                  </a:moveTo>
                  <a:lnTo>
                    <a:pt x="23542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98" name="wm.library-stamp"/>
          <p:cNvGrpSpPr/>
          <p:nvPr/>
        </p:nvGrpSpPr>
        <p:grpSpPr>
          <a:xfrm>
            <a:off x="10468880" y="419100"/>
            <a:ext cx="999220" cy="228600"/>
            <a:chOff x="10468880" y="419100"/>
            <a:chExt cx="999220" cy="228600"/>
          </a:xfrm>
        </p:grpSpPr>
        <p:sp>
          <p:nvSpPr>
            <p:cNvPr id="94" name="wm.library-stamp.outline"/>
            <p:cNvSpPr/>
            <p:nvPr/>
          </p:nvSpPr>
          <p:spPr>
            <a:xfrm>
              <a:off x="10468880" y="419100"/>
              <a:ext cx="999220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5" name="wm.library-stamp.text"/>
            <p:cNvSpPr/>
            <p:nvPr/>
          </p:nvSpPr>
          <p:spPr>
            <a:xfrm>
              <a:off x="10545080" y="457200"/>
              <a:ext cx="84682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INDEX 1 OF 3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SLIDE INDEX · THUMBNAILS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Team and commercials at a glance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24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142023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04 TEAM · PAGES 45–50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2271136" y="1709738"/>
              <a:ext cx="9196964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25" name="node03"/>
          <p:cNvGrpSpPr/>
          <p:nvPr/>
        </p:nvGrpSpPr>
        <p:grpSpPr>
          <a:xfrm>
            <a:off x="723900" y="2057400"/>
            <a:ext cx="1600200" cy="914400"/>
            <a:chOff x="723900" y="2057400"/>
            <a:chExt cx="1600200" cy="914400"/>
          </a:xfrm>
        </p:grpSpPr>
        <p:sp>
          <p:nvSpPr>
            <p:cNvPr id="9" name="node03.page.fill"/>
            <p:cNvSpPr/>
            <p:nvPr/>
          </p:nvSpPr>
          <p:spPr>
            <a:xfrm>
              <a:off x="723900" y="2057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3.page.border"/>
            <p:cNvSpPr/>
            <p:nvPr/>
          </p:nvSpPr>
          <p:spPr>
            <a:xfrm>
              <a:off x="723900" y="2057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11" name="node03.head"/>
            <p:cNvSpPr/>
            <p:nvPr/>
          </p:nvSpPr>
          <p:spPr>
            <a:xfrm>
              <a:off x="835914" y="2169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3.line-1"/>
            <p:cNvSpPr/>
            <p:nvPr/>
          </p:nvSpPr>
          <p:spPr>
            <a:xfrm>
              <a:off x="835914" y="2279142"/>
              <a:ext cx="1238555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3" name="node03.line-2"/>
            <p:cNvSpPr/>
            <p:nvPr/>
          </p:nvSpPr>
          <p:spPr>
            <a:xfrm>
              <a:off x="835914" y="2361438"/>
              <a:ext cx="1032129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4" name="node03.line-3"/>
            <p:cNvSpPr/>
            <p:nvPr/>
          </p:nvSpPr>
          <p:spPr>
            <a:xfrm>
              <a:off x="835914" y="2443734"/>
              <a:ext cx="1169746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5" name="node03.line-4"/>
            <p:cNvSpPr/>
            <p:nvPr/>
          </p:nvSpPr>
          <p:spPr>
            <a:xfrm>
              <a:off x="835914" y="2526030"/>
              <a:ext cx="825703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6" name="node03.caption"/>
            <p:cNvSpPr/>
            <p:nvPr/>
          </p:nvSpPr>
          <p:spPr>
            <a:xfrm>
              <a:off x="723900" y="30480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45 · Engagement leadership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6" name="node04"/>
          <p:cNvGrpSpPr/>
          <p:nvPr/>
        </p:nvGrpSpPr>
        <p:grpSpPr>
          <a:xfrm>
            <a:off x="2552700" y="2057400"/>
            <a:ext cx="1600200" cy="914400"/>
            <a:chOff x="2552700" y="2057400"/>
            <a:chExt cx="1600200" cy="914400"/>
          </a:xfrm>
        </p:grpSpPr>
        <p:sp>
          <p:nvSpPr>
            <p:cNvPr id="17" name="node04.page.fill"/>
            <p:cNvSpPr/>
            <p:nvPr/>
          </p:nvSpPr>
          <p:spPr>
            <a:xfrm>
              <a:off x="2552700" y="2057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4.page.border"/>
            <p:cNvSpPr/>
            <p:nvPr/>
          </p:nvSpPr>
          <p:spPr>
            <a:xfrm>
              <a:off x="2552700" y="2057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19" name="node04.head"/>
            <p:cNvSpPr/>
            <p:nvPr/>
          </p:nvSpPr>
          <p:spPr>
            <a:xfrm>
              <a:off x="2664714" y="2169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4.box-1-1"/>
            <p:cNvSpPr/>
            <p:nvPr/>
          </p:nvSpPr>
          <p:spPr>
            <a:xfrm>
              <a:off x="2664714" y="2440686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1" name="node04.box-1-2"/>
            <p:cNvSpPr/>
            <p:nvPr/>
          </p:nvSpPr>
          <p:spPr>
            <a:xfrm>
              <a:off x="2664714" y="2588514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2" name="node04.box-2-1"/>
            <p:cNvSpPr/>
            <p:nvPr/>
          </p:nvSpPr>
          <p:spPr>
            <a:xfrm>
              <a:off x="3140371" y="2366772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4.box-2-2"/>
            <p:cNvSpPr/>
            <p:nvPr/>
          </p:nvSpPr>
          <p:spPr>
            <a:xfrm>
              <a:off x="3140371" y="2514600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4.box-2-3"/>
            <p:cNvSpPr/>
            <p:nvPr/>
          </p:nvSpPr>
          <p:spPr>
            <a:xfrm>
              <a:off x="3140371" y="2662428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4.box-3-1"/>
            <p:cNvSpPr/>
            <p:nvPr/>
          </p:nvSpPr>
          <p:spPr>
            <a:xfrm>
              <a:off x="3616029" y="2440686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6" name="node04.box-3-2"/>
            <p:cNvSpPr/>
            <p:nvPr/>
          </p:nvSpPr>
          <p:spPr>
            <a:xfrm>
              <a:off x="3616029" y="2588514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04.caption"/>
            <p:cNvSpPr/>
            <p:nvPr/>
          </p:nvSpPr>
          <p:spPr>
            <a:xfrm>
              <a:off x="2552700" y="30480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46 · Delivery team structure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7" name="node05"/>
          <p:cNvGrpSpPr/>
          <p:nvPr/>
        </p:nvGrpSpPr>
        <p:grpSpPr>
          <a:xfrm>
            <a:off x="4381500" y="2057400"/>
            <a:ext cx="1600200" cy="914400"/>
            <a:chOff x="4381500" y="2057400"/>
            <a:chExt cx="1600200" cy="914400"/>
          </a:xfrm>
        </p:grpSpPr>
        <p:sp>
          <p:nvSpPr>
            <p:cNvPr id="28" name="node05.page.fill"/>
            <p:cNvSpPr/>
            <p:nvPr/>
          </p:nvSpPr>
          <p:spPr>
            <a:xfrm>
              <a:off x="4381500" y="2057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node05.page.border"/>
            <p:cNvSpPr/>
            <p:nvPr/>
          </p:nvSpPr>
          <p:spPr>
            <a:xfrm>
              <a:off x="4381500" y="2057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0" name="node05.head"/>
            <p:cNvSpPr/>
            <p:nvPr/>
          </p:nvSpPr>
          <p:spPr>
            <a:xfrm>
              <a:off x="4493514" y="2169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5.line-1"/>
            <p:cNvSpPr/>
            <p:nvPr/>
          </p:nvSpPr>
          <p:spPr>
            <a:xfrm>
              <a:off x="4493514" y="2279142"/>
              <a:ext cx="1238555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2" name="node05.line-2"/>
            <p:cNvSpPr/>
            <p:nvPr/>
          </p:nvSpPr>
          <p:spPr>
            <a:xfrm>
              <a:off x="4493514" y="2361438"/>
              <a:ext cx="1032129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3" name="node05.line-3"/>
            <p:cNvSpPr/>
            <p:nvPr/>
          </p:nvSpPr>
          <p:spPr>
            <a:xfrm>
              <a:off x="4493514" y="2443734"/>
              <a:ext cx="1169746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4" name="node05.line-4"/>
            <p:cNvSpPr/>
            <p:nvPr/>
          </p:nvSpPr>
          <p:spPr>
            <a:xfrm>
              <a:off x="4493514" y="2526030"/>
              <a:ext cx="825703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5" name="node05.caption"/>
            <p:cNvSpPr/>
            <p:nvPr/>
          </p:nvSpPr>
          <p:spPr>
            <a:xfrm>
              <a:off x="4381500" y="3048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47 · Core team profiles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8" name="node06"/>
          <p:cNvGrpSpPr/>
          <p:nvPr/>
        </p:nvGrpSpPr>
        <p:grpSpPr>
          <a:xfrm>
            <a:off x="6210300" y="2057400"/>
            <a:ext cx="1600200" cy="914400"/>
            <a:chOff x="6210300" y="2057400"/>
            <a:chExt cx="1600200" cy="914400"/>
          </a:xfrm>
        </p:grpSpPr>
        <p:sp>
          <p:nvSpPr>
            <p:cNvPr id="36" name="node06.page.fill"/>
            <p:cNvSpPr/>
            <p:nvPr/>
          </p:nvSpPr>
          <p:spPr>
            <a:xfrm>
              <a:off x="6210300" y="2057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node06.page.border"/>
            <p:cNvSpPr/>
            <p:nvPr/>
          </p:nvSpPr>
          <p:spPr>
            <a:xfrm>
              <a:off x="6210300" y="2057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8" name="node06.head"/>
            <p:cNvSpPr/>
            <p:nvPr/>
          </p:nvSpPr>
          <p:spPr>
            <a:xfrm>
              <a:off x="6322314" y="2169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06.line-1"/>
            <p:cNvSpPr/>
            <p:nvPr/>
          </p:nvSpPr>
          <p:spPr>
            <a:xfrm>
              <a:off x="6322314" y="2279142"/>
              <a:ext cx="1238555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0" name="node06.line-2"/>
            <p:cNvSpPr/>
            <p:nvPr/>
          </p:nvSpPr>
          <p:spPr>
            <a:xfrm>
              <a:off x="6322314" y="2361438"/>
              <a:ext cx="1032129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1" name="node06.line-3"/>
            <p:cNvSpPr/>
            <p:nvPr/>
          </p:nvSpPr>
          <p:spPr>
            <a:xfrm>
              <a:off x="6322314" y="2443734"/>
              <a:ext cx="1169746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2" name="node06.line-4"/>
            <p:cNvSpPr/>
            <p:nvPr/>
          </p:nvSpPr>
          <p:spPr>
            <a:xfrm>
              <a:off x="6322314" y="2526030"/>
              <a:ext cx="825703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3" name="node06.caption"/>
            <p:cNvSpPr/>
            <p:nvPr/>
          </p:nvSpPr>
          <p:spPr>
            <a:xfrm>
              <a:off x="6210300" y="3048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48 · Specialist advisors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9" name="node07"/>
          <p:cNvGrpSpPr/>
          <p:nvPr/>
        </p:nvGrpSpPr>
        <p:grpSpPr>
          <a:xfrm>
            <a:off x="8039100" y="2057400"/>
            <a:ext cx="1600200" cy="914400"/>
            <a:chOff x="8039100" y="2057400"/>
            <a:chExt cx="1600200" cy="914400"/>
          </a:xfrm>
        </p:grpSpPr>
        <p:sp>
          <p:nvSpPr>
            <p:cNvPr id="44" name="node07.page.fill"/>
            <p:cNvSpPr/>
            <p:nvPr/>
          </p:nvSpPr>
          <p:spPr>
            <a:xfrm>
              <a:off x="8039100" y="2057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node07.page.border"/>
            <p:cNvSpPr/>
            <p:nvPr/>
          </p:nvSpPr>
          <p:spPr>
            <a:xfrm>
              <a:off x="8039100" y="2057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6" name="node07.head"/>
            <p:cNvSpPr/>
            <p:nvPr/>
          </p:nvSpPr>
          <p:spPr>
            <a:xfrm>
              <a:off x="8151114" y="2169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7.box-1-1"/>
            <p:cNvSpPr/>
            <p:nvPr/>
          </p:nvSpPr>
          <p:spPr>
            <a:xfrm>
              <a:off x="8151114" y="2440686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8" name="node07.box-1-2"/>
            <p:cNvSpPr/>
            <p:nvPr/>
          </p:nvSpPr>
          <p:spPr>
            <a:xfrm>
              <a:off x="8151114" y="2588514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9" name="node07.box-2-1"/>
            <p:cNvSpPr/>
            <p:nvPr/>
          </p:nvSpPr>
          <p:spPr>
            <a:xfrm>
              <a:off x="8626771" y="2366772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7.box-2-2"/>
            <p:cNvSpPr/>
            <p:nvPr/>
          </p:nvSpPr>
          <p:spPr>
            <a:xfrm>
              <a:off x="8626771" y="2514600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7.box-2-3"/>
            <p:cNvSpPr/>
            <p:nvPr/>
          </p:nvSpPr>
          <p:spPr>
            <a:xfrm>
              <a:off x="8626771" y="2662428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07.box-3-1"/>
            <p:cNvSpPr/>
            <p:nvPr/>
          </p:nvSpPr>
          <p:spPr>
            <a:xfrm>
              <a:off x="9102429" y="2440686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3" name="node07.box-3-2"/>
            <p:cNvSpPr/>
            <p:nvPr/>
          </p:nvSpPr>
          <p:spPr>
            <a:xfrm>
              <a:off x="9102429" y="2588514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4" name="node07.caption"/>
            <p:cNvSpPr/>
            <p:nvPr/>
          </p:nvSpPr>
          <p:spPr>
            <a:xfrm>
              <a:off x="8039100" y="3048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49 · Your team's role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0" name="node08"/>
          <p:cNvGrpSpPr/>
          <p:nvPr/>
        </p:nvGrpSpPr>
        <p:grpSpPr>
          <a:xfrm>
            <a:off x="9867900" y="2057400"/>
            <a:ext cx="1600200" cy="914400"/>
            <a:chOff x="9867900" y="2057400"/>
            <a:chExt cx="1600200" cy="914400"/>
          </a:xfrm>
        </p:grpSpPr>
        <p:sp>
          <p:nvSpPr>
            <p:cNvPr id="55" name="node08.page.fill"/>
            <p:cNvSpPr/>
            <p:nvPr/>
          </p:nvSpPr>
          <p:spPr>
            <a:xfrm>
              <a:off x="9867900" y="2057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8.page.border"/>
            <p:cNvSpPr/>
            <p:nvPr/>
          </p:nvSpPr>
          <p:spPr>
            <a:xfrm>
              <a:off x="9867900" y="2057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7" name="node08.head"/>
            <p:cNvSpPr/>
            <p:nvPr/>
          </p:nvSpPr>
          <p:spPr>
            <a:xfrm>
              <a:off x="9979914" y="2169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8" name="node08.row-1"/>
            <p:cNvSpPr/>
            <p:nvPr/>
          </p:nvSpPr>
          <p:spPr>
            <a:xfrm>
              <a:off x="9979914" y="2279142"/>
              <a:ext cx="1376172" cy="95809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59" name="node08.row-2"/>
            <p:cNvSpPr/>
            <p:nvPr/>
          </p:nvSpPr>
          <p:spPr>
            <a:xfrm>
              <a:off x="9979914" y="2400351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0" name="node08.row-3"/>
            <p:cNvSpPr/>
            <p:nvPr/>
          </p:nvSpPr>
          <p:spPr>
            <a:xfrm>
              <a:off x="9979914" y="2521560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1" name="node08.row-4"/>
            <p:cNvSpPr/>
            <p:nvPr/>
          </p:nvSpPr>
          <p:spPr>
            <a:xfrm>
              <a:off x="9979914" y="2642768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2" name="node08.row-5"/>
            <p:cNvSpPr/>
            <p:nvPr/>
          </p:nvSpPr>
          <p:spPr>
            <a:xfrm>
              <a:off x="9979914" y="2763977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3" name="node08.caption"/>
            <p:cNvSpPr/>
            <p:nvPr/>
          </p:nvSpPr>
          <p:spPr>
            <a:xfrm>
              <a:off x="9867900" y="3048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50 · Staffing by phase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1" name="node09"/>
          <p:cNvGrpSpPr/>
          <p:nvPr/>
        </p:nvGrpSpPr>
        <p:grpSpPr>
          <a:xfrm>
            <a:off x="723900" y="3886200"/>
            <a:ext cx="10744200" cy="228600"/>
            <a:chOff x="723900" y="3886200"/>
            <a:chExt cx="10744200" cy="228600"/>
          </a:xfrm>
        </p:grpSpPr>
        <p:sp>
          <p:nvSpPr>
            <p:cNvPr id="64" name="node09.label"/>
            <p:cNvSpPr/>
            <p:nvPr/>
          </p:nvSpPr>
          <p:spPr>
            <a:xfrm>
              <a:off x="723900" y="3886200"/>
              <a:ext cx="188518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05 COMMERCIALS · PAGES 51–56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5" name="node09.rule"/>
            <p:cNvSpPr/>
            <p:nvPr/>
          </p:nvSpPr>
          <p:spPr>
            <a:xfrm>
              <a:off x="2736081" y="3995738"/>
              <a:ext cx="8732019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6" name="node10"/>
          <p:cNvSpPr/>
          <p:nvPr/>
        </p:nvSpPr>
        <p:spPr>
          <a:xfrm>
            <a:off x="723900" y="4114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2" name="node11"/>
          <p:cNvGrpSpPr/>
          <p:nvPr/>
        </p:nvGrpSpPr>
        <p:grpSpPr>
          <a:xfrm>
            <a:off x="723900" y="4343400"/>
            <a:ext cx="1600200" cy="914400"/>
            <a:chOff x="723900" y="4343400"/>
            <a:chExt cx="1600200" cy="914400"/>
          </a:xfrm>
        </p:grpSpPr>
        <p:sp>
          <p:nvSpPr>
            <p:cNvPr id="67" name="node11.page.fill"/>
            <p:cNvSpPr/>
            <p:nvPr/>
          </p:nvSpPr>
          <p:spPr>
            <a:xfrm>
              <a:off x="723900" y="4343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11.page.border"/>
            <p:cNvSpPr/>
            <p:nvPr/>
          </p:nvSpPr>
          <p:spPr>
            <a:xfrm>
              <a:off x="723900" y="4343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9" name="node11.head"/>
            <p:cNvSpPr/>
            <p:nvPr/>
          </p:nvSpPr>
          <p:spPr>
            <a:xfrm>
              <a:off x="835914" y="4455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11.row-1"/>
            <p:cNvSpPr/>
            <p:nvPr/>
          </p:nvSpPr>
          <p:spPr>
            <a:xfrm>
              <a:off x="835914" y="4565142"/>
              <a:ext cx="1376172" cy="95809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71" name="node11.row-2"/>
            <p:cNvSpPr/>
            <p:nvPr/>
          </p:nvSpPr>
          <p:spPr>
            <a:xfrm>
              <a:off x="835914" y="4686351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2" name="node11.row-3"/>
            <p:cNvSpPr/>
            <p:nvPr/>
          </p:nvSpPr>
          <p:spPr>
            <a:xfrm>
              <a:off x="835914" y="4807560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3" name="node11.row-4"/>
            <p:cNvSpPr/>
            <p:nvPr/>
          </p:nvSpPr>
          <p:spPr>
            <a:xfrm>
              <a:off x="835914" y="4928768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4" name="node11.row-5"/>
            <p:cNvSpPr/>
            <p:nvPr/>
          </p:nvSpPr>
          <p:spPr>
            <a:xfrm>
              <a:off x="835914" y="5049977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5" name="node11.caption"/>
            <p:cNvSpPr/>
            <p:nvPr/>
          </p:nvSpPr>
          <p:spPr>
            <a:xfrm>
              <a:off x="723900" y="5334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51 · Fees by phase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3" name="node12"/>
          <p:cNvGrpSpPr/>
          <p:nvPr/>
        </p:nvGrpSpPr>
        <p:grpSpPr>
          <a:xfrm>
            <a:off x="2552700" y="4343400"/>
            <a:ext cx="1600200" cy="914400"/>
            <a:chOff x="2552700" y="4343400"/>
            <a:chExt cx="1600200" cy="914400"/>
          </a:xfrm>
        </p:grpSpPr>
        <p:sp>
          <p:nvSpPr>
            <p:cNvPr id="76" name="node12.page.fill"/>
            <p:cNvSpPr/>
            <p:nvPr/>
          </p:nvSpPr>
          <p:spPr>
            <a:xfrm>
              <a:off x="2552700" y="4343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node12.page.border"/>
            <p:cNvSpPr/>
            <p:nvPr/>
          </p:nvSpPr>
          <p:spPr>
            <a:xfrm>
              <a:off x="2552700" y="4343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78" name="node12.head"/>
            <p:cNvSpPr/>
            <p:nvPr/>
          </p:nvSpPr>
          <p:spPr>
            <a:xfrm>
              <a:off x="2664714" y="4455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9" name="node12.line-1"/>
            <p:cNvSpPr/>
            <p:nvPr/>
          </p:nvSpPr>
          <p:spPr>
            <a:xfrm>
              <a:off x="2664714" y="4565142"/>
              <a:ext cx="1238555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80" name="node12.line-2"/>
            <p:cNvSpPr/>
            <p:nvPr/>
          </p:nvSpPr>
          <p:spPr>
            <a:xfrm>
              <a:off x="2664714" y="4647438"/>
              <a:ext cx="1032129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81" name="node12.line-3"/>
            <p:cNvSpPr/>
            <p:nvPr/>
          </p:nvSpPr>
          <p:spPr>
            <a:xfrm>
              <a:off x="2664714" y="4729734"/>
              <a:ext cx="1169746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82" name="node12.line-4"/>
            <p:cNvSpPr/>
            <p:nvPr/>
          </p:nvSpPr>
          <p:spPr>
            <a:xfrm>
              <a:off x="2664714" y="4812030"/>
              <a:ext cx="825703" cy="36576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83" name="node12.caption"/>
            <p:cNvSpPr/>
            <p:nvPr/>
          </p:nvSpPr>
          <p:spPr>
            <a:xfrm>
              <a:off x="2552700" y="53340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52 · Assumptions and dependencies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4" name="node13"/>
          <p:cNvGrpSpPr/>
          <p:nvPr/>
        </p:nvGrpSpPr>
        <p:grpSpPr>
          <a:xfrm>
            <a:off x="4381500" y="4343400"/>
            <a:ext cx="1600200" cy="914400"/>
            <a:chOff x="4381500" y="4343400"/>
            <a:chExt cx="1600200" cy="914400"/>
          </a:xfrm>
        </p:grpSpPr>
        <p:sp>
          <p:nvSpPr>
            <p:cNvPr id="84" name="node13.page.fill"/>
            <p:cNvSpPr/>
            <p:nvPr/>
          </p:nvSpPr>
          <p:spPr>
            <a:xfrm>
              <a:off x="4381500" y="4343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node13.page.border"/>
            <p:cNvSpPr/>
            <p:nvPr/>
          </p:nvSpPr>
          <p:spPr>
            <a:xfrm>
              <a:off x="4381500" y="4343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86" name="node13.head"/>
            <p:cNvSpPr/>
            <p:nvPr/>
          </p:nvSpPr>
          <p:spPr>
            <a:xfrm>
              <a:off x="4493514" y="4455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7" name="node13.bar-1"/>
            <p:cNvSpPr/>
            <p:nvPr/>
          </p:nvSpPr>
          <p:spPr>
            <a:xfrm>
              <a:off x="4493514" y="4913528"/>
              <a:ext cx="244754" cy="23225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88" name="node13.bar-2"/>
            <p:cNvSpPr/>
            <p:nvPr/>
          </p:nvSpPr>
          <p:spPr>
            <a:xfrm>
              <a:off x="4776368" y="4768367"/>
              <a:ext cx="244754" cy="377419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89" name="node13.bar-3"/>
            <p:cNvSpPr/>
            <p:nvPr/>
          </p:nvSpPr>
          <p:spPr>
            <a:xfrm>
              <a:off x="5059223" y="4855464"/>
              <a:ext cx="244754" cy="290322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0" name="node13.bar-4"/>
            <p:cNvSpPr/>
            <p:nvPr/>
          </p:nvSpPr>
          <p:spPr>
            <a:xfrm>
              <a:off x="5342077" y="4652239"/>
              <a:ext cx="244754" cy="493547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1" name="node13.bar-5"/>
            <p:cNvSpPr/>
            <p:nvPr/>
          </p:nvSpPr>
          <p:spPr>
            <a:xfrm>
              <a:off x="5624932" y="4739335"/>
              <a:ext cx="244754" cy="406451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2" name="node13.caption"/>
            <p:cNvSpPr/>
            <p:nvPr/>
          </p:nvSpPr>
          <p:spPr>
            <a:xfrm>
              <a:off x="4381500" y="5334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53 · Business case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5" name="node14"/>
          <p:cNvGrpSpPr/>
          <p:nvPr/>
        </p:nvGrpSpPr>
        <p:grpSpPr>
          <a:xfrm>
            <a:off x="6210300" y="4343400"/>
            <a:ext cx="1600200" cy="914400"/>
            <a:chOff x="6210300" y="4343400"/>
            <a:chExt cx="1600200" cy="914400"/>
          </a:xfrm>
        </p:grpSpPr>
        <p:sp>
          <p:nvSpPr>
            <p:cNvPr id="93" name="node14.page.fill"/>
            <p:cNvSpPr/>
            <p:nvPr/>
          </p:nvSpPr>
          <p:spPr>
            <a:xfrm>
              <a:off x="6210300" y="4343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14.page.border"/>
            <p:cNvSpPr/>
            <p:nvPr/>
          </p:nvSpPr>
          <p:spPr>
            <a:xfrm>
              <a:off x="6210300" y="4343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95" name="node14.head"/>
            <p:cNvSpPr/>
            <p:nvPr/>
          </p:nvSpPr>
          <p:spPr>
            <a:xfrm>
              <a:off x="6322314" y="4455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6" name="node14.bar-1"/>
            <p:cNvSpPr/>
            <p:nvPr/>
          </p:nvSpPr>
          <p:spPr>
            <a:xfrm>
              <a:off x="6322314" y="4913528"/>
              <a:ext cx="244754" cy="23225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7" name="node14.bar-2"/>
            <p:cNvSpPr/>
            <p:nvPr/>
          </p:nvSpPr>
          <p:spPr>
            <a:xfrm>
              <a:off x="6605168" y="4768367"/>
              <a:ext cx="244754" cy="377419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8" name="node14.bar-3"/>
            <p:cNvSpPr/>
            <p:nvPr/>
          </p:nvSpPr>
          <p:spPr>
            <a:xfrm>
              <a:off x="6888023" y="4855464"/>
              <a:ext cx="244754" cy="290322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9" name="node14.bar-4"/>
            <p:cNvSpPr/>
            <p:nvPr/>
          </p:nvSpPr>
          <p:spPr>
            <a:xfrm>
              <a:off x="7170877" y="4652239"/>
              <a:ext cx="244754" cy="493547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0" name="node14.bar-5"/>
            <p:cNvSpPr/>
            <p:nvPr/>
          </p:nvSpPr>
          <p:spPr>
            <a:xfrm>
              <a:off x="7453732" y="4739335"/>
              <a:ext cx="244754" cy="406451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01" name="node14.caption"/>
            <p:cNvSpPr/>
            <p:nvPr/>
          </p:nvSpPr>
          <p:spPr>
            <a:xfrm>
              <a:off x="6210300" y="53340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54 · Payback and sensitivity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6" name="node15"/>
          <p:cNvGrpSpPr/>
          <p:nvPr/>
        </p:nvGrpSpPr>
        <p:grpSpPr>
          <a:xfrm>
            <a:off x="8039100" y="4343400"/>
            <a:ext cx="1600200" cy="914400"/>
            <a:chOff x="8039100" y="4343400"/>
            <a:chExt cx="1600200" cy="914400"/>
          </a:xfrm>
        </p:grpSpPr>
        <p:sp>
          <p:nvSpPr>
            <p:cNvPr id="102" name="node15.page.fill"/>
            <p:cNvSpPr/>
            <p:nvPr/>
          </p:nvSpPr>
          <p:spPr>
            <a:xfrm>
              <a:off x="8039100" y="4343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node15.page.border"/>
            <p:cNvSpPr/>
            <p:nvPr/>
          </p:nvSpPr>
          <p:spPr>
            <a:xfrm>
              <a:off x="8039100" y="4343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104" name="node15.head"/>
            <p:cNvSpPr/>
            <p:nvPr/>
          </p:nvSpPr>
          <p:spPr>
            <a:xfrm>
              <a:off x="8151114" y="4455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5" name="node15.row-1"/>
            <p:cNvSpPr/>
            <p:nvPr/>
          </p:nvSpPr>
          <p:spPr>
            <a:xfrm>
              <a:off x="8151114" y="4565142"/>
              <a:ext cx="1376172" cy="95809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06" name="node15.row-2"/>
            <p:cNvSpPr/>
            <p:nvPr/>
          </p:nvSpPr>
          <p:spPr>
            <a:xfrm>
              <a:off x="8151114" y="4686351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7" name="node15.row-3"/>
            <p:cNvSpPr/>
            <p:nvPr/>
          </p:nvSpPr>
          <p:spPr>
            <a:xfrm>
              <a:off x="8151114" y="4807560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8" name="node15.row-4"/>
            <p:cNvSpPr/>
            <p:nvPr/>
          </p:nvSpPr>
          <p:spPr>
            <a:xfrm>
              <a:off x="8151114" y="4928768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9" name="node15.row-5"/>
            <p:cNvSpPr/>
            <p:nvPr/>
          </p:nvSpPr>
          <p:spPr>
            <a:xfrm>
              <a:off x="8151114" y="5049977"/>
              <a:ext cx="1376172" cy="95809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10" name="node15.caption"/>
            <p:cNvSpPr/>
            <p:nvPr/>
          </p:nvSpPr>
          <p:spPr>
            <a:xfrm>
              <a:off x="8039100" y="5334000"/>
              <a:ext cx="1600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55 · Commercial terms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7" name="node16"/>
          <p:cNvGrpSpPr/>
          <p:nvPr/>
        </p:nvGrpSpPr>
        <p:grpSpPr>
          <a:xfrm>
            <a:off x="9867900" y="4343400"/>
            <a:ext cx="1600200" cy="914400"/>
            <a:chOff x="9867900" y="4343400"/>
            <a:chExt cx="1600200" cy="914400"/>
          </a:xfrm>
        </p:grpSpPr>
        <p:sp>
          <p:nvSpPr>
            <p:cNvPr id="111" name="node16.page.fill"/>
            <p:cNvSpPr/>
            <p:nvPr/>
          </p:nvSpPr>
          <p:spPr>
            <a:xfrm>
              <a:off x="9867900" y="4343400"/>
              <a:ext cx="1600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node16.page.border"/>
            <p:cNvSpPr/>
            <p:nvPr/>
          </p:nvSpPr>
          <p:spPr>
            <a:xfrm>
              <a:off x="9867900" y="4343400"/>
              <a:ext cx="1600200" cy="9144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113" name="node16.head"/>
            <p:cNvSpPr/>
            <p:nvPr/>
          </p:nvSpPr>
          <p:spPr>
            <a:xfrm>
              <a:off x="9979914" y="4455414"/>
              <a:ext cx="756895" cy="6400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4" name="node16.box-1-1"/>
            <p:cNvSpPr/>
            <p:nvPr/>
          </p:nvSpPr>
          <p:spPr>
            <a:xfrm>
              <a:off x="9979914" y="4726686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15" name="node16.box-1-2"/>
            <p:cNvSpPr/>
            <p:nvPr/>
          </p:nvSpPr>
          <p:spPr>
            <a:xfrm>
              <a:off x="9979914" y="4874514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16" name="node16.box-2-1"/>
            <p:cNvSpPr/>
            <p:nvPr/>
          </p:nvSpPr>
          <p:spPr>
            <a:xfrm>
              <a:off x="10455571" y="4652772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7" name="node16.box-2-2"/>
            <p:cNvSpPr/>
            <p:nvPr/>
          </p:nvSpPr>
          <p:spPr>
            <a:xfrm>
              <a:off x="10455571" y="4800600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8" name="node16.box-2-3"/>
            <p:cNvSpPr/>
            <p:nvPr/>
          </p:nvSpPr>
          <p:spPr>
            <a:xfrm>
              <a:off x="10455571" y="4948428"/>
              <a:ext cx="424857" cy="109728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9" name="node16.box-3-1"/>
            <p:cNvSpPr/>
            <p:nvPr/>
          </p:nvSpPr>
          <p:spPr>
            <a:xfrm>
              <a:off x="10931229" y="4726686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20" name="node16.box-3-2"/>
            <p:cNvSpPr/>
            <p:nvPr/>
          </p:nvSpPr>
          <p:spPr>
            <a:xfrm>
              <a:off x="10931229" y="4874514"/>
              <a:ext cx="424857" cy="109728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21" name="node16.caption"/>
            <p:cNvSpPr/>
            <p:nvPr/>
          </p:nvSpPr>
          <p:spPr>
            <a:xfrm>
              <a:off x="9867900" y="53340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56 · Next steps and timeline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8" name="wm.library-stamp"/>
          <p:cNvGrpSpPr/>
          <p:nvPr/>
        </p:nvGrpSpPr>
        <p:grpSpPr>
          <a:xfrm>
            <a:off x="10537332" y="419100"/>
            <a:ext cx="930768" cy="228600"/>
            <a:chOff x="10537332" y="419100"/>
            <a:chExt cx="930768" cy="228600"/>
          </a:xfrm>
        </p:grpSpPr>
        <p:sp>
          <p:nvSpPr>
            <p:cNvPr id="122" name="wm.library-stamp.outline"/>
            <p:cNvSpPr/>
            <p:nvPr/>
          </p:nvSpPr>
          <p:spPr>
            <a:xfrm>
              <a:off x="10537332" y="419100"/>
              <a:ext cx="930768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3" name="wm.library-stamp.text"/>
            <p:cNvSpPr/>
            <p:nvPr/>
          </p:nvSpPr>
          <p:spPr>
            <a:xfrm>
              <a:off x="10613532" y="457200"/>
              <a:ext cx="778368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PAGES 45–56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SLIDE INDEX WITH TYPE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slide with its type and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0" name="node01"/>
          <p:cNvGrpSpPr/>
          <p:nvPr/>
        </p:nvGrpSpPr>
        <p:grpSpPr>
          <a:xfrm>
            <a:off x="723900" y="1600200"/>
            <a:ext cx="10744200" cy="4241800"/>
            <a:chOff x="723900" y="1600200"/>
            <a:chExt cx="10744200" cy="42418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8288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914400"/>
                  <a:gridCol w="5715000"/>
                  <a:gridCol w="2362200"/>
                  <a:gridCol w="1371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SLIDE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TITLE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TYPE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PAGE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Executive summary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SUMMARY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we heard from your leaders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INSIGHT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Northfield at a glance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CONTEXT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Goals for the next 24 months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GOALS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The close cycle today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DIAGNOSTIC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Pain points by entity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TABLE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Where the days go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CHART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Root causes behind the delay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DIAGNOSTIC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Constraints we will design around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CONSTRAINTS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success looks like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OUTCOMES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Guiding principles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PRINCIPLES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Our approach in three waves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PLAN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1: stabilize the close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PLAN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2: standardize entities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PLAN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3: automate and sustain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PLAN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Integrated timeline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TIMELINE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ty.outline"/>
            <p:cNvSpPr/>
            <p:nvPr/>
          </p:nvSpPr>
          <p:spPr>
            <a:xfrm>
              <a:off x="7886700" y="22288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2.ty.outline"/>
            <p:cNvSpPr/>
            <p:nvPr/>
          </p:nvSpPr>
          <p:spPr>
            <a:xfrm>
              <a:off x="7886700" y="24574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3.ty.outline"/>
            <p:cNvSpPr/>
            <p:nvPr/>
          </p:nvSpPr>
          <p:spPr>
            <a:xfrm>
              <a:off x="7886700" y="26860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4.ty.outline"/>
            <p:cNvSpPr/>
            <p:nvPr/>
          </p:nvSpPr>
          <p:spPr>
            <a:xfrm>
              <a:off x="7886700" y="29146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5.ty.outline"/>
            <p:cNvSpPr/>
            <p:nvPr/>
          </p:nvSpPr>
          <p:spPr>
            <a:xfrm>
              <a:off x="7886700" y="31432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6.ty.outline"/>
            <p:cNvSpPr/>
            <p:nvPr/>
          </p:nvSpPr>
          <p:spPr>
            <a:xfrm>
              <a:off x="7886700" y="33718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7.ty.outline"/>
            <p:cNvSpPr/>
            <p:nvPr/>
          </p:nvSpPr>
          <p:spPr>
            <a:xfrm>
              <a:off x="7886700" y="36004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8.ty.outline"/>
            <p:cNvSpPr/>
            <p:nvPr/>
          </p:nvSpPr>
          <p:spPr>
            <a:xfrm>
              <a:off x="7886700" y="38290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9.ty.outline"/>
            <p:cNvSpPr/>
            <p:nvPr/>
          </p:nvSpPr>
          <p:spPr>
            <a:xfrm>
              <a:off x="7886700" y="4057650"/>
              <a:ext cx="85762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10.ty.outline"/>
            <p:cNvSpPr/>
            <p:nvPr/>
          </p:nvSpPr>
          <p:spPr>
            <a:xfrm>
              <a:off x="7886700" y="42862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11.ty.outline"/>
            <p:cNvSpPr/>
            <p:nvPr/>
          </p:nvSpPr>
          <p:spPr>
            <a:xfrm>
              <a:off x="7886700" y="45148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12.ty.outline"/>
            <p:cNvSpPr/>
            <p:nvPr/>
          </p:nvSpPr>
          <p:spPr>
            <a:xfrm>
              <a:off x="7886700" y="47434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13.ty.outline"/>
            <p:cNvSpPr/>
            <p:nvPr/>
          </p:nvSpPr>
          <p:spPr>
            <a:xfrm>
              <a:off x="7886700" y="49720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14.ty.outline"/>
            <p:cNvSpPr/>
            <p:nvPr/>
          </p:nvSpPr>
          <p:spPr>
            <a:xfrm>
              <a:off x="7886700" y="52006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15.ty.outline"/>
            <p:cNvSpPr/>
            <p:nvPr/>
          </p:nvSpPr>
          <p:spPr>
            <a:xfrm>
              <a:off x="7886700" y="54292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16.ty.outline"/>
            <p:cNvSpPr/>
            <p:nvPr/>
          </p:nvSpPr>
          <p:spPr>
            <a:xfrm>
              <a:off x="7886700" y="56578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-group.source-001.fill"/>
            <p:cNvSpPr/>
            <p:nvPr/>
          </p:nvSpPr>
          <p:spPr>
            <a:xfrm>
              <a:off x="723900" y="2203450"/>
              <a:ext cx="304800" cy="2247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1.row-group.source-001.label"/>
            <p:cNvSpPr/>
            <p:nvPr/>
          </p:nvSpPr>
          <p:spPr>
            <a:xfrm rot="-5400000">
              <a:off x="-247650" y="3257550"/>
              <a:ext cx="2247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UNDERSTANDING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row-group.source-002.fill"/>
            <p:cNvSpPr/>
            <p:nvPr/>
          </p:nvSpPr>
          <p:spPr>
            <a:xfrm>
              <a:off x="723900" y="4489450"/>
              <a:ext cx="304800" cy="13335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6" name="node01.row-group.source-002.label"/>
            <p:cNvSpPr/>
            <p:nvPr/>
          </p:nvSpPr>
          <p:spPr>
            <a:xfrm rot="-5400000">
              <a:off x="209550" y="5086350"/>
              <a:ext cx="1333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APPROACH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continued"/>
            <p:cNvSpPr/>
            <p:nvPr/>
          </p:nvSpPr>
          <p:spPr>
            <a:xfrm>
              <a:off x="1104900" y="1600200"/>
              <a:ext cx="10363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SLIDES 5–20 OF 76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1" name="wm.library-stamp"/>
          <p:cNvGrpSpPr/>
          <p:nvPr/>
        </p:nvGrpSpPr>
        <p:grpSpPr>
          <a:xfrm>
            <a:off x="10468880" y="419100"/>
            <a:ext cx="999220" cy="228600"/>
            <a:chOff x="10468880" y="419100"/>
            <a:chExt cx="999220" cy="228600"/>
          </a:xfrm>
        </p:grpSpPr>
        <p:sp>
          <p:nvSpPr>
            <p:cNvPr id="28" name="wm.library-stamp.outline"/>
            <p:cNvSpPr/>
            <p:nvPr/>
          </p:nvSpPr>
          <p:spPr>
            <a:xfrm>
              <a:off x="10468880" y="419100"/>
              <a:ext cx="999220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wm.library-stamp.text"/>
            <p:cNvSpPr/>
            <p:nvPr/>
          </p:nvSpPr>
          <p:spPr>
            <a:xfrm>
              <a:off x="10545080" y="457200"/>
              <a:ext cx="84682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INDEX 1 OF 5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845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SLIDE INDEX WITH TYPE · CONTINUED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slide with its type and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0" name="node01"/>
          <p:cNvGrpSpPr/>
          <p:nvPr/>
        </p:nvGrpSpPr>
        <p:grpSpPr>
          <a:xfrm>
            <a:off x="723900" y="1600200"/>
            <a:ext cx="10744200" cy="4241800"/>
            <a:chOff x="723900" y="1600200"/>
            <a:chExt cx="10744200" cy="42418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8288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914400"/>
                  <a:gridCol w="5715000"/>
                  <a:gridCol w="2362200"/>
                  <a:gridCol w="1371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SLIDE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TITLE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TYPE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PAGE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Governance and cadence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GOVERNANCE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 rights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DECISION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Risks and mitigations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RISK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How we work with your team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APPROACH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Change and adoption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CHANGE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Quality and controls approach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CONTROLS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operating model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MODEL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Process redesign overview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PROCESS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Reconciliation redesign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PROCESS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Intercompany simplification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PROCESS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Journal entry workflow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PROCESS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calendar: day by day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TIMELINE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Systems landscape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ARCHITECTURE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Automation opportunities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TABLE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Tooling options compared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COMPARISON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28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Recommended architecture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ARCHITECTURE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ty.outline"/>
            <p:cNvSpPr/>
            <p:nvPr/>
          </p:nvSpPr>
          <p:spPr>
            <a:xfrm>
              <a:off x="7886700" y="22288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2.ty.outline"/>
            <p:cNvSpPr/>
            <p:nvPr/>
          </p:nvSpPr>
          <p:spPr>
            <a:xfrm>
              <a:off x="7886700" y="24574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3.ty.outline"/>
            <p:cNvSpPr/>
            <p:nvPr/>
          </p:nvSpPr>
          <p:spPr>
            <a:xfrm>
              <a:off x="7886700" y="26860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4.ty.outline"/>
            <p:cNvSpPr/>
            <p:nvPr/>
          </p:nvSpPr>
          <p:spPr>
            <a:xfrm>
              <a:off x="7886700" y="29146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5.ty.outline"/>
            <p:cNvSpPr/>
            <p:nvPr/>
          </p:nvSpPr>
          <p:spPr>
            <a:xfrm>
              <a:off x="7886700" y="31432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6.ty.outline"/>
            <p:cNvSpPr/>
            <p:nvPr/>
          </p:nvSpPr>
          <p:spPr>
            <a:xfrm>
              <a:off x="7886700" y="33718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7.ty.outline"/>
            <p:cNvSpPr/>
            <p:nvPr/>
          </p:nvSpPr>
          <p:spPr>
            <a:xfrm>
              <a:off x="7886700" y="36004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8.ty.outline"/>
            <p:cNvSpPr/>
            <p:nvPr/>
          </p:nvSpPr>
          <p:spPr>
            <a:xfrm>
              <a:off x="7886700" y="38290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9.ty.outline"/>
            <p:cNvSpPr/>
            <p:nvPr/>
          </p:nvSpPr>
          <p:spPr>
            <a:xfrm>
              <a:off x="7886700" y="40576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10.ty.outline"/>
            <p:cNvSpPr/>
            <p:nvPr/>
          </p:nvSpPr>
          <p:spPr>
            <a:xfrm>
              <a:off x="7886700" y="42862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11.ty.outline"/>
            <p:cNvSpPr/>
            <p:nvPr/>
          </p:nvSpPr>
          <p:spPr>
            <a:xfrm>
              <a:off x="7886700" y="45148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12.ty.outline"/>
            <p:cNvSpPr/>
            <p:nvPr/>
          </p:nvSpPr>
          <p:spPr>
            <a:xfrm>
              <a:off x="7886700" y="47434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13.ty.outline"/>
            <p:cNvSpPr/>
            <p:nvPr/>
          </p:nvSpPr>
          <p:spPr>
            <a:xfrm>
              <a:off x="7886700" y="4972050"/>
              <a:ext cx="924049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14.ty.outline"/>
            <p:cNvSpPr/>
            <p:nvPr/>
          </p:nvSpPr>
          <p:spPr>
            <a:xfrm>
              <a:off x="7886700" y="52006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15.ty.outline"/>
            <p:cNvSpPr/>
            <p:nvPr/>
          </p:nvSpPr>
          <p:spPr>
            <a:xfrm>
              <a:off x="7886700" y="54292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16.ty.outline"/>
            <p:cNvSpPr/>
            <p:nvPr/>
          </p:nvSpPr>
          <p:spPr>
            <a:xfrm>
              <a:off x="7886700" y="5657850"/>
              <a:ext cx="924049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-group.source-001.fill"/>
            <p:cNvSpPr/>
            <p:nvPr/>
          </p:nvSpPr>
          <p:spPr>
            <a:xfrm>
              <a:off x="723900" y="2203450"/>
              <a:ext cx="304800" cy="1333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1.row-group.source-001.label"/>
            <p:cNvSpPr/>
            <p:nvPr/>
          </p:nvSpPr>
          <p:spPr>
            <a:xfrm rot="-5400000">
              <a:off x="209550" y="2800350"/>
              <a:ext cx="1333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APPROACH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row-group.source-002.fill"/>
            <p:cNvSpPr/>
            <p:nvPr/>
          </p:nvSpPr>
          <p:spPr>
            <a:xfrm>
              <a:off x="723900" y="3575050"/>
              <a:ext cx="304800" cy="2247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6" name="node01.row-group.source-002.label"/>
            <p:cNvSpPr/>
            <p:nvPr/>
          </p:nvSpPr>
          <p:spPr>
            <a:xfrm rot="-5400000">
              <a:off x="-247650" y="4629150"/>
              <a:ext cx="2247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SOLUTION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continued"/>
            <p:cNvSpPr/>
            <p:nvPr/>
          </p:nvSpPr>
          <p:spPr>
            <a:xfrm>
              <a:off x="1104900" y="1600200"/>
              <a:ext cx="10363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CONTINUED · SLIDES 21–36 OF 76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1" name="wm.library-stamp"/>
          <p:cNvGrpSpPr/>
          <p:nvPr/>
        </p:nvGrpSpPr>
        <p:grpSpPr>
          <a:xfrm>
            <a:off x="10468880" y="419100"/>
            <a:ext cx="999220" cy="228600"/>
            <a:chOff x="10468880" y="419100"/>
            <a:chExt cx="999220" cy="228600"/>
          </a:xfrm>
        </p:grpSpPr>
        <p:sp>
          <p:nvSpPr>
            <p:cNvPr id="28" name="wm.library-stamp.outline"/>
            <p:cNvSpPr/>
            <p:nvPr/>
          </p:nvSpPr>
          <p:spPr>
            <a:xfrm>
              <a:off x="10468880" y="419100"/>
              <a:ext cx="999220" cy="2286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wm.library-stamp.text"/>
            <p:cNvSpPr/>
            <p:nvPr/>
          </p:nvSpPr>
          <p:spPr>
            <a:xfrm>
              <a:off x="10545080" y="457200"/>
              <a:ext cx="84682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800" spc="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INDEX 2 OF 5</a:t>
              </a:r>
              <a:endPara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TOPIC INDEX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Find any topic, A to Z, by page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63" name="node01"/>
          <p:cNvGrpSpPr/>
          <p:nvPr/>
        </p:nvGrpSpPr>
        <p:grpSpPr>
          <a:xfrm>
            <a:off x="723900" y="1600200"/>
            <a:ext cx="3429000" cy="3568700"/>
            <a:chOff x="723900" y="1600200"/>
            <a:chExt cx="3429000" cy="3568700"/>
          </a:xfrm>
        </p:grpSpPr>
        <p:sp>
          <p:nvSpPr>
            <p:cNvPr id="6" name="node01.item.source-001.number"/>
            <p:cNvSpPr/>
            <p:nvPr/>
          </p:nvSpPr>
          <p:spPr>
            <a:xfrm>
              <a:off x="723900" y="16002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A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item.source-001.text"/>
            <p:cNvSpPr/>
            <p:nvPr/>
          </p:nvSpPr>
          <p:spPr>
            <a:xfrm>
              <a:off x="1066800" y="1600200"/>
              <a:ext cx="9283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Adoption plan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" name="node01.item.source-001.page"/>
            <p:cNvSpPr/>
            <p:nvPr/>
          </p:nvSpPr>
          <p:spPr>
            <a:xfrm>
              <a:off x="3622675" y="16002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25, 41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item.source-001.leader"/>
            <p:cNvSpPr/>
            <p:nvPr/>
          </p:nvSpPr>
          <p:spPr>
            <a:xfrm>
              <a:off x="2108200" y="1739900"/>
              <a:ext cx="1400175" cy="0"/>
            </a:xfrm>
            <a:custGeom>
              <a:avLst/>
              <a:gdLst/>
              <a:ahLst/>
              <a:cxnLst/>
              <a:rect l="l" t="t" r="r" b="b"/>
              <a:pathLst>
                <a:path w="1400175">
                  <a:moveTo>
                    <a:pt x="0" y="0"/>
                  </a:moveTo>
                  <a:lnTo>
                    <a:pt x="14001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" name="node01.item.source-002.text"/>
            <p:cNvSpPr/>
            <p:nvPr/>
          </p:nvSpPr>
          <p:spPr>
            <a:xfrm>
              <a:off x="1066800" y="1841500"/>
              <a:ext cx="108394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Approach waves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item.source-002.page"/>
            <p:cNvSpPr/>
            <p:nvPr/>
          </p:nvSpPr>
          <p:spPr>
            <a:xfrm>
              <a:off x="3706813" y="1841500"/>
              <a:ext cx="4460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16–19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item.source-002.leader"/>
            <p:cNvSpPr/>
            <p:nvPr/>
          </p:nvSpPr>
          <p:spPr>
            <a:xfrm>
              <a:off x="2263775" y="1981200"/>
              <a:ext cx="1328738" cy="0"/>
            </a:xfrm>
            <a:custGeom>
              <a:avLst/>
              <a:gdLst/>
              <a:ahLst/>
              <a:cxnLst/>
              <a:rect l="l" t="t" r="r" b="b"/>
              <a:pathLst>
                <a:path w="1328738">
                  <a:moveTo>
                    <a:pt x="0" y="0"/>
                  </a:moveTo>
                  <a:lnTo>
                    <a:pt x="13287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" name="node01.item.source-003.text"/>
            <p:cNvSpPr/>
            <p:nvPr/>
          </p:nvSpPr>
          <p:spPr>
            <a:xfrm>
              <a:off x="1066800" y="2082800"/>
              <a:ext cx="102838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Audit readiness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item.source-003.page"/>
            <p:cNvSpPr/>
            <p:nvPr/>
          </p:nvSpPr>
          <p:spPr>
            <a:xfrm>
              <a:off x="3622675" y="20828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40, 71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item.source-003.leader"/>
            <p:cNvSpPr/>
            <p:nvPr/>
          </p:nvSpPr>
          <p:spPr>
            <a:xfrm>
              <a:off x="2208213" y="2222500"/>
              <a:ext cx="1300163" cy="0"/>
            </a:xfrm>
            <a:custGeom>
              <a:avLst/>
              <a:gdLst/>
              <a:ahLst/>
              <a:cxnLst/>
              <a:rect l="l" t="t" r="r" b="b"/>
              <a:pathLst>
                <a:path w="1300163">
                  <a:moveTo>
                    <a:pt x="0" y="0"/>
                  </a:moveTo>
                  <a:lnTo>
                    <a:pt x="13001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6" name="node01.item.source-004.text"/>
            <p:cNvSpPr/>
            <p:nvPr/>
          </p:nvSpPr>
          <p:spPr>
            <a:xfrm>
              <a:off x="1066800" y="2324100"/>
              <a:ext cx="78549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Automation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item.source-004.page"/>
            <p:cNvSpPr/>
            <p:nvPr/>
          </p:nvSpPr>
          <p:spPr>
            <a:xfrm>
              <a:off x="3286125" y="2324100"/>
              <a:ext cx="8667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19, 34, 36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item.source-004.leader"/>
            <p:cNvSpPr/>
            <p:nvPr/>
          </p:nvSpPr>
          <p:spPr>
            <a:xfrm>
              <a:off x="1965325" y="2463800"/>
              <a:ext cx="1206500" cy="0"/>
            </a:xfrm>
            <a:custGeom>
              <a:avLst/>
              <a:gdLst/>
              <a:ahLst/>
              <a:cxnLst/>
              <a:rect l="l" t="t" r="r" b="b"/>
              <a:pathLst>
                <a:path w="1206500">
                  <a:moveTo>
                    <a:pt x="0" y="0"/>
                  </a:moveTo>
                  <a:lnTo>
                    <a:pt x="12065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9" name="node01.item.source-005.number"/>
            <p:cNvSpPr/>
            <p:nvPr/>
          </p:nvSpPr>
          <p:spPr>
            <a:xfrm>
              <a:off x="723900" y="2565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B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item.source-005.text"/>
            <p:cNvSpPr/>
            <p:nvPr/>
          </p:nvSpPr>
          <p:spPr>
            <a:xfrm>
              <a:off x="1066800" y="2565400"/>
              <a:ext cx="110934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Benefits tracking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1.item.source-005.page"/>
            <p:cNvSpPr/>
            <p:nvPr/>
          </p:nvSpPr>
          <p:spPr>
            <a:xfrm>
              <a:off x="3622675" y="25654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44, 53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item.source-005.leader"/>
            <p:cNvSpPr/>
            <p:nvPr/>
          </p:nvSpPr>
          <p:spPr>
            <a:xfrm>
              <a:off x="2289175" y="2705100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3" name="node01.item.source-006.text"/>
            <p:cNvSpPr/>
            <p:nvPr/>
          </p:nvSpPr>
          <p:spPr>
            <a:xfrm>
              <a:off x="1066800" y="2806700"/>
              <a:ext cx="939482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case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1.item.source-006.page"/>
            <p:cNvSpPr/>
            <p:nvPr/>
          </p:nvSpPr>
          <p:spPr>
            <a:xfrm>
              <a:off x="3706813" y="2806700"/>
              <a:ext cx="4460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53–54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item.source-006.leader"/>
            <p:cNvSpPr/>
            <p:nvPr/>
          </p:nvSpPr>
          <p:spPr>
            <a:xfrm>
              <a:off x="2119313" y="2946400"/>
              <a:ext cx="1473200" cy="0"/>
            </a:xfrm>
            <a:custGeom>
              <a:avLst/>
              <a:gdLst/>
              <a:ahLst/>
              <a:cxnLst/>
              <a:rect l="l" t="t" r="r" b="b"/>
              <a:pathLst>
                <a:path w="1473200">
                  <a:moveTo>
                    <a:pt x="0" y="0"/>
                  </a:moveTo>
                  <a:lnTo>
                    <a:pt x="14732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6" name="node01.item.source-007.number"/>
            <p:cNvSpPr/>
            <p:nvPr/>
          </p:nvSpPr>
          <p:spPr>
            <a:xfrm>
              <a:off x="723900" y="30480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C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item.source-007.text"/>
            <p:cNvSpPr/>
            <p:nvPr/>
          </p:nvSpPr>
          <p:spPr>
            <a:xfrm>
              <a:off x="1066800" y="3048000"/>
              <a:ext cx="84899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Case studies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item.source-007.page"/>
            <p:cNvSpPr/>
            <p:nvPr/>
          </p:nvSpPr>
          <p:spPr>
            <a:xfrm>
              <a:off x="3622675" y="30480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58, 76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item.source-007.leader"/>
            <p:cNvSpPr/>
            <p:nvPr/>
          </p:nvSpPr>
          <p:spPr>
            <a:xfrm>
              <a:off x="2028825" y="3187700"/>
              <a:ext cx="1479550" cy="0"/>
            </a:xfrm>
            <a:custGeom>
              <a:avLst/>
              <a:gdLst/>
              <a:ahLst/>
              <a:cxnLst/>
              <a:rect l="l" t="t" r="r" b="b"/>
              <a:pathLst>
                <a:path w="1479550">
                  <a:moveTo>
                    <a:pt x="0" y="0"/>
                  </a:moveTo>
                  <a:lnTo>
                    <a:pt x="14795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0" name="node01.item.source-008.text"/>
            <p:cNvSpPr/>
            <p:nvPr/>
          </p:nvSpPr>
          <p:spPr>
            <a:xfrm>
              <a:off x="1066800" y="3289300"/>
              <a:ext cx="98710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Change impact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1.item.source-008.page"/>
            <p:cNvSpPr/>
            <p:nvPr/>
          </p:nvSpPr>
          <p:spPr>
            <a:xfrm>
              <a:off x="3622675" y="32893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25, 39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item.source-008.leader"/>
            <p:cNvSpPr/>
            <p:nvPr/>
          </p:nvSpPr>
          <p:spPr>
            <a:xfrm>
              <a:off x="2166938" y="3429000"/>
              <a:ext cx="1341438" cy="0"/>
            </a:xfrm>
            <a:custGeom>
              <a:avLst/>
              <a:gdLst/>
              <a:ahLst/>
              <a:cxnLst/>
              <a:rect l="l" t="t" r="r" b="b"/>
              <a:pathLst>
                <a:path w="1341438">
                  <a:moveTo>
                    <a:pt x="0" y="0"/>
                  </a:moveTo>
                  <a:lnTo>
                    <a:pt x="13414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3" name="node01.item.source-009.text"/>
            <p:cNvSpPr/>
            <p:nvPr/>
          </p:nvSpPr>
          <p:spPr>
            <a:xfrm>
              <a:off x="1066800" y="3530600"/>
              <a:ext cx="977582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Close calendar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1.item.source-009.page"/>
            <p:cNvSpPr/>
            <p:nvPr/>
          </p:nvSpPr>
          <p:spPr>
            <a:xfrm>
              <a:off x="3370263" y="3530600"/>
              <a:ext cx="7826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9, 32, 66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5" name="node01.item.source-009.leader"/>
            <p:cNvSpPr/>
            <p:nvPr/>
          </p:nvSpPr>
          <p:spPr>
            <a:xfrm>
              <a:off x="2157413" y="3670300"/>
              <a:ext cx="1098550" cy="0"/>
            </a:xfrm>
            <a:custGeom>
              <a:avLst/>
              <a:gdLst/>
              <a:ahLst/>
              <a:cxnLst/>
              <a:rect l="l" t="t" r="r" b="b"/>
              <a:pathLst>
                <a:path w="1098550">
                  <a:moveTo>
                    <a:pt x="0" y="0"/>
                  </a:moveTo>
                  <a:lnTo>
                    <a:pt x="10985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6" name="node01.item.source-010.text"/>
            <p:cNvSpPr/>
            <p:nvPr/>
          </p:nvSpPr>
          <p:spPr>
            <a:xfrm>
              <a:off x="1066800" y="3771900"/>
              <a:ext cx="120618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Commercial terms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1.item.source-010.page"/>
            <p:cNvSpPr/>
            <p:nvPr/>
          </p:nvSpPr>
          <p:spPr>
            <a:xfrm>
              <a:off x="3810000" y="37719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55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item.source-010.leader"/>
            <p:cNvSpPr/>
            <p:nvPr/>
          </p:nvSpPr>
          <p:spPr>
            <a:xfrm>
              <a:off x="2386013" y="3911600"/>
              <a:ext cx="1309688" cy="0"/>
            </a:xfrm>
            <a:custGeom>
              <a:avLst/>
              <a:gdLst/>
              <a:ahLst/>
              <a:cxnLst/>
              <a:rect l="l" t="t" r="r" b="b"/>
              <a:pathLst>
                <a:path w="1309688">
                  <a:moveTo>
                    <a:pt x="0" y="0"/>
                  </a:moveTo>
                  <a:lnTo>
                    <a:pt x="13096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9" name="node01.item.source-011.text"/>
            <p:cNvSpPr/>
            <p:nvPr/>
          </p:nvSpPr>
          <p:spPr>
            <a:xfrm>
              <a:off x="1066800" y="4013200"/>
              <a:ext cx="58070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Controls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01.item.source-011.page"/>
            <p:cNvSpPr/>
            <p:nvPr/>
          </p:nvSpPr>
          <p:spPr>
            <a:xfrm>
              <a:off x="3286125" y="4013200"/>
              <a:ext cx="8667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26, 40, 71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01.item.source-011.leader"/>
            <p:cNvSpPr/>
            <p:nvPr/>
          </p:nvSpPr>
          <p:spPr>
            <a:xfrm>
              <a:off x="1760538" y="4152900"/>
              <a:ext cx="1411288" cy="0"/>
            </a:xfrm>
            <a:custGeom>
              <a:avLst/>
              <a:gdLst/>
              <a:ahLst/>
              <a:cxnLst/>
              <a:rect l="l" t="t" r="r" b="b"/>
              <a:pathLst>
                <a:path w="1411288">
                  <a:moveTo>
                    <a:pt x="0" y="0"/>
                  </a:moveTo>
                  <a:lnTo>
                    <a:pt x="14112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2" name="node01.item.source-012.text"/>
            <p:cNvSpPr/>
            <p:nvPr/>
          </p:nvSpPr>
          <p:spPr>
            <a:xfrm>
              <a:off x="1066800" y="4254500"/>
              <a:ext cx="5410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Cutover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1.item.source-012.page"/>
            <p:cNvSpPr/>
            <p:nvPr/>
          </p:nvSpPr>
          <p:spPr>
            <a:xfrm>
              <a:off x="3370263" y="4254500"/>
              <a:ext cx="7826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20, 42–43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item.source-012.leader"/>
            <p:cNvSpPr/>
            <p:nvPr/>
          </p:nvSpPr>
          <p:spPr>
            <a:xfrm>
              <a:off x="1720850" y="4394200"/>
              <a:ext cx="1535113" cy="0"/>
            </a:xfrm>
            <a:custGeom>
              <a:avLst/>
              <a:gdLst/>
              <a:ahLst/>
              <a:cxnLst/>
              <a:rect l="l" t="t" r="r" b="b"/>
              <a:pathLst>
                <a:path w="1535113">
                  <a:moveTo>
                    <a:pt x="0" y="0"/>
                  </a:moveTo>
                  <a:lnTo>
                    <a:pt x="15351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5" name="node01.item.source-013.number"/>
            <p:cNvSpPr/>
            <p:nvPr/>
          </p:nvSpPr>
          <p:spPr>
            <a:xfrm>
              <a:off x="723900" y="4495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item.source-013.text"/>
            <p:cNvSpPr/>
            <p:nvPr/>
          </p:nvSpPr>
          <p:spPr>
            <a:xfrm>
              <a:off x="1066800" y="4495800"/>
              <a:ext cx="8013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Dashboards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1.item.source-013.page"/>
            <p:cNvSpPr/>
            <p:nvPr/>
          </p:nvSpPr>
          <p:spPr>
            <a:xfrm>
              <a:off x="3810000" y="4495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38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item.source-013.leader"/>
            <p:cNvSpPr/>
            <p:nvPr/>
          </p:nvSpPr>
          <p:spPr>
            <a:xfrm>
              <a:off x="1981200" y="4635500"/>
              <a:ext cx="1714500" cy="0"/>
            </a:xfrm>
            <a:custGeom>
              <a:avLst/>
              <a:gdLst/>
              <a:ahLst/>
              <a:cxnLst/>
              <a:rect l="l" t="t" r="r" b="b"/>
              <a:pathLst>
                <a:path w="1714500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9" name="node01.item.source-014.text"/>
            <p:cNvSpPr/>
            <p:nvPr/>
          </p:nvSpPr>
          <p:spPr>
            <a:xfrm>
              <a:off x="1066800" y="4737100"/>
              <a:ext cx="974407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Data migration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01.item.source-014.page"/>
            <p:cNvSpPr/>
            <p:nvPr/>
          </p:nvSpPr>
          <p:spPr>
            <a:xfrm>
              <a:off x="3622675" y="47371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37, 42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1.item.source-014.leader"/>
            <p:cNvSpPr/>
            <p:nvPr/>
          </p:nvSpPr>
          <p:spPr>
            <a:xfrm>
              <a:off x="2154238" y="4876800"/>
              <a:ext cx="1354138" cy="0"/>
            </a:xfrm>
            <a:custGeom>
              <a:avLst/>
              <a:gdLst/>
              <a:ahLst/>
              <a:cxnLst/>
              <a:rect l="l" t="t" r="r" b="b"/>
              <a:pathLst>
                <a:path w="1354138">
                  <a:moveTo>
                    <a:pt x="0" y="0"/>
                  </a:moveTo>
                  <a:lnTo>
                    <a:pt x="13541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2" name="node01.item.source-015.text"/>
            <p:cNvSpPr/>
            <p:nvPr/>
          </p:nvSpPr>
          <p:spPr>
            <a:xfrm>
              <a:off x="1066800" y="4978400"/>
              <a:ext cx="97599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Decision rights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01.item.source-015.page"/>
            <p:cNvSpPr/>
            <p:nvPr/>
          </p:nvSpPr>
          <p:spPr>
            <a:xfrm>
              <a:off x="3810000" y="4978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22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1.item.source-015.leader"/>
            <p:cNvSpPr/>
            <p:nvPr/>
          </p:nvSpPr>
          <p:spPr>
            <a:xfrm>
              <a:off x="2155825" y="5118100"/>
              <a:ext cx="1539875" cy="0"/>
            </a:xfrm>
            <a:custGeom>
              <a:avLst/>
              <a:gdLst/>
              <a:ahLst/>
              <a:cxnLst/>
              <a:rect l="l" t="t" r="r" b="b"/>
              <a:pathLst>
                <a:path w="1539875">
                  <a:moveTo>
                    <a:pt x="0" y="0"/>
                  </a:moveTo>
                  <a:lnTo>
                    <a:pt x="15398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164" name="node02"/>
          <p:cNvGrpSpPr/>
          <p:nvPr/>
        </p:nvGrpSpPr>
        <p:grpSpPr>
          <a:xfrm>
            <a:off x="4381500" y="1600200"/>
            <a:ext cx="3429000" cy="3568700"/>
            <a:chOff x="4381500" y="1600200"/>
            <a:chExt cx="3429000" cy="3568700"/>
          </a:xfrm>
        </p:grpSpPr>
        <p:sp>
          <p:nvSpPr>
            <p:cNvPr id="55" name="node02.item.source-001.number"/>
            <p:cNvSpPr/>
            <p:nvPr/>
          </p:nvSpPr>
          <p:spPr>
            <a:xfrm>
              <a:off x="4381500" y="16002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E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6" name="node02.item.source-001.text"/>
            <p:cNvSpPr/>
            <p:nvPr/>
          </p:nvSpPr>
          <p:spPr>
            <a:xfrm>
              <a:off x="4724400" y="1600200"/>
              <a:ext cx="94424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Entity findings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2.item.source-001.page"/>
            <p:cNvSpPr/>
            <p:nvPr/>
          </p:nvSpPr>
          <p:spPr>
            <a:xfrm>
              <a:off x="7280275" y="16002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10, 67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8" name="node02.item.source-001.leader"/>
            <p:cNvSpPr/>
            <p:nvPr/>
          </p:nvSpPr>
          <p:spPr>
            <a:xfrm>
              <a:off x="5781675" y="1739900"/>
              <a:ext cx="1384300" cy="0"/>
            </a:xfrm>
            <a:custGeom>
              <a:avLst/>
              <a:gdLst/>
              <a:ahLst/>
              <a:cxnLst/>
              <a:rect l="l" t="t" r="r" b="b"/>
              <a:pathLst>
                <a:path w="1384300">
                  <a:moveTo>
                    <a:pt x="0" y="0"/>
                  </a:moveTo>
                  <a:lnTo>
                    <a:pt x="13843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9" name="node02.item.source-002.text"/>
            <p:cNvSpPr/>
            <p:nvPr/>
          </p:nvSpPr>
          <p:spPr>
            <a:xfrm>
              <a:off x="4724400" y="1841500"/>
              <a:ext cx="127920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Executive summary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02.item.source-002.page"/>
            <p:cNvSpPr/>
            <p:nvPr/>
          </p:nvSpPr>
          <p:spPr>
            <a:xfrm>
              <a:off x="7467600" y="18415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1" name="node02.item.source-002.leader"/>
            <p:cNvSpPr/>
            <p:nvPr/>
          </p:nvSpPr>
          <p:spPr>
            <a:xfrm>
              <a:off x="6116638" y="1981200"/>
              <a:ext cx="1236663" cy="0"/>
            </a:xfrm>
            <a:custGeom>
              <a:avLst/>
              <a:gdLst/>
              <a:ahLst/>
              <a:cxnLst/>
              <a:rect l="l" t="t" r="r" b="b"/>
              <a:pathLst>
                <a:path w="1236663">
                  <a:moveTo>
                    <a:pt x="0" y="0"/>
                  </a:moveTo>
                  <a:lnTo>
                    <a:pt x="12366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2" name="node02.item.source-003.number"/>
            <p:cNvSpPr/>
            <p:nvPr/>
          </p:nvSpPr>
          <p:spPr>
            <a:xfrm>
              <a:off x="4381500" y="2082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F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3" name="node02.item.source-003.text"/>
            <p:cNvSpPr/>
            <p:nvPr/>
          </p:nvSpPr>
          <p:spPr>
            <a:xfrm>
              <a:off x="4724400" y="2082800"/>
              <a:ext cx="3505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02.item.source-003.page"/>
            <p:cNvSpPr/>
            <p:nvPr/>
          </p:nvSpPr>
          <p:spPr>
            <a:xfrm>
              <a:off x="7280275" y="20828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51, 73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5" name="node02.item.source-003.leader"/>
            <p:cNvSpPr/>
            <p:nvPr/>
          </p:nvSpPr>
          <p:spPr>
            <a:xfrm>
              <a:off x="5187950" y="2222500"/>
              <a:ext cx="1978025" cy="0"/>
            </a:xfrm>
            <a:custGeom>
              <a:avLst/>
              <a:gdLst/>
              <a:ahLst/>
              <a:cxnLst/>
              <a:rect l="l" t="t" r="r" b="b"/>
              <a:pathLst>
                <a:path w="1978025">
                  <a:moveTo>
                    <a:pt x="0" y="0"/>
                  </a:moveTo>
                  <a:lnTo>
                    <a:pt x="19780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6" name="node02.item.source-004.text"/>
            <p:cNvSpPr/>
            <p:nvPr/>
          </p:nvSpPr>
          <p:spPr>
            <a:xfrm>
              <a:off x="4724400" y="2324100"/>
              <a:ext cx="9791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Financial close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2.item.source-004.page"/>
            <p:cNvSpPr/>
            <p:nvPr/>
          </p:nvSpPr>
          <p:spPr>
            <a:xfrm>
              <a:off x="7448550" y="2324100"/>
              <a:ext cx="3619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9–12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2.item.source-004.leader"/>
            <p:cNvSpPr/>
            <p:nvPr/>
          </p:nvSpPr>
          <p:spPr>
            <a:xfrm>
              <a:off x="5816600" y="2463800"/>
              <a:ext cx="1517650" cy="0"/>
            </a:xfrm>
            <a:custGeom>
              <a:avLst/>
              <a:gdLst/>
              <a:ahLst/>
              <a:cxnLst/>
              <a:rect l="l" t="t" r="r" b="b"/>
              <a:pathLst>
                <a:path w="1517650">
                  <a:moveTo>
                    <a:pt x="0" y="0"/>
                  </a:moveTo>
                  <a:lnTo>
                    <a:pt x="15176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9" name="node02.item.source-005.number"/>
            <p:cNvSpPr/>
            <p:nvPr/>
          </p:nvSpPr>
          <p:spPr>
            <a:xfrm>
              <a:off x="4381500" y="2565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G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0" name="node02.item.source-005.text"/>
            <p:cNvSpPr/>
            <p:nvPr/>
          </p:nvSpPr>
          <p:spPr>
            <a:xfrm>
              <a:off x="4724400" y="2565400"/>
              <a:ext cx="59658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Glossary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1" name="node02.item.source-005.page"/>
            <p:cNvSpPr/>
            <p:nvPr/>
          </p:nvSpPr>
          <p:spPr>
            <a:xfrm>
              <a:off x="7467600" y="2565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75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2" name="node02.item.source-005.leader"/>
            <p:cNvSpPr/>
            <p:nvPr/>
          </p:nvSpPr>
          <p:spPr>
            <a:xfrm>
              <a:off x="5434013" y="2705100"/>
              <a:ext cx="1919288" cy="0"/>
            </a:xfrm>
            <a:custGeom>
              <a:avLst/>
              <a:gdLst/>
              <a:ahLst/>
              <a:cxnLst/>
              <a:rect l="l" t="t" r="r" b="b"/>
              <a:pathLst>
                <a:path w="1919288">
                  <a:moveTo>
                    <a:pt x="0" y="0"/>
                  </a:moveTo>
                  <a:lnTo>
                    <a:pt x="19192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3" name="node02.item.source-006.text"/>
            <p:cNvSpPr/>
            <p:nvPr/>
          </p:nvSpPr>
          <p:spPr>
            <a:xfrm>
              <a:off x="4724400" y="2806700"/>
              <a:ext cx="8013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Governance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4" name="node02.item.source-006.page"/>
            <p:cNvSpPr/>
            <p:nvPr/>
          </p:nvSpPr>
          <p:spPr>
            <a:xfrm>
              <a:off x="7364413" y="2806700"/>
              <a:ext cx="4460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21–22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5" name="node02.item.source-006.leader"/>
            <p:cNvSpPr/>
            <p:nvPr/>
          </p:nvSpPr>
          <p:spPr>
            <a:xfrm>
              <a:off x="5638800" y="2946400"/>
              <a:ext cx="1611313" cy="0"/>
            </a:xfrm>
            <a:custGeom>
              <a:avLst/>
              <a:gdLst/>
              <a:ahLst/>
              <a:cxnLst/>
              <a:rect l="l" t="t" r="r" b="b"/>
              <a:pathLst>
                <a:path w="1611313">
                  <a:moveTo>
                    <a:pt x="0" y="0"/>
                  </a:moveTo>
                  <a:lnTo>
                    <a:pt x="16113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6" name="node02.item.source-007.number"/>
            <p:cNvSpPr/>
            <p:nvPr/>
          </p:nvSpPr>
          <p:spPr>
            <a:xfrm>
              <a:off x="4381500" y="30480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H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2.item.source-007.text"/>
            <p:cNvSpPr/>
            <p:nvPr/>
          </p:nvSpPr>
          <p:spPr>
            <a:xfrm>
              <a:off x="4724400" y="3048000"/>
              <a:ext cx="1231582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8" name="node02.item.source-007.page"/>
            <p:cNvSpPr/>
            <p:nvPr/>
          </p:nvSpPr>
          <p:spPr>
            <a:xfrm>
              <a:off x="7467600" y="30480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57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9" name="node02.item.source-007.leader"/>
            <p:cNvSpPr/>
            <p:nvPr/>
          </p:nvSpPr>
          <p:spPr>
            <a:xfrm>
              <a:off x="6069013" y="3187700"/>
              <a:ext cx="1284288" cy="0"/>
            </a:xfrm>
            <a:custGeom>
              <a:avLst/>
              <a:gdLst/>
              <a:ahLst/>
              <a:cxnLst/>
              <a:rect l="l" t="t" r="r" b="b"/>
              <a:pathLst>
                <a:path w="1284288">
                  <a:moveTo>
                    <a:pt x="0" y="0"/>
                  </a:moveTo>
                  <a:lnTo>
                    <a:pt x="12842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0" name="node02.item.source-008.text"/>
            <p:cNvSpPr/>
            <p:nvPr/>
          </p:nvSpPr>
          <p:spPr>
            <a:xfrm>
              <a:off x="4724400" y="3289300"/>
              <a:ext cx="6997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Hypercare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1" name="node02.item.source-008.page"/>
            <p:cNvSpPr/>
            <p:nvPr/>
          </p:nvSpPr>
          <p:spPr>
            <a:xfrm>
              <a:off x="7467600" y="32893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43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2" name="node02.item.source-008.leader"/>
            <p:cNvSpPr/>
            <p:nvPr/>
          </p:nvSpPr>
          <p:spPr>
            <a:xfrm>
              <a:off x="5537200" y="3429000"/>
              <a:ext cx="1816100" cy="0"/>
            </a:xfrm>
            <a:custGeom>
              <a:avLst/>
              <a:gdLst/>
              <a:ahLst/>
              <a:cxnLst/>
              <a:rect l="l" t="t" r="r" b="b"/>
              <a:pathLst>
                <a:path w="1816100">
                  <a:moveTo>
                    <a:pt x="0" y="0"/>
                  </a:moveTo>
                  <a:lnTo>
                    <a:pt x="18161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3" name="node02.item.source-009.number"/>
            <p:cNvSpPr/>
            <p:nvPr/>
          </p:nvSpPr>
          <p:spPr>
            <a:xfrm>
              <a:off x="4381500" y="35306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I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4" name="node02.item.source-009.text"/>
            <p:cNvSpPr/>
            <p:nvPr/>
          </p:nvSpPr>
          <p:spPr>
            <a:xfrm>
              <a:off x="4724400" y="3530600"/>
              <a:ext cx="75215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Integration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5" name="node02.item.source-009.page"/>
            <p:cNvSpPr/>
            <p:nvPr/>
          </p:nvSpPr>
          <p:spPr>
            <a:xfrm>
              <a:off x="7467600" y="35306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37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6" name="node02.item.source-009.leader"/>
            <p:cNvSpPr/>
            <p:nvPr/>
          </p:nvSpPr>
          <p:spPr>
            <a:xfrm>
              <a:off x="5589588" y="3670300"/>
              <a:ext cx="1763713" cy="0"/>
            </a:xfrm>
            <a:custGeom>
              <a:avLst/>
              <a:gdLst/>
              <a:ahLst/>
              <a:cxnLst/>
              <a:rect l="l" t="t" r="r" b="b"/>
              <a:pathLst>
                <a:path w="1763713">
                  <a:moveTo>
                    <a:pt x="0" y="0"/>
                  </a:moveTo>
                  <a:lnTo>
                    <a:pt x="17637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7" name="node02.item.source-010.text"/>
            <p:cNvSpPr/>
            <p:nvPr/>
          </p:nvSpPr>
          <p:spPr>
            <a:xfrm>
              <a:off x="4724400" y="3771900"/>
              <a:ext cx="93789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Intercompany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8" name="node02.item.source-010.page"/>
            <p:cNvSpPr/>
            <p:nvPr/>
          </p:nvSpPr>
          <p:spPr>
            <a:xfrm>
              <a:off x="7467600" y="37719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30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9" name="node02.item.source-010.leader"/>
            <p:cNvSpPr/>
            <p:nvPr/>
          </p:nvSpPr>
          <p:spPr>
            <a:xfrm>
              <a:off x="5775325" y="3911600"/>
              <a:ext cx="1577975" cy="0"/>
            </a:xfrm>
            <a:custGeom>
              <a:avLst/>
              <a:gdLst/>
              <a:ahLst/>
              <a:cxnLst/>
              <a:rect l="l" t="t" r="r" b="b"/>
              <a:pathLst>
                <a:path w="1577975">
                  <a:moveTo>
                    <a:pt x="0" y="0"/>
                  </a:moveTo>
                  <a:lnTo>
                    <a:pt x="15779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90" name="node02.item.source-011.text"/>
            <p:cNvSpPr/>
            <p:nvPr/>
          </p:nvSpPr>
          <p:spPr>
            <a:xfrm>
              <a:off x="4724400" y="4013200"/>
              <a:ext cx="7188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Interviews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1" name="node02.item.source-011.page"/>
            <p:cNvSpPr/>
            <p:nvPr/>
          </p:nvSpPr>
          <p:spPr>
            <a:xfrm>
              <a:off x="7364413" y="4013200"/>
              <a:ext cx="4460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6, 65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2" name="node02.item.source-011.leader"/>
            <p:cNvSpPr/>
            <p:nvPr/>
          </p:nvSpPr>
          <p:spPr>
            <a:xfrm>
              <a:off x="5556250" y="4152900"/>
              <a:ext cx="1693863" cy="0"/>
            </a:xfrm>
            <a:custGeom>
              <a:avLst/>
              <a:gdLst/>
              <a:ahLst/>
              <a:cxnLst/>
              <a:rect l="l" t="t" r="r" b="b"/>
              <a:pathLst>
                <a:path w="1693863">
                  <a:moveTo>
                    <a:pt x="0" y="0"/>
                  </a:moveTo>
                  <a:lnTo>
                    <a:pt x="16938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93" name="node02.item.source-012.number"/>
            <p:cNvSpPr/>
            <p:nvPr/>
          </p:nvSpPr>
          <p:spPr>
            <a:xfrm>
              <a:off x="4381500" y="42545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J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4" name="node02.item.source-012.text"/>
            <p:cNvSpPr/>
            <p:nvPr/>
          </p:nvSpPr>
          <p:spPr>
            <a:xfrm>
              <a:off x="4724400" y="4254500"/>
              <a:ext cx="9918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Journal entries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5" name="node02.item.source-012.page"/>
            <p:cNvSpPr/>
            <p:nvPr/>
          </p:nvSpPr>
          <p:spPr>
            <a:xfrm>
              <a:off x="7467600" y="42545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6" name="node02.item.source-012.leader"/>
            <p:cNvSpPr/>
            <p:nvPr/>
          </p:nvSpPr>
          <p:spPr>
            <a:xfrm>
              <a:off x="5829300" y="439420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97" name="node02.item.source-013.number"/>
            <p:cNvSpPr/>
            <p:nvPr/>
          </p:nvSpPr>
          <p:spPr>
            <a:xfrm>
              <a:off x="4381500" y="4495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K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8" name="node02.item.source-013.text"/>
            <p:cNvSpPr/>
            <p:nvPr/>
          </p:nvSpPr>
          <p:spPr>
            <a:xfrm>
              <a:off x="4724400" y="4495800"/>
              <a:ext cx="119983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Key dependencies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9" name="node02.item.source-013.page"/>
            <p:cNvSpPr/>
            <p:nvPr/>
          </p:nvSpPr>
          <p:spPr>
            <a:xfrm>
              <a:off x="7467600" y="4495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52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0" name="node02.item.source-013.leader"/>
            <p:cNvSpPr/>
            <p:nvPr/>
          </p:nvSpPr>
          <p:spPr>
            <a:xfrm>
              <a:off x="6037263" y="4635500"/>
              <a:ext cx="1316038" cy="0"/>
            </a:xfrm>
            <a:custGeom>
              <a:avLst/>
              <a:gdLst/>
              <a:ahLst/>
              <a:cxnLst/>
              <a:rect l="l" t="t" r="r" b="b"/>
              <a:pathLst>
                <a:path w="1316038">
                  <a:moveTo>
                    <a:pt x="0" y="0"/>
                  </a:moveTo>
                  <a:lnTo>
                    <a:pt x="13160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1" name="node02.item.source-014.number"/>
            <p:cNvSpPr/>
            <p:nvPr/>
          </p:nvSpPr>
          <p:spPr>
            <a:xfrm>
              <a:off x="4381500" y="47371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L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2" name="node02.item.source-014.text"/>
            <p:cNvSpPr/>
            <p:nvPr/>
          </p:nvSpPr>
          <p:spPr>
            <a:xfrm>
              <a:off x="4724400" y="4737100"/>
              <a:ext cx="10998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Leadership team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3" name="node02.item.source-014.page"/>
            <p:cNvSpPr/>
            <p:nvPr/>
          </p:nvSpPr>
          <p:spPr>
            <a:xfrm>
              <a:off x="7467600" y="47371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45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4" name="node02.item.source-014.leader"/>
            <p:cNvSpPr/>
            <p:nvPr/>
          </p:nvSpPr>
          <p:spPr>
            <a:xfrm>
              <a:off x="5937250" y="4876800"/>
              <a:ext cx="1416050" cy="0"/>
            </a:xfrm>
            <a:custGeom>
              <a:avLst/>
              <a:gdLst/>
              <a:ahLst/>
              <a:cxnLst/>
              <a:rect l="l" t="t" r="r" b="b"/>
              <a:pathLst>
                <a:path w="1416050">
                  <a:moveTo>
                    <a:pt x="0" y="0"/>
                  </a:moveTo>
                  <a:lnTo>
                    <a:pt x="14160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5" name="node02.item.source-015.number"/>
            <p:cNvSpPr/>
            <p:nvPr/>
          </p:nvSpPr>
          <p:spPr>
            <a:xfrm>
              <a:off x="4381500" y="4978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6" name="node02.item.source-015.text"/>
            <p:cNvSpPr/>
            <p:nvPr/>
          </p:nvSpPr>
          <p:spPr>
            <a:xfrm>
              <a:off x="4724400" y="4978400"/>
              <a:ext cx="73310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Milestones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7" name="node02.item.source-015.page"/>
            <p:cNvSpPr/>
            <p:nvPr/>
          </p:nvSpPr>
          <p:spPr>
            <a:xfrm>
              <a:off x="7280275" y="49784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20, 56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8" name="node02.item.source-015.leader"/>
            <p:cNvSpPr/>
            <p:nvPr/>
          </p:nvSpPr>
          <p:spPr>
            <a:xfrm>
              <a:off x="5570538" y="5118100"/>
              <a:ext cx="1595438" cy="0"/>
            </a:xfrm>
            <a:custGeom>
              <a:avLst/>
              <a:gdLst/>
              <a:ahLst/>
              <a:cxnLst/>
              <a:rect l="l" t="t" r="r" b="b"/>
              <a:pathLst>
                <a:path w="1595438">
                  <a:moveTo>
                    <a:pt x="0" y="0"/>
                  </a:moveTo>
                  <a:lnTo>
                    <a:pt x="15954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165" name="node03"/>
          <p:cNvGrpSpPr/>
          <p:nvPr/>
        </p:nvGrpSpPr>
        <p:grpSpPr>
          <a:xfrm>
            <a:off x="8039100" y="1600200"/>
            <a:ext cx="3429000" cy="3568700"/>
            <a:chOff x="8039100" y="1600200"/>
            <a:chExt cx="3429000" cy="3568700"/>
          </a:xfrm>
        </p:grpSpPr>
        <p:sp>
          <p:nvSpPr>
            <p:cNvPr id="109" name="node03.item.source-001.number"/>
            <p:cNvSpPr/>
            <p:nvPr/>
          </p:nvSpPr>
          <p:spPr>
            <a:xfrm>
              <a:off x="8039100" y="16002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N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0" name="node03.item.source-001.text"/>
            <p:cNvSpPr/>
            <p:nvPr/>
          </p:nvSpPr>
          <p:spPr>
            <a:xfrm>
              <a:off x="8382000" y="1600200"/>
              <a:ext cx="72358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Next steps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1" name="node03.item.source-001.page"/>
            <p:cNvSpPr/>
            <p:nvPr/>
          </p:nvSpPr>
          <p:spPr>
            <a:xfrm>
              <a:off x="11125200" y="16002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2" name="node03.item.source-001.leader"/>
            <p:cNvSpPr/>
            <p:nvPr/>
          </p:nvSpPr>
          <p:spPr>
            <a:xfrm>
              <a:off x="9218613" y="1739900"/>
              <a:ext cx="1792288" cy="0"/>
            </a:xfrm>
            <a:custGeom>
              <a:avLst/>
              <a:gdLst/>
              <a:ahLst/>
              <a:cxnLst/>
              <a:rect l="l" t="t" r="r" b="b"/>
              <a:pathLst>
                <a:path w="1792288">
                  <a:moveTo>
                    <a:pt x="0" y="0"/>
                  </a:moveTo>
                  <a:lnTo>
                    <a:pt x="17922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13" name="node03.item.source-002.number"/>
            <p:cNvSpPr/>
            <p:nvPr/>
          </p:nvSpPr>
          <p:spPr>
            <a:xfrm>
              <a:off x="8039100" y="18415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4" name="node03.item.source-002.text"/>
            <p:cNvSpPr/>
            <p:nvPr/>
          </p:nvSpPr>
          <p:spPr>
            <a:xfrm>
              <a:off x="8382000" y="1841500"/>
              <a:ext cx="109823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Operating model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5" name="node03.item.source-002.page"/>
            <p:cNvSpPr/>
            <p:nvPr/>
          </p:nvSpPr>
          <p:spPr>
            <a:xfrm>
              <a:off x="10937875" y="18415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27, 39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6" name="node03.item.source-002.leader"/>
            <p:cNvSpPr/>
            <p:nvPr/>
          </p:nvSpPr>
          <p:spPr>
            <a:xfrm>
              <a:off x="9593263" y="1981200"/>
              <a:ext cx="1230313" cy="0"/>
            </a:xfrm>
            <a:custGeom>
              <a:avLst/>
              <a:gdLst/>
              <a:ahLst/>
              <a:cxnLst/>
              <a:rect l="l" t="t" r="r" b="b"/>
              <a:pathLst>
                <a:path w="1230313">
                  <a:moveTo>
                    <a:pt x="0" y="0"/>
                  </a:moveTo>
                  <a:lnTo>
                    <a:pt x="12303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17" name="node03.item.source-003.number"/>
            <p:cNvSpPr/>
            <p:nvPr/>
          </p:nvSpPr>
          <p:spPr>
            <a:xfrm>
              <a:off x="8039100" y="2082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P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8" name="node03.item.source-003.text"/>
            <p:cNvSpPr/>
            <p:nvPr/>
          </p:nvSpPr>
          <p:spPr>
            <a:xfrm>
              <a:off x="8382000" y="2082800"/>
              <a:ext cx="5791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Payback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9" name="node03.item.source-003.page"/>
            <p:cNvSpPr/>
            <p:nvPr/>
          </p:nvSpPr>
          <p:spPr>
            <a:xfrm>
              <a:off x="11125200" y="2082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54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0" name="node03.item.source-003.leader"/>
            <p:cNvSpPr/>
            <p:nvPr/>
          </p:nvSpPr>
          <p:spPr>
            <a:xfrm>
              <a:off x="9074150" y="2222500"/>
              <a:ext cx="1936750" cy="0"/>
            </a:xfrm>
            <a:custGeom>
              <a:avLst/>
              <a:gdLst/>
              <a:ahLst/>
              <a:cxnLst/>
              <a:rect l="l" t="t" r="r" b="b"/>
              <a:pathLst>
                <a:path w="1936750">
                  <a:moveTo>
                    <a:pt x="0" y="0"/>
                  </a:moveTo>
                  <a:lnTo>
                    <a:pt x="19367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21" name="node03.item.source-004.text"/>
            <p:cNvSpPr/>
            <p:nvPr/>
          </p:nvSpPr>
          <p:spPr>
            <a:xfrm>
              <a:off x="8382000" y="2324100"/>
              <a:ext cx="926782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Process maps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2" name="node03.item.source-004.page"/>
            <p:cNvSpPr/>
            <p:nvPr/>
          </p:nvSpPr>
          <p:spPr>
            <a:xfrm>
              <a:off x="11125200" y="23241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69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3" name="node03.item.source-004.leader"/>
            <p:cNvSpPr/>
            <p:nvPr/>
          </p:nvSpPr>
          <p:spPr>
            <a:xfrm>
              <a:off x="9421813" y="2463800"/>
              <a:ext cx="1589088" cy="0"/>
            </a:xfrm>
            <a:custGeom>
              <a:avLst/>
              <a:gdLst/>
              <a:ahLst/>
              <a:cxnLst/>
              <a:rect l="l" t="t" r="r" b="b"/>
              <a:pathLst>
                <a:path w="1589088">
                  <a:moveTo>
                    <a:pt x="0" y="0"/>
                  </a:moveTo>
                  <a:lnTo>
                    <a:pt x="15890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24" name="node03.item.source-005.number"/>
            <p:cNvSpPr/>
            <p:nvPr/>
          </p:nvSpPr>
          <p:spPr>
            <a:xfrm>
              <a:off x="8039100" y="2565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5" name="node03.item.source-005.text"/>
            <p:cNvSpPr/>
            <p:nvPr/>
          </p:nvSpPr>
          <p:spPr>
            <a:xfrm>
              <a:off x="8382000" y="2565400"/>
              <a:ext cx="1012507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Quality reviews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6" name="node03.item.source-005.page"/>
            <p:cNvSpPr/>
            <p:nvPr/>
          </p:nvSpPr>
          <p:spPr>
            <a:xfrm>
              <a:off x="11125200" y="2565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7" name="node03.item.source-005.leader"/>
            <p:cNvSpPr/>
            <p:nvPr/>
          </p:nvSpPr>
          <p:spPr>
            <a:xfrm>
              <a:off x="9507538" y="2705100"/>
              <a:ext cx="1503363" cy="0"/>
            </a:xfrm>
            <a:custGeom>
              <a:avLst/>
              <a:gdLst/>
              <a:ahLst/>
              <a:cxnLst/>
              <a:rect l="l" t="t" r="r" b="b"/>
              <a:pathLst>
                <a:path w="1503363">
                  <a:moveTo>
                    <a:pt x="0" y="0"/>
                  </a:moveTo>
                  <a:lnTo>
                    <a:pt x="15033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28" name="node03.item.source-006.number"/>
            <p:cNvSpPr/>
            <p:nvPr/>
          </p:nvSpPr>
          <p:spPr>
            <a:xfrm>
              <a:off x="8039100" y="28067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R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9" name="node03.item.source-006.text"/>
            <p:cNvSpPr/>
            <p:nvPr/>
          </p:nvSpPr>
          <p:spPr>
            <a:xfrm>
              <a:off x="8382000" y="2806700"/>
              <a:ext cx="1006157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Reconciliations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0" name="node03.item.source-006.page"/>
            <p:cNvSpPr/>
            <p:nvPr/>
          </p:nvSpPr>
          <p:spPr>
            <a:xfrm>
              <a:off x="10937875" y="28067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29, 68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1" name="node03.item.source-006.leader"/>
            <p:cNvSpPr/>
            <p:nvPr/>
          </p:nvSpPr>
          <p:spPr>
            <a:xfrm>
              <a:off x="9501188" y="2946400"/>
              <a:ext cx="1322388" cy="0"/>
            </a:xfrm>
            <a:custGeom>
              <a:avLst/>
              <a:gdLst/>
              <a:ahLst/>
              <a:cxnLst/>
              <a:rect l="l" t="t" r="r" b="b"/>
              <a:pathLst>
                <a:path w="1322388">
                  <a:moveTo>
                    <a:pt x="0" y="0"/>
                  </a:moveTo>
                  <a:lnTo>
                    <a:pt x="13223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2" name="node03.item.source-007.text"/>
            <p:cNvSpPr/>
            <p:nvPr/>
          </p:nvSpPr>
          <p:spPr>
            <a:xfrm>
              <a:off x="8382000" y="3048000"/>
              <a:ext cx="76009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References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3" name="node03.item.source-007.page"/>
            <p:cNvSpPr/>
            <p:nvPr/>
          </p:nvSpPr>
          <p:spPr>
            <a:xfrm>
              <a:off x="11125200" y="30480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60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4" name="node03.item.source-007.leader"/>
            <p:cNvSpPr/>
            <p:nvPr/>
          </p:nvSpPr>
          <p:spPr>
            <a:xfrm>
              <a:off x="9255125" y="3187700"/>
              <a:ext cx="1755775" cy="0"/>
            </a:xfrm>
            <a:custGeom>
              <a:avLst/>
              <a:gdLst/>
              <a:ahLst/>
              <a:cxnLst/>
              <a:rect l="l" t="t" r="r" b="b"/>
              <a:pathLst>
                <a:path w="1755775">
                  <a:moveTo>
                    <a:pt x="0" y="0"/>
                  </a:moveTo>
                  <a:lnTo>
                    <a:pt x="17557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5" name="node03.item.source-008.text"/>
            <p:cNvSpPr/>
            <p:nvPr/>
          </p:nvSpPr>
          <p:spPr>
            <a:xfrm>
              <a:off x="8382000" y="3289300"/>
              <a:ext cx="38544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Risks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6" name="node03.item.source-008.page"/>
            <p:cNvSpPr/>
            <p:nvPr/>
          </p:nvSpPr>
          <p:spPr>
            <a:xfrm>
              <a:off x="11125200" y="32893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23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7" name="node03.item.source-008.leader"/>
            <p:cNvSpPr/>
            <p:nvPr/>
          </p:nvSpPr>
          <p:spPr>
            <a:xfrm>
              <a:off x="8880475" y="3429000"/>
              <a:ext cx="2130425" cy="0"/>
            </a:xfrm>
            <a:custGeom>
              <a:avLst/>
              <a:gdLst/>
              <a:ahLst/>
              <a:cxnLst/>
              <a:rect l="l" t="t" r="r" b="b"/>
              <a:pathLst>
                <a:path w="2130425">
                  <a:moveTo>
                    <a:pt x="0" y="0"/>
                  </a:moveTo>
                  <a:lnTo>
                    <a:pt x="21304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8" name="node03.item.source-009.number"/>
            <p:cNvSpPr/>
            <p:nvPr/>
          </p:nvSpPr>
          <p:spPr>
            <a:xfrm>
              <a:off x="8039100" y="35306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S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9" name="node03.item.source-009.text"/>
            <p:cNvSpPr/>
            <p:nvPr/>
          </p:nvSpPr>
          <p:spPr>
            <a:xfrm>
              <a:off x="8382000" y="3530600"/>
              <a:ext cx="53467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Staffing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0" name="node03.item.source-009.page"/>
            <p:cNvSpPr/>
            <p:nvPr/>
          </p:nvSpPr>
          <p:spPr>
            <a:xfrm>
              <a:off x="10937875" y="35306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50, 74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1" name="node03.item.source-009.leader"/>
            <p:cNvSpPr/>
            <p:nvPr/>
          </p:nvSpPr>
          <p:spPr>
            <a:xfrm>
              <a:off x="9029700" y="3670300"/>
              <a:ext cx="1793875" cy="0"/>
            </a:xfrm>
            <a:custGeom>
              <a:avLst/>
              <a:gdLst/>
              <a:ahLst/>
              <a:cxnLst/>
              <a:rect l="l" t="t" r="r" b="b"/>
              <a:pathLst>
                <a:path w="1793875">
                  <a:moveTo>
                    <a:pt x="0" y="0"/>
                  </a:moveTo>
                  <a:lnTo>
                    <a:pt x="17938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42" name="node03.item.source-010.text"/>
            <p:cNvSpPr/>
            <p:nvPr/>
          </p:nvSpPr>
          <p:spPr>
            <a:xfrm>
              <a:off x="8382000" y="3771900"/>
              <a:ext cx="58705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Systems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3" name="node03.item.source-010.page"/>
            <p:cNvSpPr/>
            <p:nvPr/>
          </p:nvSpPr>
          <p:spPr>
            <a:xfrm>
              <a:off x="10937875" y="37719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33, 70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4" name="node03.item.source-010.leader"/>
            <p:cNvSpPr/>
            <p:nvPr/>
          </p:nvSpPr>
          <p:spPr>
            <a:xfrm>
              <a:off x="9082088" y="3911600"/>
              <a:ext cx="1741488" cy="0"/>
            </a:xfrm>
            <a:custGeom>
              <a:avLst/>
              <a:gdLst/>
              <a:ahLst/>
              <a:cxnLst/>
              <a:rect l="l" t="t" r="r" b="b"/>
              <a:pathLst>
                <a:path w="1741488">
                  <a:moveTo>
                    <a:pt x="0" y="0"/>
                  </a:moveTo>
                  <a:lnTo>
                    <a:pt x="17414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45" name="node03.item.source-011.number"/>
            <p:cNvSpPr/>
            <p:nvPr/>
          </p:nvSpPr>
          <p:spPr>
            <a:xfrm>
              <a:off x="8039100" y="40132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6" name="node03.item.source-011.text"/>
            <p:cNvSpPr/>
            <p:nvPr/>
          </p:nvSpPr>
          <p:spPr>
            <a:xfrm>
              <a:off x="8382000" y="4013200"/>
              <a:ext cx="9093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 profiles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7" name="node03.item.source-011.page"/>
            <p:cNvSpPr/>
            <p:nvPr/>
          </p:nvSpPr>
          <p:spPr>
            <a:xfrm>
              <a:off x="11022013" y="4013200"/>
              <a:ext cx="4460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47–48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8" name="node03.item.source-011.leader"/>
            <p:cNvSpPr/>
            <p:nvPr/>
          </p:nvSpPr>
          <p:spPr>
            <a:xfrm>
              <a:off x="9404350" y="4152900"/>
              <a:ext cx="1503363" cy="0"/>
            </a:xfrm>
            <a:custGeom>
              <a:avLst/>
              <a:gdLst/>
              <a:ahLst/>
              <a:cxnLst/>
              <a:rect l="l" t="t" r="r" b="b"/>
              <a:pathLst>
                <a:path w="1503363">
                  <a:moveTo>
                    <a:pt x="0" y="0"/>
                  </a:moveTo>
                  <a:lnTo>
                    <a:pt x="15033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49" name="node03.item.source-012.text"/>
            <p:cNvSpPr/>
            <p:nvPr/>
          </p:nvSpPr>
          <p:spPr>
            <a:xfrm>
              <a:off x="8382000" y="4254500"/>
              <a:ext cx="59340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Timeline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0" name="node03.item.source-012.page"/>
            <p:cNvSpPr/>
            <p:nvPr/>
          </p:nvSpPr>
          <p:spPr>
            <a:xfrm>
              <a:off x="10937875" y="4254500"/>
              <a:ext cx="530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20, 56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1" name="node03.item.source-012.leader"/>
            <p:cNvSpPr/>
            <p:nvPr/>
          </p:nvSpPr>
          <p:spPr>
            <a:xfrm>
              <a:off x="9088438" y="4394200"/>
              <a:ext cx="1735138" cy="0"/>
            </a:xfrm>
            <a:custGeom>
              <a:avLst/>
              <a:gdLst/>
              <a:ahLst/>
              <a:cxnLst/>
              <a:rect l="l" t="t" r="r" b="b"/>
              <a:pathLst>
                <a:path w="1735138">
                  <a:moveTo>
                    <a:pt x="0" y="0"/>
                  </a:moveTo>
                  <a:lnTo>
                    <a:pt x="17351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52" name="node03.item.source-013.text"/>
            <p:cNvSpPr/>
            <p:nvPr/>
          </p:nvSpPr>
          <p:spPr>
            <a:xfrm>
              <a:off x="8382000" y="4495800"/>
              <a:ext cx="55848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Training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3" name="node03.item.source-013.page"/>
            <p:cNvSpPr/>
            <p:nvPr/>
          </p:nvSpPr>
          <p:spPr>
            <a:xfrm>
              <a:off x="11125200" y="44958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41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4" name="node03.item.source-013.leader"/>
            <p:cNvSpPr/>
            <p:nvPr/>
          </p:nvSpPr>
          <p:spPr>
            <a:xfrm>
              <a:off x="9053513" y="4635500"/>
              <a:ext cx="1957388" cy="0"/>
            </a:xfrm>
            <a:custGeom>
              <a:avLst/>
              <a:gdLst/>
              <a:ahLst/>
              <a:cxnLst/>
              <a:rect l="l" t="t" r="r" b="b"/>
              <a:pathLst>
                <a:path w="1957388">
                  <a:moveTo>
                    <a:pt x="0" y="0"/>
                  </a:moveTo>
                  <a:lnTo>
                    <a:pt x="19573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55" name="node03.item.source-014.number"/>
            <p:cNvSpPr/>
            <p:nvPr/>
          </p:nvSpPr>
          <p:spPr>
            <a:xfrm>
              <a:off x="8039100" y="47371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V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6" name="node03.item.source-014.text"/>
            <p:cNvSpPr/>
            <p:nvPr/>
          </p:nvSpPr>
          <p:spPr>
            <a:xfrm>
              <a:off x="8382000" y="4737100"/>
              <a:ext cx="869632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Value drivers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7" name="node03.item.source-014.page"/>
            <p:cNvSpPr/>
            <p:nvPr/>
          </p:nvSpPr>
          <p:spPr>
            <a:xfrm>
              <a:off x="11022013" y="4737100"/>
              <a:ext cx="4460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8, 54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8" name="node03.item.source-014.leader"/>
            <p:cNvSpPr/>
            <p:nvPr/>
          </p:nvSpPr>
          <p:spPr>
            <a:xfrm>
              <a:off x="9364663" y="4876800"/>
              <a:ext cx="1543050" cy="0"/>
            </a:xfrm>
            <a:custGeom>
              <a:avLst/>
              <a:gdLst/>
              <a:ahLst/>
              <a:cxnLst/>
              <a:rect l="l" t="t" r="r" b="b"/>
              <a:pathLst>
                <a:path w="1543050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59" name="node03.item.source-015.number"/>
            <p:cNvSpPr/>
            <p:nvPr/>
          </p:nvSpPr>
          <p:spPr>
            <a:xfrm>
              <a:off x="8039100" y="4978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W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0" name="node03.item.source-015.text"/>
            <p:cNvSpPr/>
            <p:nvPr/>
          </p:nvSpPr>
          <p:spPr>
            <a:xfrm>
              <a:off x="8382000" y="4978400"/>
              <a:ext cx="68389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 plan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1" name="node03.item.source-015.page"/>
            <p:cNvSpPr/>
            <p:nvPr/>
          </p:nvSpPr>
          <p:spPr>
            <a:xfrm>
              <a:off x="11125200" y="4978400"/>
              <a:ext cx="342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72</a:t>
              </a:r>
              <a:endParaRPr lang="en-US" sz="11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2" name="node03.item.source-015.leader"/>
            <p:cNvSpPr/>
            <p:nvPr/>
          </p:nvSpPr>
          <p:spPr>
            <a:xfrm>
              <a:off x="9178925" y="5118100"/>
              <a:ext cx="1831975" cy="0"/>
            </a:xfrm>
            <a:custGeom>
              <a:avLst/>
              <a:gdLst/>
              <a:ahLst/>
              <a:cxnLst/>
              <a:rect l="l" t="t" r="r" b="b"/>
              <a:pathLst>
                <a:path w="1831975">
                  <a:moveTo>
                    <a:pt x="0" y="0"/>
                  </a:moveTo>
                  <a:lnTo>
                    <a:pt x="18319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CRITICAL PATH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Build and UAT carry no float; feeders have a week or two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29" name="node01"/>
          <p:cNvGrpSpPr/>
          <p:nvPr/>
        </p:nvGrpSpPr>
        <p:grpSpPr>
          <a:xfrm>
            <a:off x="723900" y="1600200"/>
            <a:ext cx="2743200" cy="139700"/>
            <a:chOff x="723900" y="1600200"/>
            <a:chExt cx="2743200" cy="1397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2743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FEEDER WORK ·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0" name="node02"/>
          <p:cNvGrpSpPr/>
          <p:nvPr/>
        </p:nvGrpSpPr>
        <p:grpSpPr>
          <a:xfrm>
            <a:off x="4076700" y="1600200"/>
            <a:ext cx="3429000" cy="139700"/>
            <a:chOff x="4076700" y="1600200"/>
            <a:chExt cx="3429000" cy="139700"/>
          </a:xfrm>
        </p:grpSpPr>
        <p:sp>
          <p:nvSpPr>
            <p:cNvPr id="7" name="node02.text"/>
            <p:cNvSpPr/>
            <p:nvPr/>
          </p:nvSpPr>
          <p:spPr>
            <a:xfrm>
              <a:off x="4076700" y="16002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CRITICAL PATH · ZERO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1" name="node03"/>
          <p:cNvGrpSpPr/>
          <p:nvPr/>
        </p:nvGrpSpPr>
        <p:grpSpPr>
          <a:xfrm>
            <a:off x="8039100" y="1549400"/>
            <a:ext cx="2654300" cy="190500"/>
            <a:chOff x="8039100" y="1549400"/>
            <a:chExt cx="2654300" cy="190500"/>
          </a:xfrm>
        </p:grpSpPr>
        <p:sp>
          <p:nvSpPr>
            <p:cNvPr id="8" name="node03.items.slot-001.swatch"/>
            <p:cNvSpPr/>
            <p:nvPr/>
          </p:nvSpPr>
          <p:spPr>
            <a:xfrm>
              <a:off x="8039100" y="16446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8100">
              <a:solidFill>
                <a:srgbClr val="F900D3"/>
              </a:solidFill>
              <a:prstDash val="solid"/>
            </a:ln>
          </p:spPr>
        </p:sp>
        <p:sp>
          <p:nvSpPr>
            <p:cNvPr id="9" name="node03.items.slot-001.text"/>
            <p:cNvSpPr/>
            <p:nvPr/>
          </p:nvSpPr>
          <p:spPr>
            <a:xfrm>
              <a:off x="8331200" y="1549400"/>
              <a:ext cx="74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Critical link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" name="node03.items.slot-002.swatch"/>
            <p:cNvSpPr/>
            <p:nvPr/>
          </p:nvSpPr>
          <p:spPr>
            <a:xfrm>
              <a:off x="9309100" y="16446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8100">
              <a:solidFill>
                <a:srgbClr val="070154"/>
              </a:solidFill>
              <a:prstDash val="dash"/>
            </a:ln>
          </p:spPr>
        </p:sp>
        <p:sp>
          <p:nvSpPr>
            <p:cNvPr id="11" name="node03.items.slot-002.text"/>
            <p:cNvSpPr/>
            <p:nvPr/>
          </p:nvSpPr>
          <p:spPr>
            <a:xfrm>
              <a:off x="9601200" y="1549400"/>
              <a:ext cx="109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Feeds, with float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2" name="node04"/>
          <p:cNvGrpSpPr/>
          <p:nvPr/>
        </p:nvGrpSpPr>
        <p:grpSpPr>
          <a:xfrm>
            <a:off x="3729279" y="2171700"/>
            <a:ext cx="85242" cy="292100"/>
            <a:chOff x="3729279" y="2171700"/>
            <a:chExt cx="85242" cy="292100"/>
          </a:xfrm>
        </p:grpSpPr>
        <p:sp>
          <p:nvSpPr>
            <p:cNvPr id="12" name="node04.segment-1"/>
            <p:cNvSpPr/>
            <p:nvPr/>
          </p:nvSpPr>
          <p:spPr>
            <a:xfrm>
              <a:off x="3771900" y="21717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13" name="node04.head-end.0"/>
            <p:cNvSpPr/>
            <p:nvPr/>
          </p:nvSpPr>
          <p:spPr>
            <a:xfrm>
              <a:off x="3729279" y="23857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14" name="node04.head-end.1"/>
            <p:cNvSpPr/>
            <p:nvPr/>
          </p:nvSpPr>
          <p:spPr>
            <a:xfrm>
              <a:off x="3771900" y="23857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3" name="node05"/>
          <p:cNvGrpSpPr/>
          <p:nvPr/>
        </p:nvGrpSpPr>
        <p:grpSpPr>
          <a:xfrm>
            <a:off x="3729279" y="2667000"/>
            <a:ext cx="85242" cy="292100"/>
            <a:chOff x="3729279" y="2667000"/>
            <a:chExt cx="85242" cy="292100"/>
          </a:xfrm>
        </p:grpSpPr>
        <p:sp>
          <p:nvSpPr>
            <p:cNvPr id="15" name="node05.segment-1"/>
            <p:cNvSpPr/>
            <p:nvPr/>
          </p:nvSpPr>
          <p:spPr>
            <a:xfrm>
              <a:off x="3771900" y="26670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16" name="node05.head-end.0"/>
            <p:cNvSpPr/>
            <p:nvPr/>
          </p:nvSpPr>
          <p:spPr>
            <a:xfrm>
              <a:off x="3729279" y="28810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17" name="node05.head-end.1"/>
            <p:cNvSpPr/>
            <p:nvPr/>
          </p:nvSpPr>
          <p:spPr>
            <a:xfrm>
              <a:off x="3771900" y="28810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4" name="node06"/>
          <p:cNvGrpSpPr/>
          <p:nvPr/>
        </p:nvGrpSpPr>
        <p:grpSpPr>
          <a:xfrm>
            <a:off x="3729279" y="3162300"/>
            <a:ext cx="85242" cy="292100"/>
            <a:chOff x="3729279" y="3162300"/>
            <a:chExt cx="85242" cy="292100"/>
          </a:xfrm>
        </p:grpSpPr>
        <p:sp>
          <p:nvSpPr>
            <p:cNvPr id="18" name="node06.segment-1"/>
            <p:cNvSpPr/>
            <p:nvPr/>
          </p:nvSpPr>
          <p:spPr>
            <a:xfrm>
              <a:off x="3771900" y="31623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19" name="node06.head-end.0"/>
            <p:cNvSpPr/>
            <p:nvPr/>
          </p:nvSpPr>
          <p:spPr>
            <a:xfrm>
              <a:off x="3729279" y="33763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0" name="node06.head-end.1"/>
            <p:cNvSpPr/>
            <p:nvPr/>
          </p:nvSpPr>
          <p:spPr>
            <a:xfrm>
              <a:off x="3771900" y="33763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5" name="node07"/>
          <p:cNvGrpSpPr/>
          <p:nvPr/>
        </p:nvGrpSpPr>
        <p:grpSpPr>
          <a:xfrm>
            <a:off x="3729279" y="3657600"/>
            <a:ext cx="85242" cy="292100"/>
            <a:chOff x="3729279" y="3657600"/>
            <a:chExt cx="85242" cy="292100"/>
          </a:xfrm>
        </p:grpSpPr>
        <p:sp>
          <p:nvSpPr>
            <p:cNvPr id="21" name="node07.segment-1"/>
            <p:cNvSpPr/>
            <p:nvPr/>
          </p:nvSpPr>
          <p:spPr>
            <a:xfrm>
              <a:off x="3771900" y="36576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2" name="node07.head-end.0"/>
            <p:cNvSpPr/>
            <p:nvPr/>
          </p:nvSpPr>
          <p:spPr>
            <a:xfrm>
              <a:off x="3729279" y="38716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3" name="node07.head-end.1"/>
            <p:cNvSpPr/>
            <p:nvPr/>
          </p:nvSpPr>
          <p:spPr>
            <a:xfrm>
              <a:off x="3771900" y="38716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6" name="node08"/>
          <p:cNvGrpSpPr/>
          <p:nvPr/>
        </p:nvGrpSpPr>
        <p:grpSpPr>
          <a:xfrm>
            <a:off x="3729279" y="4152900"/>
            <a:ext cx="85242" cy="292100"/>
            <a:chOff x="3729279" y="4152900"/>
            <a:chExt cx="85242" cy="292100"/>
          </a:xfrm>
        </p:grpSpPr>
        <p:sp>
          <p:nvSpPr>
            <p:cNvPr id="24" name="node08.segment-1"/>
            <p:cNvSpPr/>
            <p:nvPr/>
          </p:nvSpPr>
          <p:spPr>
            <a:xfrm>
              <a:off x="3771900" y="41529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5" name="node08.head-end.0"/>
            <p:cNvSpPr/>
            <p:nvPr/>
          </p:nvSpPr>
          <p:spPr>
            <a:xfrm>
              <a:off x="3729279" y="43669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6" name="node08.head-end.1"/>
            <p:cNvSpPr/>
            <p:nvPr/>
          </p:nvSpPr>
          <p:spPr>
            <a:xfrm>
              <a:off x="3771900" y="43669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7" name="node09"/>
          <p:cNvGrpSpPr/>
          <p:nvPr/>
        </p:nvGrpSpPr>
        <p:grpSpPr>
          <a:xfrm>
            <a:off x="3729279" y="4648200"/>
            <a:ext cx="85242" cy="292100"/>
            <a:chOff x="3729279" y="4648200"/>
            <a:chExt cx="85242" cy="292100"/>
          </a:xfrm>
        </p:grpSpPr>
        <p:sp>
          <p:nvSpPr>
            <p:cNvPr id="27" name="node09.segment-1"/>
            <p:cNvSpPr/>
            <p:nvPr/>
          </p:nvSpPr>
          <p:spPr>
            <a:xfrm>
              <a:off x="3771900" y="46482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8" name="node09.head-end.0"/>
            <p:cNvSpPr/>
            <p:nvPr/>
          </p:nvSpPr>
          <p:spPr>
            <a:xfrm>
              <a:off x="3729279" y="48622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29" name="node09.head-end.1"/>
            <p:cNvSpPr/>
            <p:nvPr/>
          </p:nvSpPr>
          <p:spPr>
            <a:xfrm>
              <a:off x="3771900" y="48622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8" name="node10"/>
          <p:cNvGrpSpPr/>
          <p:nvPr/>
        </p:nvGrpSpPr>
        <p:grpSpPr>
          <a:xfrm>
            <a:off x="3729279" y="5143500"/>
            <a:ext cx="85242" cy="292100"/>
            <a:chOff x="3729279" y="5143500"/>
            <a:chExt cx="85242" cy="292100"/>
          </a:xfrm>
        </p:grpSpPr>
        <p:sp>
          <p:nvSpPr>
            <p:cNvPr id="30" name="node10.segment-1"/>
            <p:cNvSpPr/>
            <p:nvPr/>
          </p:nvSpPr>
          <p:spPr>
            <a:xfrm>
              <a:off x="3771900" y="5143500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29210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31" name="node10.head-end.0"/>
            <p:cNvSpPr/>
            <p:nvPr/>
          </p:nvSpPr>
          <p:spPr>
            <a:xfrm>
              <a:off x="3729279" y="5357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  <p:sp>
          <p:nvSpPr>
            <p:cNvPr id="32" name="node10.head-end.1"/>
            <p:cNvSpPr/>
            <p:nvPr/>
          </p:nvSpPr>
          <p:spPr>
            <a:xfrm>
              <a:off x="3771900" y="5357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F900D3"/>
              </a:solidFill>
              <a:prstDash val="solid"/>
            </a:ln>
          </p:spPr>
        </p:sp>
      </p:grpSp>
      <p:grpSp>
        <p:nvGrpSpPr>
          <p:cNvPr id="139" name="node11"/>
          <p:cNvGrpSpPr/>
          <p:nvPr/>
        </p:nvGrpSpPr>
        <p:grpSpPr>
          <a:xfrm>
            <a:off x="3670300" y="1968500"/>
            <a:ext cx="203200" cy="203200"/>
            <a:chOff x="3670300" y="1968500"/>
            <a:chExt cx="203200" cy="203200"/>
          </a:xfrm>
        </p:grpSpPr>
        <p:sp>
          <p:nvSpPr>
            <p:cNvPr id="33" name="node11.marker"/>
            <p:cNvSpPr/>
            <p:nvPr/>
          </p:nvSpPr>
          <p:spPr>
            <a:xfrm>
              <a:off x="3670300" y="19685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0" name="node12"/>
          <p:cNvGrpSpPr/>
          <p:nvPr/>
        </p:nvGrpSpPr>
        <p:grpSpPr>
          <a:xfrm>
            <a:off x="4076700" y="1981200"/>
            <a:ext cx="914400" cy="139700"/>
            <a:chOff x="4076700" y="1981200"/>
            <a:chExt cx="914400" cy="139700"/>
          </a:xfrm>
        </p:grpSpPr>
        <p:sp>
          <p:nvSpPr>
            <p:cNvPr id="34" name="node12.text"/>
            <p:cNvSpPr/>
            <p:nvPr/>
          </p:nvSpPr>
          <p:spPr>
            <a:xfrm>
              <a:off x="4076700" y="19812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22 JAN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1" name="node13"/>
          <p:cNvGrpSpPr/>
          <p:nvPr/>
        </p:nvGrpSpPr>
        <p:grpSpPr>
          <a:xfrm>
            <a:off x="4076700" y="2159000"/>
            <a:ext cx="914400" cy="139700"/>
            <a:chOff x="4076700" y="2159000"/>
            <a:chExt cx="914400" cy="139700"/>
          </a:xfrm>
        </p:grpSpPr>
        <p:sp>
          <p:nvSpPr>
            <p:cNvPr id="35" name="node13.text"/>
            <p:cNvSpPr/>
            <p:nvPr/>
          </p:nvSpPr>
          <p:spPr>
            <a:xfrm>
              <a:off x="4076700" y="21590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2" name="node14"/>
          <p:cNvGrpSpPr/>
          <p:nvPr/>
        </p:nvGrpSpPr>
        <p:grpSpPr>
          <a:xfrm>
            <a:off x="5219700" y="1943100"/>
            <a:ext cx="2667000" cy="266700"/>
            <a:chOff x="5219700" y="1943100"/>
            <a:chExt cx="2667000" cy="266700"/>
          </a:xfrm>
        </p:grpSpPr>
        <p:sp>
          <p:nvSpPr>
            <p:cNvPr id="36" name="node14.text"/>
            <p:cNvSpPr/>
            <p:nvPr/>
          </p:nvSpPr>
          <p:spPr>
            <a:xfrm>
              <a:off x="5219700" y="19431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3" name="node15"/>
          <p:cNvGrpSpPr/>
          <p:nvPr/>
        </p:nvGrpSpPr>
        <p:grpSpPr>
          <a:xfrm>
            <a:off x="8039100" y="1968500"/>
            <a:ext cx="3429000" cy="381000"/>
            <a:chOff x="8039100" y="1968500"/>
            <a:chExt cx="3429000" cy="381000"/>
          </a:xfrm>
        </p:grpSpPr>
        <p:sp>
          <p:nvSpPr>
            <p:cNvPr id="37" name="node15.text"/>
            <p:cNvSpPr/>
            <p:nvPr/>
          </p:nvSpPr>
          <p:spPr>
            <a:xfrm>
              <a:off x="8039100" y="19685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Team, governance and plan in place; steering committee chartered.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8" name="node16"/>
          <p:cNvSpPr/>
          <p:nvPr/>
        </p:nvSpPr>
        <p:spPr>
          <a:xfrm>
            <a:off x="4076700" y="24003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44" name="node17"/>
          <p:cNvGrpSpPr/>
          <p:nvPr/>
        </p:nvGrpSpPr>
        <p:grpSpPr>
          <a:xfrm>
            <a:off x="3670300" y="2463800"/>
            <a:ext cx="203200" cy="203200"/>
            <a:chOff x="3670300" y="2463800"/>
            <a:chExt cx="203200" cy="203200"/>
          </a:xfrm>
        </p:grpSpPr>
        <p:sp>
          <p:nvSpPr>
            <p:cNvPr id="39" name="node17.marker"/>
            <p:cNvSpPr/>
            <p:nvPr/>
          </p:nvSpPr>
          <p:spPr>
            <a:xfrm>
              <a:off x="3670300" y="24638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5" name="node18"/>
          <p:cNvGrpSpPr/>
          <p:nvPr/>
        </p:nvGrpSpPr>
        <p:grpSpPr>
          <a:xfrm>
            <a:off x="4076700" y="2476500"/>
            <a:ext cx="914400" cy="139700"/>
            <a:chOff x="4076700" y="2476500"/>
            <a:chExt cx="914400" cy="139700"/>
          </a:xfrm>
        </p:grpSpPr>
        <p:sp>
          <p:nvSpPr>
            <p:cNvPr id="40" name="node18.text"/>
            <p:cNvSpPr/>
            <p:nvPr/>
          </p:nvSpPr>
          <p:spPr>
            <a:xfrm>
              <a:off x="4076700" y="24765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6" name="node19"/>
          <p:cNvGrpSpPr/>
          <p:nvPr/>
        </p:nvGrpSpPr>
        <p:grpSpPr>
          <a:xfrm>
            <a:off x="4076700" y="2654300"/>
            <a:ext cx="914400" cy="139700"/>
            <a:chOff x="4076700" y="2654300"/>
            <a:chExt cx="914400" cy="139700"/>
          </a:xfrm>
        </p:grpSpPr>
        <p:sp>
          <p:nvSpPr>
            <p:cNvPr id="41" name="node19.text"/>
            <p:cNvSpPr/>
            <p:nvPr/>
          </p:nvSpPr>
          <p:spPr>
            <a:xfrm>
              <a:off x="4076700" y="26543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7" name="node20"/>
          <p:cNvGrpSpPr/>
          <p:nvPr/>
        </p:nvGrpSpPr>
        <p:grpSpPr>
          <a:xfrm>
            <a:off x="5219700" y="2438400"/>
            <a:ext cx="2667000" cy="266700"/>
            <a:chOff x="5219700" y="2438400"/>
            <a:chExt cx="2667000" cy="266700"/>
          </a:xfrm>
        </p:grpSpPr>
        <p:sp>
          <p:nvSpPr>
            <p:cNvPr id="42" name="node20.text"/>
            <p:cNvSpPr/>
            <p:nvPr/>
          </p:nvSpPr>
          <p:spPr>
            <a:xfrm>
              <a:off x="5219700" y="24384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8" name="node21"/>
          <p:cNvGrpSpPr/>
          <p:nvPr/>
        </p:nvGrpSpPr>
        <p:grpSpPr>
          <a:xfrm>
            <a:off x="8039100" y="2463800"/>
            <a:ext cx="3429000" cy="381000"/>
            <a:chOff x="8039100" y="2463800"/>
            <a:chExt cx="3429000" cy="381000"/>
          </a:xfrm>
        </p:grpSpPr>
        <p:sp>
          <p:nvSpPr>
            <p:cNvPr id="43" name="node21.text"/>
            <p:cNvSpPr/>
            <p:nvPr/>
          </p:nvSpPr>
          <p:spPr>
            <a:xfrm>
              <a:off x="8039100" y="24638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Access and revenue cycle baseline agreed with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9" name="node22"/>
          <p:cNvGrpSpPr/>
          <p:nvPr/>
        </p:nvGrpSpPr>
        <p:grpSpPr>
          <a:xfrm>
            <a:off x="3162300" y="2489200"/>
            <a:ext cx="152400" cy="152400"/>
            <a:chOff x="3162300" y="2489200"/>
            <a:chExt cx="152400" cy="152400"/>
          </a:xfrm>
        </p:grpSpPr>
        <p:sp>
          <p:nvSpPr>
            <p:cNvPr id="44" name="node22.marker"/>
            <p:cNvSpPr/>
            <p:nvPr/>
          </p:nvSpPr>
          <p:spPr>
            <a:xfrm>
              <a:off x="3162300" y="24892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0" name="node23"/>
          <p:cNvGrpSpPr/>
          <p:nvPr/>
        </p:nvGrpSpPr>
        <p:grpSpPr>
          <a:xfrm>
            <a:off x="3194050" y="2520950"/>
            <a:ext cx="88900" cy="88900"/>
            <a:chOff x="3194050" y="2520950"/>
            <a:chExt cx="88900" cy="88900"/>
          </a:xfrm>
        </p:grpSpPr>
        <p:sp>
          <p:nvSpPr>
            <p:cNvPr id="45" name="node23.marker"/>
            <p:cNvSpPr/>
            <p:nvPr/>
          </p:nvSpPr>
          <p:spPr>
            <a:xfrm>
              <a:off x="3194050" y="25209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51" name="node24"/>
          <p:cNvGrpSpPr/>
          <p:nvPr/>
        </p:nvGrpSpPr>
        <p:grpSpPr>
          <a:xfrm>
            <a:off x="3327400" y="2522779"/>
            <a:ext cx="317500" cy="85242"/>
            <a:chOff x="3327400" y="2522779"/>
            <a:chExt cx="317500" cy="85242"/>
          </a:xfrm>
        </p:grpSpPr>
        <p:sp>
          <p:nvSpPr>
            <p:cNvPr id="46" name="node24.segment-1"/>
            <p:cNvSpPr/>
            <p:nvPr/>
          </p:nvSpPr>
          <p:spPr>
            <a:xfrm>
              <a:off x="3327400" y="25654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47" name="node24.head-end.0"/>
            <p:cNvSpPr/>
            <p:nvPr/>
          </p:nvSpPr>
          <p:spPr>
            <a:xfrm>
              <a:off x="3566883" y="25654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8" name="node24.head-end.1"/>
            <p:cNvSpPr/>
            <p:nvPr/>
          </p:nvSpPr>
          <p:spPr>
            <a:xfrm>
              <a:off x="3566883" y="25227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52" name="node25"/>
          <p:cNvGrpSpPr/>
          <p:nvPr/>
        </p:nvGrpSpPr>
        <p:grpSpPr>
          <a:xfrm>
            <a:off x="723900" y="2438400"/>
            <a:ext cx="2362200" cy="190500"/>
            <a:chOff x="723900" y="2438400"/>
            <a:chExt cx="2362200" cy="190500"/>
          </a:xfrm>
        </p:grpSpPr>
        <p:sp>
          <p:nvSpPr>
            <p:cNvPr id="49" name="node25.text"/>
            <p:cNvSpPr/>
            <p:nvPr/>
          </p:nvSpPr>
          <p:spPr>
            <a:xfrm>
              <a:off x="723900" y="24384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Data access granted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3" name="node26"/>
          <p:cNvGrpSpPr/>
          <p:nvPr/>
        </p:nvGrpSpPr>
        <p:grpSpPr>
          <a:xfrm>
            <a:off x="723900" y="2667000"/>
            <a:ext cx="2362200" cy="139700"/>
            <a:chOff x="723900" y="2667000"/>
            <a:chExt cx="2362200" cy="139700"/>
          </a:xfrm>
        </p:grpSpPr>
        <p:sp>
          <p:nvSpPr>
            <p:cNvPr id="50" name="node26.text"/>
            <p:cNvSpPr/>
            <p:nvPr/>
          </p:nvSpPr>
          <p:spPr>
            <a:xfrm>
              <a:off x="723900" y="26670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29 JAN · 1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51" name="node27"/>
          <p:cNvSpPr/>
          <p:nvPr/>
        </p:nvSpPr>
        <p:spPr>
          <a:xfrm>
            <a:off x="4076700" y="28956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54" name="node28"/>
          <p:cNvGrpSpPr/>
          <p:nvPr/>
        </p:nvGrpSpPr>
        <p:grpSpPr>
          <a:xfrm>
            <a:off x="3670300" y="2959100"/>
            <a:ext cx="203200" cy="203200"/>
            <a:chOff x="3670300" y="2959100"/>
            <a:chExt cx="203200" cy="203200"/>
          </a:xfrm>
        </p:grpSpPr>
        <p:sp>
          <p:nvSpPr>
            <p:cNvPr id="52" name="node28.marker"/>
            <p:cNvSpPr/>
            <p:nvPr/>
          </p:nvSpPr>
          <p:spPr>
            <a:xfrm>
              <a:off x="3670300" y="29591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5" name="node29"/>
          <p:cNvGrpSpPr/>
          <p:nvPr/>
        </p:nvGrpSpPr>
        <p:grpSpPr>
          <a:xfrm>
            <a:off x="4076700" y="2971800"/>
            <a:ext cx="914400" cy="139700"/>
            <a:chOff x="4076700" y="2971800"/>
            <a:chExt cx="914400" cy="139700"/>
          </a:xfrm>
        </p:grpSpPr>
        <p:sp>
          <p:nvSpPr>
            <p:cNvPr id="53" name="node29.text"/>
            <p:cNvSpPr/>
            <p:nvPr/>
          </p:nvSpPr>
          <p:spPr>
            <a:xfrm>
              <a:off x="4076700" y="29718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6" name="node30"/>
          <p:cNvGrpSpPr/>
          <p:nvPr/>
        </p:nvGrpSpPr>
        <p:grpSpPr>
          <a:xfrm>
            <a:off x="4076700" y="3149600"/>
            <a:ext cx="914400" cy="139700"/>
            <a:chOff x="4076700" y="3149600"/>
            <a:chExt cx="914400" cy="139700"/>
          </a:xfrm>
        </p:grpSpPr>
        <p:sp>
          <p:nvSpPr>
            <p:cNvPr id="54" name="node30.text"/>
            <p:cNvSpPr/>
            <p:nvPr/>
          </p:nvSpPr>
          <p:spPr>
            <a:xfrm>
              <a:off x="4076700" y="31496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7" name="node31"/>
          <p:cNvGrpSpPr/>
          <p:nvPr/>
        </p:nvGrpSpPr>
        <p:grpSpPr>
          <a:xfrm>
            <a:off x="5219700" y="2933700"/>
            <a:ext cx="2667000" cy="266700"/>
            <a:chOff x="5219700" y="2933700"/>
            <a:chExt cx="2667000" cy="266700"/>
          </a:xfrm>
        </p:grpSpPr>
        <p:sp>
          <p:nvSpPr>
            <p:cNvPr id="55" name="node31.text"/>
            <p:cNvSpPr/>
            <p:nvPr/>
          </p:nvSpPr>
          <p:spPr>
            <a:xfrm>
              <a:off x="5219700" y="29337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8" name="node32"/>
          <p:cNvGrpSpPr/>
          <p:nvPr/>
        </p:nvGrpSpPr>
        <p:grpSpPr>
          <a:xfrm>
            <a:off x="8039100" y="2959100"/>
            <a:ext cx="3429000" cy="381000"/>
            <a:chOff x="8039100" y="2959100"/>
            <a:chExt cx="3429000" cy="381000"/>
          </a:xfrm>
        </p:grpSpPr>
        <p:sp>
          <p:nvSpPr>
            <p:cNvPr id="56" name="node32.text"/>
            <p:cNvSpPr/>
            <p:nvPr/>
          </p:nvSpPr>
          <p:spPr>
            <a:xfrm>
              <a:off x="8039100" y="29591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Future-state scheduling, registration and billing design approved.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9" name="node33"/>
          <p:cNvGrpSpPr/>
          <p:nvPr/>
        </p:nvGrpSpPr>
        <p:grpSpPr>
          <a:xfrm>
            <a:off x="3162300" y="2984500"/>
            <a:ext cx="152400" cy="152400"/>
            <a:chOff x="3162300" y="2984500"/>
            <a:chExt cx="152400" cy="152400"/>
          </a:xfrm>
        </p:grpSpPr>
        <p:sp>
          <p:nvSpPr>
            <p:cNvPr id="57" name="node33.marker"/>
            <p:cNvSpPr/>
            <p:nvPr/>
          </p:nvSpPr>
          <p:spPr>
            <a:xfrm>
              <a:off x="3162300" y="29845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60" name="node34"/>
          <p:cNvGrpSpPr/>
          <p:nvPr/>
        </p:nvGrpSpPr>
        <p:grpSpPr>
          <a:xfrm>
            <a:off x="3194050" y="3016250"/>
            <a:ext cx="88900" cy="88900"/>
            <a:chOff x="3194050" y="3016250"/>
            <a:chExt cx="88900" cy="88900"/>
          </a:xfrm>
        </p:grpSpPr>
        <p:sp>
          <p:nvSpPr>
            <p:cNvPr id="58" name="node34.marker"/>
            <p:cNvSpPr/>
            <p:nvPr/>
          </p:nvSpPr>
          <p:spPr>
            <a:xfrm>
              <a:off x="3194050" y="30162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61" name="node35"/>
          <p:cNvGrpSpPr/>
          <p:nvPr/>
        </p:nvGrpSpPr>
        <p:grpSpPr>
          <a:xfrm>
            <a:off x="3327400" y="3018079"/>
            <a:ext cx="317500" cy="85242"/>
            <a:chOff x="3327400" y="3018079"/>
            <a:chExt cx="317500" cy="85242"/>
          </a:xfrm>
        </p:grpSpPr>
        <p:sp>
          <p:nvSpPr>
            <p:cNvPr id="59" name="node35.segment-1"/>
            <p:cNvSpPr/>
            <p:nvPr/>
          </p:nvSpPr>
          <p:spPr>
            <a:xfrm>
              <a:off x="3327400" y="30607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60" name="node35.head-end.0"/>
            <p:cNvSpPr/>
            <p:nvPr/>
          </p:nvSpPr>
          <p:spPr>
            <a:xfrm>
              <a:off x="3566883" y="30607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1" name="node35.head-end.1"/>
            <p:cNvSpPr/>
            <p:nvPr/>
          </p:nvSpPr>
          <p:spPr>
            <a:xfrm>
              <a:off x="3566883" y="30180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62" name="node36"/>
          <p:cNvGrpSpPr/>
          <p:nvPr/>
        </p:nvGrpSpPr>
        <p:grpSpPr>
          <a:xfrm>
            <a:off x="723900" y="2933700"/>
            <a:ext cx="2362200" cy="190500"/>
            <a:chOff x="723900" y="2933700"/>
            <a:chExt cx="2362200" cy="190500"/>
          </a:xfrm>
        </p:grpSpPr>
        <p:sp>
          <p:nvSpPr>
            <p:cNvPr id="62" name="node36.text"/>
            <p:cNvSpPr/>
            <p:nvPr/>
          </p:nvSpPr>
          <p:spPr>
            <a:xfrm>
              <a:off x="723900" y="29337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Business case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3" name="node37"/>
          <p:cNvGrpSpPr/>
          <p:nvPr/>
        </p:nvGrpSpPr>
        <p:grpSpPr>
          <a:xfrm>
            <a:off x="723900" y="3162300"/>
            <a:ext cx="2362200" cy="139700"/>
            <a:chOff x="723900" y="3162300"/>
            <a:chExt cx="2362200" cy="139700"/>
          </a:xfrm>
        </p:grpSpPr>
        <p:sp>
          <p:nvSpPr>
            <p:cNvPr id="63" name="node37.text"/>
            <p:cNvSpPr/>
            <p:nvPr/>
          </p:nvSpPr>
          <p:spPr>
            <a:xfrm>
              <a:off x="723900" y="31623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19 FEB · 1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64" name="node38"/>
          <p:cNvSpPr/>
          <p:nvPr/>
        </p:nvSpPr>
        <p:spPr>
          <a:xfrm>
            <a:off x="4076700" y="33909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64" name="node39"/>
          <p:cNvGrpSpPr/>
          <p:nvPr/>
        </p:nvGrpSpPr>
        <p:grpSpPr>
          <a:xfrm>
            <a:off x="3670300" y="3454400"/>
            <a:ext cx="203200" cy="203200"/>
            <a:chOff x="3670300" y="3454400"/>
            <a:chExt cx="203200" cy="203200"/>
          </a:xfrm>
        </p:grpSpPr>
        <p:sp>
          <p:nvSpPr>
            <p:cNvPr id="65" name="node39.marker"/>
            <p:cNvSpPr/>
            <p:nvPr/>
          </p:nvSpPr>
          <p:spPr>
            <a:xfrm>
              <a:off x="3670300" y="34544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65" name="node40"/>
          <p:cNvGrpSpPr/>
          <p:nvPr/>
        </p:nvGrpSpPr>
        <p:grpSpPr>
          <a:xfrm>
            <a:off x="4076700" y="3467100"/>
            <a:ext cx="914400" cy="139700"/>
            <a:chOff x="4076700" y="3467100"/>
            <a:chExt cx="914400" cy="139700"/>
          </a:xfrm>
        </p:grpSpPr>
        <p:sp>
          <p:nvSpPr>
            <p:cNvPr id="66" name="node40.text"/>
            <p:cNvSpPr/>
            <p:nvPr/>
          </p:nvSpPr>
          <p:spPr>
            <a:xfrm>
              <a:off x="4076700" y="34671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6" name="node41"/>
          <p:cNvGrpSpPr/>
          <p:nvPr/>
        </p:nvGrpSpPr>
        <p:grpSpPr>
          <a:xfrm>
            <a:off x="4076700" y="3644900"/>
            <a:ext cx="914400" cy="139700"/>
            <a:chOff x="4076700" y="3644900"/>
            <a:chExt cx="914400" cy="139700"/>
          </a:xfrm>
        </p:grpSpPr>
        <p:sp>
          <p:nvSpPr>
            <p:cNvPr id="67" name="node41.text"/>
            <p:cNvSpPr/>
            <p:nvPr/>
          </p:nvSpPr>
          <p:spPr>
            <a:xfrm>
              <a:off x="4076700" y="36449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7" name="node42"/>
          <p:cNvGrpSpPr/>
          <p:nvPr/>
        </p:nvGrpSpPr>
        <p:grpSpPr>
          <a:xfrm>
            <a:off x="5219700" y="3429000"/>
            <a:ext cx="2667000" cy="266700"/>
            <a:chOff x="5219700" y="3429000"/>
            <a:chExt cx="2667000" cy="266700"/>
          </a:xfrm>
        </p:grpSpPr>
        <p:sp>
          <p:nvSpPr>
            <p:cNvPr id="68" name="node42.text"/>
            <p:cNvSpPr/>
            <p:nvPr/>
          </p:nvSpPr>
          <p:spPr>
            <a:xfrm>
              <a:off x="5219700" y="34290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68" name="node43"/>
          <p:cNvGrpSpPr/>
          <p:nvPr/>
        </p:nvGrpSpPr>
        <p:grpSpPr>
          <a:xfrm>
            <a:off x="8039100" y="3454400"/>
            <a:ext cx="3429000" cy="381000"/>
            <a:chOff x="8039100" y="3454400"/>
            <a:chExt cx="3429000" cy="381000"/>
          </a:xfrm>
        </p:grpSpPr>
        <p:sp>
          <p:nvSpPr>
            <p:cNvPr id="69" name="node43.text"/>
            <p:cNvSpPr/>
            <p:nvPr/>
          </p:nvSpPr>
          <p:spPr>
            <a:xfrm>
              <a:off x="8039100" y="34544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configured and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9" name="node44"/>
          <p:cNvGrpSpPr/>
          <p:nvPr/>
        </p:nvGrpSpPr>
        <p:grpSpPr>
          <a:xfrm>
            <a:off x="3162300" y="3479800"/>
            <a:ext cx="152400" cy="152400"/>
            <a:chOff x="3162300" y="3479800"/>
            <a:chExt cx="152400" cy="152400"/>
          </a:xfrm>
        </p:grpSpPr>
        <p:sp>
          <p:nvSpPr>
            <p:cNvPr id="70" name="node44.marker"/>
            <p:cNvSpPr/>
            <p:nvPr/>
          </p:nvSpPr>
          <p:spPr>
            <a:xfrm>
              <a:off x="3162300" y="34798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70" name="node45"/>
          <p:cNvGrpSpPr/>
          <p:nvPr/>
        </p:nvGrpSpPr>
        <p:grpSpPr>
          <a:xfrm>
            <a:off x="3194050" y="3511550"/>
            <a:ext cx="88900" cy="88900"/>
            <a:chOff x="3194050" y="3511550"/>
            <a:chExt cx="88900" cy="88900"/>
          </a:xfrm>
        </p:grpSpPr>
        <p:sp>
          <p:nvSpPr>
            <p:cNvPr id="71" name="node45.marker"/>
            <p:cNvSpPr/>
            <p:nvPr/>
          </p:nvSpPr>
          <p:spPr>
            <a:xfrm>
              <a:off x="3194050" y="35115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71" name="node46"/>
          <p:cNvGrpSpPr/>
          <p:nvPr/>
        </p:nvGrpSpPr>
        <p:grpSpPr>
          <a:xfrm>
            <a:off x="3327400" y="3513379"/>
            <a:ext cx="317500" cy="85242"/>
            <a:chOff x="3327400" y="3513379"/>
            <a:chExt cx="317500" cy="85242"/>
          </a:xfrm>
        </p:grpSpPr>
        <p:sp>
          <p:nvSpPr>
            <p:cNvPr id="72" name="node46.segment-1"/>
            <p:cNvSpPr/>
            <p:nvPr/>
          </p:nvSpPr>
          <p:spPr>
            <a:xfrm>
              <a:off x="3327400" y="35560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73" name="node46.head-end.0"/>
            <p:cNvSpPr/>
            <p:nvPr/>
          </p:nvSpPr>
          <p:spPr>
            <a:xfrm>
              <a:off x="3566883" y="35560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74" name="node46.head-end.1"/>
            <p:cNvSpPr/>
            <p:nvPr/>
          </p:nvSpPr>
          <p:spPr>
            <a:xfrm>
              <a:off x="3566883" y="35133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72" name="node47"/>
          <p:cNvGrpSpPr/>
          <p:nvPr/>
        </p:nvGrpSpPr>
        <p:grpSpPr>
          <a:xfrm>
            <a:off x="723900" y="3429000"/>
            <a:ext cx="2362200" cy="190500"/>
            <a:chOff x="723900" y="3429000"/>
            <a:chExt cx="2362200" cy="190500"/>
          </a:xfrm>
        </p:grpSpPr>
        <p:sp>
          <p:nvSpPr>
            <p:cNvPr id="75" name="node47.text"/>
            <p:cNvSpPr/>
            <p:nvPr/>
          </p:nvSpPr>
          <p:spPr>
            <a:xfrm>
              <a:off x="723900" y="3429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Interface specs signed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3" name="node48"/>
          <p:cNvGrpSpPr/>
          <p:nvPr/>
        </p:nvGrpSpPr>
        <p:grpSpPr>
          <a:xfrm>
            <a:off x="723900" y="3657600"/>
            <a:ext cx="2362200" cy="139700"/>
            <a:chOff x="723900" y="3657600"/>
            <a:chExt cx="2362200" cy="139700"/>
          </a:xfrm>
        </p:grpSpPr>
        <p:sp>
          <p:nvSpPr>
            <p:cNvPr id="76" name="node48.text"/>
            <p:cNvSpPr/>
            <p:nvPr/>
          </p:nvSpPr>
          <p:spPr>
            <a:xfrm>
              <a:off x="723900" y="36576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12 MAR · 2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77" name="node49"/>
          <p:cNvSpPr/>
          <p:nvPr/>
        </p:nvSpPr>
        <p:spPr>
          <a:xfrm>
            <a:off x="4076700" y="38862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74" name="node50"/>
          <p:cNvGrpSpPr/>
          <p:nvPr/>
        </p:nvGrpSpPr>
        <p:grpSpPr>
          <a:xfrm>
            <a:off x="3670300" y="3949700"/>
            <a:ext cx="203200" cy="203200"/>
            <a:chOff x="3670300" y="3949700"/>
            <a:chExt cx="203200" cy="203200"/>
          </a:xfrm>
        </p:grpSpPr>
        <p:sp>
          <p:nvSpPr>
            <p:cNvPr id="78" name="node50.marker"/>
            <p:cNvSpPr/>
            <p:nvPr/>
          </p:nvSpPr>
          <p:spPr>
            <a:xfrm>
              <a:off x="3670300" y="39497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75" name="node51"/>
          <p:cNvGrpSpPr/>
          <p:nvPr/>
        </p:nvGrpSpPr>
        <p:grpSpPr>
          <a:xfrm>
            <a:off x="4076700" y="3962400"/>
            <a:ext cx="914400" cy="139700"/>
            <a:chOff x="4076700" y="3962400"/>
            <a:chExt cx="914400" cy="139700"/>
          </a:xfrm>
        </p:grpSpPr>
        <p:sp>
          <p:nvSpPr>
            <p:cNvPr id="79" name="node51.text"/>
            <p:cNvSpPr/>
            <p:nvPr/>
          </p:nvSpPr>
          <p:spPr>
            <a:xfrm>
              <a:off x="4076700" y="39624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6" name="node52"/>
          <p:cNvGrpSpPr/>
          <p:nvPr/>
        </p:nvGrpSpPr>
        <p:grpSpPr>
          <a:xfrm>
            <a:off x="4076700" y="4140200"/>
            <a:ext cx="914400" cy="139700"/>
            <a:chOff x="4076700" y="4140200"/>
            <a:chExt cx="914400" cy="139700"/>
          </a:xfrm>
        </p:grpSpPr>
        <p:sp>
          <p:nvSpPr>
            <p:cNvPr id="80" name="node52.text"/>
            <p:cNvSpPr/>
            <p:nvPr/>
          </p:nvSpPr>
          <p:spPr>
            <a:xfrm>
              <a:off x="4076700" y="41402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7" name="node53"/>
          <p:cNvGrpSpPr/>
          <p:nvPr/>
        </p:nvGrpSpPr>
        <p:grpSpPr>
          <a:xfrm>
            <a:off x="5219700" y="3924300"/>
            <a:ext cx="2667000" cy="266700"/>
            <a:chOff x="5219700" y="3924300"/>
            <a:chExt cx="2667000" cy="266700"/>
          </a:xfrm>
        </p:grpSpPr>
        <p:sp>
          <p:nvSpPr>
            <p:cNvPr id="81" name="node53.text"/>
            <p:cNvSpPr/>
            <p:nvPr/>
          </p:nvSpPr>
          <p:spPr>
            <a:xfrm>
              <a:off x="5219700" y="39243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78" name="node54"/>
          <p:cNvGrpSpPr/>
          <p:nvPr/>
        </p:nvGrpSpPr>
        <p:grpSpPr>
          <a:xfrm>
            <a:off x="8039100" y="3949700"/>
            <a:ext cx="3429000" cy="381000"/>
            <a:chOff x="8039100" y="3949700"/>
            <a:chExt cx="3429000" cy="381000"/>
          </a:xfrm>
        </p:grpSpPr>
        <p:sp>
          <p:nvSpPr>
            <p:cNvPr id="82" name="node54.text"/>
            <p:cNvSpPr/>
            <p:nvPr/>
          </p:nvSpPr>
          <p:spPr>
            <a:xfrm>
              <a:off x="8039100" y="39497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Users pass every critical script with no open severity 1 or 2 defects.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9" name="node55"/>
          <p:cNvGrpSpPr/>
          <p:nvPr/>
        </p:nvGrpSpPr>
        <p:grpSpPr>
          <a:xfrm>
            <a:off x="3162300" y="3975100"/>
            <a:ext cx="152400" cy="152400"/>
            <a:chOff x="3162300" y="3975100"/>
            <a:chExt cx="152400" cy="152400"/>
          </a:xfrm>
        </p:grpSpPr>
        <p:sp>
          <p:nvSpPr>
            <p:cNvPr id="83" name="node55.marker"/>
            <p:cNvSpPr/>
            <p:nvPr/>
          </p:nvSpPr>
          <p:spPr>
            <a:xfrm>
              <a:off x="3162300" y="39751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80" name="node56"/>
          <p:cNvGrpSpPr/>
          <p:nvPr/>
        </p:nvGrpSpPr>
        <p:grpSpPr>
          <a:xfrm>
            <a:off x="3194050" y="4006850"/>
            <a:ext cx="88900" cy="88900"/>
            <a:chOff x="3194050" y="4006850"/>
            <a:chExt cx="88900" cy="88900"/>
          </a:xfrm>
        </p:grpSpPr>
        <p:sp>
          <p:nvSpPr>
            <p:cNvPr id="84" name="node56.marker"/>
            <p:cNvSpPr/>
            <p:nvPr/>
          </p:nvSpPr>
          <p:spPr>
            <a:xfrm>
              <a:off x="3194050" y="40068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81" name="node57"/>
          <p:cNvGrpSpPr/>
          <p:nvPr/>
        </p:nvGrpSpPr>
        <p:grpSpPr>
          <a:xfrm>
            <a:off x="3327400" y="4008679"/>
            <a:ext cx="317500" cy="85242"/>
            <a:chOff x="3327400" y="4008679"/>
            <a:chExt cx="317500" cy="85242"/>
          </a:xfrm>
        </p:grpSpPr>
        <p:sp>
          <p:nvSpPr>
            <p:cNvPr id="85" name="node57.segment-1"/>
            <p:cNvSpPr/>
            <p:nvPr/>
          </p:nvSpPr>
          <p:spPr>
            <a:xfrm>
              <a:off x="3327400" y="40513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86" name="node57.head-end.0"/>
            <p:cNvSpPr/>
            <p:nvPr/>
          </p:nvSpPr>
          <p:spPr>
            <a:xfrm>
              <a:off x="3566883" y="40513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87" name="node57.head-end.1"/>
            <p:cNvSpPr/>
            <p:nvPr/>
          </p:nvSpPr>
          <p:spPr>
            <a:xfrm>
              <a:off x="3566883" y="40086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82" name="node58"/>
          <p:cNvGrpSpPr/>
          <p:nvPr/>
        </p:nvGrpSpPr>
        <p:grpSpPr>
          <a:xfrm>
            <a:off x="723900" y="3924300"/>
            <a:ext cx="2362200" cy="190500"/>
            <a:chOff x="723900" y="3924300"/>
            <a:chExt cx="2362200" cy="190500"/>
          </a:xfrm>
        </p:grpSpPr>
        <p:sp>
          <p:nvSpPr>
            <p:cNvPr id="88" name="node58.text"/>
            <p:cNvSpPr/>
            <p:nvPr/>
          </p:nvSpPr>
          <p:spPr>
            <a:xfrm>
              <a:off x="723900" y="39243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Test scripts ready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3" name="node59"/>
          <p:cNvGrpSpPr/>
          <p:nvPr/>
        </p:nvGrpSpPr>
        <p:grpSpPr>
          <a:xfrm>
            <a:off x="723900" y="4152900"/>
            <a:ext cx="2362200" cy="139700"/>
            <a:chOff x="723900" y="4152900"/>
            <a:chExt cx="2362200" cy="139700"/>
          </a:xfrm>
        </p:grpSpPr>
        <p:sp>
          <p:nvSpPr>
            <p:cNvPr id="89" name="node59.text"/>
            <p:cNvSpPr/>
            <p:nvPr/>
          </p:nvSpPr>
          <p:spPr>
            <a:xfrm>
              <a:off x="723900" y="41529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26 MAR · 1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90" name="node60"/>
          <p:cNvSpPr/>
          <p:nvPr/>
        </p:nvSpPr>
        <p:spPr>
          <a:xfrm>
            <a:off x="4076700" y="43815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84" name="node61"/>
          <p:cNvGrpSpPr/>
          <p:nvPr/>
        </p:nvGrpSpPr>
        <p:grpSpPr>
          <a:xfrm>
            <a:off x="3670300" y="4445000"/>
            <a:ext cx="203200" cy="203200"/>
            <a:chOff x="3670300" y="4445000"/>
            <a:chExt cx="203200" cy="203200"/>
          </a:xfrm>
        </p:grpSpPr>
        <p:sp>
          <p:nvSpPr>
            <p:cNvPr id="91" name="node61.marker"/>
            <p:cNvSpPr/>
            <p:nvPr/>
          </p:nvSpPr>
          <p:spPr>
            <a:xfrm>
              <a:off x="3670300" y="44450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85" name="node62"/>
          <p:cNvGrpSpPr/>
          <p:nvPr/>
        </p:nvGrpSpPr>
        <p:grpSpPr>
          <a:xfrm>
            <a:off x="4076700" y="4457700"/>
            <a:ext cx="914400" cy="139700"/>
            <a:chOff x="4076700" y="4457700"/>
            <a:chExt cx="914400" cy="139700"/>
          </a:xfrm>
        </p:grpSpPr>
        <p:sp>
          <p:nvSpPr>
            <p:cNvPr id="92" name="node62.text"/>
            <p:cNvSpPr/>
            <p:nvPr/>
          </p:nvSpPr>
          <p:spPr>
            <a:xfrm>
              <a:off x="4076700" y="44577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30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86" name="node63"/>
          <p:cNvGrpSpPr/>
          <p:nvPr/>
        </p:nvGrpSpPr>
        <p:grpSpPr>
          <a:xfrm>
            <a:off x="4076700" y="4635500"/>
            <a:ext cx="914400" cy="139700"/>
            <a:chOff x="4076700" y="4635500"/>
            <a:chExt cx="914400" cy="139700"/>
          </a:xfrm>
        </p:grpSpPr>
        <p:sp>
          <p:nvSpPr>
            <p:cNvPr id="93" name="node63.text"/>
            <p:cNvSpPr/>
            <p:nvPr/>
          </p:nvSpPr>
          <p:spPr>
            <a:xfrm>
              <a:off x="4076700" y="46355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87" name="node64"/>
          <p:cNvGrpSpPr/>
          <p:nvPr/>
        </p:nvGrpSpPr>
        <p:grpSpPr>
          <a:xfrm>
            <a:off x="5219700" y="4419600"/>
            <a:ext cx="2667000" cy="266700"/>
            <a:chOff x="5219700" y="4419600"/>
            <a:chExt cx="2667000" cy="266700"/>
          </a:xfrm>
        </p:grpSpPr>
        <p:sp>
          <p:nvSpPr>
            <p:cNvPr id="94" name="node64.text"/>
            <p:cNvSpPr/>
            <p:nvPr/>
          </p:nvSpPr>
          <p:spPr>
            <a:xfrm>
              <a:off x="5219700" y="44196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88" name="node65"/>
          <p:cNvGrpSpPr/>
          <p:nvPr/>
        </p:nvGrpSpPr>
        <p:grpSpPr>
          <a:xfrm>
            <a:off x="8039100" y="4445000"/>
            <a:ext cx="3429000" cy="381000"/>
            <a:chOff x="8039100" y="4445000"/>
            <a:chExt cx="3429000" cy="381000"/>
          </a:xfrm>
        </p:grpSpPr>
        <p:sp>
          <p:nvSpPr>
            <p:cNvPr id="95" name="node65.text"/>
            <p:cNvSpPr/>
            <p:nvPr/>
          </p:nvSpPr>
          <p:spPr>
            <a:xfrm>
              <a:off x="8039100" y="44450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Central scheduling and two hospitals move to the new workflows.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9" name="node66"/>
          <p:cNvGrpSpPr/>
          <p:nvPr/>
        </p:nvGrpSpPr>
        <p:grpSpPr>
          <a:xfrm>
            <a:off x="3162300" y="4470400"/>
            <a:ext cx="152400" cy="152400"/>
            <a:chOff x="3162300" y="4470400"/>
            <a:chExt cx="152400" cy="152400"/>
          </a:xfrm>
        </p:grpSpPr>
        <p:sp>
          <p:nvSpPr>
            <p:cNvPr id="96" name="node66.marker"/>
            <p:cNvSpPr/>
            <p:nvPr/>
          </p:nvSpPr>
          <p:spPr>
            <a:xfrm>
              <a:off x="3162300" y="4470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90" name="node67"/>
          <p:cNvGrpSpPr/>
          <p:nvPr/>
        </p:nvGrpSpPr>
        <p:grpSpPr>
          <a:xfrm>
            <a:off x="3194050" y="4502150"/>
            <a:ext cx="88900" cy="88900"/>
            <a:chOff x="3194050" y="4502150"/>
            <a:chExt cx="88900" cy="88900"/>
          </a:xfrm>
        </p:grpSpPr>
        <p:sp>
          <p:nvSpPr>
            <p:cNvPr id="97" name="node67.marker"/>
            <p:cNvSpPr/>
            <p:nvPr/>
          </p:nvSpPr>
          <p:spPr>
            <a:xfrm>
              <a:off x="3194050" y="45021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91" name="node68"/>
          <p:cNvGrpSpPr/>
          <p:nvPr/>
        </p:nvGrpSpPr>
        <p:grpSpPr>
          <a:xfrm>
            <a:off x="3327400" y="4503979"/>
            <a:ext cx="317500" cy="85242"/>
            <a:chOff x="3327400" y="4503979"/>
            <a:chExt cx="317500" cy="85242"/>
          </a:xfrm>
        </p:grpSpPr>
        <p:sp>
          <p:nvSpPr>
            <p:cNvPr id="98" name="node68.segment-1"/>
            <p:cNvSpPr/>
            <p:nvPr/>
          </p:nvSpPr>
          <p:spPr>
            <a:xfrm>
              <a:off x="3327400" y="45466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99" name="node68.head-end.0"/>
            <p:cNvSpPr/>
            <p:nvPr/>
          </p:nvSpPr>
          <p:spPr>
            <a:xfrm>
              <a:off x="3566883" y="45466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0" name="node68.head-end.1"/>
            <p:cNvSpPr/>
            <p:nvPr/>
          </p:nvSpPr>
          <p:spPr>
            <a:xfrm>
              <a:off x="3566883" y="45039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92" name="node69"/>
          <p:cNvGrpSpPr/>
          <p:nvPr/>
        </p:nvGrpSpPr>
        <p:grpSpPr>
          <a:xfrm>
            <a:off x="723900" y="4419600"/>
            <a:ext cx="2362200" cy="190500"/>
            <a:chOff x="723900" y="4419600"/>
            <a:chExt cx="2362200" cy="190500"/>
          </a:xfrm>
        </p:grpSpPr>
        <p:sp>
          <p:nvSpPr>
            <p:cNvPr id="101" name="node69.text"/>
            <p:cNvSpPr/>
            <p:nvPr/>
          </p:nvSpPr>
          <p:spPr>
            <a:xfrm>
              <a:off x="723900" y="44196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Training delivered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93" name="node70"/>
          <p:cNvGrpSpPr/>
          <p:nvPr/>
        </p:nvGrpSpPr>
        <p:grpSpPr>
          <a:xfrm>
            <a:off x="723900" y="4648200"/>
            <a:ext cx="2362200" cy="139700"/>
            <a:chOff x="723900" y="4648200"/>
            <a:chExt cx="2362200" cy="139700"/>
          </a:xfrm>
        </p:grpSpPr>
        <p:sp>
          <p:nvSpPr>
            <p:cNvPr id="102" name="node70.text"/>
            <p:cNvSpPr/>
            <p:nvPr/>
          </p:nvSpPr>
          <p:spPr>
            <a:xfrm>
              <a:off x="723900" y="46482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23 APR · 1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03" name="node71"/>
          <p:cNvSpPr/>
          <p:nvPr/>
        </p:nvSpPr>
        <p:spPr>
          <a:xfrm>
            <a:off x="4076700" y="48768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94" name="node72"/>
          <p:cNvGrpSpPr/>
          <p:nvPr/>
        </p:nvGrpSpPr>
        <p:grpSpPr>
          <a:xfrm>
            <a:off x="3670300" y="4940300"/>
            <a:ext cx="203200" cy="203200"/>
            <a:chOff x="3670300" y="4940300"/>
            <a:chExt cx="203200" cy="203200"/>
          </a:xfrm>
        </p:grpSpPr>
        <p:sp>
          <p:nvSpPr>
            <p:cNvPr id="104" name="node72.marker"/>
            <p:cNvSpPr/>
            <p:nvPr/>
          </p:nvSpPr>
          <p:spPr>
            <a:xfrm>
              <a:off x="3670300" y="49403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95" name="node73"/>
          <p:cNvGrpSpPr/>
          <p:nvPr/>
        </p:nvGrpSpPr>
        <p:grpSpPr>
          <a:xfrm>
            <a:off x="4076700" y="4953000"/>
            <a:ext cx="914400" cy="139700"/>
            <a:chOff x="4076700" y="4953000"/>
            <a:chExt cx="914400" cy="139700"/>
          </a:xfrm>
        </p:grpSpPr>
        <p:sp>
          <p:nvSpPr>
            <p:cNvPr id="105" name="node73.text"/>
            <p:cNvSpPr/>
            <p:nvPr/>
          </p:nvSpPr>
          <p:spPr>
            <a:xfrm>
              <a:off x="4076700" y="49530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28 MAY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96" name="node74"/>
          <p:cNvGrpSpPr/>
          <p:nvPr/>
        </p:nvGrpSpPr>
        <p:grpSpPr>
          <a:xfrm>
            <a:off x="4076700" y="5130800"/>
            <a:ext cx="914400" cy="139700"/>
            <a:chOff x="4076700" y="5130800"/>
            <a:chExt cx="914400" cy="139700"/>
          </a:xfrm>
        </p:grpSpPr>
        <p:sp>
          <p:nvSpPr>
            <p:cNvPr id="106" name="node74.text"/>
            <p:cNvSpPr/>
            <p:nvPr/>
          </p:nvSpPr>
          <p:spPr>
            <a:xfrm>
              <a:off x="4076700" y="51308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97" name="node75"/>
          <p:cNvGrpSpPr/>
          <p:nvPr/>
        </p:nvGrpSpPr>
        <p:grpSpPr>
          <a:xfrm>
            <a:off x="5219700" y="4914900"/>
            <a:ext cx="2667000" cy="266700"/>
            <a:chOff x="5219700" y="4914900"/>
            <a:chExt cx="2667000" cy="266700"/>
          </a:xfrm>
        </p:grpSpPr>
        <p:sp>
          <p:nvSpPr>
            <p:cNvPr id="107" name="node75.text"/>
            <p:cNvSpPr/>
            <p:nvPr/>
          </p:nvSpPr>
          <p:spPr>
            <a:xfrm>
              <a:off x="5219700" y="49149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98" name="node76"/>
          <p:cNvGrpSpPr/>
          <p:nvPr/>
        </p:nvGrpSpPr>
        <p:grpSpPr>
          <a:xfrm>
            <a:off x="8039100" y="4940300"/>
            <a:ext cx="3429000" cy="190500"/>
            <a:chOff x="8039100" y="4940300"/>
            <a:chExt cx="3429000" cy="190500"/>
          </a:xfrm>
        </p:grpSpPr>
        <p:sp>
          <p:nvSpPr>
            <p:cNvPr id="108" name="node76.text"/>
            <p:cNvSpPr/>
            <p:nvPr/>
          </p:nvSpPr>
          <p:spPr>
            <a:xfrm>
              <a:off x="8039100" y="49403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remaining hospitals and ambulatory clinics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99" name="node77"/>
          <p:cNvGrpSpPr/>
          <p:nvPr/>
        </p:nvGrpSpPr>
        <p:grpSpPr>
          <a:xfrm>
            <a:off x="3162300" y="4965700"/>
            <a:ext cx="152400" cy="152400"/>
            <a:chOff x="3162300" y="4965700"/>
            <a:chExt cx="152400" cy="152400"/>
          </a:xfrm>
        </p:grpSpPr>
        <p:sp>
          <p:nvSpPr>
            <p:cNvPr id="109" name="node77.marker"/>
            <p:cNvSpPr/>
            <p:nvPr/>
          </p:nvSpPr>
          <p:spPr>
            <a:xfrm>
              <a:off x="3162300" y="49657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200" name="node78"/>
          <p:cNvGrpSpPr/>
          <p:nvPr/>
        </p:nvGrpSpPr>
        <p:grpSpPr>
          <a:xfrm>
            <a:off x="3194050" y="4997450"/>
            <a:ext cx="88900" cy="88900"/>
            <a:chOff x="3194050" y="4997450"/>
            <a:chExt cx="88900" cy="88900"/>
          </a:xfrm>
        </p:grpSpPr>
        <p:sp>
          <p:nvSpPr>
            <p:cNvPr id="110" name="node78.marker"/>
            <p:cNvSpPr/>
            <p:nvPr/>
          </p:nvSpPr>
          <p:spPr>
            <a:xfrm>
              <a:off x="3194050" y="49974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01" name="node79"/>
          <p:cNvGrpSpPr/>
          <p:nvPr/>
        </p:nvGrpSpPr>
        <p:grpSpPr>
          <a:xfrm>
            <a:off x="3327400" y="4999279"/>
            <a:ext cx="317500" cy="85242"/>
            <a:chOff x="3327400" y="4999279"/>
            <a:chExt cx="317500" cy="85242"/>
          </a:xfrm>
        </p:grpSpPr>
        <p:sp>
          <p:nvSpPr>
            <p:cNvPr id="111" name="node79.segment-1"/>
            <p:cNvSpPr/>
            <p:nvPr/>
          </p:nvSpPr>
          <p:spPr>
            <a:xfrm>
              <a:off x="3327400" y="50419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112" name="node79.head-end.0"/>
            <p:cNvSpPr/>
            <p:nvPr/>
          </p:nvSpPr>
          <p:spPr>
            <a:xfrm>
              <a:off x="3566883" y="50419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3" name="node79.head-end.1"/>
            <p:cNvSpPr/>
            <p:nvPr/>
          </p:nvSpPr>
          <p:spPr>
            <a:xfrm>
              <a:off x="3566883" y="49992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202" name="node80"/>
          <p:cNvGrpSpPr/>
          <p:nvPr/>
        </p:nvGrpSpPr>
        <p:grpSpPr>
          <a:xfrm>
            <a:off x="723900" y="4914900"/>
            <a:ext cx="2362200" cy="190500"/>
            <a:chOff x="723900" y="4914900"/>
            <a:chExt cx="2362200" cy="190500"/>
          </a:xfrm>
        </p:grpSpPr>
        <p:sp>
          <p:nvSpPr>
            <p:cNvPr id="114" name="node80.text"/>
            <p:cNvSpPr/>
            <p:nvPr/>
          </p:nvSpPr>
          <p:spPr>
            <a:xfrm>
              <a:off x="723900" y="49149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Wave 2 readiness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3" name="node81"/>
          <p:cNvGrpSpPr/>
          <p:nvPr/>
        </p:nvGrpSpPr>
        <p:grpSpPr>
          <a:xfrm>
            <a:off x="723900" y="5143500"/>
            <a:ext cx="2362200" cy="139700"/>
            <a:chOff x="723900" y="5143500"/>
            <a:chExt cx="2362200" cy="139700"/>
          </a:xfrm>
        </p:grpSpPr>
        <p:sp>
          <p:nvSpPr>
            <p:cNvPr id="115" name="node81.text"/>
            <p:cNvSpPr/>
            <p:nvPr/>
          </p:nvSpPr>
          <p:spPr>
            <a:xfrm>
              <a:off x="723900" y="51435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21 MAY · 1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16" name="node82"/>
          <p:cNvSpPr/>
          <p:nvPr/>
        </p:nvSpPr>
        <p:spPr>
          <a:xfrm>
            <a:off x="4076700" y="5372100"/>
            <a:ext cx="73914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04" name="node83"/>
          <p:cNvGrpSpPr/>
          <p:nvPr/>
        </p:nvGrpSpPr>
        <p:grpSpPr>
          <a:xfrm>
            <a:off x="3670300" y="5435600"/>
            <a:ext cx="203200" cy="203200"/>
            <a:chOff x="3670300" y="5435600"/>
            <a:chExt cx="203200" cy="203200"/>
          </a:xfrm>
        </p:grpSpPr>
        <p:sp>
          <p:nvSpPr>
            <p:cNvPr id="117" name="node83.marker"/>
            <p:cNvSpPr/>
            <p:nvPr/>
          </p:nvSpPr>
          <p:spPr>
            <a:xfrm>
              <a:off x="3670300" y="54356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205" name="node84"/>
          <p:cNvGrpSpPr/>
          <p:nvPr/>
        </p:nvGrpSpPr>
        <p:grpSpPr>
          <a:xfrm>
            <a:off x="4076700" y="5448300"/>
            <a:ext cx="914400" cy="139700"/>
            <a:chOff x="4076700" y="5448300"/>
            <a:chExt cx="914400" cy="139700"/>
          </a:xfrm>
        </p:grpSpPr>
        <p:sp>
          <p:nvSpPr>
            <p:cNvPr id="118" name="node84.text"/>
            <p:cNvSpPr/>
            <p:nvPr/>
          </p:nvSpPr>
          <p:spPr>
            <a:xfrm>
              <a:off x="4076700" y="54483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6" name="node85"/>
          <p:cNvGrpSpPr/>
          <p:nvPr/>
        </p:nvGrpSpPr>
        <p:grpSpPr>
          <a:xfrm>
            <a:off x="4076700" y="5626100"/>
            <a:ext cx="914400" cy="139700"/>
            <a:chOff x="4076700" y="5626100"/>
            <a:chExt cx="914400" cy="139700"/>
          </a:xfrm>
        </p:grpSpPr>
        <p:sp>
          <p:nvSpPr>
            <p:cNvPr id="119" name="node85.text"/>
            <p:cNvSpPr/>
            <p:nvPr/>
          </p:nvSpPr>
          <p:spPr>
            <a:xfrm>
              <a:off x="4076700" y="56261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7" name="node86"/>
          <p:cNvGrpSpPr/>
          <p:nvPr/>
        </p:nvGrpSpPr>
        <p:grpSpPr>
          <a:xfrm>
            <a:off x="5219700" y="5410200"/>
            <a:ext cx="2667000" cy="266700"/>
            <a:chOff x="5219700" y="5410200"/>
            <a:chExt cx="2667000" cy="266700"/>
          </a:xfrm>
        </p:grpSpPr>
        <p:sp>
          <p:nvSpPr>
            <p:cNvPr id="120" name="node86.text"/>
            <p:cNvSpPr/>
            <p:nvPr/>
          </p:nvSpPr>
          <p:spPr>
            <a:xfrm>
              <a:off x="5219700" y="541020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08" name="node87"/>
          <p:cNvGrpSpPr/>
          <p:nvPr/>
        </p:nvGrpSpPr>
        <p:grpSpPr>
          <a:xfrm>
            <a:off x="8039100" y="5435600"/>
            <a:ext cx="3429000" cy="381000"/>
            <a:chOff x="8039100" y="5435600"/>
            <a:chExt cx="3429000" cy="381000"/>
          </a:xfrm>
        </p:grpSpPr>
        <p:sp>
          <p:nvSpPr>
            <p:cNvPr id="121" name="node87.text"/>
            <p:cNvSpPr/>
            <p:nvPr/>
          </p:nvSpPr>
          <p:spPr>
            <a:xfrm>
              <a:off x="8039100" y="54356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KPIs stable for four weeks; support handed to Northfield teams.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9" name="node88"/>
          <p:cNvGrpSpPr/>
          <p:nvPr/>
        </p:nvGrpSpPr>
        <p:grpSpPr>
          <a:xfrm>
            <a:off x="3162300" y="5461000"/>
            <a:ext cx="152400" cy="152400"/>
            <a:chOff x="3162300" y="5461000"/>
            <a:chExt cx="152400" cy="152400"/>
          </a:xfrm>
        </p:grpSpPr>
        <p:sp>
          <p:nvSpPr>
            <p:cNvPr id="122" name="node88.marker"/>
            <p:cNvSpPr/>
            <p:nvPr/>
          </p:nvSpPr>
          <p:spPr>
            <a:xfrm>
              <a:off x="3162300" y="54610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210" name="node89"/>
          <p:cNvGrpSpPr/>
          <p:nvPr/>
        </p:nvGrpSpPr>
        <p:grpSpPr>
          <a:xfrm>
            <a:off x="3194050" y="5492750"/>
            <a:ext cx="88900" cy="88900"/>
            <a:chOff x="3194050" y="5492750"/>
            <a:chExt cx="88900" cy="88900"/>
          </a:xfrm>
        </p:grpSpPr>
        <p:sp>
          <p:nvSpPr>
            <p:cNvPr id="123" name="node89.marker"/>
            <p:cNvSpPr/>
            <p:nvPr/>
          </p:nvSpPr>
          <p:spPr>
            <a:xfrm>
              <a:off x="3194050" y="54927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11" name="node90"/>
          <p:cNvGrpSpPr/>
          <p:nvPr/>
        </p:nvGrpSpPr>
        <p:grpSpPr>
          <a:xfrm>
            <a:off x="3327400" y="5494579"/>
            <a:ext cx="317500" cy="85242"/>
            <a:chOff x="3327400" y="5494579"/>
            <a:chExt cx="317500" cy="85242"/>
          </a:xfrm>
        </p:grpSpPr>
        <p:sp>
          <p:nvSpPr>
            <p:cNvPr id="124" name="node90.segment-1"/>
            <p:cNvSpPr/>
            <p:nvPr/>
          </p:nvSpPr>
          <p:spPr>
            <a:xfrm>
              <a:off x="3327400" y="55372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125" name="node90.head-end.0"/>
            <p:cNvSpPr/>
            <p:nvPr/>
          </p:nvSpPr>
          <p:spPr>
            <a:xfrm>
              <a:off x="3566883" y="55372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6" name="node90.head-end.1"/>
            <p:cNvSpPr/>
            <p:nvPr/>
          </p:nvSpPr>
          <p:spPr>
            <a:xfrm>
              <a:off x="3566883" y="54945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212" name="node91"/>
          <p:cNvGrpSpPr/>
          <p:nvPr/>
        </p:nvGrpSpPr>
        <p:grpSpPr>
          <a:xfrm>
            <a:off x="723900" y="5410200"/>
            <a:ext cx="2362200" cy="190500"/>
            <a:chOff x="723900" y="5410200"/>
            <a:chExt cx="2362200" cy="190500"/>
          </a:xfrm>
        </p:grpSpPr>
        <p:sp>
          <p:nvSpPr>
            <p:cNvPr id="127" name="node91.text"/>
            <p:cNvSpPr/>
            <p:nvPr/>
          </p:nvSpPr>
          <p:spPr>
            <a:xfrm>
              <a:off x="723900" y="5410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Benefits checkpoint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3" name="node92"/>
          <p:cNvGrpSpPr/>
          <p:nvPr/>
        </p:nvGrpSpPr>
        <p:grpSpPr>
          <a:xfrm>
            <a:off x="723900" y="5638800"/>
            <a:ext cx="2362200" cy="139700"/>
            <a:chOff x="723900" y="5638800"/>
            <a:chExt cx="2362200" cy="139700"/>
          </a:xfrm>
        </p:grpSpPr>
        <p:sp>
          <p:nvSpPr>
            <p:cNvPr id="128" name="node92.text"/>
            <p:cNvSpPr/>
            <p:nvPr/>
          </p:nvSpPr>
          <p:spPr>
            <a:xfrm>
              <a:off x="723900" y="5638800"/>
              <a:ext cx="2362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18 JUN · 1 WK FLOAT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PROGRAM STATUS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milestones slip a week, but the 30 Apr go-live holds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30" name="node01"/>
          <p:cNvGrpSpPr/>
          <p:nvPr/>
        </p:nvGrpSpPr>
        <p:grpSpPr>
          <a:xfrm>
            <a:off x="723900" y="1600200"/>
            <a:ext cx="5257800" cy="139700"/>
            <a:chOff x="723900" y="1600200"/>
            <a:chExt cx="5257800" cy="1397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525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STATUS AT 19 MAR · WEEK 10 OF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1" name="node02"/>
          <p:cNvGrpSpPr/>
          <p:nvPr/>
        </p:nvGrpSpPr>
        <p:grpSpPr>
          <a:xfrm>
            <a:off x="6210300" y="1549400"/>
            <a:ext cx="4200525" cy="190500"/>
            <a:chOff x="6210300" y="1549400"/>
            <a:chExt cx="4200525" cy="190500"/>
          </a:xfrm>
        </p:grpSpPr>
        <p:sp>
          <p:nvSpPr>
            <p:cNvPr id="7" name="node02.items.slot-001.swatch"/>
            <p:cNvSpPr/>
            <p:nvPr/>
          </p:nvSpPr>
          <p:spPr>
            <a:xfrm>
              <a:off x="6210300" y="1581150"/>
              <a:ext cx="127000" cy="127000"/>
            </a:xfrm>
            <a:prstGeom prst="diamond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2.items.slot-001.text"/>
            <p:cNvSpPr/>
            <p:nvPr/>
          </p:nvSpPr>
          <p:spPr>
            <a:xfrm>
              <a:off x="6400800" y="1549400"/>
              <a:ext cx="3778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Done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" name="node02.items.slot-002.swatch"/>
            <p:cNvSpPr/>
            <p:nvPr/>
          </p:nvSpPr>
          <p:spPr>
            <a:xfrm>
              <a:off x="7007225" y="1593850"/>
              <a:ext cx="101600" cy="101600"/>
            </a:xfrm>
            <a:prstGeom prst="rect">
              <a:avLst/>
            </a:prstGeom>
            <a:solidFill>
              <a:srgbClr val="1DD56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2.items.slot-002.text"/>
            <p:cNvSpPr/>
            <p:nvPr/>
          </p:nvSpPr>
          <p:spPr>
            <a:xfrm>
              <a:off x="7172325" y="1549400"/>
              <a:ext cx="5794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 track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2.items.slot-003.swatch"/>
            <p:cNvSpPr/>
            <p:nvPr/>
          </p:nvSpPr>
          <p:spPr>
            <a:xfrm>
              <a:off x="7980363" y="1593850"/>
              <a:ext cx="101600" cy="101600"/>
            </a:xfrm>
            <a:prstGeom prst="rect">
              <a:avLst/>
            </a:prstGeom>
            <a:solidFill>
              <a:srgbClr val="FFC700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2.items.slot-003.text"/>
            <p:cNvSpPr/>
            <p:nvPr/>
          </p:nvSpPr>
          <p:spPr>
            <a:xfrm>
              <a:off x="8145463" y="1549400"/>
              <a:ext cx="44926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At risk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2.items.slot-004.swatch"/>
            <p:cNvSpPr/>
            <p:nvPr/>
          </p:nvSpPr>
          <p:spPr>
            <a:xfrm>
              <a:off x="8823325" y="16446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8100">
              <a:solidFill>
                <a:srgbClr val="070154"/>
              </a:solidFill>
              <a:prstDash val="dash"/>
            </a:ln>
          </p:spPr>
        </p:sp>
        <p:sp>
          <p:nvSpPr>
            <p:cNvPr id="14" name="node02.items.slot-004.text"/>
            <p:cNvSpPr/>
            <p:nvPr/>
          </p:nvSpPr>
          <p:spPr>
            <a:xfrm>
              <a:off x="9115425" y="1549400"/>
              <a:ext cx="12954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Baseline to forecast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2" name="node03"/>
          <p:cNvGrpSpPr/>
          <p:nvPr/>
        </p:nvGrpSpPr>
        <p:grpSpPr>
          <a:xfrm>
            <a:off x="723900" y="2057400"/>
            <a:ext cx="10744200" cy="1054100"/>
            <a:chOff x="723900" y="2057400"/>
            <a:chExt cx="10744200" cy="1054100"/>
          </a:xfrm>
        </p:grpSpPr>
        <p:sp>
          <p:nvSpPr>
            <p:cNvPr id="15" name="node03.axis"/>
            <p:cNvSpPr/>
            <p:nvPr/>
          </p:nvSpPr>
          <p:spPr>
            <a:xfrm>
              <a:off x="723900" y="281940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3.tick-0"/>
            <p:cNvSpPr/>
            <p:nvPr/>
          </p:nvSpPr>
          <p:spPr>
            <a:xfrm>
              <a:off x="7239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3.tick-1"/>
            <p:cNvSpPr/>
            <p:nvPr/>
          </p:nvSpPr>
          <p:spPr>
            <a:xfrm>
              <a:off x="117157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3.tick-2"/>
            <p:cNvSpPr/>
            <p:nvPr/>
          </p:nvSpPr>
          <p:spPr>
            <a:xfrm>
              <a:off x="161925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3.tick-3"/>
            <p:cNvSpPr/>
            <p:nvPr/>
          </p:nvSpPr>
          <p:spPr>
            <a:xfrm>
              <a:off x="206692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3.tick-4"/>
            <p:cNvSpPr/>
            <p:nvPr/>
          </p:nvSpPr>
          <p:spPr>
            <a:xfrm>
              <a:off x="25146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3.tick-5"/>
            <p:cNvSpPr/>
            <p:nvPr/>
          </p:nvSpPr>
          <p:spPr>
            <a:xfrm>
              <a:off x="296227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3.tick-6"/>
            <p:cNvSpPr/>
            <p:nvPr/>
          </p:nvSpPr>
          <p:spPr>
            <a:xfrm>
              <a:off x="340995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3.tick-7"/>
            <p:cNvSpPr/>
            <p:nvPr/>
          </p:nvSpPr>
          <p:spPr>
            <a:xfrm>
              <a:off x="385762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3.tick-8"/>
            <p:cNvSpPr/>
            <p:nvPr/>
          </p:nvSpPr>
          <p:spPr>
            <a:xfrm>
              <a:off x="43053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3.tick-9"/>
            <p:cNvSpPr/>
            <p:nvPr/>
          </p:nvSpPr>
          <p:spPr>
            <a:xfrm>
              <a:off x="475297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6" name="node03.tick-10"/>
            <p:cNvSpPr/>
            <p:nvPr/>
          </p:nvSpPr>
          <p:spPr>
            <a:xfrm>
              <a:off x="520065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7" name="node03.tick-11"/>
            <p:cNvSpPr/>
            <p:nvPr/>
          </p:nvSpPr>
          <p:spPr>
            <a:xfrm>
              <a:off x="564832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8" name="node03.tick-12"/>
            <p:cNvSpPr/>
            <p:nvPr/>
          </p:nvSpPr>
          <p:spPr>
            <a:xfrm>
              <a:off x="60960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9" name="node03.tick-13"/>
            <p:cNvSpPr/>
            <p:nvPr/>
          </p:nvSpPr>
          <p:spPr>
            <a:xfrm>
              <a:off x="654367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0" name="node03.tick-14"/>
            <p:cNvSpPr/>
            <p:nvPr/>
          </p:nvSpPr>
          <p:spPr>
            <a:xfrm>
              <a:off x="699135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1" name="node03.tick-15"/>
            <p:cNvSpPr/>
            <p:nvPr/>
          </p:nvSpPr>
          <p:spPr>
            <a:xfrm>
              <a:off x="743902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2" name="node03.tick-16"/>
            <p:cNvSpPr/>
            <p:nvPr/>
          </p:nvSpPr>
          <p:spPr>
            <a:xfrm>
              <a:off x="78867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3" name="node03.tick-17"/>
            <p:cNvSpPr/>
            <p:nvPr/>
          </p:nvSpPr>
          <p:spPr>
            <a:xfrm>
              <a:off x="833437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4" name="node03.tick-18"/>
            <p:cNvSpPr/>
            <p:nvPr/>
          </p:nvSpPr>
          <p:spPr>
            <a:xfrm>
              <a:off x="878205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5" name="node03.tick-19"/>
            <p:cNvSpPr/>
            <p:nvPr/>
          </p:nvSpPr>
          <p:spPr>
            <a:xfrm>
              <a:off x="922972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6" name="node03.tick-20"/>
            <p:cNvSpPr/>
            <p:nvPr/>
          </p:nvSpPr>
          <p:spPr>
            <a:xfrm>
              <a:off x="96774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7" name="node03.tick-21"/>
            <p:cNvSpPr/>
            <p:nvPr/>
          </p:nvSpPr>
          <p:spPr>
            <a:xfrm>
              <a:off x="1012507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8" name="node03.tick-22"/>
            <p:cNvSpPr/>
            <p:nvPr/>
          </p:nvSpPr>
          <p:spPr>
            <a:xfrm>
              <a:off x="1057275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9" name="node03.tick-23"/>
            <p:cNvSpPr/>
            <p:nvPr/>
          </p:nvSpPr>
          <p:spPr>
            <a:xfrm>
              <a:off x="11020425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0" name="node03.tick-24"/>
            <p:cNvSpPr/>
            <p:nvPr/>
          </p:nvSpPr>
          <p:spPr>
            <a:xfrm>
              <a:off x="11468100" y="2819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1" name="node03.periods.slot-001"/>
            <p:cNvSpPr/>
            <p:nvPr/>
          </p:nvSpPr>
          <p:spPr>
            <a:xfrm>
              <a:off x="72390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2" name="node03.periods.slot-002"/>
            <p:cNvSpPr/>
            <p:nvPr/>
          </p:nvSpPr>
          <p:spPr>
            <a:xfrm>
              <a:off x="117157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3" name="node03.periods.slot-003"/>
            <p:cNvSpPr/>
            <p:nvPr/>
          </p:nvSpPr>
          <p:spPr>
            <a:xfrm>
              <a:off x="161925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4" name="node03.periods.slot-004"/>
            <p:cNvSpPr/>
            <p:nvPr/>
          </p:nvSpPr>
          <p:spPr>
            <a:xfrm>
              <a:off x="206692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5" name="node03.periods.slot-005"/>
            <p:cNvSpPr/>
            <p:nvPr/>
          </p:nvSpPr>
          <p:spPr>
            <a:xfrm>
              <a:off x="251460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W5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6" name="node03.periods.slot-006"/>
            <p:cNvSpPr/>
            <p:nvPr/>
          </p:nvSpPr>
          <p:spPr>
            <a:xfrm>
              <a:off x="296227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03.periods.slot-007"/>
            <p:cNvSpPr/>
            <p:nvPr/>
          </p:nvSpPr>
          <p:spPr>
            <a:xfrm>
              <a:off x="340995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8" name="node03.periods.slot-008"/>
            <p:cNvSpPr/>
            <p:nvPr/>
          </p:nvSpPr>
          <p:spPr>
            <a:xfrm>
              <a:off x="385762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9" name="node03.periods.slot-009"/>
            <p:cNvSpPr/>
            <p:nvPr/>
          </p:nvSpPr>
          <p:spPr>
            <a:xfrm>
              <a:off x="430530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W9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0" name="node03.periods.slot-010"/>
            <p:cNvSpPr/>
            <p:nvPr/>
          </p:nvSpPr>
          <p:spPr>
            <a:xfrm>
              <a:off x="475297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03.periods.slot-011"/>
            <p:cNvSpPr/>
            <p:nvPr/>
          </p:nvSpPr>
          <p:spPr>
            <a:xfrm>
              <a:off x="520065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2" name="node03.periods.slot-012"/>
            <p:cNvSpPr/>
            <p:nvPr/>
          </p:nvSpPr>
          <p:spPr>
            <a:xfrm>
              <a:off x="564832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3" name="node03.periods.slot-013"/>
            <p:cNvSpPr/>
            <p:nvPr/>
          </p:nvSpPr>
          <p:spPr>
            <a:xfrm>
              <a:off x="609600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03.periods.slot-014"/>
            <p:cNvSpPr/>
            <p:nvPr/>
          </p:nvSpPr>
          <p:spPr>
            <a:xfrm>
              <a:off x="654367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5" name="node03.periods.slot-015"/>
            <p:cNvSpPr/>
            <p:nvPr/>
          </p:nvSpPr>
          <p:spPr>
            <a:xfrm>
              <a:off x="699135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W15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6" name="node03.periods.slot-016"/>
            <p:cNvSpPr/>
            <p:nvPr/>
          </p:nvSpPr>
          <p:spPr>
            <a:xfrm>
              <a:off x="743902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7" name="node03.periods.slot-017"/>
            <p:cNvSpPr/>
            <p:nvPr/>
          </p:nvSpPr>
          <p:spPr>
            <a:xfrm>
              <a:off x="788670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8" name="node03.periods.slot-018"/>
            <p:cNvSpPr/>
            <p:nvPr/>
          </p:nvSpPr>
          <p:spPr>
            <a:xfrm>
              <a:off x="833437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03.periods.slot-019"/>
            <p:cNvSpPr/>
            <p:nvPr/>
          </p:nvSpPr>
          <p:spPr>
            <a:xfrm>
              <a:off x="878205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W19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0" name="node03.periods.slot-020"/>
            <p:cNvSpPr/>
            <p:nvPr/>
          </p:nvSpPr>
          <p:spPr>
            <a:xfrm>
              <a:off x="922972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1" name="node03.periods.slot-021"/>
            <p:cNvSpPr/>
            <p:nvPr/>
          </p:nvSpPr>
          <p:spPr>
            <a:xfrm>
              <a:off x="967740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2" name="node03.periods.slot-022"/>
            <p:cNvSpPr/>
            <p:nvPr/>
          </p:nvSpPr>
          <p:spPr>
            <a:xfrm>
              <a:off x="1012507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3" name="node03.periods.slot-023"/>
            <p:cNvSpPr/>
            <p:nvPr/>
          </p:nvSpPr>
          <p:spPr>
            <a:xfrm>
              <a:off x="10572750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4" name="node03.periods.slot-024"/>
            <p:cNvSpPr/>
            <p:nvPr/>
          </p:nvSpPr>
          <p:spPr>
            <a:xfrm>
              <a:off x="11020425" y="2971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5" name="node03.today"/>
            <p:cNvSpPr/>
            <p:nvPr/>
          </p:nvSpPr>
          <p:spPr>
            <a:xfrm>
              <a:off x="5201008" y="21336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9050">
              <a:solidFill>
                <a:srgbClr val="F900D3"/>
              </a:solidFill>
              <a:prstDash val="dash"/>
            </a:ln>
          </p:spPr>
        </p:sp>
        <p:sp>
          <p:nvSpPr>
            <p:cNvPr id="66" name="node03.today-label"/>
            <p:cNvSpPr/>
            <p:nvPr/>
          </p:nvSpPr>
          <p:spPr>
            <a:xfrm>
              <a:off x="5277208" y="2057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TODAY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33" name="node04"/>
          <p:cNvGrpSpPr/>
          <p:nvPr/>
        </p:nvGrpSpPr>
        <p:grpSpPr>
          <a:xfrm>
            <a:off x="1530350" y="2730500"/>
            <a:ext cx="177800" cy="177800"/>
            <a:chOff x="1530350" y="2730500"/>
            <a:chExt cx="177800" cy="177800"/>
          </a:xfrm>
        </p:grpSpPr>
        <p:sp>
          <p:nvSpPr>
            <p:cNvPr id="67" name="node04.marker"/>
            <p:cNvSpPr/>
            <p:nvPr/>
          </p:nvSpPr>
          <p:spPr>
            <a:xfrm>
              <a:off x="153035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34" name="node05"/>
          <p:cNvGrpSpPr/>
          <p:nvPr/>
        </p:nvGrpSpPr>
        <p:grpSpPr>
          <a:xfrm>
            <a:off x="1543050" y="2438400"/>
            <a:ext cx="762000" cy="139700"/>
            <a:chOff x="1543050" y="2438400"/>
            <a:chExt cx="762000" cy="139700"/>
          </a:xfrm>
        </p:grpSpPr>
        <p:sp>
          <p:nvSpPr>
            <p:cNvPr id="68" name="node05.text"/>
            <p:cNvSpPr/>
            <p:nvPr/>
          </p:nvSpPr>
          <p:spPr>
            <a:xfrm>
              <a:off x="1543050" y="2438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M1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5" name="node06"/>
          <p:cNvGrpSpPr/>
          <p:nvPr/>
        </p:nvGrpSpPr>
        <p:grpSpPr>
          <a:xfrm>
            <a:off x="2425700" y="2730500"/>
            <a:ext cx="177800" cy="177800"/>
            <a:chOff x="2425700" y="2730500"/>
            <a:chExt cx="177800" cy="177800"/>
          </a:xfrm>
        </p:grpSpPr>
        <p:sp>
          <p:nvSpPr>
            <p:cNvPr id="69" name="node06.marker"/>
            <p:cNvSpPr/>
            <p:nvPr/>
          </p:nvSpPr>
          <p:spPr>
            <a:xfrm>
              <a:off x="242570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36" name="node07"/>
          <p:cNvGrpSpPr/>
          <p:nvPr/>
        </p:nvGrpSpPr>
        <p:grpSpPr>
          <a:xfrm>
            <a:off x="2438400" y="2438400"/>
            <a:ext cx="762000" cy="139700"/>
            <a:chOff x="2438400" y="2438400"/>
            <a:chExt cx="762000" cy="139700"/>
          </a:xfrm>
        </p:grpSpPr>
        <p:sp>
          <p:nvSpPr>
            <p:cNvPr id="70" name="node07.text"/>
            <p:cNvSpPr/>
            <p:nvPr/>
          </p:nvSpPr>
          <p:spPr>
            <a:xfrm>
              <a:off x="2438400" y="2438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M2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7" name="node08"/>
          <p:cNvGrpSpPr/>
          <p:nvPr/>
        </p:nvGrpSpPr>
        <p:grpSpPr>
          <a:xfrm>
            <a:off x="3768725" y="2730500"/>
            <a:ext cx="177800" cy="177800"/>
            <a:chOff x="3768725" y="2730500"/>
            <a:chExt cx="177800" cy="177800"/>
          </a:xfrm>
        </p:grpSpPr>
        <p:sp>
          <p:nvSpPr>
            <p:cNvPr id="71" name="node08.marker"/>
            <p:cNvSpPr/>
            <p:nvPr/>
          </p:nvSpPr>
          <p:spPr>
            <a:xfrm>
              <a:off x="3768725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38" name="node09"/>
          <p:cNvGrpSpPr/>
          <p:nvPr/>
        </p:nvGrpSpPr>
        <p:grpSpPr>
          <a:xfrm>
            <a:off x="3781425" y="2438400"/>
            <a:ext cx="762000" cy="139700"/>
            <a:chOff x="3781425" y="2438400"/>
            <a:chExt cx="762000" cy="139700"/>
          </a:xfrm>
        </p:grpSpPr>
        <p:sp>
          <p:nvSpPr>
            <p:cNvPr id="72" name="node09.text"/>
            <p:cNvSpPr/>
            <p:nvPr/>
          </p:nvSpPr>
          <p:spPr>
            <a:xfrm>
              <a:off x="3781425" y="2438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M3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9" name="node10"/>
          <p:cNvGrpSpPr/>
          <p:nvPr/>
        </p:nvGrpSpPr>
        <p:grpSpPr>
          <a:xfrm>
            <a:off x="5584825" y="2755900"/>
            <a:ext cx="127000" cy="127000"/>
            <a:chOff x="5584825" y="2755900"/>
            <a:chExt cx="127000" cy="127000"/>
          </a:xfrm>
        </p:grpSpPr>
        <p:sp>
          <p:nvSpPr>
            <p:cNvPr id="73" name="node10.marker"/>
            <p:cNvSpPr/>
            <p:nvPr/>
          </p:nvSpPr>
          <p:spPr>
            <a:xfrm>
              <a:off x="5584825" y="2755900"/>
              <a:ext cx="127000" cy="1270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0" name="node11"/>
          <p:cNvGrpSpPr/>
          <p:nvPr/>
        </p:nvGrpSpPr>
        <p:grpSpPr>
          <a:xfrm>
            <a:off x="5616575" y="2787650"/>
            <a:ext cx="63500" cy="63500"/>
            <a:chOff x="5616575" y="2787650"/>
            <a:chExt cx="63500" cy="63500"/>
          </a:xfrm>
        </p:grpSpPr>
        <p:sp>
          <p:nvSpPr>
            <p:cNvPr id="74" name="node11.marker"/>
            <p:cNvSpPr/>
            <p:nvPr/>
          </p:nvSpPr>
          <p:spPr>
            <a:xfrm>
              <a:off x="5616575" y="2787650"/>
              <a:ext cx="63500" cy="635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41" name="node12"/>
          <p:cNvGrpSpPr/>
          <p:nvPr/>
        </p:nvGrpSpPr>
        <p:grpSpPr>
          <a:xfrm>
            <a:off x="6007100" y="2730500"/>
            <a:ext cx="177800" cy="177800"/>
            <a:chOff x="6007100" y="2730500"/>
            <a:chExt cx="177800" cy="177800"/>
          </a:xfrm>
        </p:grpSpPr>
        <p:sp>
          <p:nvSpPr>
            <p:cNvPr id="75" name="node12.marker"/>
            <p:cNvSpPr/>
            <p:nvPr/>
          </p:nvSpPr>
          <p:spPr>
            <a:xfrm>
              <a:off x="600710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2" name="node13"/>
          <p:cNvGrpSpPr/>
          <p:nvPr/>
        </p:nvGrpSpPr>
        <p:grpSpPr>
          <a:xfrm>
            <a:off x="6038850" y="2762250"/>
            <a:ext cx="114300" cy="114300"/>
            <a:chOff x="6038850" y="2762250"/>
            <a:chExt cx="114300" cy="114300"/>
          </a:xfrm>
        </p:grpSpPr>
        <p:sp>
          <p:nvSpPr>
            <p:cNvPr id="76" name="node13.marker"/>
            <p:cNvSpPr/>
            <p:nvPr/>
          </p:nvSpPr>
          <p:spPr>
            <a:xfrm>
              <a:off x="6038850" y="2762250"/>
              <a:ext cx="114300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43" name="node14"/>
          <p:cNvGrpSpPr/>
          <p:nvPr/>
        </p:nvGrpSpPr>
        <p:grpSpPr>
          <a:xfrm>
            <a:off x="5749925" y="2598979"/>
            <a:ext cx="307975" cy="85242"/>
            <a:chOff x="5749925" y="2598979"/>
            <a:chExt cx="307975" cy="85242"/>
          </a:xfrm>
        </p:grpSpPr>
        <p:sp>
          <p:nvSpPr>
            <p:cNvPr id="77" name="node14.segment-1"/>
            <p:cNvSpPr/>
            <p:nvPr/>
          </p:nvSpPr>
          <p:spPr>
            <a:xfrm>
              <a:off x="5749925" y="2641600"/>
              <a:ext cx="307975" cy="0"/>
            </a:xfrm>
            <a:custGeom>
              <a:avLst/>
              <a:gdLst/>
              <a:ahLst/>
              <a:cxnLst/>
              <a:rect l="l" t="t" r="r" b="b"/>
              <a:pathLst>
                <a:path w="307975">
                  <a:moveTo>
                    <a:pt x="0" y="0"/>
                  </a:moveTo>
                  <a:lnTo>
                    <a:pt x="307975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78" name="node14.head-end.0"/>
            <p:cNvSpPr/>
            <p:nvPr/>
          </p:nvSpPr>
          <p:spPr>
            <a:xfrm>
              <a:off x="5979883" y="26416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79" name="node14.head-end.1"/>
            <p:cNvSpPr/>
            <p:nvPr/>
          </p:nvSpPr>
          <p:spPr>
            <a:xfrm>
              <a:off x="5979883" y="25989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44" name="node15"/>
          <p:cNvGrpSpPr/>
          <p:nvPr/>
        </p:nvGrpSpPr>
        <p:grpSpPr>
          <a:xfrm>
            <a:off x="6019800" y="2286000"/>
            <a:ext cx="762000" cy="139700"/>
            <a:chOff x="6019800" y="2286000"/>
            <a:chExt cx="762000" cy="139700"/>
          </a:xfrm>
        </p:grpSpPr>
        <p:sp>
          <p:nvSpPr>
            <p:cNvPr id="80" name="node15.text"/>
            <p:cNvSpPr/>
            <p:nvPr/>
          </p:nvSpPr>
          <p:spPr>
            <a:xfrm>
              <a:off x="6019800" y="22860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M4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5" name="node16"/>
          <p:cNvGrpSpPr/>
          <p:nvPr/>
        </p:nvGrpSpPr>
        <p:grpSpPr>
          <a:xfrm>
            <a:off x="6927850" y="2755900"/>
            <a:ext cx="127000" cy="127000"/>
            <a:chOff x="6927850" y="2755900"/>
            <a:chExt cx="127000" cy="127000"/>
          </a:xfrm>
        </p:grpSpPr>
        <p:sp>
          <p:nvSpPr>
            <p:cNvPr id="81" name="node16.marker"/>
            <p:cNvSpPr/>
            <p:nvPr/>
          </p:nvSpPr>
          <p:spPr>
            <a:xfrm>
              <a:off x="6927850" y="2755900"/>
              <a:ext cx="127000" cy="1270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6" name="node17"/>
          <p:cNvGrpSpPr/>
          <p:nvPr/>
        </p:nvGrpSpPr>
        <p:grpSpPr>
          <a:xfrm>
            <a:off x="6959600" y="2787650"/>
            <a:ext cx="63500" cy="63500"/>
            <a:chOff x="6959600" y="2787650"/>
            <a:chExt cx="63500" cy="63500"/>
          </a:xfrm>
        </p:grpSpPr>
        <p:sp>
          <p:nvSpPr>
            <p:cNvPr id="82" name="node17.marker"/>
            <p:cNvSpPr/>
            <p:nvPr/>
          </p:nvSpPr>
          <p:spPr>
            <a:xfrm>
              <a:off x="6959600" y="2787650"/>
              <a:ext cx="63500" cy="635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47" name="node18"/>
          <p:cNvGrpSpPr/>
          <p:nvPr/>
        </p:nvGrpSpPr>
        <p:grpSpPr>
          <a:xfrm>
            <a:off x="7350125" y="2730500"/>
            <a:ext cx="177800" cy="177800"/>
            <a:chOff x="7350125" y="2730500"/>
            <a:chExt cx="177800" cy="177800"/>
          </a:xfrm>
        </p:grpSpPr>
        <p:sp>
          <p:nvSpPr>
            <p:cNvPr id="83" name="node18.marker"/>
            <p:cNvSpPr/>
            <p:nvPr/>
          </p:nvSpPr>
          <p:spPr>
            <a:xfrm>
              <a:off x="7350125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8" name="node19"/>
          <p:cNvGrpSpPr/>
          <p:nvPr/>
        </p:nvGrpSpPr>
        <p:grpSpPr>
          <a:xfrm>
            <a:off x="7381875" y="2762250"/>
            <a:ext cx="114300" cy="114300"/>
            <a:chOff x="7381875" y="2762250"/>
            <a:chExt cx="114300" cy="114300"/>
          </a:xfrm>
        </p:grpSpPr>
        <p:sp>
          <p:nvSpPr>
            <p:cNvPr id="84" name="node19.marker"/>
            <p:cNvSpPr/>
            <p:nvPr/>
          </p:nvSpPr>
          <p:spPr>
            <a:xfrm>
              <a:off x="7381875" y="2762250"/>
              <a:ext cx="114300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49" name="node20"/>
          <p:cNvGrpSpPr/>
          <p:nvPr/>
        </p:nvGrpSpPr>
        <p:grpSpPr>
          <a:xfrm>
            <a:off x="7092950" y="2598979"/>
            <a:ext cx="307975" cy="85242"/>
            <a:chOff x="7092950" y="2598979"/>
            <a:chExt cx="307975" cy="85242"/>
          </a:xfrm>
        </p:grpSpPr>
        <p:sp>
          <p:nvSpPr>
            <p:cNvPr id="85" name="node20.segment-1"/>
            <p:cNvSpPr/>
            <p:nvPr/>
          </p:nvSpPr>
          <p:spPr>
            <a:xfrm>
              <a:off x="7092950" y="2641600"/>
              <a:ext cx="307975" cy="0"/>
            </a:xfrm>
            <a:custGeom>
              <a:avLst/>
              <a:gdLst/>
              <a:ahLst/>
              <a:cxnLst/>
              <a:rect l="l" t="t" r="r" b="b"/>
              <a:pathLst>
                <a:path w="307975">
                  <a:moveTo>
                    <a:pt x="0" y="0"/>
                  </a:moveTo>
                  <a:lnTo>
                    <a:pt x="307975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86" name="node20.head-end.0"/>
            <p:cNvSpPr/>
            <p:nvPr/>
          </p:nvSpPr>
          <p:spPr>
            <a:xfrm>
              <a:off x="7322908" y="2641600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0"/>
                  </a:moveTo>
                  <a:lnTo>
                    <a:pt x="0" y="42621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87" name="node20.head-end.1"/>
            <p:cNvSpPr/>
            <p:nvPr/>
          </p:nvSpPr>
          <p:spPr>
            <a:xfrm>
              <a:off x="7322908" y="2598979"/>
              <a:ext cx="78017" cy="42621"/>
            </a:xfrm>
            <a:custGeom>
              <a:avLst/>
              <a:gdLst/>
              <a:ahLst/>
              <a:cxnLst/>
              <a:rect l="l" t="t" r="r" b="b"/>
              <a:pathLst>
                <a:path w="78017" h="42621">
                  <a:moveTo>
                    <a:pt x="78017" y="426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50" name="node21"/>
          <p:cNvGrpSpPr/>
          <p:nvPr/>
        </p:nvGrpSpPr>
        <p:grpSpPr>
          <a:xfrm>
            <a:off x="7362825" y="2286000"/>
            <a:ext cx="762000" cy="139700"/>
            <a:chOff x="7362825" y="2286000"/>
            <a:chExt cx="762000" cy="139700"/>
          </a:xfrm>
        </p:grpSpPr>
        <p:sp>
          <p:nvSpPr>
            <p:cNvPr id="88" name="node21.text"/>
            <p:cNvSpPr/>
            <p:nvPr/>
          </p:nvSpPr>
          <p:spPr>
            <a:xfrm>
              <a:off x="7362825" y="22860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M5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1" name="node22"/>
          <p:cNvGrpSpPr/>
          <p:nvPr/>
        </p:nvGrpSpPr>
        <p:grpSpPr>
          <a:xfrm>
            <a:off x="7797800" y="2730500"/>
            <a:ext cx="177800" cy="177800"/>
            <a:chOff x="7797800" y="2730500"/>
            <a:chExt cx="177800" cy="177800"/>
          </a:xfrm>
        </p:grpSpPr>
        <p:sp>
          <p:nvSpPr>
            <p:cNvPr id="89" name="node22.marker"/>
            <p:cNvSpPr/>
            <p:nvPr/>
          </p:nvSpPr>
          <p:spPr>
            <a:xfrm>
              <a:off x="779780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2" name="node23"/>
          <p:cNvGrpSpPr/>
          <p:nvPr/>
        </p:nvGrpSpPr>
        <p:grpSpPr>
          <a:xfrm>
            <a:off x="7829550" y="2762250"/>
            <a:ext cx="114300" cy="114300"/>
            <a:chOff x="7829550" y="2762250"/>
            <a:chExt cx="114300" cy="114300"/>
          </a:xfrm>
        </p:grpSpPr>
        <p:sp>
          <p:nvSpPr>
            <p:cNvPr id="90" name="node23.marker"/>
            <p:cNvSpPr/>
            <p:nvPr/>
          </p:nvSpPr>
          <p:spPr>
            <a:xfrm>
              <a:off x="7829550" y="2762250"/>
              <a:ext cx="114300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53" name="node24"/>
          <p:cNvGrpSpPr/>
          <p:nvPr/>
        </p:nvGrpSpPr>
        <p:grpSpPr>
          <a:xfrm>
            <a:off x="7810500" y="2438400"/>
            <a:ext cx="762000" cy="139700"/>
            <a:chOff x="7810500" y="2438400"/>
            <a:chExt cx="762000" cy="139700"/>
          </a:xfrm>
        </p:grpSpPr>
        <p:sp>
          <p:nvSpPr>
            <p:cNvPr id="91" name="node24.text"/>
            <p:cNvSpPr/>
            <p:nvPr/>
          </p:nvSpPr>
          <p:spPr>
            <a:xfrm>
              <a:off x="7810500" y="2438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M6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4" name="node25"/>
          <p:cNvGrpSpPr/>
          <p:nvPr/>
        </p:nvGrpSpPr>
        <p:grpSpPr>
          <a:xfrm>
            <a:off x="9588500" y="2730500"/>
            <a:ext cx="177800" cy="177800"/>
            <a:chOff x="9588500" y="2730500"/>
            <a:chExt cx="177800" cy="177800"/>
          </a:xfrm>
        </p:grpSpPr>
        <p:sp>
          <p:nvSpPr>
            <p:cNvPr id="92" name="node25.marker"/>
            <p:cNvSpPr/>
            <p:nvPr/>
          </p:nvSpPr>
          <p:spPr>
            <a:xfrm>
              <a:off x="958850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5" name="node26"/>
          <p:cNvGrpSpPr/>
          <p:nvPr/>
        </p:nvGrpSpPr>
        <p:grpSpPr>
          <a:xfrm>
            <a:off x="9620250" y="2762250"/>
            <a:ext cx="114300" cy="114300"/>
            <a:chOff x="9620250" y="2762250"/>
            <a:chExt cx="114300" cy="114300"/>
          </a:xfrm>
        </p:grpSpPr>
        <p:sp>
          <p:nvSpPr>
            <p:cNvPr id="93" name="node26.marker"/>
            <p:cNvSpPr/>
            <p:nvPr/>
          </p:nvSpPr>
          <p:spPr>
            <a:xfrm>
              <a:off x="9620250" y="2762250"/>
              <a:ext cx="114300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56" name="node27"/>
          <p:cNvGrpSpPr/>
          <p:nvPr/>
        </p:nvGrpSpPr>
        <p:grpSpPr>
          <a:xfrm>
            <a:off x="9601200" y="2438400"/>
            <a:ext cx="762000" cy="139700"/>
            <a:chOff x="9601200" y="2438400"/>
            <a:chExt cx="762000" cy="139700"/>
          </a:xfrm>
        </p:grpSpPr>
        <p:sp>
          <p:nvSpPr>
            <p:cNvPr id="94" name="node27.text"/>
            <p:cNvSpPr/>
            <p:nvPr/>
          </p:nvSpPr>
          <p:spPr>
            <a:xfrm>
              <a:off x="9601200" y="2438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M7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7" name="node28"/>
          <p:cNvGrpSpPr/>
          <p:nvPr/>
        </p:nvGrpSpPr>
        <p:grpSpPr>
          <a:xfrm>
            <a:off x="11379200" y="2730500"/>
            <a:ext cx="177800" cy="177800"/>
            <a:chOff x="11379200" y="2730500"/>
            <a:chExt cx="177800" cy="177800"/>
          </a:xfrm>
        </p:grpSpPr>
        <p:sp>
          <p:nvSpPr>
            <p:cNvPr id="95" name="node28.marker"/>
            <p:cNvSpPr/>
            <p:nvPr/>
          </p:nvSpPr>
          <p:spPr>
            <a:xfrm>
              <a:off x="1137920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8" name="node29"/>
          <p:cNvGrpSpPr/>
          <p:nvPr/>
        </p:nvGrpSpPr>
        <p:grpSpPr>
          <a:xfrm>
            <a:off x="11410950" y="2762250"/>
            <a:ext cx="114300" cy="114300"/>
            <a:chOff x="11410950" y="2762250"/>
            <a:chExt cx="114300" cy="114300"/>
          </a:xfrm>
        </p:grpSpPr>
        <p:sp>
          <p:nvSpPr>
            <p:cNvPr id="96" name="node29.marker"/>
            <p:cNvSpPr/>
            <p:nvPr/>
          </p:nvSpPr>
          <p:spPr>
            <a:xfrm>
              <a:off x="11410950" y="2762250"/>
              <a:ext cx="114300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59" name="node30"/>
          <p:cNvGrpSpPr/>
          <p:nvPr/>
        </p:nvGrpSpPr>
        <p:grpSpPr>
          <a:xfrm>
            <a:off x="11391900" y="2438400"/>
            <a:ext cx="762000" cy="139700"/>
            <a:chOff x="11391900" y="2438400"/>
            <a:chExt cx="762000" cy="139700"/>
          </a:xfrm>
        </p:grpSpPr>
        <p:sp>
          <p:nvSpPr>
            <p:cNvPr id="97" name="node30.text"/>
            <p:cNvSpPr/>
            <p:nvPr/>
          </p:nvSpPr>
          <p:spPr>
            <a:xfrm>
              <a:off x="11391900" y="2438400"/>
              <a:ext cx="762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M8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0" name="node31"/>
          <p:cNvGrpSpPr/>
          <p:nvPr/>
        </p:nvGrpSpPr>
        <p:grpSpPr>
          <a:xfrm>
            <a:off x="723900" y="3429000"/>
            <a:ext cx="7086600" cy="2387600"/>
            <a:chOff x="723900" y="3429000"/>
            <a:chExt cx="7086600" cy="2387600"/>
          </a:xfrm>
        </p:grpSpPr>
        <p:graphicFrame>
          <p:nvGraphicFramePr>
            <p:cNvPr id="98" name="node3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3429000"/>
            <a:ext cx="7086600" cy="2387600"/>
          </p:xfrm>
          <a:graphic>
            <a:graphicData uri="http://schemas.openxmlformats.org/drawingml/2006/table">
              <a:tbl>
                <a:tblPr/>
                <a:tblGrid>
                  <a:gridCol w="2438400"/>
                  <a:gridCol w="1066800"/>
                  <a:gridCol w="1066800"/>
                  <a:gridCol w="1066800"/>
                  <a:gridCol w="1447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MILESTONE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BASELINE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FORECAST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VARIANCE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Mobilize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22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22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 state signed off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approved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Build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+1 wk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At risk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UAT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16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23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+1 wk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At risk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Go-live wave 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Go-live wave 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28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28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Hypercare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25 Jun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25 Jun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99" name="node31.row.item-001.m.ref.fill"/>
            <p:cNvSpPr/>
            <p:nvPr/>
          </p:nvSpPr>
          <p:spPr>
            <a:xfrm>
              <a:off x="876300" y="3835400"/>
              <a:ext cx="230380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0" name="node31.row.item-001.m.ref"/>
            <p:cNvSpPr/>
            <p:nvPr/>
          </p:nvSpPr>
          <p:spPr>
            <a:xfrm>
              <a:off x="914400" y="3841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M1</a:t>
              </a:r>
              <a:endParaRPr lang="en-US" sz="800" spc="32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1" name="node31.row.item-001.s.status-mark"/>
            <p:cNvSpPr/>
            <p:nvPr/>
          </p:nvSpPr>
          <p:spPr>
            <a:xfrm>
              <a:off x="6521450" y="38671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2" name="node31.row.item-002.m.ref.fill"/>
            <p:cNvSpPr/>
            <p:nvPr/>
          </p:nvSpPr>
          <p:spPr>
            <a:xfrm>
              <a:off x="876300" y="4089400"/>
              <a:ext cx="230380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3" name="node31.row.item-002.m.ref"/>
            <p:cNvSpPr/>
            <p:nvPr/>
          </p:nvSpPr>
          <p:spPr>
            <a:xfrm>
              <a:off x="914400" y="4095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M2</a:t>
              </a:r>
              <a:endParaRPr lang="en-US" sz="800" spc="32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4" name="node31.row.item-002.s.status-mark"/>
            <p:cNvSpPr/>
            <p:nvPr/>
          </p:nvSpPr>
          <p:spPr>
            <a:xfrm>
              <a:off x="6521450" y="41211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5" name="node31.row.item-003.m.ref.fill"/>
            <p:cNvSpPr/>
            <p:nvPr/>
          </p:nvSpPr>
          <p:spPr>
            <a:xfrm>
              <a:off x="876300" y="4343400"/>
              <a:ext cx="230380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6" name="node31.row.item-003.m.ref"/>
            <p:cNvSpPr/>
            <p:nvPr/>
          </p:nvSpPr>
          <p:spPr>
            <a:xfrm>
              <a:off x="914400" y="4349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M3</a:t>
              </a:r>
              <a:endParaRPr lang="en-US" sz="800" spc="32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7" name="node31.row.item-003.s.status-mark"/>
            <p:cNvSpPr/>
            <p:nvPr/>
          </p:nvSpPr>
          <p:spPr>
            <a:xfrm>
              <a:off x="6521450" y="43751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8" name="node31.row.item-004.m.ref.fill"/>
            <p:cNvSpPr/>
            <p:nvPr/>
          </p:nvSpPr>
          <p:spPr>
            <a:xfrm>
              <a:off x="876300" y="45974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9" name="node31.row.item-004.m.ref"/>
            <p:cNvSpPr/>
            <p:nvPr/>
          </p:nvSpPr>
          <p:spPr>
            <a:xfrm>
              <a:off x="914400" y="4603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0" name="node31.row.item-004.s.status-mark"/>
            <p:cNvSpPr/>
            <p:nvPr/>
          </p:nvSpPr>
          <p:spPr>
            <a:xfrm>
              <a:off x="6521450" y="46291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1" name="node31.row.item-005.m.ref.fill"/>
            <p:cNvSpPr/>
            <p:nvPr/>
          </p:nvSpPr>
          <p:spPr>
            <a:xfrm>
              <a:off x="876300" y="48514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2" name="node31.row.item-005.m.ref"/>
            <p:cNvSpPr/>
            <p:nvPr/>
          </p:nvSpPr>
          <p:spPr>
            <a:xfrm>
              <a:off x="914400" y="4857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3" name="node31.row.item-005.s.status-mark"/>
            <p:cNvSpPr/>
            <p:nvPr/>
          </p:nvSpPr>
          <p:spPr>
            <a:xfrm>
              <a:off x="6521450" y="48831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4" name="node31.row.item-006.m.ref.fill"/>
            <p:cNvSpPr/>
            <p:nvPr/>
          </p:nvSpPr>
          <p:spPr>
            <a:xfrm>
              <a:off x="876300" y="51054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5" name="node31.row.item-006.m.ref"/>
            <p:cNvSpPr/>
            <p:nvPr/>
          </p:nvSpPr>
          <p:spPr>
            <a:xfrm>
              <a:off x="914400" y="5111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6" name="node31.row.item-006.s.status-mark"/>
            <p:cNvSpPr/>
            <p:nvPr/>
          </p:nvSpPr>
          <p:spPr>
            <a:xfrm>
              <a:off x="6521450" y="5137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7" name="node31.row.item-007.m.ref.fill"/>
            <p:cNvSpPr/>
            <p:nvPr/>
          </p:nvSpPr>
          <p:spPr>
            <a:xfrm>
              <a:off x="876300" y="53594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8" name="node31.row.item-007.m.ref"/>
            <p:cNvSpPr/>
            <p:nvPr/>
          </p:nvSpPr>
          <p:spPr>
            <a:xfrm>
              <a:off x="914400" y="5365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9" name="node31.row.item-007.s.status-mark"/>
            <p:cNvSpPr/>
            <p:nvPr/>
          </p:nvSpPr>
          <p:spPr>
            <a:xfrm>
              <a:off x="6521450" y="5391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0" name="node31.row.item-008.m.ref.fill"/>
            <p:cNvSpPr/>
            <p:nvPr/>
          </p:nvSpPr>
          <p:spPr>
            <a:xfrm>
              <a:off x="876300" y="56134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1" name="node31.row.item-008.m.ref"/>
            <p:cNvSpPr/>
            <p:nvPr/>
          </p:nvSpPr>
          <p:spPr>
            <a:xfrm>
              <a:off x="914400" y="56197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2" name="node31.row.item-008.s.status-mark"/>
            <p:cNvSpPr/>
            <p:nvPr/>
          </p:nvSpPr>
          <p:spPr>
            <a:xfrm>
              <a:off x="6521450" y="5645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61" name="node32"/>
          <p:cNvGrpSpPr/>
          <p:nvPr/>
        </p:nvGrpSpPr>
        <p:grpSpPr>
          <a:xfrm>
            <a:off x="8039100" y="3429000"/>
            <a:ext cx="3429000" cy="2387600"/>
            <a:chOff x="8039100" y="3429000"/>
            <a:chExt cx="3429000" cy="2387600"/>
          </a:xfrm>
        </p:grpSpPr>
        <p:sp>
          <p:nvSpPr>
            <p:cNvPr id="123" name="node32.container"/>
            <p:cNvSpPr/>
            <p:nvPr/>
          </p:nvSpPr>
          <p:spPr>
            <a:xfrm>
              <a:off x="8039100" y="3429000"/>
              <a:ext cx="3429000" cy="2387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4" name="node32.label"/>
            <p:cNvSpPr/>
            <p:nvPr/>
          </p:nvSpPr>
          <p:spPr>
            <a:xfrm>
              <a:off x="8267700" y="3657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VARIANCE TO BASELINE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5" name="node32.title"/>
            <p:cNvSpPr/>
            <p:nvPr/>
          </p:nvSpPr>
          <p:spPr>
            <a:xfrm>
              <a:off x="8267700" y="38735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and UAT slip one week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26" name="node32.body.item-001.bullets.item-001.marker"/>
            <p:cNvSpPr/>
            <p:nvPr/>
          </p:nvSpPr>
          <p:spPr>
            <a:xfrm>
              <a:off x="8267700" y="438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7" name="node32.body.item-001.bullets.item-001.text"/>
            <p:cNvSpPr/>
            <p:nvPr/>
          </p:nvSpPr>
          <p:spPr>
            <a:xfrm>
              <a:off x="8420100" y="4292600"/>
              <a:ext cx="28194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Clearinghouse interface rework adds a week to build.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8" name="node32.body.item-001.bullets.item-002.marker"/>
            <p:cNvSpPr/>
            <p:nvPr/>
          </p:nvSpPr>
          <p:spPr>
            <a:xfrm>
              <a:off x="8267700" y="4851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9" name="node32.body.item-001.bullets.item-002.text"/>
            <p:cNvSpPr/>
            <p:nvPr/>
          </p:nvSpPr>
          <p:spPr>
            <a:xfrm>
              <a:off x="8420100" y="4762500"/>
              <a:ext cx="28194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Six-day UAT weeks recover it, so go-live holds at 30 Apr.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 REGISTER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of 26 milestones are forecast a week late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3" name="node01"/>
          <p:cNvGrpSpPr/>
          <p:nvPr/>
        </p:nvGrpSpPr>
        <p:grpSpPr>
          <a:xfrm>
            <a:off x="723900" y="1600200"/>
            <a:ext cx="10744200" cy="4267200"/>
            <a:chOff x="723900" y="1600200"/>
            <a:chExt cx="10744200" cy="42672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267200"/>
          </p:xfrm>
          <a:graphic>
            <a:graphicData uri="http://schemas.openxmlformats.org/drawingml/2006/table">
              <a:tbl>
                <a:tblPr/>
                <a:tblGrid>
                  <a:gridCol w="762000"/>
                  <a:gridCol w="2362200"/>
                  <a:gridCol w="838200"/>
                  <a:gridCol w="838200"/>
                  <a:gridCol w="3124200"/>
                  <a:gridCol w="1447800"/>
                  <a:gridCol w="990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MILESTONE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BASELINE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FORECAST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DESCRIPTION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Mobilize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22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22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Team, governance and plan in place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Data access granted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29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29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Read access to scheduling and billing data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applications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Interviews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29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29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Leads interviewed at every site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patient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 state signed off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and revenue cycle baseline agreed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patient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Baseline KPIs agreed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No-show, denial and cash KPIs baselined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revenue cycle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Future-state design drafted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19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19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Scheduling, registration and billing designs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Business case approved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Benefits and run cost approved by the CFO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CFO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approved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Feb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 signs the 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MS-09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Build specifications signed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Configuration specs for every workflow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applications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Configuration demo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First workflows shown to operations leads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Product owner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Interface specs signed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19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Clearinghouse and EHR specs agreed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Integration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 plan approved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19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19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 and UAT scope and entry criteria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 scripts ready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Critical UAT scripts written and reviewed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Build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26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Workflows, rules and interfaces unit tested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applications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At risk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m.ref.fill"/>
            <p:cNvSpPr/>
            <p:nvPr/>
          </p:nvSpPr>
          <p:spPr>
            <a:xfrm>
              <a:off x="2019300" y="20193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m.ref"/>
            <p:cNvSpPr/>
            <p:nvPr/>
          </p:nvSpPr>
          <p:spPr>
            <a:xfrm>
              <a:off x="2057400" y="20256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1.s.status-mark"/>
            <p:cNvSpPr/>
            <p:nvPr/>
          </p:nvSpPr>
          <p:spPr>
            <a:xfrm>
              <a:off x="10636250" y="20510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2.s.status-mark"/>
            <p:cNvSpPr/>
            <p:nvPr/>
          </p:nvSpPr>
          <p:spPr>
            <a:xfrm>
              <a:off x="10636250" y="23304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3.s.status-mark"/>
            <p:cNvSpPr/>
            <p:nvPr/>
          </p:nvSpPr>
          <p:spPr>
            <a:xfrm>
              <a:off x="10636250" y="26098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4.m.ref.fill"/>
            <p:cNvSpPr/>
            <p:nvPr/>
          </p:nvSpPr>
          <p:spPr>
            <a:xfrm>
              <a:off x="2019300" y="28575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4.m.ref"/>
            <p:cNvSpPr/>
            <p:nvPr/>
          </p:nvSpPr>
          <p:spPr>
            <a:xfrm>
              <a:off x="2057400" y="28638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s.status-mark"/>
            <p:cNvSpPr/>
            <p:nvPr/>
          </p:nvSpPr>
          <p:spPr>
            <a:xfrm>
              <a:off x="10636250" y="28892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5.s.status-mark"/>
            <p:cNvSpPr/>
            <p:nvPr/>
          </p:nvSpPr>
          <p:spPr>
            <a:xfrm>
              <a:off x="10636250" y="31686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6.s.status-mark"/>
            <p:cNvSpPr/>
            <p:nvPr/>
          </p:nvSpPr>
          <p:spPr>
            <a:xfrm>
              <a:off x="10636250" y="34480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7.s.status-mark"/>
            <p:cNvSpPr/>
            <p:nvPr/>
          </p:nvSpPr>
          <p:spPr>
            <a:xfrm>
              <a:off x="10636250" y="37274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8.m.ref.fill"/>
            <p:cNvSpPr/>
            <p:nvPr/>
          </p:nvSpPr>
          <p:spPr>
            <a:xfrm>
              <a:off x="2019300" y="39751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8.m.ref"/>
            <p:cNvSpPr/>
            <p:nvPr/>
          </p:nvSpPr>
          <p:spPr>
            <a:xfrm>
              <a:off x="2057400" y="39814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row.item-008.s.status-mark"/>
            <p:cNvSpPr/>
            <p:nvPr/>
          </p:nvSpPr>
          <p:spPr>
            <a:xfrm>
              <a:off x="10636250" y="40068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09.s.status-mark"/>
            <p:cNvSpPr/>
            <p:nvPr/>
          </p:nvSpPr>
          <p:spPr>
            <a:xfrm>
              <a:off x="10636250" y="42862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10.s.status-mark"/>
            <p:cNvSpPr/>
            <p:nvPr/>
          </p:nvSpPr>
          <p:spPr>
            <a:xfrm>
              <a:off x="10636250" y="45656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11.s.status-mark"/>
            <p:cNvSpPr/>
            <p:nvPr/>
          </p:nvSpPr>
          <p:spPr>
            <a:xfrm>
              <a:off x="10636250" y="48450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1.row.item-012.s.status-mark"/>
            <p:cNvSpPr/>
            <p:nvPr/>
          </p:nvSpPr>
          <p:spPr>
            <a:xfrm>
              <a:off x="10636250" y="51244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13.s.status-mark"/>
            <p:cNvSpPr/>
            <p:nvPr/>
          </p:nvSpPr>
          <p:spPr>
            <a:xfrm>
              <a:off x="10636250" y="54038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14.m.ref.fill"/>
            <p:cNvSpPr/>
            <p:nvPr/>
          </p:nvSpPr>
          <p:spPr>
            <a:xfrm>
              <a:off x="2019300" y="56515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7" name="node01.row.item-014.m.ref"/>
            <p:cNvSpPr/>
            <p:nvPr/>
          </p:nvSpPr>
          <p:spPr>
            <a:xfrm>
              <a:off x="2057400" y="56578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row.item-014.s.status-mark"/>
            <p:cNvSpPr/>
            <p:nvPr/>
          </p:nvSpPr>
          <p:spPr>
            <a:xfrm>
              <a:off x="10636250" y="56832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9" name="node01.row-group.source-001.fill"/>
            <p:cNvSpPr/>
            <p:nvPr/>
          </p:nvSpPr>
          <p:spPr>
            <a:xfrm>
              <a:off x="723900" y="1974850"/>
              <a:ext cx="304800" cy="2197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1.row-group.source-001.label"/>
            <p:cNvSpPr/>
            <p:nvPr/>
          </p:nvSpPr>
          <p:spPr>
            <a:xfrm rot="-5400000">
              <a:off x="-222250" y="3003550"/>
              <a:ext cx="2197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PHASE 1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row-group.source-002.fill"/>
            <p:cNvSpPr/>
            <p:nvPr/>
          </p:nvSpPr>
          <p:spPr>
            <a:xfrm>
              <a:off x="723900" y="4210050"/>
              <a:ext cx="304800" cy="16383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32" name="node01.row-group.source-002.label"/>
            <p:cNvSpPr/>
            <p:nvPr/>
          </p:nvSpPr>
          <p:spPr>
            <a:xfrm rot="-5400000">
              <a:off x="57150" y="4959350"/>
              <a:ext cx="1638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PHASE 2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 REGISTER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Deployment milestones hold to the baseline dates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2" name="node01"/>
          <p:cNvGrpSpPr/>
          <p:nvPr/>
        </p:nvGrpSpPr>
        <p:grpSpPr>
          <a:xfrm>
            <a:off x="723900" y="1600200"/>
            <a:ext cx="10744200" cy="3937000"/>
            <a:chOff x="723900" y="1600200"/>
            <a:chExt cx="10744200" cy="39370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828800"/>
            <a:ext cx="10363200" cy="3708400"/>
          </p:xfrm>
          <a:graphic>
            <a:graphicData uri="http://schemas.openxmlformats.org/drawingml/2006/table">
              <a:tbl>
                <a:tblPr/>
                <a:tblGrid>
                  <a:gridCol w="762000"/>
                  <a:gridCol w="2362200"/>
                  <a:gridCol w="838200"/>
                  <a:gridCol w="838200"/>
                  <a:gridCol w="3124200"/>
                  <a:gridCol w="1447800"/>
                  <a:gridCol w="990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MILESTONE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BASELINE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FORECAST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DESCRIPTION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Data conversion trial 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Second full load reconciled to source totals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Data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At risk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End-to-end flows pass across all interfaces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UAT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16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23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open severity 1 or 2 defects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At risk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Training delivered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23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23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1 staff trained in the new workflows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MS-19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Cutover rehearsal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23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23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Dress rehearsal inside the cutover window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Cutover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Go/no-go decision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27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27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 confirms readiness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Go-live wave 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 Apr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Central scheduling and two hospitals go live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Program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1 stabilized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14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14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Queues and work lists back to baseline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Hypercare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2 readiness confirmed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21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21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Sites, users and data ready for wave 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Go-live wave 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28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28 May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Remaining hospitals and clinics go live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Program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Benefits checkpoint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18 Jun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18 Jun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KPIs measured against the business case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revenue cycle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MS-26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Hypercare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25 Jun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25 Jun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Support handed to Northfield teams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revenue cycle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 track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s.status-mark"/>
            <p:cNvSpPr/>
            <p:nvPr/>
          </p:nvSpPr>
          <p:spPr>
            <a:xfrm>
              <a:off x="10636250" y="22796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2.s.status-mark"/>
            <p:cNvSpPr/>
            <p:nvPr/>
          </p:nvSpPr>
          <p:spPr>
            <a:xfrm>
              <a:off x="10636250" y="25590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3.m.ref.fill"/>
            <p:cNvSpPr/>
            <p:nvPr/>
          </p:nvSpPr>
          <p:spPr>
            <a:xfrm>
              <a:off x="2019300" y="28067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m.ref"/>
            <p:cNvSpPr/>
            <p:nvPr/>
          </p:nvSpPr>
          <p:spPr>
            <a:xfrm>
              <a:off x="2057400" y="28130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row.item-003.s.status-mark"/>
            <p:cNvSpPr/>
            <p:nvPr/>
          </p:nvSpPr>
          <p:spPr>
            <a:xfrm>
              <a:off x="10636250" y="28384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4.s.status-mark"/>
            <p:cNvSpPr/>
            <p:nvPr/>
          </p:nvSpPr>
          <p:spPr>
            <a:xfrm>
              <a:off x="10636250" y="31178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5.s.status-mark"/>
            <p:cNvSpPr/>
            <p:nvPr/>
          </p:nvSpPr>
          <p:spPr>
            <a:xfrm>
              <a:off x="10636250" y="33972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6.s.status-mark"/>
            <p:cNvSpPr/>
            <p:nvPr/>
          </p:nvSpPr>
          <p:spPr>
            <a:xfrm>
              <a:off x="10636250" y="36766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7.m.ref.fill"/>
            <p:cNvSpPr/>
            <p:nvPr/>
          </p:nvSpPr>
          <p:spPr>
            <a:xfrm>
              <a:off x="2019300" y="39243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7.m.ref"/>
            <p:cNvSpPr/>
            <p:nvPr/>
          </p:nvSpPr>
          <p:spPr>
            <a:xfrm>
              <a:off x="2057400" y="39306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row.item-007.s.status-mark"/>
            <p:cNvSpPr/>
            <p:nvPr/>
          </p:nvSpPr>
          <p:spPr>
            <a:xfrm>
              <a:off x="10636250" y="39560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8.s.status-mark"/>
            <p:cNvSpPr/>
            <p:nvPr/>
          </p:nvSpPr>
          <p:spPr>
            <a:xfrm>
              <a:off x="10636250" y="4235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9.s.status-mark"/>
            <p:cNvSpPr/>
            <p:nvPr/>
          </p:nvSpPr>
          <p:spPr>
            <a:xfrm>
              <a:off x="10636250" y="45148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10.m.ref.fill"/>
            <p:cNvSpPr/>
            <p:nvPr/>
          </p:nvSpPr>
          <p:spPr>
            <a:xfrm>
              <a:off x="2019300" y="47625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10.m.ref"/>
            <p:cNvSpPr/>
            <p:nvPr/>
          </p:nvSpPr>
          <p:spPr>
            <a:xfrm>
              <a:off x="2057400" y="47688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.item-010.s.status-mark"/>
            <p:cNvSpPr/>
            <p:nvPr/>
          </p:nvSpPr>
          <p:spPr>
            <a:xfrm>
              <a:off x="10636250" y="47942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11.s.status-mark"/>
            <p:cNvSpPr/>
            <p:nvPr/>
          </p:nvSpPr>
          <p:spPr>
            <a:xfrm>
              <a:off x="10636250" y="50736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1.row.item-012.m.ref.fill"/>
            <p:cNvSpPr/>
            <p:nvPr/>
          </p:nvSpPr>
          <p:spPr>
            <a:xfrm>
              <a:off x="2019300" y="53213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12.m.ref"/>
            <p:cNvSpPr/>
            <p:nvPr/>
          </p:nvSpPr>
          <p:spPr>
            <a:xfrm>
              <a:off x="2057400" y="53276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row.item-012.s.status-mark"/>
            <p:cNvSpPr/>
            <p:nvPr/>
          </p:nvSpPr>
          <p:spPr>
            <a:xfrm>
              <a:off x="10636250" y="53530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7" name="node01.row-group.source-001.fill"/>
            <p:cNvSpPr/>
            <p:nvPr/>
          </p:nvSpPr>
          <p:spPr>
            <a:xfrm>
              <a:off x="723900" y="2203450"/>
              <a:ext cx="304800" cy="8001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8" name="node01.row-group.source-001.label"/>
            <p:cNvSpPr/>
            <p:nvPr/>
          </p:nvSpPr>
          <p:spPr>
            <a:xfrm rot="-5400000">
              <a:off x="476250" y="2533650"/>
              <a:ext cx="800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PHASE 2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row-group.source-002.fill"/>
            <p:cNvSpPr/>
            <p:nvPr/>
          </p:nvSpPr>
          <p:spPr>
            <a:xfrm>
              <a:off x="723900" y="3041650"/>
              <a:ext cx="304800" cy="24765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30" name="node01.row-group.source-002.label"/>
            <p:cNvSpPr/>
            <p:nvPr/>
          </p:nvSpPr>
          <p:spPr>
            <a:xfrm rot="-5400000">
              <a:off x="-361950" y="4210050"/>
              <a:ext cx="2476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PHASE 3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continued"/>
            <p:cNvSpPr/>
            <p:nvPr/>
          </p:nvSpPr>
          <p:spPr>
            <a:xfrm>
              <a:off x="1104900" y="1600200"/>
              <a:ext cx="10363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MILESTONE REGISTER, CONTINUED · 2 OF 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80391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8039100" y="685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gates, two go-live waves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10" name="node01"/>
          <p:cNvGrpSpPr/>
          <p:nvPr/>
        </p:nvGrpSpPr>
        <p:grpSpPr>
          <a:xfrm>
            <a:off x="723900" y="457200"/>
            <a:ext cx="7086600" cy="5422900"/>
            <a:chOff x="723900" y="457200"/>
            <a:chExt cx="7086600" cy="5422900"/>
          </a:xfrm>
        </p:grpSpPr>
        <p:sp>
          <p:nvSpPr>
            <p:cNvPr id="6" name="node01.period-header"/>
            <p:cNvSpPr/>
            <p:nvPr/>
          </p:nvSpPr>
          <p:spPr>
            <a:xfrm>
              <a:off x="723900" y="838200"/>
              <a:ext cx="69977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sidebar-heading"/>
            <p:cNvSpPr/>
            <p:nvPr/>
          </p:nvSpPr>
          <p:spPr>
            <a:xfrm>
              <a:off x="800100" y="920750"/>
              <a:ext cx="1828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WORKSTREAM · WEEK</a:t>
              </a:r>
              <a:endParaRPr lang="en-US" sz="800" spc="48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periods.slot-001.label"/>
            <p:cNvSpPr/>
            <p:nvPr/>
          </p:nvSpPr>
          <p:spPr>
            <a:xfrm>
              <a:off x="2705100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periods.slot-002.label"/>
            <p:cNvSpPr/>
            <p:nvPr/>
          </p:nvSpPr>
          <p:spPr>
            <a:xfrm>
              <a:off x="2914121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periods.slot-003.label"/>
            <p:cNvSpPr/>
            <p:nvPr/>
          </p:nvSpPr>
          <p:spPr>
            <a:xfrm>
              <a:off x="3123142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periods.slot-004.label"/>
            <p:cNvSpPr/>
            <p:nvPr/>
          </p:nvSpPr>
          <p:spPr>
            <a:xfrm>
              <a:off x="3332163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periods.slot-005.label"/>
            <p:cNvSpPr/>
            <p:nvPr/>
          </p:nvSpPr>
          <p:spPr>
            <a:xfrm>
              <a:off x="3541183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eriods.slot-006.label"/>
            <p:cNvSpPr/>
            <p:nvPr/>
          </p:nvSpPr>
          <p:spPr>
            <a:xfrm>
              <a:off x="3750204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periods.slot-007.label"/>
            <p:cNvSpPr/>
            <p:nvPr/>
          </p:nvSpPr>
          <p:spPr>
            <a:xfrm>
              <a:off x="3959225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periods.slot-008.label"/>
            <p:cNvSpPr/>
            <p:nvPr/>
          </p:nvSpPr>
          <p:spPr>
            <a:xfrm>
              <a:off x="4168246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8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periods.slot-009.label"/>
            <p:cNvSpPr/>
            <p:nvPr/>
          </p:nvSpPr>
          <p:spPr>
            <a:xfrm>
              <a:off x="4377267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9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periods.slot-010.label"/>
            <p:cNvSpPr/>
            <p:nvPr/>
          </p:nvSpPr>
          <p:spPr>
            <a:xfrm>
              <a:off x="4586288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10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periods.slot-011.label"/>
            <p:cNvSpPr/>
            <p:nvPr/>
          </p:nvSpPr>
          <p:spPr>
            <a:xfrm>
              <a:off x="4795308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eriods.slot-012.label"/>
            <p:cNvSpPr/>
            <p:nvPr/>
          </p:nvSpPr>
          <p:spPr>
            <a:xfrm>
              <a:off x="5004329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periods.slot-013.label"/>
            <p:cNvSpPr/>
            <p:nvPr/>
          </p:nvSpPr>
          <p:spPr>
            <a:xfrm>
              <a:off x="5213350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periods.slot-014.label"/>
            <p:cNvSpPr/>
            <p:nvPr/>
          </p:nvSpPr>
          <p:spPr>
            <a:xfrm>
              <a:off x="5422371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periods.slot-015.label"/>
            <p:cNvSpPr/>
            <p:nvPr/>
          </p:nvSpPr>
          <p:spPr>
            <a:xfrm>
              <a:off x="5631392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periods.slot-016.label"/>
            <p:cNvSpPr/>
            <p:nvPr/>
          </p:nvSpPr>
          <p:spPr>
            <a:xfrm>
              <a:off x="5840413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periods.slot-017.label"/>
            <p:cNvSpPr/>
            <p:nvPr/>
          </p:nvSpPr>
          <p:spPr>
            <a:xfrm>
              <a:off x="6049433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17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periods.slot-018.label"/>
            <p:cNvSpPr/>
            <p:nvPr/>
          </p:nvSpPr>
          <p:spPr>
            <a:xfrm>
              <a:off x="6258454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18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periods.slot-019.label"/>
            <p:cNvSpPr/>
            <p:nvPr/>
          </p:nvSpPr>
          <p:spPr>
            <a:xfrm>
              <a:off x="6467475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19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periods.slot-020.label"/>
            <p:cNvSpPr/>
            <p:nvPr/>
          </p:nvSpPr>
          <p:spPr>
            <a:xfrm>
              <a:off x="6676496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20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periods.slot-021.label"/>
            <p:cNvSpPr/>
            <p:nvPr/>
          </p:nvSpPr>
          <p:spPr>
            <a:xfrm>
              <a:off x="6885517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periods.slot-022.label"/>
            <p:cNvSpPr/>
            <p:nvPr/>
          </p:nvSpPr>
          <p:spPr>
            <a:xfrm>
              <a:off x="7094538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periods.slot-023.label"/>
            <p:cNvSpPr/>
            <p:nvPr/>
          </p:nvSpPr>
          <p:spPr>
            <a:xfrm>
              <a:off x="7303558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periods.slot-024.label"/>
            <p:cNvSpPr/>
            <p:nvPr/>
          </p:nvSpPr>
          <p:spPr>
            <a:xfrm>
              <a:off x="7512579" y="920750"/>
              <a:ext cx="209021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phases.slot-001.rule"/>
            <p:cNvSpPr/>
            <p:nvPr/>
          </p:nvSpPr>
          <p:spPr>
            <a:xfrm>
              <a:off x="2717800" y="533400"/>
              <a:ext cx="1437746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1.phases.slot-001.label"/>
            <p:cNvSpPr/>
            <p:nvPr/>
          </p:nvSpPr>
          <p:spPr>
            <a:xfrm>
              <a:off x="2781300" y="571500"/>
              <a:ext cx="136154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ASSESS AND DESIGN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phases.slot-002.rule"/>
            <p:cNvSpPr/>
            <p:nvPr/>
          </p:nvSpPr>
          <p:spPr>
            <a:xfrm>
              <a:off x="4180946" y="533400"/>
              <a:ext cx="1437746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1.phases.slot-002.label"/>
            <p:cNvSpPr/>
            <p:nvPr/>
          </p:nvSpPr>
          <p:spPr>
            <a:xfrm>
              <a:off x="4244446" y="571500"/>
              <a:ext cx="136154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BUILD AND TEST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phases.slot-003.rule"/>
            <p:cNvSpPr/>
            <p:nvPr/>
          </p:nvSpPr>
          <p:spPr>
            <a:xfrm>
              <a:off x="5644092" y="533400"/>
              <a:ext cx="2064808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1.phases.slot-003.label"/>
            <p:cNvSpPr/>
            <p:nvPr/>
          </p:nvSpPr>
          <p:spPr>
            <a:xfrm>
              <a:off x="5707592" y="571500"/>
              <a:ext cx="198860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DEPLOY AND STABILIZE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grid-1"/>
            <p:cNvSpPr/>
            <p:nvPr/>
          </p:nvSpPr>
          <p:spPr>
            <a:xfrm>
              <a:off x="2914121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9" name="node01.grid-2"/>
            <p:cNvSpPr/>
            <p:nvPr/>
          </p:nvSpPr>
          <p:spPr>
            <a:xfrm>
              <a:off x="3123142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0" name="node01.grid-3"/>
            <p:cNvSpPr/>
            <p:nvPr/>
          </p:nvSpPr>
          <p:spPr>
            <a:xfrm>
              <a:off x="3332163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1" name="node01.grid-4"/>
            <p:cNvSpPr/>
            <p:nvPr/>
          </p:nvSpPr>
          <p:spPr>
            <a:xfrm>
              <a:off x="3541183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2" name="node01.grid-5"/>
            <p:cNvSpPr/>
            <p:nvPr/>
          </p:nvSpPr>
          <p:spPr>
            <a:xfrm>
              <a:off x="3750204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3" name="node01.grid-6"/>
            <p:cNvSpPr/>
            <p:nvPr/>
          </p:nvSpPr>
          <p:spPr>
            <a:xfrm>
              <a:off x="3959225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4" name="node01.grid-7"/>
            <p:cNvSpPr/>
            <p:nvPr/>
          </p:nvSpPr>
          <p:spPr>
            <a:xfrm>
              <a:off x="4168246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5" name="node01.grid-8"/>
            <p:cNvSpPr/>
            <p:nvPr/>
          </p:nvSpPr>
          <p:spPr>
            <a:xfrm>
              <a:off x="4377267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6" name="node01.grid-9"/>
            <p:cNvSpPr/>
            <p:nvPr/>
          </p:nvSpPr>
          <p:spPr>
            <a:xfrm>
              <a:off x="4586288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7" name="node01.grid-10"/>
            <p:cNvSpPr/>
            <p:nvPr/>
          </p:nvSpPr>
          <p:spPr>
            <a:xfrm>
              <a:off x="4795308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8" name="node01.grid-11"/>
            <p:cNvSpPr/>
            <p:nvPr/>
          </p:nvSpPr>
          <p:spPr>
            <a:xfrm>
              <a:off x="5004329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9" name="node01.grid-12"/>
            <p:cNvSpPr/>
            <p:nvPr/>
          </p:nvSpPr>
          <p:spPr>
            <a:xfrm>
              <a:off x="5213350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0" name="node01.grid-13"/>
            <p:cNvSpPr/>
            <p:nvPr/>
          </p:nvSpPr>
          <p:spPr>
            <a:xfrm>
              <a:off x="5422371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1" name="node01.grid-14"/>
            <p:cNvSpPr/>
            <p:nvPr/>
          </p:nvSpPr>
          <p:spPr>
            <a:xfrm>
              <a:off x="5631392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2" name="node01.grid-15"/>
            <p:cNvSpPr/>
            <p:nvPr/>
          </p:nvSpPr>
          <p:spPr>
            <a:xfrm>
              <a:off x="5840413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3" name="node01.grid-16"/>
            <p:cNvSpPr/>
            <p:nvPr/>
          </p:nvSpPr>
          <p:spPr>
            <a:xfrm>
              <a:off x="6049433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4" name="node01.grid-17"/>
            <p:cNvSpPr/>
            <p:nvPr/>
          </p:nvSpPr>
          <p:spPr>
            <a:xfrm>
              <a:off x="6258454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5" name="node01.grid-18"/>
            <p:cNvSpPr/>
            <p:nvPr/>
          </p:nvSpPr>
          <p:spPr>
            <a:xfrm>
              <a:off x="6467475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6" name="node01.grid-19"/>
            <p:cNvSpPr/>
            <p:nvPr/>
          </p:nvSpPr>
          <p:spPr>
            <a:xfrm>
              <a:off x="6676496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7" name="node01.grid-20"/>
            <p:cNvSpPr/>
            <p:nvPr/>
          </p:nvSpPr>
          <p:spPr>
            <a:xfrm>
              <a:off x="6885517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8" name="node01.grid-21"/>
            <p:cNvSpPr/>
            <p:nvPr/>
          </p:nvSpPr>
          <p:spPr>
            <a:xfrm>
              <a:off x="7094538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9" name="node01.grid-22"/>
            <p:cNvSpPr/>
            <p:nvPr/>
          </p:nvSpPr>
          <p:spPr>
            <a:xfrm>
              <a:off x="7303558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0" name="node01.grid-23"/>
            <p:cNvSpPr/>
            <p:nvPr/>
          </p:nvSpPr>
          <p:spPr>
            <a:xfrm>
              <a:off x="7512579" y="11430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1" name="node01.timeline-left"/>
            <p:cNvSpPr/>
            <p:nvPr/>
          </p:nvSpPr>
          <p:spPr>
            <a:xfrm>
              <a:off x="2705100" y="457200"/>
              <a:ext cx="0" cy="4800600"/>
            </a:xfrm>
            <a:custGeom>
              <a:avLst/>
              <a:gdLst/>
              <a:ahLst/>
              <a:cxnLst/>
              <a:rect l="l" t="t" r="r" b="b"/>
              <a:pathLst>
                <a:path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62" name="node01.groups.slot-001.tab"/>
            <p:cNvSpPr/>
            <p:nvPr/>
          </p:nvSpPr>
          <p:spPr>
            <a:xfrm>
              <a:off x="723900" y="1181100"/>
              <a:ext cx="304800" cy="838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01.groups.slot-001.label"/>
            <p:cNvSpPr/>
            <p:nvPr/>
          </p:nvSpPr>
          <p:spPr>
            <a:xfrm rot="-5400000">
              <a:off x="495300" y="1524000"/>
              <a:ext cx="762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GATES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78" name="node01.groups.slot-001.lanes.slot-001.icon"/>
            <p:cNvGrpSpPr/>
            <p:nvPr/>
          </p:nvGrpSpPr>
          <p:grpSpPr>
            <a:xfrm>
              <a:off x="1143000" y="1485900"/>
              <a:ext cx="228600" cy="228600"/>
              <a:chOff x="1143000" y="1485900"/>
              <a:chExt cx="228600" cy="228600"/>
            </a:xfrm>
          </p:grpSpPr>
          <p:pic>
            <p:nvPicPr>
              <p:cNvPr id="64" name="node01.groups.slot-001.lanes.slot-001.icon.image" descr="icon/signpost/navy; canonical SHA256=4a621cbe7171e39c7ca6042bc3a92af02680aa0e2ec6763049ce57f7c05ca374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43000" y="14859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65" name="node01.groups.slot-001.lanes.slot-001.title"/>
            <p:cNvSpPr/>
            <p:nvPr/>
          </p:nvSpPr>
          <p:spPr>
            <a:xfrm>
              <a:off x="1485900" y="14097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Key milestones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6" name="node01.groups.slot-001.lanes.slot-001.sub"/>
            <p:cNvSpPr/>
            <p:nvPr/>
          </p:nvSpPr>
          <p:spPr>
            <a:xfrm>
              <a:off x="1485900" y="16002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M1–M8, right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1.groups.slot-001.lanes.slot-001.separator"/>
            <p:cNvSpPr/>
            <p:nvPr/>
          </p:nvSpPr>
          <p:spPr>
            <a:xfrm>
              <a:off x="723900" y="2051050"/>
              <a:ext cx="6997700" cy="0"/>
            </a:xfrm>
            <a:custGeom>
              <a:avLst/>
              <a:gdLst/>
              <a:ahLst/>
              <a:cxnLst/>
              <a:rect l="l" t="t" r="r" b="b"/>
              <a:pathLst>
                <a:path w="6997700">
                  <a:moveTo>
                    <a:pt x="0" y="0"/>
                  </a:moveTo>
                  <a:lnTo>
                    <a:pt x="69977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79" name="node01.groups.slot-001.lanes.slot-001.items.slot-001"/>
            <p:cNvGrpSpPr/>
            <p:nvPr/>
          </p:nvGrpSpPr>
          <p:grpSpPr>
            <a:xfrm>
              <a:off x="3034242" y="1314450"/>
              <a:ext cx="477837" cy="190500"/>
              <a:chOff x="3034242" y="1314450"/>
              <a:chExt cx="477837" cy="190500"/>
            </a:xfrm>
          </p:grpSpPr>
          <p:sp>
            <p:nvSpPr>
              <p:cNvPr id="68" name="node01.groups.slot-001.lanes.slot-001.items.slot-001.marker"/>
              <p:cNvSpPr/>
              <p:nvPr/>
            </p:nvSpPr>
            <p:spPr>
              <a:xfrm>
                <a:off x="3034242" y="1320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69" name="node01.groups.slot-001.lanes.slot-001.items.slot-001.label"/>
              <p:cNvSpPr/>
              <p:nvPr/>
            </p:nvSpPr>
            <p:spPr>
              <a:xfrm>
                <a:off x="3262842" y="1314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M1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0" name="node01.groups.slot-001.lanes.slot-001.items.slot-002"/>
            <p:cNvGrpSpPr/>
            <p:nvPr/>
          </p:nvGrpSpPr>
          <p:grpSpPr>
            <a:xfrm>
              <a:off x="3452283" y="1695450"/>
              <a:ext cx="477838" cy="190500"/>
              <a:chOff x="3452283" y="1695450"/>
              <a:chExt cx="477838" cy="190500"/>
            </a:xfrm>
          </p:grpSpPr>
          <p:sp>
            <p:nvSpPr>
              <p:cNvPr id="70" name="node01.groups.slot-001.lanes.slot-001.items.slot-002.marker"/>
              <p:cNvSpPr/>
              <p:nvPr/>
            </p:nvSpPr>
            <p:spPr>
              <a:xfrm>
                <a:off x="3452283" y="1701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1" name="node01.groups.slot-001.lanes.slot-001.items.slot-002.label"/>
              <p:cNvSpPr/>
              <p:nvPr/>
            </p:nvSpPr>
            <p:spPr>
              <a:xfrm>
                <a:off x="3680883" y="1695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M2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1" name="node01.groups.slot-001.lanes.slot-001.items.slot-003"/>
            <p:cNvGrpSpPr/>
            <p:nvPr/>
          </p:nvGrpSpPr>
          <p:grpSpPr>
            <a:xfrm>
              <a:off x="4079346" y="1314450"/>
              <a:ext cx="477838" cy="190500"/>
              <a:chOff x="4079346" y="1314450"/>
              <a:chExt cx="477838" cy="190500"/>
            </a:xfrm>
          </p:grpSpPr>
          <p:sp>
            <p:nvSpPr>
              <p:cNvPr id="72" name="node01.groups.slot-001.lanes.slot-001.items.slot-003.marker"/>
              <p:cNvSpPr/>
              <p:nvPr/>
            </p:nvSpPr>
            <p:spPr>
              <a:xfrm>
                <a:off x="4079346" y="1320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3" name="node01.groups.slot-001.lanes.slot-001.items.slot-003.label"/>
              <p:cNvSpPr/>
              <p:nvPr/>
            </p:nvSpPr>
            <p:spPr>
              <a:xfrm>
                <a:off x="4307946" y="1314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M3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2" name="node01.groups.slot-001.lanes.slot-001.items.slot-004"/>
            <p:cNvGrpSpPr/>
            <p:nvPr/>
          </p:nvGrpSpPr>
          <p:grpSpPr>
            <a:xfrm>
              <a:off x="4915429" y="1314450"/>
              <a:ext cx="477838" cy="190500"/>
              <a:chOff x="4915429" y="1314450"/>
              <a:chExt cx="477838" cy="190500"/>
            </a:xfrm>
          </p:grpSpPr>
          <p:sp>
            <p:nvSpPr>
              <p:cNvPr id="74" name="node01.groups.slot-001.lanes.slot-001.items.slot-004.marker"/>
              <p:cNvSpPr/>
              <p:nvPr/>
            </p:nvSpPr>
            <p:spPr>
              <a:xfrm>
                <a:off x="4915429" y="1320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5" name="node01.groups.slot-001.lanes.slot-001.items.slot-004.label"/>
              <p:cNvSpPr/>
              <p:nvPr/>
            </p:nvSpPr>
            <p:spPr>
              <a:xfrm>
                <a:off x="5144029" y="1314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M4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3" name="node01.groups.slot-001.lanes.slot-001.items.slot-005"/>
            <p:cNvGrpSpPr/>
            <p:nvPr/>
          </p:nvGrpSpPr>
          <p:grpSpPr>
            <a:xfrm>
              <a:off x="5542492" y="1314450"/>
              <a:ext cx="477838" cy="190500"/>
              <a:chOff x="5542492" y="1314450"/>
              <a:chExt cx="477838" cy="190500"/>
            </a:xfrm>
          </p:grpSpPr>
          <p:sp>
            <p:nvSpPr>
              <p:cNvPr id="76" name="node01.groups.slot-001.lanes.slot-001.items.slot-005.marker"/>
              <p:cNvSpPr/>
              <p:nvPr/>
            </p:nvSpPr>
            <p:spPr>
              <a:xfrm>
                <a:off x="5542492" y="1320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7" name="node01.groups.slot-001.lanes.slot-001.items.slot-005.label"/>
              <p:cNvSpPr/>
              <p:nvPr/>
            </p:nvSpPr>
            <p:spPr>
              <a:xfrm>
                <a:off x="5771092" y="1314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M5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4" name="node01.groups.slot-001.lanes.slot-001.items.slot-006"/>
            <p:cNvGrpSpPr/>
            <p:nvPr/>
          </p:nvGrpSpPr>
          <p:grpSpPr>
            <a:xfrm>
              <a:off x="5960533" y="1695450"/>
              <a:ext cx="477838" cy="190500"/>
              <a:chOff x="5960533" y="1695450"/>
              <a:chExt cx="477838" cy="190500"/>
            </a:xfrm>
          </p:grpSpPr>
          <p:sp>
            <p:nvSpPr>
              <p:cNvPr id="78" name="node01.groups.slot-001.lanes.slot-001.items.slot-006.marker"/>
              <p:cNvSpPr/>
              <p:nvPr/>
            </p:nvSpPr>
            <p:spPr>
              <a:xfrm>
                <a:off x="5960533" y="1701800"/>
                <a:ext cx="177800" cy="177800"/>
              </a:xfrm>
              <a:prstGeom prst="diamond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79" name="node01.groups.slot-001.lanes.slot-001.items.slot-006.label"/>
              <p:cNvSpPr/>
              <p:nvPr/>
            </p:nvSpPr>
            <p:spPr>
              <a:xfrm>
                <a:off x="6189133" y="1695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M6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5" name="node01.groups.slot-001.lanes.slot-001.items.slot-007"/>
            <p:cNvGrpSpPr/>
            <p:nvPr/>
          </p:nvGrpSpPr>
          <p:grpSpPr>
            <a:xfrm>
              <a:off x="6796617" y="1314450"/>
              <a:ext cx="477838" cy="190500"/>
              <a:chOff x="6796617" y="1314450"/>
              <a:chExt cx="477838" cy="190500"/>
            </a:xfrm>
          </p:grpSpPr>
          <p:sp>
            <p:nvSpPr>
              <p:cNvPr id="80" name="node01.groups.slot-001.lanes.slot-001.items.slot-007.marker"/>
              <p:cNvSpPr/>
              <p:nvPr/>
            </p:nvSpPr>
            <p:spPr>
              <a:xfrm>
                <a:off x="6796617" y="1320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81" name="node01.groups.slot-001.lanes.slot-001.items.slot-007.label"/>
              <p:cNvSpPr/>
              <p:nvPr/>
            </p:nvSpPr>
            <p:spPr>
              <a:xfrm>
                <a:off x="7025217" y="1314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M7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6" name="node01.groups.slot-001.lanes.slot-001.items.slot-008"/>
            <p:cNvGrpSpPr/>
            <p:nvPr/>
          </p:nvGrpSpPr>
          <p:grpSpPr>
            <a:xfrm>
              <a:off x="7345363" y="1695450"/>
              <a:ext cx="465138" cy="190500"/>
              <a:chOff x="7345363" y="1695450"/>
              <a:chExt cx="465138" cy="190500"/>
            </a:xfrm>
          </p:grpSpPr>
          <p:sp>
            <p:nvSpPr>
              <p:cNvPr id="82" name="node01.groups.slot-001.lanes.slot-001.items.slot-008.marker"/>
              <p:cNvSpPr/>
              <p:nvPr/>
            </p:nvSpPr>
            <p:spPr>
              <a:xfrm>
                <a:off x="7632700" y="1701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83" name="node01.groups.slot-001.lanes.slot-001.items.slot-008.label"/>
              <p:cNvSpPr/>
              <p:nvPr/>
            </p:nvSpPr>
            <p:spPr>
              <a:xfrm>
                <a:off x="7345363" y="1695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M8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sp>
          <p:nvSpPr>
            <p:cNvPr id="84" name="node01.groups.slot-002.tab"/>
            <p:cNvSpPr/>
            <p:nvPr/>
          </p:nvSpPr>
          <p:spPr>
            <a:xfrm>
              <a:off x="723900" y="2095500"/>
              <a:ext cx="304800" cy="31242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85" name="node01.groups.slot-002.label"/>
            <p:cNvSpPr/>
            <p:nvPr/>
          </p:nvSpPr>
          <p:spPr>
            <a:xfrm rot="-5400000">
              <a:off x="-647700" y="3581400"/>
              <a:ext cx="3048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WORKSTREAMS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87" name="node01.groups.slot-002.lanes.slot-001.icon"/>
            <p:cNvGrpSpPr/>
            <p:nvPr/>
          </p:nvGrpSpPr>
          <p:grpSpPr>
            <a:xfrm>
              <a:off x="1143000" y="2209800"/>
              <a:ext cx="228600" cy="228600"/>
              <a:chOff x="1143000" y="2209800"/>
              <a:chExt cx="228600" cy="228600"/>
            </a:xfrm>
          </p:grpSpPr>
          <p:pic>
            <p:nvPicPr>
              <p:cNvPr id="86" name="node01.groups.slot-002.lanes.slot-001.icon.image" descr="icon/calendar/navy; canonical SHA256=f795a9c3c9d1554fee3bd8089e6846f7fb64bc1f46f459b61a9900ccb84f218e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43000" y="22098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87" name="node01.groups.slot-002.lanes.slot-001.title"/>
            <p:cNvSpPr/>
            <p:nvPr/>
          </p:nvSpPr>
          <p:spPr>
            <a:xfrm>
              <a:off x="1485900" y="21336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access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8" name="node01.groups.slot-002.lanes.slot-001.sub"/>
            <p:cNvSpPr/>
            <p:nvPr/>
          </p:nvSpPr>
          <p:spPr>
            <a:xfrm>
              <a:off x="1485900" y="23241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Scheduling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9" name="node01.groups.slot-002.lanes.slot-001.separator"/>
            <p:cNvSpPr/>
            <p:nvPr/>
          </p:nvSpPr>
          <p:spPr>
            <a:xfrm>
              <a:off x="1028700" y="2586038"/>
              <a:ext cx="6692900" cy="0"/>
            </a:xfrm>
            <a:custGeom>
              <a:avLst/>
              <a:gdLst/>
              <a:ahLst/>
              <a:cxnLst/>
              <a:rect l="l" t="t" r="r" b="b"/>
              <a:pathLst>
                <a:path w="6692900">
                  <a:moveTo>
                    <a:pt x="0" y="0"/>
                  </a:moveTo>
                  <a:lnTo>
                    <a:pt x="66929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88" name="node01.groups.slot-002.lanes.slot-001.items.slot-001"/>
            <p:cNvGrpSpPr/>
            <p:nvPr/>
          </p:nvGrpSpPr>
          <p:grpSpPr>
            <a:xfrm>
              <a:off x="2705100" y="2184400"/>
              <a:ext cx="1463146" cy="279400"/>
              <a:chOff x="2705100" y="2184400"/>
              <a:chExt cx="1463146" cy="279400"/>
            </a:xfrm>
          </p:grpSpPr>
          <p:sp>
            <p:nvSpPr>
              <p:cNvPr id="90" name="node01.groups.slot-002.lanes.slot-001.items.slot-001.segment-0"/>
              <p:cNvSpPr/>
              <p:nvPr/>
            </p:nvSpPr>
            <p:spPr>
              <a:xfrm>
                <a:off x="2705100" y="2184400"/>
                <a:ext cx="1463146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1" name="node01.groups.slot-002.lanes.slot-001.items.slot-001.label"/>
              <p:cNvSpPr/>
              <p:nvPr/>
            </p:nvSpPr>
            <p:spPr>
              <a:xfrm>
                <a:off x="2794000" y="2228850"/>
                <a:ext cx="100488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Assess, design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9" name="node01.groups.slot-002.lanes.slot-001.items.slot-002"/>
            <p:cNvGrpSpPr/>
            <p:nvPr/>
          </p:nvGrpSpPr>
          <p:grpSpPr>
            <a:xfrm>
              <a:off x="4168246" y="2184400"/>
              <a:ext cx="1463146" cy="279400"/>
              <a:chOff x="4168246" y="2184400"/>
              <a:chExt cx="1463146" cy="279400"/>
            </a:xfrm>
          </p:grpSpPr>
          <p:sp>
            <p:nvSpPr>
              <p:cNvPr id="92" name="node01.groups.slot-002.lanes.slot-001.items.slot-002.segment-0"/>
              <p:cNvSpPr/>
              <p:nvPr/>
            </p:nvSpPr>
            <p:spPr>
              <a:xfrm>
                <a:off x="4168246" y="2184400"/>
                <a:ext cx="1463146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3" name="node01.groups.slot-002.lanes.slot-001.items.slot-002.label"/>
              <p:cNvSpPr/>
              <p:nvPr/>
            </p:nvSpPr>
            <p:spPr>
              <a:xfrm>
                <a:off x="4257146" y="2228850"/>
                <a:ext cx="9525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Build and test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0" name="node01.groups.slot-002.lanes.slot-001.items.slot-003"/>
            <p:cNvGrpSpPr/>
            <p:nvPr/>
          </p:nvGrpSpPr>
          <p:grpSpPr>
            <a:xfrm>
              <a:off x="5631392" y="2184400"/>
              <a:ext cx="1254125" cy="279400"/>
              <a:chOff x="5631392" y="2184400"/>
              <a:chExt cx="1254125" cy="279400"/>
            </a:xfrm>
          </p:grpSpPr>
          <p:sp>
            <p:nvSpPr>
              <p:cNvPr id="94" name="node01.groups.slot-002.lanes.slot-001.items.slot-003.segment-0"/>
              <p:cNvSpPr/>
              <p:nvPr/>
            </p:nvSpPr>
            <p:spPr>
              <a:xfrm>
                <a:off x="5631392" y="2184400"/>
                <a:ext cx="1254125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5" name="node01.groups.slot-002.lanes.slot-001.items.slot-003.label"/>
              <p:cNvSpPr/>
              <p:nvPr/>
            </p:nvSpPr>
            <p:spPr>
              <a:xfrm>
                <a:off x="5720292" y="2228850"/>
                <a:ext cx="76676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Waves 1–2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1" name="node01.groups.slot-002.lanes.slot-002.icon"/>
            <p:cNvGrpSpPr/>
            <p:nvPr/>
          </p:nvGrpSpPr>
          <p:grpSpPr>
            <a:xfrm>
              <a:off x="1143000" y="2743200"/>
              <a:ext cx="228600" cy="228600"/>
              <a:chOff x="1143000" y="2743200"/>
              <a:chExt cx="228600" cy="228600"/>
            </a:xfrm>
          </p:grpSpPr>
          <p:pic>
            <p:nvPicPr>
              <p:cNvPr id="96" name="node01.groups.slot-002.lanes.slot-002.icon.image" descr="icon/finance-cycle/navy; canonical SHA256=754afc6f77717e78d1ec3067691d223c75959afe3fb14f32676c04c8fe4e4095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43000" y="27432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97" name="node01.groups.slot-002.lanes.slot-002.title"/>
            <p:cNvSpPr/>
            <p:nvPr/>
          </p:nvSpPr>
          <p:spPr>
            <a:xfrm>
              <a:off x="1485900" y="26670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8" name="node01.groups.slot-002.lanes.slot-002.sub"/>
            <p:cNvSpPr/>
            <p:nvPr/>
          </p:nvSpPr>
          <p:spPr>
            <a:xfrm>
              <a:off x="1485900" y="28575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Billing, claims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9" name="node01.groups.slot-002.lanes.slot-002.separator"/>
            <p:cNvSpPr/>
            <p:nvPr/>
          </p:nvSpPr>
          <p:spPr>
            <a:xfrm>
              <a:off x="1028700" y="3119438"/>
              <a:ext cx="6692900" cy="0"/>
            </a:xfrm>
            <a:custGeom>
              <a:avLst/>
              <a:gdLst/>
              <a:ahLst/>
              <a:cxnLst/>
              <a:rect l="l" t="t" r="r" b="b"/>
              <a:pathLst>
                <a:path w="6692900">
                  <a:moveTo>
                    <a:pt x="0" y="0"/>
                  </a:moveTo>
                  <a:lnTo>
                    <a:pt x="66929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92" name="node01.groups.slot-002.lanes.slot-002.items.slot-001"/>
            <p:cNvGrpSpPr/>
            <p:nvPr/>
          </p:nvGrpSpPr>
          <p:grpSpPr>
            <a:xfrm>
              <a:off x="2914121" y="2717800"/>
              <a:ext cx="1254125" cy="279400"/>
              <a:chOff x="2914121" y="2717800"/>
              <a:chExt cx="1254125" cy="279400"/>
            </a:xfrm>
          </p:grpSpPr>
          <p:sp>
            <p:nvSpPr>
              <p:cNvPr id="100" name="node01.groups.slot-002.lanes.slot-002.items.slot-001.segment-0"/>
              <p:cNvSpPr/>
              <p:nvPr/>
            </p:nvSpPr>
            <p:spPr>
              <a:xfrm>
                <a:off x="2914121" y="2717800"/>
                <a:ext cx="1254125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1" name="node01.groups.slot-002.lanes.slot-002.items.slot-001.label"/>
              <p:cNvSpPr/>
              <p:nvPr/>
            </p:nvSpPr>
            <p:spPr>
              <a:xfrm>
                <a:off x="3003021" y="2762250"/>
                <a:ext cx="60801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Baseline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3" name="node01.groups.slot-002.lanes.slot-002.items.slot-002"/>
            <p:cNvGrpSpPr/>
            <p:nvPr/>
          </p:nvGrpSpPr>
          <p:grpSpPr>
            <a:xfrm>
              <a:off x="4168246" y="2717800"/>
              <a:ext cx="1463146" cy="279400"/>
              <a:chOff x="4168246" y="2717800"/>
              <a:chExt cx="1463146" cy="279400"/>
            </a:xfrm>
          </p:grpSpPr>
          <p:sp>
            <p:nvSpPr>
              <p:cNvPr id="102" name="node01.groups.slot-002.lanes.slot-002.items.slot-002.segment-0"/>
              <p:cNvSpPr/>
              <p:nvPr/>
            </p:nvSpPr>
            <p:spPr>
              <a:xfrm>
                <a:off x="4168246" y="2717800"/>
                <a:ext cx="1463146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3" name="node01.groups.slot-002.lanes.slot-002.items.slot-002.label"/>
              <p:cNvSpPr/>
              <p:nvPr/>
            </p:nvSpPr>
            <p:spPr>
              <a:xfrm>
                <a:off x="4257146" y="2762250"/>
                <a:ext cx="7493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Build rules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4" name="node01.groups.slot-002.lanes.slot-002.items.slot-003"/>
            <p:cNvGrpSpPr/>
            <p:nvPr/>
          </p:nvGrpSpPr>
          <p:grpSpPr>
            <a:xfrm>
              <a:off x="6049433" y="2717800"/>
              <a:ext cx="1254125" cy="279400"/>
              <a:chOff x="6049433" y="2717800"/>
              <a:chExt cx="1254125" cy="279400"/>
            </a:xfrm>
          </p:grpSpPr>
          <p:sp>
            <p:nvSpPr>
              <p:cNvPr id="104" name="node01.groups.slot-002.lanes.slot-002.items.slot-003.segment-0"/>
              <p:cNvSpPr/>
              <p:nvPr/>
            </p:nvSpPr>
            <p:spPr>
              <a:xfrm>
                <a:off x="6049433" y="2717800"/>
                <a:ext cx="1254125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5" name="node01.groups.slot-002.lanes.slot-002.items.slot-003.label"/>
              <p:cNvSpPr/>
              <p:nvPr/>
            </p:nvSpPr>
            <p:spPr>
              <a:xfrm>
                <a:off x="6138333" y="2762250"/>
                <a:ext cx="51911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Rollout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5" name="node01.groups.slot-002.lanes.slot-003.icon"/>
            <p:cNvGrpSpPr/>
            <p:nvPr/>
          </p:nvGrpSpPr>
          <p:grpSpPr>
            <a:xfrm>
              <a:off x="1143000" y="3276600"/>
              <a:ext cx="228600" cy="228600"/>
              <a:chOff x="1143000" y="3276600"/>
              <a:chExt cx="228600" cy="228600"/>
            </a:xfrm>
          </p:grpSpPr>
          <p:pic>
            <p:nvPicPr>
              <p:cNvPr id="106" name="node01.groups.slot-002.lanes.slot-003.icon.image" descr="icon/connected-process/navy; canonical SHA256=9157fbed89810428683e1965fa957c654673359134a507d3e8bf000c4413c6ad">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43000" y="32766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07" name="node01.groups.slot-002.lanes.slot-003.title"/>
            <p:cNvSpPr/>
            <p:nvPr/>
          </p:nvSpPr>
          <p:spPr>
            <a:xfrm>
              <a:off x="1485900" y="32004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Technology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8" name="node01.groups.slot-002.lanes.slot-003.sub"/>
            <p:cNvSpPr/>
            <p:nvPr/>
          </p:nvSpPr>
          <p:spPr>
            <a:xfrm>
              <a:off x="1485900" y="33909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Interfaces, data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9" name="node01.groups.slot-002.lanes.slot-003.separator"/>
            <p:cNvSpPr/>
            <p:nvPr/>
          </p:nvSpPr>
          <p:spPr>
            <a:xfrm>
              <a:off x="1028700" y="3652838"/>
              <a:ext cx="6692900" cy="0"/>
            </a:xfrm>
            <a:custGeom>
              <a:avLst/>
              <a:gdLst/>
              <a:ahLst/>
              <a:cxnLst/>
              <a:rect l="l" t="t" r="r" b="b"/>
              <a:pathLst>
                <a:path w="6692900">
                  <a:moveTo>
                    <a:pt x="0" y="0"/>
                  </a:moveTo>
                  <a:lnTo>
                    <a:pt x="66929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96" name="node01.groups.slot-002.lanes.slot-003.items.slot-001"/>
            <p:cNvGrpSpPr/>
            <p:nvPr/>
          </p:nvGrpSpPr>
          <p:grpSpPr>
            <a:xfrm>
              <a:off x="2705100" y="3251200"/>
              <a:ext cx="1463146" cy="279400"/>
              <a:chOff x="2705100" y="3251200"/>
              <a:chExt cx="1463146" cy="279400"/>
            </a:xfrm>
          </p:grpSpPr>
          <p:sp>
            <p:nvSpPr>
              <p:cNvPr id="110" name="node01.groups.slot-002.lanes.slot-003.items.slot-001.segment-0"/>
              <p:cNvSpPr/>
              <p:nvPr/>
            </p:nvSpPr>
            <p:spPr>
              <a:xfrm>
                <a:off x="2705100" y="3251200"/>
                <a:ext cx="1463146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1" name="node01.groups.slot-002.lanes.slot-003.items.slot-001.label"/>
              <p:cNvSpPr/>
              <p:nvPr/>
            </p:nvSpPr>
            <p:spPr>
              <a:xfrm>
                <a:off x="2794000" y="3295650"/>
                <a:ext cx="7239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Interfaces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7" name="node01.groups.slot-002.lanes.slot-003.items.slot-002"/>
            <p:cNvGrpSpPr/>
            <p:nvPr/>
          </p:nvGrpSpPr>
          <p:grpSpPr>
            <a:xfrm>
              <a:off x="4168246" y="3251200"/>
              <a:ext cx="1463146" cy="279400"/>
              <a:chOff x="4168246" y="3251200"/>
              <a:chExt cx="1463146" cy="279400"/>
            </a:xfrm>
          </p:grpSpPr>
          <p:sp>
            <p:nvSpPr>
              <p:cNvPr id="112" name="node01.groups.slot-002.lanes.slot-003.items.slot-002.segment-0"/>
              <p:cNvSpPr/>
              <p:nvPr/>
            </p:nvSpPr>
            <p:spPr>
              <a:xfrm>
                <a:off x="4168246" y="3251200"/>
                <a:ext cx="1463146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3" name="node01.groups.slot-002.lanes.slot-003.items.slot-002.label"/>
              <p:cNvSpPr/>
              <p:nvPr/>
            </p:nvSpPr>
            <p:spPr>
              <a:xfrm>
                <a:off x="4257146" y="3295650"/>
                <a:ext cx="6889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Build, SIT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8" name="node01.groups.slot-002.lanes.slot-003.items.slot-003"/>
            <p:cNvGrpSpPr/>
            <p:nvPr/>
          </p:nvGrpSpPr>
          <p:grpSpPr>
            <a:xfrm>
              <a:off x="5631392" y="3251200"/>
              <a:ext cx="1254125" cy="279400"/>
              <a:chOff x="5631392" y="3251200"/>
              <a:chExt cx="1254125" cy="279400"/>
            </a:xfrm>
          </p:grpSpPr>
          <p:sp>
            <p:nvSpPr>
              <p:cNvPr id="114" name="node01.groups.slot-002.lanes.slot-003.items.slot-003.segment-0"/>
              <p:cNvSpPr/>
              <p:nvPr/>
            </p:nvSpPr>
            <p:spPr>
              <a:xfrm>
                <a:off x="5631392" y="3251200"/>
                <a:ext cx="1254125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5" name="node01.groups.slot-002.lanes.slot-003.items.slot-003.label"/>
              <p:cNvSpPr/>
              <p:nvPr/>
            </p:nvSpPr>
            <p:spPr>
              <a:xfrm>
                <a:off x="5720292" y="3295650"/>
                <a:ext cx="56038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Cutover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9" name="node01.groups.slot-002.lanes.slot-003.items.slot-004"/>
            <p:cNvGrpSpPr/>
            <p:nvPr/>
          </p:nvGrpSpPr>
          <p:grpSpPr>
            <a:xfrm>
              <a:off x="6885517" y="3251200"/>
              <a:ext cx="836083" cy="279400"/>
              <a:chOff x="6885517" y="3251200"/>
              <a:chExt cx="836083" cy="279400"/>
            </a:xfrm>
          </p:grpSpPr>
          <p:sp>
            <p:nvSpPr>
              <p:cNvPr id="116" name="node01.groups.slot-002.lanes.slot-003.items.slot-004.segment-0"/>
              <p:cNvSpPr/>
              <p:nvPr/>
            </p:nvSpPr>
            <p:spPr>
              <a:xfrm>
                <a:off x="6885517" y="3251200"/>
                <a:ext cx="836083" cy="279400"/>
              </a:xfrm>
              <a:prstGeom prst="rect">
                <a:avLst/>
              </a:prstGeom>
              <a:solidFill>
                <a:srgbClr val="E8EEF8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7" name="node01.groups.slot-002.lanes.slot-003.items.slot-004.label"/>
              <p:cNvSpPr/>
              <p:nvPr/>
            </p:nvSpPr>
            <p:spPr>
              <a:xfrm>
                <a:off x="6974417" y="3295650"/>
                <a:ext cx="5746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Support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0" name="node01.groups.slot-002.lanes.slot-004.icon"/>
            <p:cNvGrpSpPr/>
            <p:nvPr/>
          </p:nvGrpSpPr>
          <p:grpSpPr>
            <a:xfrm>
              <a:off x="1143000" y="3810000"/>
              <a:ext cx="228600" cy="228600"/>
              <a:chOff x="1143000" y="3810000"/>
              <a:chExt cx="228600" cy="228600"/>
            </a:xfrm>
          </p:grpSpPr>
          <p:pic>
            <p:nvPicPr>
              <p:cNvPr id="118" name="node01.groups.slot-002.lanes.slot-004.icon.image" descr="icon/task-checklist/navy; canonical SHA256=778ae2d786373337556f7fda6ae4ebb85286e3b90dc923de0d69743505fdc9a1">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43000" y="38100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19" name="node01.groups.slot-002.lanes.slot-004.title"/>
            <p:cNvSpPr/>
            <p:nvPr/>
          </p:nvSpPr>
          <p:spPr>
            <a:xfrm>
              <a:off x="1485900" y="37338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Testing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20" name="node01.groups.slot-002.lanes.slot-004.sub"/>
            <p:cNvSpPr/>
            <p:nvPr/>
          </p:nvSpPr>
          <p:spPr>
            <a:xfrm>
              <a:off x="1485900" y="39243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SIT and UAT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1" name="node01.groups.slot-002.lanes.slot-004.separator"/>
            <p:cNvSpPr/>
            <p:nvPr/>
          </p:nvSpPr>
          <p:spPr>
            <a:xfrm>
              <a:off x="1028700" y="4186238"/>
              <a:ext cx="6692900" cy="0"/>
            </a:xfrm>
            <a:custGeom>
              <a:avLst/>
              <a:gdLst/>
              <a:ahLst/>
              <a:cxnLst/>
              <a:rect l="l" t="t" r="r" b="b"/>
              <a:pathLst>
                <a:path w="6692900">
                  <a:moveTo>
                    <a:pt x="0" y="0"/>
                  </a:moveTo>
                  <a:lnTo>
                    <a:pt x="66929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201" name="node01.groups.slot-002.lanes.slot-004.items.slot-001"/>
            <p:cNvGrpSpPr/>
            <p:nvPr/>
          </p:nvGrpSpPr>
          <p:grpSpPr>
            <a:xfrm>
              <a:off x="4377267" y="3784600"/>
              <a:ext cx="1254125" cy="279400"/>
              <a:chOff x="4377267" y="3784600"/>
              <a:chExt cx="1254125" cy="279400"/>
            </a:xfrm>
          </p:grpSpPr>
          <p:sp>
            <p:nvSpPr>
              <p:cNvPr id="122" name="node01.groups.slot-002.lanes.slot-004.items.slot-001.segment-0"/>
              <p:cNvSpPr/>
              <p:nvPr/>
            </p:nvSpPr>
            <p:spPr>
              <a:xfrm>
                <a:off x="4377267" y="3784600"/>
                <a:ext cx="1254125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3" name="node01.groups.slot-002.lanes.slot-004.items.slot-001.label"/>
              <p:cNvSpPr/>
              <p:nvPr/>
            </p:nvSpPr>
            <p:spPr>
              <a:xfrm>
                <a:off x="4466167" y="3829050"/>
                <a:ext cx="67786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Test, UAT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2" name="node01.groups.slot-002.lanes.slot-004.items.slot-002"/>
            <p:cNvGrpSpPr/>
            <p:nvPr/>
          </p:nvGrpSpPr>
          <p:grpSpPr>
            <a:xfrm>
              <a:off x="5840413" y="3784600"/>
              <a:ext cx="1045104" cy="279400"/>
              <a:chOff x="5840413" y="3784600"/>
              <a:chExt cx="1045104" cy="279400"/>
            </a:xfrm>
          </p:grpSpPr>
          <p:sp>
            <p:nvSpPr>
              <p:cNvPr id="124" name="node01.groups.slot-002.lanes.slot-004.items.slot-002.segment-0"/>
              <p:cNvSpPr/>
              <p:nvPr/>
            </p:nvSpPr>
            <p:spPr>
              <a:xfrm>
                <a:off x="5840413" y="3784600"/>
                <a:ext cx="1045104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5" name="node01.groups.slot-002.lanes.slot-004.items.slot-002.label"/>
              <p:cNvSpPr/>
              <p:nvPr/>
            </p:nvSpPr>
            <p:spPr>
              <a:xfrm>
                <a:off x="5929313" y="3829050"/>
                <a:ext cx="76993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Regression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3" name="node01.groups.slot-002.lanes.slot-005.icon"/>
            <p:cNvGrpSpPr/>
            <p:nvPr/>
          </p:nvGrpSpPr>
          <p:grpSpPr>
            <a:xfrm>
              <a:off x="1143000" y="4343400"/>
              <a:ext cx="228600" cy="228600"/>
              <a:chOff x="1143000" y="4343400"/>
              <a:chExt cx="228600" cy="228600"/>
            </a:xfrm>
          </p:grpSpPr>
          <p:pic>
            <p:nvPicPr>
              <p:cNvPr id="126" name="node01.groups.slot-002.lanes.slot-005.icon.image" descr="icon/graduation-cap/navy; canonical SHA256=9e1b441975ace1292cd76ce7aff4c7ffc0f9765c032abe2d3b4caa71ae35b2cf">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43000" y="4343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27" name="node01.groups.slot-002.lanes.slot-005.title"/>
            <p:cNvSpPr/>
            <p:nvPr/>
          </p:nvSpPr>
          <p:spPr>
            <a:xfrm>
              <a:off x="1485900" y="42672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Change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28" name="node01.groups.slot-002.lanes.slot-005.sub"/>
            <p:cNvSpPr/>
            <p:nvPr/>
          </p:nvSpPr>
          <p:spPr>
            <a:xfrm>
              <a:off x="1485900" y="44577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Comms, training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9" name="node01.groups.slot-002.lanes.slot-005.separator"/>
            <p:cNvSpPr/>
            <p:nvPr/>
          </p:nvSpPr>
          <p:spPr>
            <a:xfrm>
              <a:off x="1028700" y="4719638"/>
              <a:ext cx="6692900" cy="0"/>
            </a:xfrm>
            <a:custGeom>
              <a:avLst/>
              <a:gdLst/>
              <a:ahLst/>
              <a:cxnLst/>
              <a:rect l="l" t="t" r="r" b="b"/>
              <a:pathLst>
                <a:path w="6692900">
                  <a:moveTo>
                    <a:pt x="0" y="0"/>
                  </a:moveTo>
                  <a:lnTo>
                    <a:pt x="66929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204" name="node01.groups.slot-002.lanes.slot-005.items.slot-001"/>
            <p:cNvGrpSpPr/>
            <p:nvPr/>
          </p:nvGrpSpPr>
          <p:grpSpPr>
            <a:xfrm>
              <a:off x="3123142" y="4318000"/>
              <a:ext cx="1045104" cy="279400"/>
              <a:chOff x="3123142" y="4318000"/>
              <a:chExt cx="1045104" cy="279400"/>
            </a:xfrm>
          </p:grpSpPr>
          <p:sp>
            <p:nvSpPr>
              <p:cNvPr id="130" name="node01.groups.slot-002.lanes.slot-005.items.slot-001.segment-0"/>
              <p:cNvSpPr/>
              <p:nvPr/>
            </p:nvSpPr>
            <p:spPr>
              <a:xfrm>
                <a:off x="3123142" y="4318000"/>
                <a:ext cx="1045104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1" name="node01.groups.slot-002.lanes.slot-005.items.slot-001.label"/>
              <p:cNvSpPr/>
              <p:nvPr/>
            </p:nvSpPr>
            <p:spPr>
              <a:xfrm>
                <a:off x="3212042" y="4362450"/>
                <a:ext cx="85566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Comms plan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5" name="node01.groups.slot-002.lanes.slot-005.items.slot-002"/>
            <p:cNvGrpSpPr/>
            <p:nvPr/>
          </p:nvGrpSpPr>
          <p:grpSpPr>
            <a:xfrm>
              <a:off x="4586288" y="4318000"/>
              <a:ext cx="1045104" cy="279400"/>
              <a:chOff x="4586288" y="4318000"/>
              <a:chExt cx="1045104" cy="279400"/>
            </a:xfrm>
          </p:grpSpPr>
          <p:sp>
            <p:nvSpPr>
              <p:cNvPr id="132" name="node01.groups.slot-002.lanes.slot-005.items.slot-002.segment-0"/>
              <p:cNvSpPr/>
              <p:nvPr/>
            </p:nvSpPr>
            <p:spPr>
              <a:xfrm>
                <a:off x="4586288" y="4318000"/>
                <a:ext cx="1045104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3" name="node01.groups.slot-002.lanes.slot-005.items.slot-002.label"/>
              <p:cNvSpPr/>
              <p:nvPr/>
            </p:nvSpPr>
            <p:spPr>
              <a:xfrm>
                <a:off x="4675188" y="4362450"/>
                <a:ext cx="58261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Training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6" name="node01.groups.slot-002.lanes.slot-005.items.slot-003"/>
            <p:cNvGrpSpPr/>
            <p:nvPr/>
          </p:nvGrpSpPr>
          <p:grpSpPr>
            <a:xfrm>
              <a:off x="5631392" y="4318000"/>
              <a:ext cx="1254125" cy="279400"/>
              <a:chOff x="5631392" y="4318000"/>
              <a:chExt cx="1254125" cy="279400"/>
            </a:xfrm>
          </p:grpSpPr>
          <p:sp>
            <p:nvSpPr>
              <p:cNvPr id="134" name="node01.groups.slot-002.lanes.slot-005.items.slot-003.segment-0"/>
              <p:cNvSpPr/>
              <p:nvPr/>
            </p:nvSpPr>
            <p:spPr>
              <a:xfrm>
                <a:off x="5631392" y="4318000"/>
                <a:ext cx="1254125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5" name="node01.groups.slot-002.lanes.slot-005.items.slot-003.label"/>
              <p:cNvSpPr/>
              <p:nvPr/>
            </p:nvSpPr>
            <p:spPr>
              <a:xfrm>
                <a:off x="5720292" y="4362450"/>
                <a:ext cx="7747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Train users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7" name="node01.groups.slot-002.lanes.slot-006.icon"/>
            <p:cNvGrpSpPr/>
            <p:nvPr/>
          </p:nvGrpSpPr>
          <p:grpSpPr>
            <a:xfrm>
              <a:off x="1143000" y="4876800"/>
              <a:ext cx="228600" cy="228600"/>
              <a:chOff x="1143000" y="4876800"/>
              <a:chExt cx="228600" cy="228600"/>
            </a:xfrm>
          </p:grpSpPr>
          <p:pic>
            <p:nvPicPr>
              <p:cNvPr id="136" name="node01.groups.slot-002.lanes.slot-006.icon.image" descr="icon/task-list-cycle/navy; canonical SHA256=aa285536d12b16d541142eeba78f9cf567c5a88210faaad000e76fcc18505a7b">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43000" y="48768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37" name="node01.groups.slot-002.lanes.slot-006.title"/>
            <p:cNvSpPr/>
            <p:nvPr/>
          </p:nvSpPr>
          <p:spPr>
            <a:xfrm>
              <a:off x="1485900" y="48006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Program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8" name="node01.groups.slot-002.lanes.slot-006.sub"/>
            <p:cNvSpPr/>
            <p:nvPr/>
          </p:nvSpPr>
          <p:spPr>
            <a:xfrm>
              <a:off x="1485900" y="4991100"/>
              <a:ext cx="1104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PMO, steering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9" name="node01.groups.slot-002.lanes.slot-006.separator"/>
            <p:cNvSpPr/>
            <p:nvPr/>
          </p:nvSpPr>
          <p:spPr>
            <a:xfrm>
              <a:off x="723900" y="5251450"/>
              <a:ext cx="6997700" cy="0"/>
            </a:xfrm>
            <a:custGeom>
              <a:avLst/>
              <a:gdLst/>
              <a:ahLst/>
              <a:cxnLst/>
              <a:rect l="l" t="t" r="r" b="b"/>
              <a:pathLst>
                <a:path w="6997700">
                  <a:moveTo>
                    <a:pt x="0" y="0"/>
                  </a:moveTo>
                  <a:lnTo>
                    <a:pt x="69977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208" name="node01.groups.slot-002.lanes.slot-006.items.slot-001"/>
            <p:cNvGrpSpPr/>
            <p:nvPr/>
          </p:nvGrpSpPr>
          <p:grpSpPr>
            <a:xfrm>
              <a:off x="2705100" y="4851400"/>
              <a:ext cx="5016500" cy="279400"/>
              <a:chOff x="2705100" y="4851400"/>
              <a:chExt cx="5016500" cy="279400"/>
            </a:xfrm>
          </p:grpSpPr>
          <p:sp>
            <p:nvSpPr>
              <p:cNvPr id="140" name="node01.groups.slot-002.lanes.slot-006.items.slot-001.segment-0"/>
              <p:cNvSpPr/>
              <p:nvPr/>
            </p:nvSpPr>
            <p:spPr>
              <a:xfrm>
                <a:off x="2705100" y="4851400"/>
                <a:ext cx="5016500" cy="279400"/>
              </a:xfrm>
              <a:prstGeom prst="rect">
                <a:avLst/>
              </a:prstGeom>
              <a:solidFill>
                <a:srgbClr val="E8EEF8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1" name="node01.groups.slot-002.lanes.slot-006.items.slot-001.label"/>
              <p:cNvSpPr/>
              <p:nvPr/>
            </p:nvSpPr>
            <p:spPr>
              <a:xfrm>
                <a:off x="2794000" y="4895850"/>
                <a:ext cx="318293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Plan, risks, steering committee every two weeks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209" name="node01.legend"/>
            <p:cNvGrpSpPr/>
            <p:nvPr/>
          </p:nvGrpSpPr>
          <p:grpSpPr>
            <a:xfrm>
              <a:off x="2705100" y="5435600"/>
              <a:ext cx="4462463" cy="444500"/>
              <a:chOff x="2705100" y="5435600"/>
              <a:chExt cx="4462463" cy="444500"/>
            </a:xfrm>
          </p:grpSpPr>
          <p:sp>
            <p:nvSpPr>
              <p:cNvPr id="142" name="node01.legend.items.kind-p1.swatch"/>
              <p:cNvSpPr/>
              <p:nvPr/>
            </p:nvSpPr>
            <p:spPr>
              <a:xfrm>
                <a:off x="2705100" y="5467350"/>
                <a:ext cx="127000" cy="1270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3" name="node01.legend.items.kind-p1.text"/>
              <p:cNvSpPr/>
              <p:nvPr/>
            </p:nvSpPr>
            <p:spPr>
              <a:xfrm>
                <a:off x="2895600" y="5435600"/>
                <a:ext cx="12033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Assess and design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4" name="node01.legend.items.kind-p2.swatch"/>
              <p:cNvSpPr/>
              <p:nvPr/>
            </p:nvSpPr>
            <p:spPr>
              <a:xfrm>
                <a:off x="4327525" y="5467350"/>
                <a:ext cx="127000" cy="1270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5" name="node01.legend.items.kind-p2.text"/>
              <p:cNvSpPr/>
              <p:nvPr/>
            </p:nvSpPr>
            <p:spPr>
              <a:xfrm>
                <a:off x="4518025" y="5435600"/>
                <a:ext cx="919162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Build and test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6" name="node01.legend.items.kind-p3.swatch"/>
              <p:cNvSpPr/>
              <p:nvPr/>
            </p:nvSpPr>
            <p:spPr>
              <a:xfrm>
                <a:off x="5665788" y="5467350"/>
                <a:ext cx="127000" cy="1270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7" name="node01.legend.items.kind-p3.text"/>
              <p:cNvSpPr/>
              <p:nvPr/>
            </p:nvSpPr>
            <p:spPr>
              <a:xfrm>
                <a:off x="5856288" y="5435600"/>
                <a:ext cx="13112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Deploy and stabilize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8" name="node01.legend.items.kind-pm.swatch"/>
              <p:cNvSpPr/>
              <p:nvPr/>
            </p:nvSpPr>
            <p:spPr>
              <a:xfrm>
                <a:off x="2705100" y="5721350"/>
                <a:ext cx="127000" cy="127000"/>
              </a:xfrm>
              <a:prstGeom prst="rect">
                <a:avLst/>
              </a:prstGeom>
              <a:solidFill>
                <a:srgbClr val="E8EEF8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9" name="node01.legend.items.kind-pm.text"/>
              <p:cNvSpPr/>
              <p:nvPr/>
            </p:nvSpPr>
            <p:spPr>
              <a:xfrm>
                <a:off x="2895600" y="5689600"/>
                <a:ext cx="15779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Support and governance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50" name="node01.legend.items.event-diamond.swatch"/>
              <p:cNvSpPr/>
              <p:nvPr/>
            </p:nvSpPr>
            <p:spPr>
              <a:xfrm>
                <a:off x="4702175" y="5708650"/>
                <a:ext cx="152400" cy="152400"/>
              </a:xfrm>
              <a:prstGeom prst="diamond">
                <a:avLst/>
              </a:prstGeom>
              <a:solidFill>
                <a:srgbClr val="F900D3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51" name="node01.legend.items.event-diamond.text"/>
              <p:cNvSpPr/>
              <p:nvPr/>
            </p:nvSpPr>
            <p:spPr>
              <a:xfrm>
                <a:off x="4918075" y="5689600"/>
                <a:ext cx="78898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First go-live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52" name="node01.legend.items.milestone.swatch"/>
              <p:cNvSpPr/>
              <p:nvPr/>
            </p:nvSpPr>
            <p:spPr>
              <a:xfrm>
                <a:off x="5935663" y="5708650"/>
                <a:ext cx="152400" cy="152400"/>
              </a:xfrm>
              <a:prstGeom prst="diamond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53" name="node01.legend.items.milestone.text"/>
              <p:cNvSpPr/>
              <p:nvPr/>
            </p:nvSpPr>
            <p:spPr>
              <a:xfrm>
                <a:off x="6151563" y="5689600"/>
                <a:ext cx="6635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Milestone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  <p:grpSp>
        <p:nvGrpSpPr>
          <p:cNvPr id="211" name="node02"/>
          <p:cNvGrpSpPr/>
          <p:nvPr/>
        </p:nvGrpSpPr>
        <p:grpSpPr>
          <a:xfrm>
            <a:off x="8039100" y="1828800"/>
            <a:ext cx="457200" cy="266700"/>
            <a:chOff x="8039100" y="1828800"/>
            <a:chExt cx="457200" cy="266700"/>
          </a:xfrm>
        </p:grpSpPr>
        <p:sp>
          <p:nvSpPr>
            <p:cNvPr id="154" name="node02.text"/>
            <p:cNvSpPr/>
            <p:nvPr/>
          </p:nvSpPr>
          <p:spPr>
            <a:xfrm>
              <a:off x="8039100" y="18288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12" name="node03"/>
          <p:cNvGrpSpPr/>
          <p:nvPr/>
        </p:nvGrpSpPr>
        <p:grpSpPr>
          <a:xfrm>
            <a:off x="8496300" y="1828800"/>
            <a:ext cx="2971800" cy="266700"/>
            <a:chOff x="8496300" y="1828800"/>
            <a:chExt cx="2971800" cy="266700"/>
          </a:xfrm>
        </p:grpSpPr>
        <p:sp>
          <p:nvSpPr>
            <p:cNvPr id="155" name="node03.text"/>
            <p:cNvSpPr/>
            <p:nvPr/>
          </p:nvSpPr>
          <p:spPr>
            <a:xfrm>
              <a:off x="8496300" y="1828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3" name="node04"/>
          <p:cNvGrpSpPr/>
          <p:nvPr/>
        </p:nvGrpSpPr>
        <p:grpSpPr>
          <a:xfrm>
            <a:off x="8496300" y="2095500"/>
            <a:ext cx="2971800" cy="190500"/>
            <a:chOff x="8496300" y="2095500"/>
            <a:chExt cx="2971800" cy="190500"/>
          </a:xfrm>
        </p:grpSpPr>
        <p:sp>
          <p:nvSpPr>
            <p:cNvPr id="156" name="node04.text"/>
            <p:cNvSpPr/>
            <p:nvPr/>
          </p:nvSpPr>
          <p:spPr>
            <a:xfrm>
              <a:off x="8496300" y="20955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22 Jan · Team and plan in place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4" name="node05"/>
          <p:cNvGrpSpPr/>
          <p:nvPr/>
        </p:nvGrpSpPr>
        <p:grpSpPr>
          <a:xfrm>
            <a:off x="8039100" y="2330450"/>
            <a:ext cx="457200" cy="266700"/>
            <a:chOff x="8039100" y="2330450"/>
            <a:chExt cx="457200" cy="266700"/>
          </a:xfrm>
        </p:grpSpPr>
        <p:sp>
          <p:nvSpPr>
            <p:cNvPr id="157" name="node05.text"/>
            <p:cNvSpPr/>
            <p:nvPr/>
          </p:nvSpPr>
          <p:spPr>
            <a:xfrm>
              <a:off x="8039100" y="233045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15" name="node06"/>
          <p:cNvGrpSpPr/>
          <p:nvPr/>
        </p:nvGrpSpPr>
        <p:grpSpPr>
          <a:xfrm>
            <a:off x="8496300" y="2343150"/>
            <a:ext cx="2971800" cy="266700"/>
            <a:chOff x="8496300" y="2343150"/>
            <a:chExt cx="2971800" cy="266700"/>
          </a:xfrm>
        </p:grpSpPr>
        <p:sp>
          <p:nvSpPr>
            <p:cNvPr id="158" name="node06.text"/>
            <p:cNvSpPr/>
            <p:nvPr/>
          </p:nvSpPr>
          <p:spPr>
            <a:xfrm>
              <a:off x="8496300" y="234315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6" name="node07"/>
          <p:cNvGrpSpPr/>
          <p:nvPr/>
        </p:nvGrpSpPr>
        <p:grpSpPr>
          <a:xfrm>
            <a:off x="8496300" y="2609850"/>
            <a:ext cx="2971800" cy="190500"/>
            <a:chOff x="8496300" y="2609850"/>
            <a:chExt cx="2971800" cy="190500"/>
          </a:xfrm>
        </p:grpSpPr>
        <p:sp>
          <p:nvSpPr>
            <p:cNvPr id="159" name="node07.text"/>
            <p:cNvSpPr/>
            <p:nvPr/>
          </p:nvSpPr>
          <p:spPr>
            <a:xfrm>
              <a:off x="8496300" y="260985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5 Feb · Baseline agreed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7" name="node08"/>
          <p:cNvGrpSpPr/>
          <p:nvPr/>
        </p:nvGrpSpPr>
        <p:grpSpPr>
          <a:xfrm>
            <a:off x="8039100" y="2844800"/>
            <a:ext cx="457200" cy="266700"/>
            <a:chOff x="8039100" y="2844800"/>
            <a:chExt cx="457200" cy="266700"/>
          </a:xfrm>
        </p:grpSpPr>
        <p:sp>
          <p:nvSpPr>
            <p:cNvPr id="160" name="node08.text"/>
            <p:cNvSpPr/>
            <p:nvPr/>
          </p:nvSpPr>
          <p:spPr>
            <a:xfrm>
              <a:off x="8039100" y="28448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18" name="node09"/>
          <p:cNvGrpSpPr/>
          <p:nvPr/>
        </p:nvGrpSpPr>
        <p:grpSpPr>
          <a:xfrm>
            <a:off x="8496300" y="2857500"/>
            <a:ext cx="2971800" cy="266700"/>
            <a:chOff x="8496300" y="2857500"/>
            <a:chExt cx="2971800" cy="266700"/>
          </a:xfrm>
        </p:grpSpPr>
        <p:sp>
          <p:nvSpPr>
            <p:cNvPr id="161" name="node09.text"/>
            <p:cNvSpPr/>
            <p:nvPr/>
          </p:nvSpPr>
          <p:spPr>
            <a:xfrm>
              <a:off x="8496300" y="28575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9" name="node10"/>
          <p:cNvGrpSpPr/>
          <p:nvPr/>
        </p:nvGrpSpPr>
        <p:grpSpPr>
          <a:xfrm>
            <a:off x="8496300" y="3124200"/>
            <a:ext cx="2971800" cy="190500"/>
            <a:chOff x="8496300" y="3124200"/>
            <a:chExt cx="2971800" cy="190500"/>
          </a:xfrm>
        </p:grpSpPr>
        <p:sp>
          <p:nvSpPr>
            <p:cNvPr id="162" name="node10.text"/>
            <p:cNvSpPr/>
            <p:nvPr/>
          </p:nvSpPr>
          <p:spPr>
            <a:xfrm>
              <a:off x="8496300" y="31242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26 Feb · Future state approved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0" name="node11"/>
          <p:cNvGrpSpPr/>
          <p:nvPr/>
        </p:nvGrpSpPr>
        <p:grpSpPr>
          <a:xfrm>
            <a:off x="8039100" y="3359150"/>
            <a:ext cx="457200" cy="266700"/>
            <a:chOff x="8039100" y="3359150"/>
            <a:chExt cx="457200" cy="266700"/>
          </a:xfrm>
        </p:grpSpPr>
        <p:sp>
          <p:nvSpPr>
            <p:cNvPr id="163" name="node11.text"/>
            <p:cNvSpPr/>
            <p:nvPr/>
          </p:nvSpPr>
          <p:spPr>
            <a:xfrm>
              <a:off x="8039100" y="335915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1" name="node12"/>
          <p:cNvGrpSpPr/>
          <p:nvPr/>
        </p:nvGrpSpPr>
        <p:grpSpPr>
          <a:xfrm>
            <a:off x="8496300" y="3371850"/>
            <a:ext cx="2971800" cy="266700"/>
            <a:chOff x="8496300" y="3371850"/>
            <a:chExt cx="2971800" cy="266700"/>
          </a:xfrm>
        </p:grpSpPr>
        <p:sp>
          <p:nvSpPr>
            <p:cNvPr id="164" name="node12.text"/>
            <p:cNvSpPr/>
            <p:nvPr/>
          </p:nvSpPr>
          <p:spPr>
            <a:xfrm>
              <a:off x="8496300" y="337185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2" name="node13"/>
          <p:cNvGrpSpPr/>
          <p:nvPr/>
        </p:nvGrpSpPr>
        <p:grpSpPr>
          <a:xfrm>
            <a:off x="8496300" y="3638550"/>
            <a:ext cx="2971800" cy="190500"/>
            <a:chOff x="8496300" y="3638550"/>
            <a:chExt cx="2971800" cy="190500"/>
          </a:xfrm>
        </p:grpSpPr>
        <p:sp>
          <p:nvSpPr>
            <p:cNvPr id="165" name="node13.text"/>
            <p:cNvSpPr/>
            <p:nvPr/>
          </p:nvSpPr>
          <p:spPr>
            <a:xfrm>
              <a:off x="8496300" y="363855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26 Mar · Configured and unit tested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3" name="node14"/>
          <p:cNvGrpSpPr/>
          <p:nvPr/>
        </p:nvGrpSpPr>
        <p:grpSpPr>
          <a:xfrm>
            <a:off x="8039100" y="3873500"/>
            <a:ext cx="457200" cy="266700"/>
            <a:chOff x="8039100" y="3873500"/>
            <a:chExt cx="457200" cy="266700"/>
          </a:xfrm>
        </p:grpSpPr>
        <p:sp>
          <p:nvSpPr>
            <p:cNvPr id="166" name="node14.text"/>
            <p:cNvSpPr/>
            <p:nvPr/>
          </p:nvSpPr>
          <p:spPr>
            <a:xfrm>
              <a:off x="8039100" y="38735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4" name="node15"/>
          <p:cNvGrpSpPr/>
          <p:nvPr/>
        </p:nvGrpSpPr>
        <p:grpSpPr>
          <a:xfrm>
            <a:off x="8496300" y="3886200"/>
            <a:ext cx="2971800" cy="266700"/>
            <a:chOff x="8496300" y="3886200"/>
            <a:chExt cx="2971800" cy="266700"/>
          </a:xfrm>
        </p:grpSpPr>
        <p:sp>
          <p:nvSpPr>
            <p:cNvPr id="167" name="node15.text"/>
            <p:cNvSpPr/>
            <p:nvPr/>
          </p:nvSpPr>
          <p:spPr>
            <a:xfrm>
              <a:off x="8496300" y="38862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5" name="node16"/>
          <p:cNvGrpSpPr/>
          <p:nvPr/>
        </p:nvGrpSpPr>
        <p:grpSpPr>
          <a:xfrm>
            <a:off x="8496300" y="4152900"/>
            <a:ext cx="2971800" cy="190500"/>
            <a:chOff x="8496300" y="4152900"/>
            <a:chExt cx="2971800" cy="190500"/>
          </a:xfrm>
        </p:grpSpPr>
        <p:sp>
          <p:nvSpPr>
            <p:cNvPr id="168" name="node16.text"/>
            <p:cNvSpPr/>
            <p:nvPr/>
          </p:nvSpPr>
          <p:spPr>
            <a:xfrm>
              <a:off x="8496300" y="41529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16 Apr · No open severity 1–2 defects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6" name="node17"/>
          <p:cNvGrpSpPr/>
          <p:nvPr/>
        </p:nvGrpSpPr>
        <p:grpSpPr>
          <a:xfrm>
            <a:off x="8039100" y="4387850"/>
            <a:ext cx="457200" cy="266700"/>
            <a:chOff x="8039100" y="4387850"/>
            <a:chExt cx="457200" cy="266700"/>
          </a:xfrm>
        </p:grpSpPr>
        <p:sp>
          <p:nvSpPr>
            <p:cNvPr id="169" name="node17.text"/>
            <p:cNvSpPr/>
            <p:nvPr/>
          </p:nvSpPr>
          <p:spPr>
            <a:xfrm>
              <a:off x="8039100" y="438785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7" name="node18"/>
          <p:cNvGrpSpPr/>
          <p:nvPr/>
        </p:nvGrpSpPr>
        <p:grpSpPr>
          <a:xfrm>
            <a:off x="8496300" y="4400550"/>
            <a:ext cx="2971800" cy="266700"/>
            <a:chOff x="8496300" y="4400550"/>
            <a:chExt cx="2971800" cy="266700"/>
          </a:xfrm>
        </p:grpSpPr>
        <p:sp>
          <p:nvSpPr>
            <p:cNvPr id="170" name="node18.text"/>
            <p:cNvSpPr/>
            <p:nvPr/>
          </p:nvSpPr>
          <p:spPr>
            <a:xfrm>
              <a:off x="8496300" y="440055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8" name="node19"/>
          <p:cNvGrpSpPr/>
          <p:nvPr/>
        </p:nvGrpSpPr>
        <p:grpSpPr>
          <a:xfrm>
            <a:off x="8496300" y="4667250"/>
            <a:ext cx="2971800" cy="190500"/>
            <a:chOff x="8496300" y="4667250"/>
            <a:chExt cx="2971800" cy="190500"/>
          </a:xfrm>
        </p:grpSpPr>
        <p:sp>
          <p:nvSpPr>
            <p:cNvPr id="171" name="node19.text"/>
            <p:cNvSpPr/>
            <p:nvPr/>
          </p:nvSpPr>
          <p:spPr>
            <a:xfrm>
              <a:off x="8496300" y="466725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30 Apr · Central scheduling, two hospitals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9" name="node20"/>
          <p:cNvGrpSpPr/>
          <p:nvPr/>
        </p:nvGrpSpPr>
        <p:grpSpPr>
          <a:xfrm>
            <a:off x="8039100" y="4902200"/>
            <a:ext cx="457200" cy="266700"/>
            <a:chOff x="8039100" y="4902200"/>
            <a:chExt cx="457200" cy="266700"/>
          </a:xfrm>
        </p:grpSpPr>
        <p:sp>
          <p:nvSpPr>
            <p:cNvPr id="172" name="node20.text"/>
            <p:cNvSpPr/>
            <p:nvPr/>
          </p:nvSpPr>
          <p:spPr>
            <a:xfrm>
              <a:off x="8039100" y="4902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30" name="node21"/>
          <p:cNvGrpSpPr/>
          <p:nvPr/>
        </p:nvGrpSpPr>
        <p:grpSpPr>
          <a:xfrm>
            <a:off x="8496300" y="4914900"/>
            <a:ext cx="2971800" cy="266700"/>
            <a:chOff x="8496300" y="4914900"/>
            <a:chExt cx="2971800" cy="266700"/>
          </a:xfrm>
        </p:grpSpPr>
        <p:sp>
          <p:nvSpPr>
            <p:cNvPr id="173" name="node21.text"/>
            <p:cNvSpPr/>
            <p:nvPr/>
          </p:nvSpPr>
          <p:spPr>
            <a:xfrm>
              <a:off x="8496300" y="49149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31" name="node22"/>
          <p:cNvGrpSpPr/>
          <p:nvPr/>
        </p:nvGrpSpPr>
        <p:grpSpPr>
          <a:xfrm>
            <a:off x="8496300" y="5181600"/>
            <a:ext cx="2971800" cy="190500"/>
            <a:chOff x="8496300" y="5181600"/>
            <a:chExt cx="2971800" cy="190500"/>
          </a:xfrm>
        </p:grpSpPr>
        <p:sp>
          <p:nvSpPr>
            <p:cNvPr id="174" name="node22.text"/>
            <p:cNvSpPr/>
            <p:nvPr/>
          </p:nvSpPr>
          <p:spPr>
            <a:xfrm>
              <a:off x="8496300" y="51816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28 May · All hospitals and clinics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2" name="node23"/>
          <p:cNvGrpSpPr/>
          <p:nvPr/>
        </p:nvGrpSpPr>
        <p:grpSpPr>
          <a:xfrm>
            <a:off x="8039100" y="5416550"/>
            <a:ext cx="457200" cy="266700"/>
            <a:chOff x="8039100" y="5416550"/>
            <a:chExt cx="457200" cy="266700"/>
          </a:xfrm>
        </p:grpSpPr>
        <p:sp>
          <p:nvSpPr>
            <p:cNvPr id="175" name="node23.text"/>
            <p:cNvSpPr/>
            <p:nvPr/>
          </p:nvSpPr>
          <p:spPr>
            <a:xfrm>
              <a:off x="8039100" y="541655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33" name="node24"/>
          <p:cNvGrpSpPr/>
          <p:nvPr/>
        </p:nvGrpSpPr>
        <p:grpSpPr>
          <a:xfrm>
            <a:off x="8496300" y="5429250"/>
            <a:ext cx="2971800" cy="266700"/>
            <a:chOff x="8496300" y="5429250"/>
            <a:chExt cx="2971800" cy="266700"/>
          </a:xfrm>
        </p:grpSpPr>
        <p:sp>
          <p:nvSpPr>
            <p:cNvPr id="176" name="node24.text"/>
            <p:cNvSpPr/>
            <p:nvPr/>
          </p:nvSpPr>
          <p:spPr>
            <a:xfrm>
              <a:off x="8496300" y="542925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34" name="node25"/>
          <p:cNvGrpSpPr/>
          <p:nvPr/>
        </p:nvGrpSpPr>
        <p:grpSpPr>
          <a:xfrm>
            <a:off x="8496300" y="5695950"/>
            <a:ext cx="2971800" cy="190500"/>
            <a:chOff x="8496300" y="5695950"/>
            <a:chExt cx="2971800" cy="190500"/>
          </a:xfrm>
        </p:grpSpPr>
        <p:sp>
          <p:nvSpPr>
            <p:cNvPr id="177" name="node25.text"/>
            <p:cNvSpPr/>
            <p:nvPr/>
          </p:nvSpPr>
          <p:spPr>
            <a:xfrm>
              <a:off x="8496300" y="569595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25 Jun · KPIs stable, support handed over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gates hold the plan to a 24-week finish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410325"/>
            <a:ext cx="30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98" name="node01"/>
          <p:cNvGrpSpPr/>
          <p:nvPr/>
        </p:nvGrpSpPr>
        <p:grpSpPr>
          <a:xfrm>
            <a:off x="723900" y="1600200"/>
            <a:ext cx="10833100" cy="3187700"/>
            <a:chOff x="723900" y="1600200"/>
            <a:chExt cx="10833100" cy="3187700"/>
          </a:xfrm>
        </p:grpSpPr>
        <p:sp>
          <p:nvSpPr>
            <p:cNvPr id="6" name="node01.period-header"/>
            <p:cNvSpPr/>
            <p:nvPr/>
          </p:nvSpPr>
          <p:spPr>
            <a:xfrm>
              <a:off x="723900" y="1981200"/>
              <a:ext cx="107442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sidebar-heading"/>
            <p:cNvSpPr/>
            <p:nvPr/>
          </p:nvSpPr>
          <p:spPr>
            <a:xfrm>
              <a:off x="800100" y="206375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WORKSTREAM · WEEK</a:t>
              </a:r>
              <a:endParaRPr lang="en-US" sz="800" spc="48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periods.slot-001.label"/>
            <p:cNvSpPr/>
            <p:nvPr/>
          </p:nvSpPr>
          <p:spPr>
            <a:xfrm>
              <a:off x="33909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periods.slot-002.label"/>
            <p:cNvSpPr/>
            <p:nvPr/>
          </p:nvSpPr>
          <p:spPr>
            <a:xfrm>
              <a:off x="37274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periods.slot-003.label"/>
            <p:cNvSpPr/>
            <p:nvPr/>
          </p:nvSpPr>
          <p:spPr>
            <a:xfrm>
              <a:off x="40640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periods.slot-004.label"/>
            <p:cNvSpPr/>
            <p:nvPr/>
          </p:nvSpPr>
          <p:spPr>
            <a:xfrm>
              <a:off x="44005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periods.slot-005.label"/>
            <p:cNvSpPr/>
            <p:nvPr/>
          </p:nvSpPr>
          <p:spPr>
            <a:xfrm>
              <a:off x="47371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eriods.slot-006.label"/>
            <p:cNvSpPr/>
            <p:nvPr/>
          </p:nvSpPr>
          <p:spPr>
            <a:xfrm>
              <a:off x="50736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periods.slot-007.label"/>
            <p:cNvSpPr/>
            <p:nvPr/>
          </p:nvSpPr>
          <p:spPr>
            <a:xfrm>
              <a:off x="54102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W7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periods.slot-008.label"/>
            <p:cNvSpPr/>
            <p:nvPr/>
          </p:nvSpPr>
          <p:spPr>
            <a:xfrm>
              <a:off x="57467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W8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periods.slot-009.label"/>
            <p:cNvSpPr/>
            <p:nvPr/>
          </p:nvSpPr>
          <p:spPr>
            <a:xfrm>
              <a:off x="60833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W9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periods.slot-010.label"/>
            <p:cNvSpPr/>
            <p:nvPr/>
          </p:nvSpPr>
          <p:spPr>
            <a:xfrm>
              <a:off x="64198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W10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periods.slot-011.label"/>
            <p:cNvSpPr/>
            <p:nvPr/>
          </p:nvSpPr>
          <p:spPr>
            <a:xfrm>
              <a:off x="67564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eriods.slot-012.label"/>
            <p:cNvSpPr/>
            <p:nvPr/>
          </p:nvSpPr>
          <p:spPr>
            <a:xfrm>
              <a:off x="70929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periods.slot-013.label"/>
            <p:cNvSpPr/>
            <p:nvPr/>
          </p:nvSpPr>
          <p:spPr>
            <a:xfrm>
              <a:off x="74295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periods.slot-014.label"/>
            <p:cNvSpPr/>
            <p:nvPr/>
          </p:nvSpPr>
          <p:spPr>
            <a:xfrm>
              <a:off x="77660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periods.slot-015.label"/>
            <p:cNvSpPr/>
            <p:nvPr/>
          </p:nvSpPr>
          <p:spPr>
            <a:xfrm>
              <a:off x="81026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periods.slot-016.label"/>
            <p:cNvSpPr/>
            <p:nvPr/>
          </p:nvSpPr>
          <p:spPr>
            <a:xfrm>
              <a:off x="84391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periods.slot-017.label"/>
            <p:cNvSpPr/>
            <p:nvPr/>
          </p:nvSpPr>
          <p:spPr>
            <a:xfrm>
              <a:off x="87757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W17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periods.slot-018.label"/>
            <p:cNvSpPr/>
            <p:nvPr/>
          </p:nvSpPr>
          <p:spPr>
            <a:xfrm>
              <a:off x="91122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W18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periods.slot-019.label"/>
            <p:cNvSpPr/>
            <p:nvPr/>
          </p:nvSpPr>
          <p:spPr>
            <a:xfrm>
              <a:off x="94488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W19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periods.slot-020.label"/>
            <p:cNvSpPr/>
            <p:nvPr/>
          </p:nvSpPr>
          <p:spPr>
            <a:xfrm>
              <a:off x="97853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W20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periods.slot-021.label"/>
            <p:cNvSpPr/>
            <p:nvPr/>
          </p:nvSpPr>
          <p:spPr>
            <a:xfrm>
              <a:off x="101219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periods.slot-022.label"/>
            <p:cNvSpPr/>
            <p:nvPr/>
          </p:nvSpPr>
          <p:spPr>
            <a:xfrm>
              <a:off x="104584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periods.slot-023.label"/>
            <p:cNvSpPr/>
            <p:nvPr/>
          </p:nvSpPr>
          <p:spPr>
            <a:xfrm>
              <a:off x="1079500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periods.slot-024.label"/>
            <p:cNvSpPr/>
            <p:nvPr/>
          </p:nvSpPr>
          <p:spPr>
            <a:xfrm>
              <a:off x="11131550" y="2063750"/>
              <a:ext cx="3365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phases.slot-001.rule"/>
            <p:cNvSpPr/>
            <p:nvPr/>
          </p:nvSpPr>
          <p:spPr>
            <a:xfrm>
              <a:off x="3403600" y="1676400"/>
              <a:ext cx="233045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1.phases.slot-001.label"/>
            <p:cNvSpPr/>
            <p:nvPr/>
          </p:nvSpPr>
          <p:spPr>
            <a:xfrm>
              <a:off x="3467100" y="1714500"/>
              <a:ext cx="22542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ASSESS AND DESIGN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phases.slot-002.rule"/>
            <p:cNvSpPr/>
            <p:nvPr/>
          </p:nvSpPr>
          <p:spPr>
            <a:xfrm>
              <a:off x="5759450" y="1676400"/>
              <a:ext cx="233045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1.phases.slot-002.label"/>
            <p:cNvSpPr/>
            <p:nvPr/>
          </p:nvSpPr>
          <p:spPr>
            <a:xfrm>
              <a:off x="5822950" y="1714500"/>
              <a:ext cx="22542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BUILD AND TEST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phases.slot-003.rule"/>
            <p:cNvSpPr/>
            <p:nvPr/>
          </p:nvSpPr>
          <p:spPr>
            <a:xfrm>
              <a:off x="8115300" y="1676400"/>
              <a:ext cx="3340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1.phases.slot-003.label"/>
            <p:cNvSpPr/>
            <p:nvPr/>
          </p:nvSpPr>
          <p:spPr>
            <a:xfrm>
              <a:off x="8178800" y="1714500"/>
              <a:ext cx="3263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DEPLOY AND STABILIZE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grid-1"/>
            <p:cNvSpPr/>
            <p:nvPr/>
          </p:nvSpPr>
          <p:spPr>
            <a:xfrm>
              <a:off x="37274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9" name="node01.grid-2"/>
            <p:cNvSpPr/>
            <p:nvPr/>
          </p:nvSpPr>
          <p:spPr>
            <a:xfrm>
              <a:off x="40640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0" name="node01.grid-3"/>
            <p:cNvSpPr/>
            <p:nvPr/>
          </p:nvSpPr>
          <p:spPr>
            <a:xfrm>
              <a:off x="44005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1" name="node01.grid-4"/>
            <p:cNvSpPr/>
            <p:nvPr/>
          </p:nvSpPr>
          <p:spPr>
            <a:xfrm>
              <a:off x="47371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2" name="node01.grid-5"/>
            <p:cNvSpPr/>
            <p:nvPr/>
          </p:nvSpPr>
          <p:spPr>
            <a:xfrm>
              <a:off x="50736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3" name="node01.grid-6"/>
            <p:cNvSpPr/>
            <p:nvPr/>
          </p:nvSpPr>
          <p:spPr>
            <a:xfrm>
              <a:off x="54102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4" name="node01.grid-7"/>
            <p:cNvSpPr/>
            <p:nvPr/>
          </p:nvSpPr>
          <p:spPr>
            <a:xfrm>
              <a:off x="57467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5" name="node01.grid-8"/>
            <p:cNvSpPr/>
            <p:nvPr/>
          </p:nvSpPr>
          <p:spPr>
            <a:xfrm>
              <a:off x="60833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6" name="node01.grid-9"/>
            <p:cNvSpPr/>
            <p:nvPr/>
          </p:nvSpPr>
          <p:spPr>
            <a:xfrm>
              <a:off x="64198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7" name="node01.grid-10"/>
            <p:cNvSpPr/>
            <p:nvPr/>
          </p:nvSpPr>
          <p:spPr>
            <a:xfrm>
              <a:off x="67564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8" name="node01.grid-11"/>
            <p:cNvSpPr/>
            <p:nvPr/>
          </p:nvSpPr>
          <p:spPr>
            <a:xfrm>
              <a:off x="70929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9" name="node01.grid-12"/>
            <p:cNvSpPr/>
            <p:nvPr/>
          </p:nvSpPr>
          <p:spPr>
            <a:xfrm>
              <a:off x="74295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0" name="node01.grid-13"/>
            <p:cNvSpPr/>
            <p:nvPr/>
          </p:nvSpPr>
          <p:spPr>
            <a:xfrm>
              <a:off x="77660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1" name="node01.grid-14"/>
            <p:cNvSpPr/>
            <p:nvPr/>
          </p:nvSpPr>
          <p:spPr>
            <a:xfrm>
              <a:off x="81026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2" name="node01.grid-15"/>
            <p:cNvSpPr/>
            <p:nvPr/>
          </p:nvSpPr>
          <p:spPr>
            <a:xfrm>
              <a:off x="84391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3" name="node01.grid-16"/>
            <p:cNvSpPr/>
            <p:nvPr/>
          </p:nvSpPr>
          <p:spPr>
            <a:xfrm>
              <a:off x="87757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4" name="node01.grid-17"/>
            <p:cNvSpPr/>
            <p:nvPr/>
          </p:nvSpPr>
          <p:spPr>
            <a:xfrm>
              <a:off x="91122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5" name="node01.grid-18"/>
            <p:cNvSpPr/>
            <p:nvPr/>
          </p:nvSpPr>
          <p:spPr>
            <a:xfrm>
              <a:off x="94488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6" name="node01.grid-19"/>
            <p:cNvSpPr/>
            <p:nvPr/>
          </p:nvSpPr>
          <p:spPr>
            <a:xfrm>
              <a:off x="97853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7" name="node01.grid-20"/>
            <p:cNvSpPr/>
            <p:nvPr/>
          </p:nvSpPr>
          <p:spPr>
            <a:xfrm>
              <a:off x="101219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8" name="node01.grid-21"/>
            <p:cNvSpPr/>
            <p:nvPr/>
          </p:nvSpPr>
          <p:spPr>
            <a:xfrm>
              <a:off x="104584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9" name="node01.grid-22"/>
            <p:cNvSpPr/>
            <p:nvPr/>
          </p:nvSpPr>
          <p:spPr>
            <a:xfrm>
              <a:off x="1079500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0" name="node01.grid-23"/>
            <p:cNvSpPr/>
            <p:nvPr/>
          </p:nvSpPr>
          <p:spPr>
            <a:xfrm>
              <a:off x="11131550" y="2286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1" name="node01.timeline-left"/>
            <p:cNvSpPr/>
            <p:nvPr/>
          </p:nvSpPr>
          <p:spPr>
            <a:xfrm>
              <a:off x="3390900" y="1600200"/>
              <a:ext cx="0" cy="2819400"/>
            </a:xfrm>
            <a:custGeom>
              <a:avLst/>
              <a:gdLst/>
              <a:ahLst/>
              <a:cxnLst/>
              <a:rect l="l" t="t" r="r" b="b"/>
              <a:pathLst>
                <a:path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62" name="node01.groups.slot-001.tab"/>
            <p:cNvSpPr/>
            <p:nvPr/>
          </p:nvSpPr>
          <p:spPr>
            <a:xfrm>
              <a:off x="723900" y="2324100"/>
              <a:ext cx="3048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01.groups.slot-001.label"/>
            <p:cNvSpPr/>
            <p:nvPr/>
          </p:nvSpPr>
          <p:spPr>
            <a:xfrm rot="-5400000">
              <a:off x="685800" y="2476500"/>
              <a:ext cx="381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GATES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70" name="node01.groups.slot-001.lanes.slot-001.icon"/>
            <p:cNvGrpSpPr/>
            <p:nvPr/>
          </p:nvGrpSpPr>
          <p:grpSpPr>
            <a:xfrm>
              <a:off x="1143000" y="2438400"/>
              <a:ext cx="228600" cy="228600"/>
              <a:chOff x="1143000" y="2438400"/>
              <a:chExt cx="228600" cy="228600"/>
            </a:xfrm>
          </p:grpSpPr>
          <p:pic>
            <p:nvPicPr>
              <p:cNvPr id="64" name="node01.groups.slot-001.lanes.slot-001.icon.image" descr="icon/signpost/navy; canonical SHA256=4a621cbe7171e39c7ca6042bc3a92af02680aa0e2ec6763049ce57f7c05ca374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43000" y="2438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65" name="node01.groups.slot-001.lanes.slot-001.title"/>
            <p:cNvSpPr/>
            <p:nvPr/>
          </p:nvSpPr>
          <p:spPr>
            <a:xfrm>
              <a:off x="1485900" y="23622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Key milestones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6" name="node01.groups.slot-001.lanes.slot-001.sub"/>
            <p:cNvSpPr/>
            <p:nvPr/>
          </p:nvSpPr>
          <p:spPr>
            <a:xfrm>
              <a:off x="1485900" y="25527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Keyed M1–M8 below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1.groups.slot-001.lanes.slot-001.separator"/>
            <p:cNvSpPr/>
            <p:nvPr/>
          </p:nvSpPr>
          <p:spPr>
            <a:xfrm>
              <a:off x="723900" y="28130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71" name="node01.groups.slot-001.lanes.slot-001.items.slot-001"/>
            <p:cNvGrpSpPr/>
            <p:nvPr/>
          </p:nvGrpSpPr>
          <p:grpSpPr>
            <a:xfrm>
              <a:off x="3975100" y="2457450"/>
              <a:ext cx="477838" cy="190500"/>
              <a:chOff x="3975100" y="2457450"/>
              <a:chExt cx="477838" cy="190500"/>
            </a:xfrm>
          </p:grpSpPr>
          <p:sp>
            <p:nvSpPr>
              <p:cNvPr id="68" name="node01.groups.slot-001.lanes.slot-001.items.slot-001.marker"/>
              <p:cNvSpPr/>
              <p:nvPr/>
            </p:nvSpPr>
            <p:spPr>
              <a:xfrm>
                <a:off x="397510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69" name="node01.groups.slot-001.lanes.slot-001.items.slot-001.label"/>
              <p:cNvSpPr/>
              <p:nvPr/>
            </p:nvSpPr>
            <p:spPr>
              <a:xfrm>
                <a:off x="420370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M1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2" name="node01.groups.slot-001.lanes.slot-001.items.slot-002"/>
            <p:cNvGrpSpPr/>
            <p:nvPr/>
          </p:nvGrpSpPr>
          <p:grpSpPr>
            <a:xfrm>
              <a:off x="4648200" y="2457450"/>
              <a:ext cx="477838" cy="190500"/>
              <a:chOff x="4648200" y="2457450"/>
              <a:chExt cx="477838" cy="190500"/>
            </a:xfrm>
          </p:grpSpPr>
          <p:sp>
            <p:nvSpPr>
              <p:cNvPr id="70" name="node01.groups.slot-001.lanes.slot-001.items.slot-002.marker"/>
              <p:cNvSpPr/>
              <p:nvPr/>
            </p:nvSpPr>
            <p:spPr>
              <a:xfrm>
                <a:off x="464820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1" name="node01.groups.slot-001.lanes.slot-001.items.slot-002.label"/>
              <p:cNvSpPr/>
              <p:nvPr/>
            </p:nvSpPr>
            <p:spPr>
              <a:xfrm>
                <a:off x="487680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M2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3" name="node01.groups.slot-001.lanes.slot-001.items.slot-003"/>
            <p:cNvGrpSpPr/>
            <p:nvPr/>
          </p:nvGrpSpPr>
          <p:grpSpPr>
            <a:xfrm>
              <a:off x="5657850" y="2457450"/>
              <a:ext cx="477838" cy="190500"/>
              <a:chOff x="5657850" y="2457450"/>
              <a:chExt cx="477838" cy="190500"/>
            </a:xfrm>
          </p:grpSpPr>
          <p:sp>
            <p:nvSpPr>
              <p:cNvPr id="72" name="node01.groups.slot-001.lanes.slot-001.items.slot-003.marker"/>
              <p:cNvSpPr/>
              <p:nvPr/>
            </p:nvSpPr>
            <p:spPr>
              <a:xfrm>
                <a:off x="565785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3" name="node01.groups.slot-001.lanes.slot-001.items.slot-003.label"/>
              <p:cNvSpPr/>
              <p:nvPr/>
            </p:nvSpPr>
            <p:spPr>
              <a:xfrm>
                <a:off x="588645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M3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4" name="node01.groups.slot-001.lanes.slot-001.items.slot-004"/>
            <p:cNvGrpSpPr/>
            <p:nvPr/>
          </p:nvGrpSpPr>
          <p:grpSpPr>
            <a:xfrm>
              <a:off x="7004050" y="2457450"/>
              <a:ext cx="477838" cy="190500"/>
              <a:chOff x="7004050" y="2457450"/>
              <a:chExt cx="477838" cy="190500"/>
            </a:xfrm>
          </p:grpSpPr>
          <p:sp>
            <p:nvSpPr>
              <p:cNvPr id="74" name="node01.groups.slot-001.lanes.slot-001.items.slot-004.marker"/>
              <p:cNvSpPr/>
              <p:nvPr/>
            </p:nvSpPr>
            <p:spPr>
              <a:xfrm>
                <a:off x="700405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5" name="node01.groups.slot-001.lanes.slot-001.items.slot-004.label"/>
              <p:cNvSpPr/>
              <p:nvPr/>
            </p:nvSpPr>
            <p:spPr>
              <a:xfrm>
                <a:off x="723265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M4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5" name="node01.groups.slot-001.lanes.slot-001.items.slot-005"/>
            <p:cNvGrpSpPr/>
            <p:nvPr/>
          </p:nvGrpSpPr>
          <p:grpSpPr>
            <a:xfrm>
              <a:off x="8013700" y="2457450"/>
              <a:ext cx="477838" cy="190500"/>
              <a:chOff x="8013700" y="2457450"/>
              <a:chExt cx="477838" cy="190500"/>
            </a:xfrm>
          </p:grpSpPr>
          <p:sp>
            <p:nvSpPr>
              <p:cNvPr id="76" name="node01.groups.slot-001.lanes.slot-001.items.slot-005.marker"/>
              <p:cNvSpPr/>
              <p:nvPr/>
            </p:nvSpPr>
            <p:spPr>
              <a:xfrm>
                <a:off x="801370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77" name="node01.groups.slot-001.lanes.slot-001.items.slot-005.label"/>
              <p:cNvSpPr/>
              <p:nvPr/>
            </p:nvSpPr>
            <p:spPr>
              <a:xfrm>
                <a:off x="824230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M5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6" name="node01.groups.slot-001.lanes.slot-001.items.slot-006"/>
            <p:cNvGrpSpPr/>
            <p:nvPr/>
          </p:nvGrpSpPr>
          <p:grpSpPr>
            <a:xfrm>
              <a:off x="8686800" y="2457450"/>
              <a:ext cx="477838" cy="190500"/>
              <a:chOff x="8686800" y="2457450"/>
              <a:chExt cx="477838" cy="190500"/>
            </a:xfrm>
          </p:grpSpPr>
          <p:sp>
            <p:nvSpPr>
              <p:cNvPr id="78" name="node01.groups.slot-001.lanes.slot-001.items.slot-006.marker"/>
              <p:cNvSpPr/>
              <p:nvPr/>
            </p:nvSpPr>
            <p:spPr>
              <a:xfrm>
                <a:off x="8686800" y="2463800"/>
                <a:ext cx="177800" cy="177800"/>
              </a:xfrm>
              <a:prstGeom prst="diamond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79" name="node01.groups.slot-001.lanes.slot-001.items.slot-006.label"/>
              <p:cNvSpPr/>
              <p:nvPr/>
            </p:nvSpPr>
            <p:spPr>
              <a:xfrm>
                <a:off x="891540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M6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7" name="node01.groups.slot-001.lanes.slot-001.items.slot-007"/>
            <p:cNvGrpSpPr/>
            <p:nvPr/>
          </p:nvGrpSpPr>
          <p:grpSpPr>
            <a:xfrm>
              <a:off x="10033000" y="2457450"/>
              <a:ext cx="477838" cy="190500"/>
              <a:chOff x="10033000" y="2457450"/>
              <a:chExt cx="477838" cy="190500"/>
            </a:xfrm>
          </p:grpSpPr>
          <p:sp>
            <p:nvSpPr>
              <p:cNvPr id="80" name="node01.groups.slot-001.lanes.slot-001.items.slot-007.marker"/>
              <p:cNvSpPr/>
              <p:nvPr/>
            </p:nvSpPr>
            <p:spPr>
              <a:xfrm>
                <a:off x="1003300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81" name="node01.groups.slot-001.lanes.slot-001.items.slot-007.label"/>
              <p:cNvSpPr/>
              <p:nvPr/>
            </p:nvSpPr>
            <p:spPr>
              <a:xfrm>
                <a:off x="10261600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M7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78" name="node01.groups.slot-001.lanes.slot-001.items.slot-008"/>
            <p:cNvGrpSpPr/>
            <p:nvPr/>
          </p:nvGrpSpPr>
          <p:grpSpPr>
            <a:xfrm>
              <a:off x="11091863" y="2457450"/>
              <a:ext cx="465138" cy="190500"/>
              <a:chOff x="11091863" y="2457450"/>
              <a:chExt cx="465138" cy="190500"/>
            </a:xfrm>
          </p:grpSpPr>
          <p:sp>
            <p:nvSpPr>
              <p:cNvPr id="82" name="node01.groups.slot-001.lanes.slot-001.items.slot-008.marker"/>
              <p:cNvSpPr/>
              <p:nvPr/>
            </p:nvSpPr>
            <p:spPr>
              <a:xfrm>
                <a:off x="11379200" y="2463800"/>
                <a:ext cx="177800" cy="177800"/>
              </a:xfrm>
              <a:prstGeom prst="diamond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83" name="node01.groups.slot-001.lanes.slot-001.items.slot-008.label"/>
              <p:cNvSpPr/>
              <p:nvPr/>
            </p:nvSpPr>
            <p:spPr>
              <a:xfrm>
                <a:off x="11091863" y="2457450"/>
                <a:ext cx="2492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M8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sp>
          <p:nvSpPr>
            <p:cNvPr id="84" name="node01.groups.slot-002.tab"/>
            <p:cNvSpPr/>
            <p:nvPr/>
          </p:nvSpPr>
          <p:spPr>
            <a:xfrm>
              <a:off x="723900" y="2857500"/>
              <a:ext cx="304800" cy="15240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85" name="node01.groups.slot-002.label"/>
            <p:cNvSpPr/>
            <p:nvPr/>
          </p:nvSpPr>
          <p:spPr>
            <a:xfrm rot="-5400000">
              <a:off x="152400" y="3543300"/>
              <a:ext cx="144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WORK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79" name="node01.groups.slot-002.lanes.slot-001.icon"/>
            <p:cNvGrpSpPr/>
            <p:nvPr/>
          </p:nvGrpSpPr>
          <p:grpSpPr>
            <a:xfrm>
              <a:off x="1143000" y="2971800"/>
              <a:ext cx="228600" cy="228600"/>
              <a:chOff x="1143000" y="2971800"/>
              <a:chExt cx="228600" cy="228600"/>
            </a:xfrm>
          </p:grpSpPr>
          <p:pic>
            <p:nvPicPr>
              <p:cNvPr id="86" name="node01.groups.slot-002.lanes.slot-001.icon.image" descr="icon/calendar/navy; canonical SHA256=f795a9c3c9d1554fee3bd8089e6846f7fb64bc1f46f459b61a9900ccb84f218e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43000" y="29718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87" name="node01.groups.slot-002.lanes.slot-001.title"/>
            <p:cNvSpPr/>
            <p:nvPr/>
          </p:nvSpPr>
          <p:spPr>
            <a:xfrm>
              <a:off x="1485900" y="28956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access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8" name="node01.groups.slot-002.lanes.slot-001.sub"/>
            <p:cNvSpPr/>
            <p:nvPr/>
          </p:nvSpPr>
          <p:spPr>
            <a:xfrm>
              <a:off x="1485900" y="30861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Scheduling, registration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9" name="node01.groups.slot-002.lanes.slot-001.separator"/>
            <p:cNvSpPr/>
            <p:nvPr/>
          </p:nvSpPr>
          <p:spPr>
            <a:xfrm>
              <a:off x="1028700" y="33480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80" name="node01.groups.slot-002.lanes.slot-001.items.slot-001"/>
            <p:cNvGrpSpPr/>
            <p:nvPr/>
          </p:nvGrpSpPr>
          <p:grpSpPr>
            <a:xfrm>
              <a:off x="3390900" y="2946400"/>
              <a:ext cx="1346200" cy="279400"/>
              <a:chOff x="3390900" y="2946400"/>
              <a:chExt cx="1346200" cy="279400"/>
            </a:xfrm>
          </p:grpSpPr>
          <p:sp>
            <p:nvSpPr>
              <p:cNvPr id="90" name="node01.groups.slot-002.lanes.slot-001.items.slot-001.segment-0"/>
              <p:cNvSpPr/>
              <p:nvPr/>
            </p:nvSpPr>
            <p:spPr>
              <a:xfrm>
                <a:off x="3390900" y="2946400"/>
                <a:ext cx="134620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1" name="node01.groups.slot-002.lanes.slot-001.items.slot-001.label"/>
              <p:cNvSpPr/>
              <p:nvPr/>
            </p:nvSpPr>
            <p:spPr>
              <a:xfrm>
                <a:off x="3479800" y="2990850"/>
                <a:ext cx="90963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Current state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1" name="node01.groups.slot-002.lanes.slot-001.items.slot-002"/>
            <p:cNvGrpSpPr/>
            <p:nvPr/>
          </p:nvGrpSpPr>
          <p:grpSpPr>
            <a:xfrm>
              <a:off x="4737100" y="2946400"/>
              <a:ext cx="1009650" cy="279400"/>
              <a:chOff x="4737100" y="2946400"/>
              <a:chExt cx="1009650" cy="279400"/>
            </a:xfrm>
          </p:grpSpPr>
          <p:sp>
            <p:nvSpPr>
              <p:cNvPr id="92" name="node01.groups.slot-002.lanes.slot-001.items.slot-002.segment-0"/>
              <p:cNvSpPr/>
              <p:nvPr/>
            </p:nvSpPr>
            <p:spPr>
              <a:xfrm>
                <a:off x="4737100" y="2946400"/>
                <a:ext cx="10096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3" name="node01.groups.slot-002.lanes.slot-001.items.slot-002.label"/>
              <p:cNvSpPr/>
              <p:nvPr/>
            </p:nvSpPr>
            <p:spPr>
              <a:xfrm>
                <a:off x="4826000" y="2990850"/>
                <a:ext cx="4921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Design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2" name="node01.groups.slot-002.lanes.slot-001.items.slot-003"/>
            <p:cNvGrpSpPr/>
            <p:nvPr/>
          </p:nvGrpSpPr>
          <p:grpSpPr>
            <a:xfrm>
              <a:off x="5746750" y="2946400"/>
              <a:ext cx="1346200" cy="279400"/>
              <a:chOff x="5746750" y="2946400"/>
              <a:chExt cx="1346200" cy="279400"/>
            </a:xfrm>
          </p:grpSpPr>
          <p:sp>
            <p:nvSpPr>
              <p:cNvPr id="94" name="node01.groups.slot-002.lanes.slot-001.items.slot-003.segment-0"/>
              <p:cNvSpPr/>
              <p:nvPr/>
            </p:nvSpPr>
            <p:spPr>
              <a:xfrm>
                <a:off x="5746750" y="2946400"/>
                <a:ext cx="1346200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5" name="node01.groups.slot-002.lanes.slot-001.items.slot-003.label"/>
              <p:cNvSpPr/>
              <p:nvPr/>
            </p:nvSpPr>
            <p:spPr>
              <a:xfrm>
                <a:off x="5835650" y="2990850"/>
                <a:ext cx="38893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Build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3" name="node01.groups.slot-002.lanes.slot-001.items.slot-004"/>
            <p:cNvGrpSpPr/>
            <p:nvPr/>
          </p:nvGrpSpPr>
          <p:grpSpPr>
            <a:xfrm>
              <a:off x="7092950" y="2946400"/>
              <a:ext cx="1009650" cy="279400"/>
              <a:chOff x="7092950" y="2946400"/>
              <a:chExt cx="1009650" cy="279400"/>
            </a:xfrm>
          </p:grpSpPr>
          <p:sp>
            <p:nvSpPr>
              <p:cNvPr id="96" name="node01.groups.slot-002.lanes.slot-001.items.slot-004.segment-0"/>
              <p:cNvSpPr/>
              <p:nvPr/>
            </p:nvSpPr>
            <p:spPr>
              <a:xfrm>
                <a:off x="7092950" y="2946400"/>
                <a:ext cx="1009650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7" name="node01.groups.slot-002.lanes.slot-001.items.slot-004.label"/>
              <p:cNvSpPr/>
              <p:nvPr/>
            </p:nvSpPr>
            <p:spPr>
              <a:xfrm>
                <a:off x="7181850" y="2990850"/>
                <a:ext cx="33178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Test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4" name="node01.groups.slot-002.lanes.slot-001.items.slot-005"/>
            <p:cNvGrpSpPr/>
            <p:nvPr/>
          </p:nvGrpSpPr>
          <p:grpSpPr>
            <a:xfrm>
              <a:off x="8102600" y="2946400"/>
              <a:ext cx="2019300" cy="279400"/>
              <a:chOff x="8102600" y="2946400"/>
              <a:chExt cx="2019300" cy="279400"/>
            </a:xfrm>
          </p:grpSpPr>
          <p:sp>
            <p:nvSpPr>
              <p:cNvPr id="98" name="node01.groups.slot-002.lanes.slot-001.items.slot-005.segment-0"/>
              <p:cNvSpPr/>
              <p:nvPr/>
            </p:nvSpPr>
            <p:spPr>
              <a:xfrm>
                <a:off x="8102600" y="2946400"/>
                <a:ext cx="20193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9" name="node01.groups.slot-002.lanes.slot-001.items.slot-005.label"/>
              <p:cNvSpPr/>
              <p:nvPr/>
            </p:nvSpPr>
            <p:spPr>
              <a:xfrm>
                <a:off x="8191500" y="2990850"/>
                <a:ext cx="99536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Waves 1 and 2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5" name="node01.groups.slot-002.lanes.slot-002.icon"/>
            <p:cNvGrpSpPr/>
            <p:nvPr/>
          </p:nvGrpSpPr>
          <p:grpSpPr>
            <a:xfrm>
              <a:off x="1143000" y="3505200"/>
              <a:ext cx="228600" cy="228600"/>
              <a:chOff x="1143000" y="3505200"/>
              <a:chExt cx="228600" cy="228600"/>
            </a:xfrm>
          </p:grpSpPr>
          <p:pic>
            <p:nvPicPr>
              <p:cNvPr id="100" name="node01.groups.slot-002.lanes.slot-002.icon.image" descr="icon/finance-cycle/navy; canonical SHA256=754afc6f77717e78d1ec3067691d223c75959afe3fb14f32676c04c8fe4e4095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43000" y="35052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01" name="node01.groups.slot-002.lanes.slot-002.title"/>
            <p:cNvSpPr/>
            <p:nvPr/>
          </p:nvSpPr>
          <p:spPr>
            <a:xfrm>
              <a:off x="1485900" y="34290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2" name="node01.groups.slot-002.lanes.slot-002.sub"/>
            <p:cNvSpPr/>
            <p:nvPr/>
          </p:nvSpPr>
          <p:spPr>
            <a:xfrm>
              <a:off x="1485900" y="36195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Billing, claims, denials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3" name="node01.groups.slot-002.lanes.slot-002.separator"/>
            <p:cNvSpPr/>
            <p:nvPr/>
          </p:nvSpPr>
          <p:spPr>
            <a:xfrm>
              <a:off x="1028700" y="38814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86" name="node01.groups.slot-002.lanes.slot-002.items.slot-001"/>
            <p:cNvGrpSpPr/>
            <p:nvPr/>
          </p:nvGrpSpPr>
          <p:grpSpPr>
            <a:xfrm>
              <a:off x="3727450" y="3479800"/>
              <a:ext cx="1009650" cy="279400"/>
              <a:chOff x="3727450" y="3479800"/>
              <a:chExt cx="1009650" cy="279400"/>
            </a:xfrm>
          </p:grpSpPr>
          <p:sp>
            <p:nvSpPr>
              <p:cNvPr id="104" name="node01.groups.slot-002.lanes.slot-002.items.slot-001.segment-0"/>
              <p:cNvSpPr/>
              <p:nvPr/>
            </p:nvSpPr>
            <p:spPr>
              <a:xfrm>
                <a:off x="3727450" y="3479800"/>
                <a:ext cx="10096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5" name="node01.groups.slot-002.lanes.slot-002.items.slot-001.label"/>
              <p:cNvSpPr/>
              <p:nvPr/>
            </p:nvSpPr>
            <p:spPr>
              <a:xfrm>
                <a:off x="3816350" y="3524250"/>
                <a:ext cx="60801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Baseline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7" name="node01.groups.slot-002.lanes.slot-002.items.slot-002"/>
            <p:cNvGrpSpPr/>
            <p:nvPr/>
          </p:nvGrpSpPr>
          <p:grpSpPr>
            <a:xfrm>
              <a:off x="4737100" y="3479800"/>
              <a:ext cx="1009650" cy="279400"/>
              <a:chOff x="4737100" y="3479800"/>
              <a:chExt cx="1009650" cy="279400"/>
            </a:xfrm>
          </p:grpSpPr>
          <p:sp>
            <p:nvSpPr>
              <p:cNvPr id="106" name="node01.groups.slot-002.lanes.slot-002.items.slot-002.segment-0"/>
              <p:cNvSpPr/>
              <p:nvPr/>
            </p:nvSpPr>
            <p:spPr>
              <a:xfrm>
                <a:off x="4737100" y="3479800"/>
                <a:ext cx="10096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7" name="node01.groups.slot-002.lanes.slot-002.items.slot-002.label"/>
              <p:cNvSpPr/>
              <p:nvPr/>
            </p:nvSpPr>
            <p:spPr>
              <a:xfrm>
                <a:off x="4826000" y="3524250"/>
                <a:ext cx="4921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Design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8" name="node01.groups.slot-002.lanes.slot-002.items.slot-003"/>
            <p:cNvGrpSpPr/>
            <p:nvPr/>
          </p:nvGrpSpPr>
          <p:grpSpPr>
            <a:xfrm>
              <a:off x="5746750" y="3479800"/>
              <a:ext cx="1682750" cy="279400"/>
              <a:chOff x="5746750" y="3479800"/>
              <a:chExt cx="1682750" cy="279400"/>
            </a:xfrm>
          </p:grpSpPr>
          <p:sp>
            <p:nvSpPr>
              <p:cNvPr id="108" name="node01.groups.slot-002.lanes.slot-002.items.slot-003.segment-0"/>
              <p:cNvSpPr/>
              <p:nvPr/>
            </p:nvSpPr>
            <p:spPr>
              <a:xfrm>
                <a:off x="5746750" y="3479800"/>
                <a:ext cx="1682750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9" name="node01.groups.slot-002.lanes.slot-002.items.slot-003.label"/>
              <p:cNvSpPr/>
              <p:nvPr/>
            </p:nvSpPr>
            <p:spPr>
              <a:xfrm>
                <a:off x="5835650" y="3524250"/>
                <a:ext cx="7493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Build rules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89" name="node01.groups.slot-002.lanes.slot-002.items.slot-004"/>
            <p:cNvGrpSpPr/>
            <p:nvPr/>
          </p:nvGrpSpPr>
          <p:grpSpPr>
            <a:xfrm>
              <a:off x="7429500" y="3479800"/>
              <a:ext cx="673100" cy="279400"/>
              <a:chOff x="7429500" y="3479800"/>
              <a:chExt cx="673100" cy="279400"/>
            </a:xfrm>
          </p:grpSpPr>
          <p:sp>
            <p:nvSpPr>
              <p:cNvPr id="110" name="node01.groups.slot-002.lanes.slot-002.items.slot-004.segment-0"/>
              <p:cNvSpPr/>
              <p:nvPr/>
            </p:nvSpPr>
            <p:spPr>
              <a:xfrm>
                <a:off x="7429500" y="3479800"/>
                <a:ext cx="673100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1" name="node01.groups.slot-002.lanes.slot-002.items.slot-004.label"/>
              <p:cNvSpPr/>
              <p:nvPr/>
            </p:nvSpPr>
            <p:spPr>
              <a:xfrm>
                <a:off x="7518400" y="3524250"/>
                <a:ext cx="32226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UAT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0" name="node01.groups.slot-002.lanes.slot-002.items.slot-005"/>
            <p:cNvGrpSpPr/>
            <p:nvPr/>
          </p:nvGrpSpPr>
          <p:grpSpPr>
            <a:xfrm>
              <a:off x="8775700" y="3479800"/>
              <a:ext cx="2692400" cy="279400"/>
              <a:chOff x="8775700" y="3479800"/>
              <a:chExt cx="2692400" cy="279400"/>
            </a:xfrm>
          </p:grpSpPr>
          <p:sp>
            <p:nvSpPr>
              <p:cNvPr id="112" name="node01.groups.slot-002.lanes.slot-002.items.slot-005.segment-0"/>
              <p:cNvSpPr/>
              <p:nvPr/>
            </p:nvSpPr>
            <p:spPr>
              <a:xfrm>
                <a:off x="8775700" y="3479800"/>
                <a:ext cx="26924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3" name="node01.groups.slot-002.lanes.slot-002.items.slot-005.label"/>
              <p:cNvSpPr/>
              <p:nvPr/>
            </p:nvSpPr>
            <p:spPr>
              <a:xfrm>
                <a:off x="8864600" y="3524250"/>
                <a:ext cx="12446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Rollout and tuning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1" name="node01.groups.slot-002.lanes.slot-003.icon"/>
            <p:cNvGrpSpPr/>
            <p:nvPr/>
          </p:nvGrpSpPr>
          <p:grpSpPr>
            <a:xfrm>
              <a:off x="1143000" y="4038600"/>
              <a:ext cx="228600" cy="228600"/>
              <a:chOff x="1143000" y="4038600"/>
              <a:chExt cx="228600" cy="228600"/>
            </a:xfrm>
          </p:grpSpPr>
          <p:pic>
            <p:nvPicPr>
              <p:cNvPr id="114" name="node01.groups.slot-002.lanes.slot-003.icon.image" descr="icon/connected-process/navy; canonical SHA256=9157fbed89810428683e1965fa957c654673359134a507d3e8bf000c4413c6ad">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43000" y="40386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15" name="node01.groups.slot-002.lanes.slot-003.title"/>
            <p:cNvSpPr/>
            <p:nvPr/>
          </p:nvSpPr>
          <p:spPr>
            <a:xfrm>
              <a:off x="1485900" y="39624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Technology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6" name="node01.groups.slot-002.lanes.slot-003.sub"/>
            <p:cNvSpPr/>
            <p:nvPr/>
          </p:nvSpPr>
          <p:spPr>
            <a:xfrm>
              <a:off x="1485900" y="415290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Interfaces, data, cutover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7" name="node01.groups.slot-002.lanes.slot-003.separator"/>
            <p:cNvSpPr/>
            <p:nvPr/>
          </p:nvSpPr>
          <p:spPr>
            <a:xfrm>
              <a:off x="723900" y="44132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92" name="node01.groups.slot-002.lanes.slot-003.items.slot-001"/>
            <p:cNvGrpSpPr/>
            <p:nvPr/>
          </p:nvGrpSpPr>
          <p:grpSpPr>
            <a:xfrm>
              <a:off x="3390900" y="4013200"/>
              <a:ext cx="1009650" cy="279400"/>
              <a:chOff x="3390900" y="4013200"/>
              <a:chExt cx="1009650" cy="279400"/>
            </a:xfrm>
          </p:grpSpPr>
          <p:sp>
            <p:nvSpPr>
              <p:cNvPr id="118" name="node01.groups.slot-002.lanes.slot-003.items.slot-001.segment-0"/>
              <p:cNvSpPr/>
              <p:nvPr/>
            </p:nvSpPr>
            <p:spPr>
              <a:xfrm>
                <a:off x="3390900" y="4013200"/>
                <a:ext cx="10096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9" name="node01.groups.slot-002.lanes.slot-003.items.slot-001.label"/>
              <p:cNvSpPr/>
              <p:nvPr/>
            </p:nvSpPr>
            <p:spPr>
              <a:xfrm>
                <a:off x="3479800" y="4057650"/>
                <a:ext cx="4889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Set-up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3" name="node01.groups.slot-002.lanes.slot-003.items.slot-002"/>
            <p:cNvGrpSpPr/>
            <p:nvPr/>
          </p:nvGrpSpPr>
          <p:grpSpPr>
            <a:xfrm>
              <a:off x="4400550" y="4013200"/>
              <a:ext cx="1346200" cy="279400"/>
              <a:chOff x="4400550" y="4013200"/>
              <a:chExt cx="1346200" cy="279400"/>
            </a:xfrm>
          </p:grpSpPr>
          <p:sp>
            <p:nvSpPr>
              <p:cNvPr id="120" name="node01.groups.slot-002.lanes.slot-003.items.slot-002.segment-0"/>
              <p:cNvSpPr/>
              <p:nvPr/>
            </p:nvSpPr>
            <p:spPr>
              <a:xfrm>
                <a:off x="4400550" y="4013200"/>
                <a:ext cx="134620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1" name="node01.groups.slot-002.lanes.slot-003.items.slot-002.label"/>
              <p:cNvSpPr/>
              <p:nvPr/>
            </p:nvSpPr>
            <p:spPr>
              <a:xfrm>
                <a:off x="4489450" y="4057650"/>
                <a:ext cx="7239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Interfaces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4" name="node01.groups.slot-002.lanes.slot-003.items.slot-003"/>
            <p:cNvGrpSpPr/>
            <p:nvPr/>
          </p:nvGrpSpPr>
          <p:grpSpPr>
            <a:xfrm>
              <a:off x="5746750" y="4013200"/>
              <a:ext cx="1346200" cy="279400"/>
              <a:chOff x="5746750" y="4013200"/>
              <a:chExt cx="1346200" cy="279400"/>
            </a:xfrm>
          </p:grpSpPr>
          <p:sp>
            <p:nvSpPr>
              <p:cNvPr id="122" name="node01.groups.slot-002.lanes.slot-003.items.slot-003.segment-0"/>
              <p:cNvSpPr/>
              <p:nvPr/>
            </p:nvSpPr>
            <p:spPr>
              <a:xfrm>
                <a:off x="5746750" y="4013200"/>
                <a:ext cx="1346200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3" name="node01.groups.slot-002.lanes.slot-003.items.slot-003.label"/>
              <p:cNvSpPr/>
              <p:nvPr/>
            </p:nvSpPr>
            <p:spPr>
              <a:xfrm>
                <a:off x="5835650" y="4057650"/>
                <a:ext cx="6889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Build, SIT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5" name="node01.groups.slot-002.lanes.slot-003.items.slot-004"/>
            <p:cNvGrpSpPr/>
            <p:nvPr/>
          </p:nvGrpSpPr>
          <p:grpSpPr>
            <a:xfrm>
              <a:off x="7092950" y="4013200"/>
              <a:ext cx="1009650" cy="279400"/>
              <a:chOff x="7092950" y="4013200"/>
              <a:chExt cx="1009650" cy="279400"/>
            </a:xfrm>
          </p:grpSpPr>
          <p:sp>
            <p:nvSpPr>
              <p:cNvPr id="124" name="node01.groups.slot-002.lanes.slot-003.items.slot-004.segment-0"/>
              <p:cNvSpPr/>
              <p:nvPr/>
            </p:nvSpPr>
            <p:spPr>
              <a:xfrm>
                <a:off x="7092950" y="4013200"/>
                <a:ext cx="1009650" cy="2794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5" name="node01.groups.slot-002.lanes.slot-003.items.slot-004.label"/>
              <p:cNvSpPr/>
              <p:nvPr/>
            </p:nvSpPr>
            <p:spPr>
              <a:xfrm>
                <a:off x="7181850" y="4057650"/>
                <a:ext cx="3556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Data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6" name="node01.groups.slot-002.lanes.slot-003.items.slot-005"/>
            <p:cNvGrpSpPr/>
            <p:nvPr/>
          </p:nvGrpSpPr>
          <p:grpSpPr>
            <a:xfrm>
              <a:off x="8102600" y="4013200"/>
              <a:ext cx="2019300" cy="279400"/>
              <a:chOff x="8102600" y="4013200"/>
              <a:chExt cx="2019300" cy="279400"/>
            </a:xfrm>
          </p:grpSpPr>
          <p:sp>
            <p:nvSpPr>
              <p:cNvPr id="126" name="node01.groups.slot-002.lanes.slot-003.items.slot-005.segment-0"/>
              <p:cNvSpPr/>
              <p:nvPr/>
            </p:nvSpPr>
            <p:spPr>
              <a:xfrm>
                <a:off x="8102600" y="4013200"/>
                <a:ext cx="20193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7" name="node01.groups.slot-002.lanes.slot-003.items.slot-005.label"/>
              <p:cNvSpPr/>
              <p:nvPr/>
            </p:nvSpPr>
            <p:spPr>
              <a:xfrm>
                <a:off x="8191500" y="4057650"/>
                <a:ext cx="56038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Cutover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97" name="node01.legend"/>
            <p:cNvGrpSpPr/>
            <p:nvPr/>
          </p:nvGrpSpPr>
          <p:grpSpPr>
            <a:xfrm>
              <a:off x="3390900" y="4597400"/>
              <a:ext cx="6804025" cy="190500"/>
              <a:chOff x="3390900" y="4597400"/>
              <a:chExt cx="6804025" cy="190500"/>
            </a:xfrm>
          </p:grpSpPr>
          <p:sp>
            <p:nvSpPr>
              <p:cNvPr id="128" name="node01.legend.items.kind-p1.swatch"/>
              <p:cNvSpPr/>
              <p:nvPr/>
            </p:nvSpPr>
            <p:spPr>
              <a:xfrm>
                <a:off x="3390900" y="4629150"/>
                <a:ext cx="127000" cy="1270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9" name="node01.legend.items.kind-p1.text"/>
              <p:cNvSpPr/>
              <p:nvPr/>
            </p:nvSpPr>
            <p:spPr>
              <a:xfrm>
                <a:off x="3581400" y="4597400"/>
                <a:ext cx="12033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Assess and design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30" name="node01.legend.items.kind-p2.swatch"/>
              <p:cNvSpPr/>
              <p:nvPr/>
            </p:nvSpPr>
            <p:spPr>
              <a:xfrm>
                <a:off x="5013325" y="4629150"/>
                <a:ext cx="127000" cy="127000"/>
              </a:xfrm>
              <a:prstGeom prst="rect">
                <a:avLst/>
              </a:prstGeom>
              <a:solidFill>
                <a:srgbClr val="50658E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1" name="node01.legend.items.kind-p2.text"/>
              <p:cNvSpPr/>
              <p:nvPr/>
            </p:nvSpPr>
            <p:spPr>
              <a:xfrm>
                <a:off x="5203825" y="4597400"/>
                <a:ext cx="919162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Build and test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32" name="node01.legend.items.kind-p3.swatch"/>
              <p:cNvSpPr/>
              <p:nvPr/>
            </p:nvSpPr>
            <p:spPr>
              <a:xfrm>
                <a:off x="6351588" y="4629150"/>
                <a:ext cx="127000" cy="1270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3" name="node01.legend.items.kind-p3.text"/>
              <p:cNvSpPr/>
              <p:nvPr/>
            </p:nvSpPr>
            <p:spPr>
              <a:xfrm>
                <a:off x="6542088" y="4597400"/>
                <a:ext cx="13112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Deploy and stabilize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34" name="node01.legend.items.event-diamond.swatch"/>
              <p:cNvSpPr/>
              <p:nvPr/>
            </p:nvSpPr>
            <p:spPr>
              <a:xfrm>
                <a:off x="8081962" y="4616450"/>
                <a:ext cx="152400" cy="152400"/>
              </a:xfrm>
              <a:prstGeom prst="diamond">
                <a:avLst/>
              </a:prstGeom>
              <a:solidFill>
                <a:srgbClr val="F900D3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5" name="node01.legend.items.event-diamond.text"/>
              <p:cNvSpPr/>
              <p:nvPr/>
            </p:nvSpPr>
            <p:spPr>
              <a:xfrm>
                <a:off x="8297863" y="4597400"/>
                <a:ext cx="788988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First go-live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36" name="node01.legend.items.milestone.swatch"/>
              <p:cNvSpPr/>
              <p:nvPr/>
            </p:nvSpPr>
            <p:spPr>
              <a:xfrm>
                <a:off x="9315450" y="4616450"/>
                <a:ext cx="152400" cy="152400"/>
              </a:xfrm>
              <a:prstGeom prst="diamond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7" name="node01.legend.items.milestone.text"/>
              <p:cNvSpPr/>
              <p:nvPr/>
            </p:nvSpPr>
            <p:spPr>
              <a:xfrm>
                <a:off x="9531350" y="4597400"/>
                <a:ext cx="6635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Milestone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  <p:grpSp>
        <p:nvGrpSpPr>
          <p:cNvPr id="199" name="node02"/>
          <p:cNvGrpSpPr/>
          <p:nvPr/>
        </p:nvGrpSpPr>
        <p:grpSpPr>
          <a:xfrm>
            <a:off x="723900" y="5029200"/>
            <a:ext cx="457200" cy="266700"/>
            <a:chOff x="723900" y="5029200"/>
            <a:chExt cx="457200" cy="266700"/>
          </a:xfrm>
        </p:grpSpPr>
        <p:sp>
          <p:nvSpPr>
            <p:cNvPr id="138" name="node02.text"/>
            <p:cNvSpPr/>
            <p:nvPr/>
          </p:nvSpPr>
          <p:spPr>
            <a:xfrm>
              <a:off x="723900" y="5029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00" name="node03"/>
          <p:cNvGrpSpPr/>
          <p:nvPr/>
        </p:nvGrpSpPr>
        <p:grpSpPr>
          <a:xfrm>
            <a:off x="1181100" y="5029200"/>
            <a:ext cx="2514600" cy="266700"/>
            <a:chOff x="1181100" y="5029200"/>
            <a:chExt cx="2514600" cy="266700"/>
          </a:xfrm>
        </p:grpSpPr>
        <p:sp>
          <p:nvSpPr>
            <p:cNvPr id="139" name="node03.text"/>
            <p:cNvSpPr/>
            <p:nvPr/>
          </p:nvSpPr>
          <p:spPr>
            <a:xfrm>
              <a:off x="11811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01" name="node04"/>
          <p:cNvGrpSpPr/>
          <p:nvPr/>
        </p:nvGrpSpPr>
        <p:grpSpPr>
          <a:xfrm>
            <a:off x="3771900" y="5092700"/>
            <a:ext cx="685800" cy="139700"/>
            <a:chOff x="3771900" y="5092700"/>
            <a:chExt cx="685800" cy="139700"/>
          </a:xfrm>
        </p:grpSpPr>
        <p:sp>
          <p:nvSpPr>
            <p:cNvPr id="140" name="node04.text"/>
            <p:cNvSpPr/>
            <p:nvPr/>
          </p:nvSpPr>
          <p:spPr>
            <a:xfrm>
              <a:off x="3771900" y="50927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22 JAN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2" name="node05"/>
          <p:cNvGrpSpPr/>
          <p:nvPr/>
        </p:nvGrpSpPr>
        <p:grpSpPr>
          <a:xfrm>
            <a:off x="4457700" y="5067300"/>
            <a:ext cx="1524000" cy="190500"/>
            <a:chOff x="4457700" y="5067300"/>
            <a:chExt cx="1524000" cy="190500"/>
          </a:xfrm>
        </p:grpSpPr>
        <p:sp>
          <p:nvSpPr>
            <p:cNvPr id="141" name="node05.text"/>
            <p:cNvSpPr/>
            <p:nvPr/>
          </p:nvSpPr>
          <p:spPr>
            <a:xfrm>
              <a:off x="4457700" y="50673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 and plan in place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3" name="node06"/>
          <p:cNvGrpSpPr/>
          <p:nvPr/>
        </p:nvGrpSpPr>
        <p:grpSpPr>
          <a:xfrm>
            <a:off x="723900" y="5295900"/>
            <a:ext cx="457200" cy="266700"/>
            <a:chOff x="723900" y="5295900"/>
            <a:chExt cx="457200" cy="266700"/>
          </a:xfrm>
        </p:grpSpPr>
        <p:sp>
          <p:nvSpPr>
            <p:cNvPr id="142" name="node06.text"/>
            <p:cNvSpPr/>
            <p:nvPr/>
          </p:nvSpPr>
          <p:spPr>
            <a:xfrm>
              <a:off x="723900" y="52959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04" name="node07"/>
          <p:cNvGrpSpPr/>
          <p:nvPr/>
        </p:nvGrpSpPr>
        <p:grpSpPr>
          <a:xfrm>
            <a:off x="1181100" y="5295900"/>
            <a:ext cx="2514600" cy="266700"/>
            <a:chOff x="1181100" y="5295900"/>
            <a:chExt cx="2514600" cy="266700"/>
          </a:xfrm>
        </p:grpSpPr>
        <p:sp>
          <p:nvSpPr>
            <p:cNvPr id="143" name="node07.text"/>
            <p:cNvSpPr/>
            <p:nvPr/>
          </p:nvSpPr>
          <p:spPr>
            <a:xfrm>
              <a:off x="1181100" y="52959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05" name="node08"/>
          <p:cNvGrpSpPr/>
          <p:nvPr/>
        </p:nvGrpSpPr>
        <p:grpSpPr>
          <a:xfrm>
            <a:off x="3771900" y="5359400"/>
            <a:ext cx="685800" cy="139700"/>
            <a:chOff x="3771900" y="5359400"/>
            <a:chExt cx="685800" cy="139700"/>
          </a:xfrm>
        </p:grpSpPr>
        <p:sp>
          <p:nvSpPr>
            <p:cNvPr id="144" name="node08.text"/>
            <p:cNvSpPr/>
            <p:nvPr/>
          </p:nvSpPr>
          <p:spPr>
            <a:xfrm>
              <a:off x="3771900" y="53594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6" name="node09"/>
          <p:cNvGrpSpPr/>
          <p:nvPr/>
        </p:nvGrpSpPr>
        <p:grpSpPr>
          <a:xfrm>
            <a:off x="4457700" y="5334000"/>
            <a:ext cx="1524000" cy="190500"/>
            <a:chOff x="4457700" y="5334000"/>
            <a:chExt cx="1524000" cy="190500"/>
          </a:xfrm>
        </p:grpSpPr>
        <p:sp>
          <p:nvSpPr>
            <p:cNvPr id="145" name="node09.text"/>
            <p:cNvSpPr/>
            <p:nvPr/>
          </p:nvSpPr>
          <p:spPr>
            <a:xfrm>
              <a:off x="4457700" y="53340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 agreed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7" name="node10"/>
          <p:cNvGrpSpPr/>
          <p:nvPr/>
        </p:nvGrpSpPr>
        <p:grpSpPr>
          <a:xfrm>
            <a:off x="723900" y="5562600"/>
            <a:ext cx="457200" cy="266700"/>
            <a:chOff x="723900" y="5562600"/>
            <a:chExt cx="457200" cy="266700"/>
          </a:xfrm>
        </p:grpSpPr>
        <p:sp>
          <p:nvSpPr>
            <p:cNvPr id="146" name="node10.text"/>
            <p:cNvSpPr/>
            <p:nvPr/>
          </p:nvSpPr>
          <p:spPr>
            <a:xfrm>
              <a:off x="723900" y="55626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08" name="node11"/>
          <p:cNvGrpSpPr/>
          <p:nvPr/>
        </p:nvGrpSpPr>
        <p:grpSpPr>
          <a:xfrm>
            <a:off x="1181100" y="5562600"/>
            <a:ext cx="2514600" cy="266700"/>
            <a:chOff x="1181100" y="5562600"/>
            <a:chExt cx="2514600" cy="266700"/>
          </a:xfrm>
        </p:grpSpPr>
        <p:sp>
          <p:nvSpPr>
            <p:cNvPr id="147" name="node11.text"/>
            <p:cNvSpPr/>
            <p:nvPr/>
          </p:nvSpPr>
          <p:spPr>
            <a:xfrm>
              <a:off x="1181100" y="5562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09" name="node12"/>
          <p:cNvGrpSpPr/>
          <p:nvPr/>
        </p:nvGrpSpPr>
        <p:grpSpPr>
          <a:xfrm>
            <a:off x="3771900" y="5626100"/>
            <a:ext cx="685800" cy="139700"/>
            <a:chOff x="3771900" y="5626100"/>
            <a:chExt cx="685800" cy="139700"/>
          </a:xfrm>
        </p:grpSpPr>
        <p:sp>
          <p:nvSpPr>
            <p:cNvPr id="148" name="node12.text"/>
            <p:cNvSpPr/>
            <p:nvPr/>
          </p:nvSpPr>
          <p:spPr>
            <a:xfrm>
              <a:off x="3771900" y="56261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0" name="node13"/>
          <p:cNvGrpSpPr/>
          <p:nvPr/>
        </p:nvGrpSpPr>
        <p:grpSpPr>
          <a:xfrm>
            <a:off x="4457700" y="5600700"/>
            <a:ext cx="1524000" cy="190500"/>
            <a:chOff x="4457700" y="5600700"/>
            <a:chExt cx="1524000" cy="190500"/>
          </a:xfrm>
        </p:grpSpPr>
        <p:sp>
          <p:nvSpPr>
            <p:cNvPr id="149" name="node13.text"/>
            <p:cNvSpPr/>
            <p:nvPr/>
          </p:nvSpPr>
          <p:spPr>
            <a:xfrm>
              <a:off x="4457700" y="56007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Future state approved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1" name="node14"/>
          <p:cNvGrpSpPr/>
          <p:nvPr/>
        </p:nvGrpSpPr>
        <p:grpSpPr>
          <a:xfrm>
            <a:off x="723900" y="5829300"/>
            <a:ext cx="457200" cy="266700"/>
            <a:chOff x="723900" y="5829300"/>
            <a:chExt cx="457200" cy="266700"/>
          </a:xfrm>
        </p:grpSpPr>
        <p:sp>
          <p:nvSpPr>
            <p:cNvPr id="150" name="node14.text"/>
            <p:cNvSpPr/>
            <p:nvPr/>
          </p:nvSpPr>
          <p:spPr>
            <a:xfrm>
              <a:off x="723900" y="58293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12" name="node15"/>
          <p:cNvGrpSpPr/>
          <p:nvPr/>
        </p:nvGrpSpPr>
        <p:grpSpPr>
          <a:xfrm>
            <a:off x="1181100" y="5829300"/>
            <a:ext cx="2514600" cy="266700"/>
            <a:chOff x="1181100" y="5829300"/>
            <a:chExt cx="2514600" cy="266700"/>
          </a:xfrm>
        </p:grpSpPr>
        <p:sp>
          <p:nvSpPr>
            <p:cNvPr id="151" name="node15.text"/>
            <p:cNvSpPr/>
            <p:nvPr/>
          </p:nvSpPr>
          <p:spPr>
            <a:xfrm>
              <a:off x="1181100" y="58293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3" name="node16"/>
          <p:cNvGrpSpPr/>
          <p:nvPr/>
        </p:nvGrpSpPr>
        <p:grpSpPr>
          <a:xfrm>
            <a:off x="3771900" y="5892800"/>
            <a:ext cx="685800" cy="139700"/>
            <a:chOff x="3771900" y="5892800"/>
            <a:chExt cx="685800" cy="139700"/>
          </a:xfrm>
        </p:grpSpPr>
        <p:sp>
          <p:nvSpPr>
            <p:cNvPr id="152" name="node16.text"/>
            <p:cNvSpPr/>
            <p:nvPr/>
          </p:nvSpPr>
          <p:spPr>
            <a:xfrm>
              <a:off x="3771900" y="58928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4" name="node17"/>
          <p:cNvGrpSpPr/>
          <p:nvPr/>
        </p:nvGrpSpPr>
        <p:grpSpPr>
          <a:xfrm>
            <a:off x="4457700" y="5867400"/>
            <a:ext cx="1524000" cy="190500"/>
            <a:chOff x="4457700" y="5867400"/>
            <a:chExt cx="1524000" cy="190500"/>
          </a:xfrm>
        </p:grpSpPr>
        <p:sp>
          <p:nvSpPr>
            <p:cNvPr id="153" name="node17.text"/>
            <p:cNvSpPr/>
            <p:nvPr/>
          </p:nvSpPr>
          <p:spPr>
            <a:xfrm>
              <a:off x="4457700" y="58674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Configured and tested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5" name="node18"/>
          <p:cNvGrpSpPr/>
          <p:nvPr/>
        </p:nvGrpSpPr>
        <p:grpSpPr>
          <a:xfrm>
            <a:off x="6210300" y="5029200"/>
            <a:ext cx="457200" cy="266700"/>
            <a:chOff x="6210300" y="5029200"/>
            <a:chExt cx="457200" cy="266700"/>
          </a:xfrm>
        </p:grpSpPr>
        <p:sp>
          <p:nvSpPr>
            <p:cNvPr id="154" name="node18.text"/>
            <p:cNvSpPr/>
            <p:nvPr/>
          </p:nvSpPr>
          <p:spPr>
            <a:xfrm>
              <a:off x="6210300" y="5029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16" name="node19"/>
          <p:cNvGrpSpPr/>
          <p:nvPr/>
        </p:nvGrpSpPr>
        <p:grpSpPr>
          <a:xfrm>
            <a:off x="6667500" y="5029200"/>
            <a:ext cx="2514600" cy="266700"/>
            <a:chOff x="6667500" y="5029200"/>
            <a:chExt cx="2514600" cy="266700"/>
          </a:xfrm>
        </p:grpSpPr>
        <p:sp>
          <p:nvSpPr>
            <p:cNvPr id="155" name="node19.text"/>
            <p:cNvSpPr/>
            <p:nvPr/>
          </p:nvSpPr>
          <p:spPr>
            <a:xfrm>
              <a:off x="6667500" y="5029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7" name="node20"/>
          <p:cNvGrpSpPr/>
          <p:nvPr/>
        </p:nvGrpSpPr>
        <p:grpSpPr>
          <a:xfrm>
            <a:off x="9258300" y="5092700"/>
            <a:ext cx="685800" cy="139700"/>
            <a:chOff x="9258300" y="5092700"/>
            <a:chExt cx="685800" cy="139700"/>
          </a:xfrm>
        </p:grpSpPr>
        <p:sp>
          <p:nvSpPr>
            <p:cNvPr id="156" name="node20.text"/>
            <p:cNvSpPr/>
            <p:nvPr/>
          </p:nvSpPr>
          <p:spPr>
            <a:xfrm>
              <a:off x="9258300" y="50927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8" name="node21"/>
          <p:cNvGrpSpPr/>
          <p:nvPr/>
        </p:nvGrpSpPr>
        <p:grpSpPr>
          <a:xfrm>
            <a:off x="9944100" y="5067300"/>
            <a:ext cx="1524000" cy="190500"/>
            <a:chOff x="9944100" y="5067300"/>
            <a:chExt cx="1524000" cy="190500"/>
          </a:xfrm>
        </p:grpSpPr>
        <p:sp>
          <p:nvSpPr>
            <p:cNvPr id="157" name="node21.text"/>
            <p:cNvSpPr/>
            <p:nvPr/>
          </p:nvSpPr>
          <p:spPr>
            <a:xfrm>
              <a:off x="9944100" y="50673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Critical scripts passed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9" name="node22"/>
          <p:cNvGrpSpPr/>
          <p:nvPr/>
        </p:nvGrpSpPr>
        <p:grpSpPr>
          <a:xfrm>
            <a:off x="6210300" y="5295900"/>
            <a:ext cx="457200" cy="266700"/>
            <a:chOff x="6210300" y="5295900"/>
            <a:chExt cx="457200" cy="266700"/>
          </a:xfrm>
        </p:grpSpPr>
        <p:sp>
          <p:nvSpPr>
            <p:cNvPr id="158" name="node22.text"/>
            <p:cNvSpPr/>
            <p:nvPr/>
          </p:nvSpPr>
          <p:spPr>
            <a:xfrm>
              <a:off x="6210300" y="52959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0" name="node23"/>
          <p:cNvGrpSpPr/>
          <p:nvPr/>
        </p:nvGrpSpPr>
        <p:grpSpPr>
          <a:xfrm>
            <a:off x="6667500" y="5295900"/>
            <a:ext cx="2514600" cy="266700"/>
            <a:chOff x="6667500" y="5295900"/>
            <a:chExt cx="2514600" cy="266700"/>
          </a:xfrm>
        </p:grpSpPr>
        <p:sp>
          <p:nvSpPr>
            <p:cNvPr id="159" name="node23.text"/>
            <p:cNvSpPr/>
            <p:nvPr/>
          </p:nvSpPr>
          <p:spPr>
            <a:xfrm>
              <a:off x="6667500" y="52959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1" name="node24"/>
          <p:cNvGrpSpPr/>
          <p:nvPr/>
        </p:nvGrpSpPr>
        <p:grpSpPr>
          <a:xfrm>
            <a:off x="9258300" y="5359400"/>
            <a:ext cx="685800" cy="139700"/>
            <a:chOff x="9258300" y="5359400"/>
            <a:chExt cx="685800" cy="139700"/>
          </a:xfrm>
        </p:grpSpPr>
        <p:sp>
          <p:nvSpPr>
            <p:cNvPr id="160" name="node24.text"/>
            <p:cNvSpPr/>
            <p:nvPr/>
          </p:nvSpPr>
          <p:spPr>
            <a:xfrm>
              <a:off x="9258300" y="53594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30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2" name="node25"/>
          <p:cNvGrpSpPr/>
          <p:nvPr/>
        </p:nvGrpSpPr>
        <p:grpSpPr>
          <a:xfrm>
            <a:off x="9944100" y="5334000"/>
            <a:ext cx="1524000" cy="190500"/>
            <a:chOff x="9944100" y="5334000"/>
            <a:chExt cx="1524000" cy="190500"/>
          </a:xfrm>
        </p:grpSpPr>
        <p:sp>
          <p:nvSpPr>
            <p:cNvPr id="161" name="node25.text"/>
            <p:cNvSpPr/>
            <p:nvPr/>
          </p:nvSpPr>
          <p:spPr>
            <a:xfrm>
              <a:off x="9944100" y="53340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Two hospitals live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3" name="node26"/>
          <p:cNvGrpSpPr/>
          <p:nvPr/>
        </p:nvGrpSpPr>
        <p:grpSpPr>
          <a:xfrm>
            <a:off x="6210300" y="5562600"/>
            <a:ext cx="457200" cy="266700"/>
            <a:chOff x="6210300" y="5562600"/>
            <a:chExt cx="457200" cy="266700"/>
          </a:xfrm>
        </p:grpSpPr>
        <p:sp>
          <p:nvSpPr>
            <p:cNvPr id="162" name="node26.text"/>
            <p:cNvSpPr/>
            <p:nvPr/>
          </p:nvSpPr>
          <p:spPr>
            <a:xfrm>
              <a:off x="6210300" y="55626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M7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4" name="node27"/>
          <p:cNvGrpSpPr/>
          <p:nvPr/>
        </p:nvGrpSpPr>
        <p:grpSpPr>
          <a:xfrm>
            <a:off x="6667500" y="5562600"/>
            <a:ext cx="2514600" cy="266700"/>
            <a:chOff x="6667500" y="5562600"/>
            <a:chExt cx="2514600" cy="266700"/>
          </a:xfrm>
        </p:grpSpPr>
        <p:sp>
          <p:nvSpPr>
            <p:cNvPr id="163" name="node27.text"/>
            <p:cNvSpPr/>
            <p:nvPr/>
          </p:nvSpPr>
          <p:spPr>
            <a:xfrm>
              <a:off x="6667500" y="5562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5" name="node28"/>
          <p:cNvGrpSpPr/>
          <p:nvPr/>
        </p:nvGrpSpPr>
        <p:grpSpPr>
          <a:xfrm>
            <a:off x="9258300" y="5626100"/>
            <a:ext cx="685800" cy="139700"/>
            <a:chOff x="9258300" y="5626100"/>
            <a:chExt cx="685800" cy="139700"/>
          </a:xfrm>
        </p:grpSpPr>
        <p:sp>
          <p:nvSpPr>
            <p:cNvPr id="164" name="node28.text"/>
            <p:cNvSpPr/>
            <p:nvPr/>
          </p:nvSpPr>
          <p:spPr>
            <a:xfrm>
              <a:off x="9258300" y="56261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28 MAY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6" name="node29"/>
          <p:cNvGrpSpPr/>
          <p:nvPr/>
        </p:nvGrpSpPr>
        <p:grpSpPr>
          <a:xfrm>
            <a:off x="9944100" y="5600700"/>
            <a:ext cx="1524000" cy="190500"/>
            <a:chOff x="9944100" y="5600700"/>
            <a:chExt cx="1524000" cy="190500"/>
          </a:xfrm>
        </p:grpSpPr>
        <p:sp>
          <p:nvSpPr>
            <p:cNvPr id="165" name="node29.text"/>
            <p:cNvSpPr/>
            <p:nvPr/>
          </p:nvSpPr>
          <p:spPr>
            <a:xfrm>
              <a:off x="9944100" y="56007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All sites live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7" name="node30"/>
          <p:cNvGrpSpPr/>
          <p:nvPr/>
        </p:nvGrpSpPr>
        <p:grpSpPr>
          <a:xfrm>
            <a:off x="6210300" y="5829300"/>
            <a:ext cx="457200" cy="266700"/>
            <a:chOff x="6210300" y="5829300"/>
            <a:chExt cx="457200" cy="266700"/>
          </a:xfrm>
        </p:grpSpPr>
        <p:sp>
          <p:nvSpPr>
            <p:cNvPr id="166" name="node30.text"/>
            <p:cNvSpPr/>
            <p:nvPr/>
          </p:nvSpPr>
          <p:spPr>
            <a:xfrm>
              <a:off x="6210300" y="58293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M8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8" name="node31"/>
          <p:cNvGrpSpPr/>
          <p:nvPr/>
        </p:nvGrpSpPr>
        <p:grpSpPr>
          <a:xfrm>
            <a:off x="6667500" y="5829300"/>
            <a:ext cx="2514600" cy="266700"/>
            <a:chOff x="6667500" y="5829300"/>
            <a:chExt cx="2514600" cy="266700"/>
          </a:xfrm>
        </p:grpSpPr>
        <p:sp>
          <p:nvSpPr>
            <p:cNvPr id="167" name="node31.text"/>
            <p:cNvSpPr/>
            <p:nvPr/>
          </p:nvSpPr>
          <p:spPr>
            <a:xfrm>
              <a:off x="6667500" y="58293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9" name="node32"/>
          <p:cNvGrpSpPr/>
          <p:nvPr/>
        </p:nvGrpSpPr>
        <p:grpSpPr>
          <a:xfrm>
            <a:off x="9258300" y="5892800"/>
            <a:ext cx="685800" cy="139700"/>
            <a:chOff x="9258300" y="5892800"/>
            <a:chExt cx="685800" cy="139700"/>
          </a:xfrm>
        </p:grpSpPr>
        <p:sp>
          <p:nvSpPr>
            <p:cNvPr id="168" name="node32.text"/>
            <p:cNvSpPr/>
            <p:nvPr/>
          </p:nvSpPr>
          <p:spPr>
            <a:xfrm>
              <a:off x="9258300" y="58928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0" name="node33"/>
          <p:cNvGrpSpPr/>
          <p:nvPr/>
        </p:nvGrpSpPr>
        <p:grpSpPr>
          <a:xfrm>
            <a:off x="9944100" y="5867400"/>
            <a:ext cx="1524000" cy="190500"/>
            <a:chOff x="9944100" y="5867400"/>
            <a:chExt cx="1524000" cy="190500"/>
          </a:xfrm>
        </p:grpSpPr>
        <p:sp>
          <p:nvSpPr>
            <p:cNvPr id="169" name="node33.text"/>
            <p:cNvSpPr/>
            <p:nvPr/>
          </p:nvSpPr>
          <p:spPr>
            <a:xfrm>
              <a:off x="9944100" y="5867400"/>
              <a:ext cx="1524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Support handed over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PROGRAM TIMELINE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milestones take the program live in 24 weeks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node01"/>
          <p:cNvSpPr/>
          <p:nvPr/>
        </p:nvSpPr>
        <p:spPr>
          <a:xfrm>
            <a:off x="723900" y="1600200"/>
            <a:ext cx="3095625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13" name="node02"/>
          <p:cNvGrpSpPr/>
          <p:nvPr/>
        </p:nvGrpSpPr>
        <p:grpSpPr>
          <a:xfrm>
            <a:off x="723900" y="1714500"/>
            <a:ext cx="3095625" cy="139700"/>
            <a:chOff x="723900" y="1714500"/>
            <a:chExt cx="3095625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1714500"/>
              <a:ext cx="30956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PHASE 1 · ASSESS AND DESIGN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4" name="node03"/>
          <p:cNvGrpSpPr/>
          <p:nvPr/>
        </p:nvGrpSpPr>
        <p:grpSpPr>
          <a:xfrm>
            <a:off x="723900" y="1892300"/>
            <a:ext cx="3095625" cy="139700"/>
            <a:chOff x="723900" y="1892300"/>
            <a:chExt cx="3095625" cy="139700"/>
          </a:xfrm>
        </p:grpSpPr>
        <p:sp>
          <p:nvSpPr>
            <p:cNvPr id="8" name="node03.text"/>
            <p:cNvSpPr/>
            <p:nvPr/>
          </p:nvSpPr>
          <p:spPr>
            <a:xfrm>
              <a:off x="723900" y="1892300"/>
              <a:ext cx="30956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W1–W7 · 11 JAN – 26 FEB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9" name="node04"/>
          <p:cNvSpPr/>
          <p:nvPr/>
        </p:nvSpPr>
        <p:spPr>
          <a:xfrm>
            <a:off x="3895725" y="1600200"/>
            <a:ext cx="3057525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15" name="node05"/>
          <p:cNvGrpSpPr/>
          <p:nvPr/>
        </p:nvGrpSpPr>
        <p:grpSpPr>
          <a:xfrm>
            <a:off x="3895725" y="1714500"/>
            <a:ext cx="3057525" cy="139700"/>
            <a:chOff x="3895725" y="1714500"/>
            <a:chExt cx="3057525" cy="139700"/>
          </a:xfrm>
        </p:grpSpPr>
        <p:sp>
          <p:nvSpPr>
            <p:cNvPr id="10" name="node05.text"/>
            <p:cNvSpPr/>
            <p:nvPr/>
          </p:nvSpPr>
          <p:spPr>
            <a:xfrm>
              <a:off x="3895725" y="1714500"/>
              <a:ext cx="30575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PHASE 2 · BUILD AND TEST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6" name="node06"/>
          <p:cNvGrpSpPr/>
          <p:nvPr/>
        </p:nvGrpSpPr>
        <p:grpSpPr>
          <a:xfrm>
            <a:off x="3895725" y="1892300"/>
            <a:ext cx="3057525" cy="139700"/>
            <a:chOff x="3895725" y="1892300"/>
            <a:chExt cx="3057525" cy="139700"/>
          </a:xfrm>
        </p:grpSpPr>
        <p:sp>
          <p:nvSpPr>
            <p:cNvPr id="11" name="node06.text"/>
            <p:cNvSpPr/>
            <p:nvPr/>
          </p:nvSpPr>
          <p:spPr>
            <a:xfrm>
              <a:off x="3895725" y="1892300"/>
              <a:ext cx="30575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W8–W14 · 1 MAR – 16 APR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2" name="node07"/>
          <p:cNvSpPr/>
          <p:nvPr/>
        </p:nvSpPr>
        <p:spPr>
          <a:xfrm>
            <a:off x="7029450" y="1600200"/>
            <a:ext cx="4438650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17" name="node08"/>
          <p:cNvGrpSpPr/>
          <p:nvPr/>
        </p:nvGrpSpPr>
        <p:grpSpPr>
          <a:xfrm>
            <a:off x="7029450" y="1714500"/>
            <a:ext cx="4438650" cy="139700"/>
            <a:chOff x="7029450" y="1714500"/>
            <a:chExt cx="4438650" cy="139700"/>
          </a:xfrm>
        </p:grpSpPr>
        <p:sp>
          <p:nvSpPr>
            <p:cNvPr id="13" name="node08.text"/>
            <p:cNvSpPr/>
            <p:nvPr/>
          </p:nvSpPr>
          <p:spPr>
            <a:xfrm>
              <a:off x="7029450" y="1714500"/>
              <a:ext cx="44386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PHASE 3 · DEPLOY AND STABILIZE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8" name="node09"/>
          <p:cNvGrpSpPr/>
          <p:nvPr/>
        </p:nvGrpSpPr>
        <p:grpSpPr>
          <a:xfrm>
            <a:off x="7029450" y="1892300"/>
            <a:ext cx="4438650" cy="139700"/>
            <a:chOff x="7029450" y="1892300"/>
            <a:chExt cx="4438650" cy="139700"/>
          </a:xfrm>
        </p:grpSpPr>
        <p:sp>
          <p:nvSpPr>
            <p:cNvPr id="14" name="node09.text"/>
            <p:cNvSpPr/>
            <p:nvPr/>
          </p:nvSpPr>
          <p:spPr>
            <a:xfrm>
              <a:off x="7029450" y="1892300"/>
              <a:ext cx="443865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W15–W24 · 19 APR – 25 JUN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9" name="node10"/>
          <p:cNvGrpSpPr/>
          <p:nvPr/>
        </p:nvGrpSpPr>
        <p:grpSpPr>
          <a:xfrm>
            <a:off x="723900" y="3962400"/>
            <a:ext cx="10744200" cy="292100"/>
            <a:chOff x="723900" y="3962400"/>
            <a:chExt cx="10744200" cy="292100"/>
          </a:xfrm>
        </p:grpSpPr>
        <p:sp>
          <p:nvSpPr>
            <p:cNvPr id="15" name="node10.axis"/>
            <p:cNvSpPr/>
            <p:nvPr/>
          </p:nvSpPr>
          <p:spPr>
            <a:xfrm>
              <a:off x="723900" y="396240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10.tick-0"/>
            <p:cNvSpPr/>
            <p:nvPr/>
          </p:nvSpPr>
          <p:spPr>
            <a:xfrm>
              <a:off x="7239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10.tick-1"/>
            <p:cNvSpPr/>
            <p:nvPr/>
          </p:nvSpPr>
          <p:spPr>
            <a:xfrm>
              <a:off x="117157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10.tick-2"/>
            <p:cNvSpPr/>
            <p:nvPr/>
          </p:nvSpPr>
          <p:spPr>
            <a:xfrm>
              <a:off x="161925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10.tick-3"/>
            <p:cNvSpPr/>
            <p:nvPr/>
          </p:nvSpPr>
          <p:spPr>
            <a:xfrm>
              <a:off x="206692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10.tick-4"/>
            <p:cNvSpPr/>
            <p:nvPr/>
          </p:nvSpPr>
          <p:spPr>
            <a:xfrm>
              <a:off x="25146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10.tick-5"/>
            <p:cNvSpPr/>
            <p:nvPr/>
          </p:nvSpPr>
          <p:spPr>
            <a:xfrm>
              <a:off x="296227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10.tick-6"/>
            <p:cNvSpPr/>
            <p:nvPr/>
          </p:nvSpPr>
          <p:spPr>
            <a:xfrm>
              <a:off x="340995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10.tick-7"/>
            <p:cNvSpPr/>
            <p:nvPr/>
          </p:nvSpPr>
          <p:spPr>
            <a:xfrm>
              <a:off x="385762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10.tick-8"/>
            <p:cNvSpPr/>
            <p:nvPr/>
          </p:nvSpPr>
          <p:spPr>
            <a:xfrm>
              <a:off x="43053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10.tick-9"/>
            <p:cNvSpPr/>
            <p:nvPr/>
          </p:nvSpPr>
          <p:spPr>
            <a:xfrm>
              <a:off x="475297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6" name="node10.tick-10"/>
            <p:cNvSpPr/>
            <p:nvPr/>
          </p:nvSpPr>
          <p:spPr>
            <a:xfrm>
              <a:off x="520065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7" name="node10.tick-11"/>
            <p:cNvSpPr/>
            <p:nvPr/>
          </p:nvSpPr>
          <p:spPr>
            <a:xfrm>
              <a:off x="564832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8" name="node10.tick-12"/>
            <p:cNvSpPr/>
            <p:nvPr/>
          </p:nvSpPr>
          <p:spPr>
            <a:xfrm>
              <a:off x="60960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9" name="node10.tick-13"/>
            <p:cNvSpPr/>
            <p:nvPr/>
          </p:nvSpPr>
          <p:spPr>
            <a:xfrm>
              <a:off x="654367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0" name="node10.tick-14"/>
            <p:cNvSpPr/>
            <p:nvPr/>
          </p:nvSpPr>
          <p:spPr>
            <a:xfrm>
              <a:off x="699135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1" name="node10.tick-15"/>
            <p:cNvSpPr/>
            <p:nvPr/>
          </p:nvSpPr>
          <p:spPr>
            <a:xfrm>
              <a:off x="743902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2" name="node10.tick-16"/>
            <p:cNvSpPr/>
            <p:nvPr/>
          </p:nvSpPr>
          <p:spPr>
            <a:xfrm>
              <a:off x="78867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3" name="node10.tick-17"/>
            <p:cNvSpPr/>
            <p:nvPr/>
          </p:nvSpPr>
          <p:spPr>
            <a:xfrm>
              <a:off x="833437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4" name="node10.tick-18"/>
            <p:cNvSpPr/>
            <p:nvPr/>
          </p:nvSpPr>
          <p:spPr>
            <a:xfrm>
              <a:off x="878205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5" name="node10.tick-19"/>
            <p:cNvSpPr/>
            <p:nvPr/>
          </p:nvSpPr>
          <p:spPr>
            <a:xfrm>
              <a:off x="922972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6" name="node10.tick-20"/>
            <p:cNvSpPr/>
            <p:nvPr/>
          </p:nvSpPr>
          <p:spPr>
            <a:xfrm>
              <a:off x="96774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7" name="node10.tick-21"/>
            <p:cNvSpPr/>
            <p:nvPr/>
          </p:nvSpPr>
          <p:spPr>
            <a:xfrm>
              <a:off x="1012507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8" name="node10.tick-22"/>
            <p:cNvSpPr/>
            <p:nvPr/>
          </p:nvSpPr>
          <p:spPr>
            <a:xfrm>
              <a:off x="1057275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9" name="node10.tick-23"/>
            <p:cNvSpPr/>
            <p:nvPr/>
          </p:nvSpPr>
          <p:spPr>
            <a:xfrm>
              <a:off x="11020425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0" name="node10.tick-24"/>
            <p:cNvSpPr/>
            <p:nvPr/>
          </p:nvSpPr>
          <p:spPr>
            <a:xfrm>
              <a:off x="11468100" y="39624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1" name="node10.periods.slot-001"/>
            <p:cNvSpPr/>
            <p:nvPr/>
          </p:nvSpPr>
          <p:spPr>
            <a:xfrm>
              <a:off x="72390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2" name="node10.periods.slot-002"/>
            <p:cNvSpPr/>
            <p:nvPr/>
          </p:nvSpPr>
          <p:spPr>
            <a:xfrm>
              <a:off x="117157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3" name="node10.periods.slot-003"/>
            <p:cNvSpPr/>
            <p:nvPr/>
          </p:nvSpPr>
          <p:spPr>
            <a:xfrm>
              <a:off x="161925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4" name="node10.periods.slot-004"/>
            <p:cNvSpPr/>
            <p:nvPr/>
          </p:nvSpPr>
          <p:spPr>
            <a:xfrm>
              <a:off x="206692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5" name="node10.periods.slot-005"/>
            <p:cNvSpPr/>
            <p:nvPr/>
          </p:nvSpPr>
          <p:spPr>
            <a:xfrm>
              <a:off x="251460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W5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6" name="node10.periods.slot-006"/>
            <p:cNvSpPr/>
            <p:nvPr/>
          </p:nvSpPr>
          <p:spPr>
            <a:xfrm>
              <a:off x="296227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10.periods.slot-007"/>
            <p:cNvSpPr/>
            <p:nvPr/>
          </p:nvSpPr>
          <p:spPr>
            <a:xfrm>
              <a:off x="340995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8" name="node10.periods.slot-008"/>
            <p:cNvSpPr/>
            <p:nvPr/>
          </p:nvSpPr>
          <p:spPr>
            <a:xfrm>
              <a:off x="385762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9" name="node10.periods.slot-009"/>
            <p:cNvSpPr/>
            <p:nvPr/>
          </p:nvSpPr>
          <p:spPr>
            <a:xfrm>
              <a:off x="430530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W9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0" name="node10.periods.slot-010"/>
            <p:cNvSpPr/>
            <p:nvPr/>
          </p:nvSpPr>
          <p:spPr>
            <a:xfrm>
              <a:off x="475297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10.periods.slot-011"/>
            <p:cNvSpPr/>
            <p:nvPr/>
          </p:nvSpPr>
          <p:spPr>
            <a:xfrm>
              <a:off x="520065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2" name="node10.periods.slot-012"/>
            <p:cNvSpPr/>
            <p:nvPr/>
          </p:nvSpPr>
          <p:spPr>
            <a:xfrm>
              <a:off x="564832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3" name="node10.periods.slot-013"/>
            <p:cNvSpPr/>
            <p:nvPr/>
          </p:nvSpPr>
          <p:spPr>
            <a:xfrm>
              <a:off x="609600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10.periods.slot-014"/>
            <p:cNvSpPr/>
            <p:nvPr/>
          </p:nvSpPr>
          <p:spPr>
            <a:xfrm>
              <a:off x="654367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5" name="node10.periods.slot-015"/>
            <p:cNvSpPr/>
            <p:nvPr/>
          </p:nvSpPr>
          <p:spPr>
            <a:xfrm>
              <a:off x="699135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W15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6" name="node10.periods.slot-016"/>
            <p:cNvSpPr/>
            <p:nvPr/>
          </p:nvSpPr>
          <p:spPr>
            <a:xfrm>
              <a:off x="743902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7" name="node10.periods.slot-017"/>
            <p:cNvSpPr/>
            <p:nvPr/>
          </p:nvSpPr>
          <p:spPr>
            <a:xfrm>
              <a:off x="788670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8" name="node10.periods.slot-018"/>
            <p:cNvSpPr/>
            <p:nvPr/>
          </p:nvSpPr>
          <p:spPr>
            <a:xfrm>
              <a:off x="833437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10.periods.slot-019"/>
            <p:cNvSpPr/>
            <p:nvPr/>
          </p:nvSpPr>
          <p:spPr>
            <a:xfrm>
              <a:off x="878205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W19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0" name="node10.periods.slot-020"/>
            <p:cNvSpPr/>
            <p:nvPr/>
          </p:nvSpPr>
          <p:spPr>
            <a:xfrm>
              <a:off x="922972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1" name="node10.periods.slot-021"/>
            <p:cNvSpPr/>
            <p:nvPr/>
          </p:nvSpPr>
          <p:spPr>
            <a:xfrm>
              <a:off x="967740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2" name="node10.periods.slot-022"/>
            <p:cNvSpPr/>
            <p:nvPr/>
          </p:nvSpPr>
          <p:spPr>
            <a:xfrm>
              <a:off x="1012507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3" name="node10.periods.slot-023"/>
            <p:cNvSpPr/>
            <p:nvPr/>
          </p:nvSpPr>
          <p:spPr>
            <a:xfrm>
              <a:off x="10572750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4" name="node10.periods.slot-024"/>
            <p:cNvSpPr/>
            <p:nvPr/>
          </p:nvSpPr>
          <p:spPr>
            <a:xfrm>
              <a:off x="11020425" y="4114800"/>
              <a:ext cx="44767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W24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0" name="node11"/>
          <p:cNvGrpSpPr/>
          <p:nvPr/>
        </p:nvGrpSpPr>
        <p:grpSpPr>
          <a:xfrm>
            <a:off x="723900" y="2400300"/>
            <a:ext cx="2514600" cy="139700"/>
            <a:chOff x="723900" y="2400300"/>
            <a:chExt cx="2514600" cy="139700"/>
          </a:xfrm>
        </p:grpSpPr>
        <p:sp>
          <p:nvSpPr>
            <p:cNvPr id="65" name="node11.text"/>
            <p:cNvSpPr/>
            <p:nvPr/>
          </p:nvSpPr>
          <p:spPr>
            <a:xfrm>
              <a:off x="723900" y="24003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M1 · 22 JAN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1" name="node12"/>
          <p:cNvGrpSpPr/>
          <p:nvPr/>
        </p:nvGrpSpPr>
        <p:grpSpPr>
          <a:xfrm>
            <a:off x="723900" y="2590800"/>
            <a:ext cx="2514600" cy="266700"/>
            <a:chOff x="723900" y="2590800"/>
            <a:chExt cx="2514600" cy="266700"/>
          </a:xfrm>
        </p:grpSpPr>
        <p:sp>
          <p:nvSpPr>
            <p:cNvPr id="66" name="node12.text"/>
            <p:cNvSpPr/>
            <p:nvPr/>
          </p:nvSpPr>
          <p:spPr>
            <a:xfrm>
              <a:off x="723900" y="2590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2" name="node13"/>
          <p:cNvGrpSpPr/>
          <p:nvPr/>
        </p:nvGrpSpPr>
        <p:grpSpPr>
          <a:xfrm>
            <a:off x="723900" y="2895600"/>
            <a:ext cx="2514600" cy="381000"/>
            <a:chOff x="723900" y="2895600"/>
            <a:chExt cx="2514600" cy="381000"/>
          </a:xfrm>
        </p:grpSpPr>
        <p:sp>
          <p:nvSpPr>
            <p:cNvPr id="67" name="node13.text"/>
            <p:cNvSpPr/>
            <p:nvPr/>
          </p:nvSpPr>
          <p:spPr>
            <a:xfrm>
              <a:off x="723900" y="28956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Team, governance and plan in place; steering committee chartered.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68" name="node14"/>
          <p:cNvSpPr/>
          <p:nvPr/>
        </p:nvSpPr>
        <p:spPr>
          <a:xfrm>
            <a:off x="723900" y="35052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23" name="node15"/>
          <p:cNvGrpSpPr/>
          <p:nvPr/>
        </p:nvGrpSpPr>
        <p:grpSpPr>
          <a:xfrm>
            <a:off x="1619250" y="3505200"/>
            <a:ext cx="1" cy="355600"/>
            <a:chOff x="1619250" y="3505200"/>
            <a:chExt cx="1" cy="355600"/>
          </a:xfrm>
        </p:grpSpPr>
        <p:sp>
          <p:nvSpPr>
            <p:cNvPr id="69" name="node15.segment-1"/>
            <p:cNvSpPr/>
            <p:nvPr/>
          </p:nvSpPr>
          <p:spPr>
            <a:xfrm>
              <a:off x="1619250" y="3505200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0"/>
                  </a:moveTo>
                  <a:lnTo>
                    <a:pt x="0" y="355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sp>
        <p:nvSpPr>
          <p:cNvPr id="70" name="node16"/>
          <p:cNvSpPr/>
          <p:nvPr/>
        </p:nvSpPr>
        <p:spPr>
          <a:xfrm>
            <a:off x="723900" y="45339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24" name="node17"/>
          <p:cNvGrpSpPr/>
          <p:nvPr/>
        </p:nvGrpSpPr>
        <p:grpSpPr>
          <a:xfrm>
            <a:off x="2514600" y="4064000"/>
            <a:ext cx="1" cy="469900"/>
            <a:chOff x="2514600" y="4064000"/>
            <a:chExt cx="1" cy="469900"/>
          </a:xfrm>
        </p:grpSpPr>
        <p:sp>
          <p:nvSpPr>
            <p:cNvPr id="71" name="node17.segment-1"/>
            <p:cNvSpPr/>
            <p:nvPr/>
          </p:nvSpPr>
          <p:spPr>
            <a:xfrm>
              <a:off x="2514600" y="40640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25" name="node18"/>
          <p:cNvGrpSpPr/>
          <p:nvPr/>
        </p:nvGrpSpPr>
        <p:grpSpPr>
          <a:xfrm>
            <a:off x="723900" y="4724400"/>
            <a:ext cx="2514600" cy="139700"/>
            <a:chOff x="723900" y="4724400"/>
            <a:chExt cx="2514600" cy="139700"/>
          </a:xfrm>
        </p:grpSpPr>
        <p:sp>
          <p:nvSpPr>
            <p:cNvPr id="72" name="node18.text"/>
            <p:cNvSpPr/>
            <p:nvPr/>
          </p:nvSpPr>
          <p:spPr>
            <a:xfrm>
              <a:off x="723900" y="47244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M2 · 5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6" name="node19"/>
          <p:cNvGrpSpPr/>
          <p:nvPr/>
        </p:nvGrpSpPr>
        <p:grpSpPr>
          <a:xfrm>
            <a:off x="723900" y="4914900"/>
            <a:ext cx="2514600" cy="266700"/>
            <a:chOff x="723900" y="4914900"/>
            <a:chExt cx="2514600" cy="266700"/>
          </a:xfrm>
        </p:grpSpPr>
        <p:sp>
          <p:nvSpPr>
            <p:cNvPr id="73" name="node19.text"/>
            <p:cNvSpPr/>
            <p:nvPr/>
          </p:nvSpPr>
          <p:spPr>
            <a:xfrm>
              <a:off x="723900" y="49149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7" name="node20"/>
          <p:cNvGrpSpPr/>
          <p:nvPr/>
        </p:nvGrpSpPr>
        <p:grpSpPr>
          <a:xfrm>
            <a:off x="723900" y="5219700"/>
            <a:ext cx="2514600" cy="381000"/>
            <a:chOff x="723900" y="5219700"/>
            <a:chExt cx="2514600" cy="381000"/>
          </a:xfrm>
        </p:grpSpPr>
        <p:sp>
          <p:nvSpPr>
            <p:cNvPr id="74" name="node20.text"/>
            <p:cNvSpPr/>
            <p:nvPr/>
          </p:nvSpPr>
          <p:spPr>
            <a:xfrm>
              <a:off x="723900" y="52197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Access and revenue cycle baseline agreed with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8" name="node21"/>
          <p:cNvGrpSpPr/>
          <p:nvPr/>
        </p:nvGrpSpPr>
        <p:grpSpPr>
          <a:xfrm>
            <a:off x="3467100" y="2400300"/>
            <a:ext cx="2514600" cy="139700"/>
            <a:chOff x="3467100" y="2400300"/>
            <a:chExt cx="2514600" cy="139700"/>
          </a:xfrm>
        </p:grpSpPr>
        <p:sp>
          <p:nvSpPr>
            <p:cNvPr id="75" name="node21.text"/>
            <p:cNvSpPr/>
            <p:nvPr/>
          </p:nvSpPr>
          <p:spPr>
            <a:xfrm>
              <a:off x="3467100" y="24003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M3 · 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9" name="node22"/>
          <p:cNvGrpSpPr/>
          <p:nvPr/>
        </p:nvGrpSpPr>
        <p:grpSpPr>
          <a:xfrm>
            <a:off x="3467100" y="2590800"/>
            <a:ext cx="2514600" cy="266700"/>
            <a:chOff x="3467100" y="2590800"/>
            <a:chExt cx="2514600" cy="266700"/>
          </a:xfrm>
        </p:grpSpPr>
        <p:sp>
          <p:nvSpPr>
            <p:cNvPr id="76" name="node22.text"/>
            <p:cNvSpPr/>
            <p:nvPr/>
          </p:nvSpPr>
          <p:spPr>
            <a:xfrm>
              <a:off x="3467100" y="2590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0" name="node23"/>
          <p:cNvGrpSpPr/>
          <p:nvPr/>
        </p:nvGrpSpPr>
        <p:grpSpPr>
          <a:xfrm>
            <a:off x="3467100" y="2895600"/>
            <a:ext cx="2514600" cy="381000"/>
            <a:chOff x="3467100" y="2895600"/>
            <a:chExt cx="2514600" cy="381000"/>
          </a:xfrm>
        </p:grpSpPr>
        <p:sp>
          <p:nvSpPr>
            <p:cNvPr id="77" name="node23.text"/>
            <p:cNvSpPr/>
            <p:nvPr/>
          </p:nvSpPr>
          <p:spPr>
            <a:xfrm>
              <a:off x="3467100" y="28956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Future-state scheduling, registration and billing design approved.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78" name="node24"/>
          <p:cNvSpPr/>
          <p:nvPr/>
        </p:nvSpPr>
        <p:spPr>
          <a:xfrm>
            <a:off x="3467100" y="35052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1" name="node25"/>
          <p:cNvGrpSpPr/>
          <p:nvPr/>
        </p:nvGrpSpPr>
        <p:grpSpPr>
          <a:xfrm>
            <a:off x="3857625" y="3505200"/>
            <a:ext cx="1" cy="355600"/>
            <a:chOff x="3857625" y="3505200"/>
            <a:chExt cx="1" cy="355600"/>
          </a:xfrm>
        </p:grpSpPr>
        <p:sp>
          <p:nvSpPr>
            <p:cNvPr id="79" name="node25.segment-1"/>
            <p:cNvSpPr/>
            <p:nvPr/>
          </p:nvSpPr>
          <p:spPr>
            <a:xfrm>
              <a:off x="3857625" y="3505200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0"/>
                  </a:moveTo>
                  <a:lnTo>
                    <a:pt x="0" y="355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sp>
        <p:nvSpPr>
          <p:cNvPr id="80" name="node26"/>
          <p:cNvSpPr/>
          <p:nvPr/>
        </p:nvSpPr>
        <p:spPr>
          <a:xfrm>
            <a:off x="3467100" y="45339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2" name="node27"/>
          <p:cNvGrpSpPr/>
          <p:nvPr/>
        </p:nvGrpSpPr>
        <p:grpSpPr>
          <a:xfrm>
            <a:off x="5648325" y="4064000"/>
            <a:ext cx="1" cy="469900"/>
            <a:chOff x="5648325" y="4064000"/>
            <a:chExt cx="1" cy="469900"/>
          </a:xfrm>
        </p:grpSpPr>
        <p:sp>
          <p:nvSpPr>
            <p:cNvPr id="81" name="node27.segment-1"/>
            <p:cNvSpPr/>
            <p:nvPr/>
          </p:nvSpPr>
          <p:spPr>
            <a:xfrm>
              <a:off x="5648325" y="40640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33" name="node28"/>
          <p:cNvGrpSpPr/>
          <p:nvPr/>
        </p:nvGrpSpPr>
        <p:grpSpPr>
          <a:xfrm>
            <a:off x="3467100" y="4724400"/>
            <a:ext cx="2514600" cy="139700"/>
            <a:chOff x="3467100" y="4724400"/>
            <a:chExt cx="2514600" cy="139700"/>
          </a:xfrm>
        </p:grpSpPr>
        <p:sp>
          <p:nvSpPr>
            <p:cNvPr id="82" name="node28.text"/>
            <p:cNvSpPr/>
            <p:nvPr/>
          </p:nvSpPr>
          <p:spPr>
            <a:xfrm>
              <a:off x="3467100" y="47244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M4 · 26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4" name="node29"/>
          <p:cNvGrpSpPr/>
          <p:nvPr/>
        </p:nvGrpSpPr>
        <p:grpSpPr>
          <a:xfrm>
            <a:off x="3467100" y="4914900"/>
            <a:ext cx="2514600" cy="266700"/>
            <a:chOff x="3467100" y="4914900"/>
            <a:chExt cx="2514600" cy="266700"/>
          </a:xfrm>
        </p:grpSpPr>
        <p:sp>
          <p:nvSpPr>
            <p:cNvPr id="83" name="node29.text"/>
            <p:cNvSpPr/>
            <p:nvPr/>
          </p:nvSpPr>
          <p:spPr>
            <a:xfrm>
              <a:off x="3467100" y="49149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5" name="node30"/>
          <p:cNvGrpSpPr/>
          <p:nvPr/>
        </p:nvGrpSpPr>
        <p:grpSpPr>
          <a:xfrm>
            <a:off x="3467100" y="5219700"/>
            <a:ext cx="2514600" cy="381000"/>
            <a:chOff x="3467100" y="5219700"/>
            <a:chExt cx="2514600" cy="381000"/>
          </a:xfrm>
        </p:grpSpPr>
        <p:sp>
          <p:nvSpPr>
            <p:cNvPr id="84" name="node30.text"/>
            <p:cNvSpPr/>
            <p:nvPr/>
          </p:nvSpPr>
          <p:spPr>
            <a:xfrm>
              <a:off x="3467100" y="52197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configured and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6" name="node31"/>
          <p:cNvGrpSpPr/>
          <p:nvPr/>
        </p:nvGrpSpPr>
        <p:grpSpPr>
          <a:xfrm>
            <a:off x="6210300" y="2400300"/>
            <a:ext cx="2514600" cy="139700"/>
            <a:chOff x="6210300" y="2400300"/>
            <a:chExt cx="2514600" cy="139700"/>
          </a:xfrm>
        </p:grpSpPr>
        <p:sp>
          <p:nvSpPr>
            <p:cNvPr id="85" name="node31.text"/>
            <p:cNvSpPr/>
            <p:nvPr/>
          </p:nvSpPr>
          <p:spPr>
            <a:xfrm>
              <a:off x="6210300" y="24003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7" name="node32"/>
          <p:cNvGrpSpPr/>
          <p:nvPr/>
        </p:nvGrpSpPr>
        <p:grpSpPr>
          <a:xfrm>
            <a:off x="6210300" y="2590800"/>
            <a:ext cx="2514600" cy="266700"/>
            <a:chOff x="6210300" y="2590800"/>
            <a:chExt cx="2514600" cy="266700"/>
          </a:xfrm>
        </p:grpSpPr>
        <p:sp>
          <p:nvSpPr>
            <p:cNvPr id="86" name="node32.text"/>
            <p:cNvSpPr/>
            <p:nvPr/>
          </p:nvSpPr>
          <p:spPr>
            <a:xfrm>
              <a:off x="6210300" y="2590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8" name="node33"/>
          <p:cNvGrpSpPr/>
          <p:nvPr/>
        </p:nvGrpSpPr>
        <p:grpSpPr>
          <a:xfrm>
            <a:off x="6210300" y="2895600"/>
            <a:ext cx="2514600" cy="381000"/>
            <a:chOff x="6210300" y="2895600"/>
            <a:chExt cx="2514600" cy="381000"/>
          </a:xfrm>
        </p:grpSpPr>
        <p:sp>
          <p:nvSpPr>
            <p:cNvPr id="87" name="node33.text"/>
            <p:cNvSpPr/>
            <p:nvPr/>
          </p:nvSpPr>
          <p:spPr>
            <a:xfrm>
              <a:off x="6210300" y="28956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Users pass every critical script with no open severity 1 or 2 defects.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88" name="node34"/>
          <p:cNvSpPr/>
          <p:nvPr/>
        </p:nvSpPr>
        <p:spPr>
          <a:xfrm>
            <a:off x="6210300" y="35052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9" name="node35"/>
          <p:cNvGrpSpPr/>
          <p:nvPr/>
        </p:nvGrpSpPr>
        <p:grpSpPr>
          <a:xfrm>
            <a:off x="6991350" y="3505200"/>
            <a:ext cx="1" cy="355600"/>
            <a:chOff x="6991350" y="3505200"/>
            <a:chExt cx="1" cy="355600"/>
          </a:xfrm>
        </p:grpSpPr>
        <p:sp>
          <p:nvSpPr>
            <p:cNvPr id="89" name="node35.segment-1"/>
            <p:cNvSpPr/>
            <p:nvPr/>
          </p:nvSpPr>
          <p:spPr>
            <a:xfrm>
              <a:off x="6991350" y="3505200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0"/>
                  </a:moveTo>
                  <a:lnTo>
                    <a:pt x="0" y="355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sp>
        <p:nvSpPr>
          <p:cNvPr id="90" name="node36"/>
          <p:cNvSpPr/>
          <p:nvPr/>
        </p:nvSpPr>
        <p:spPr>
          <a:xfrm>
            <a:off x="6210300" y="45339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40" name="node37"/>
          <p:cNvGrpSpPr/>
          <p:nvPr/>
        </p:nvGrpSpPr>
        <p:grpSpPr>
          <a:xfrm>
            <a:off x="7886700" y="4064000"/>
            <a:ext cx="1" cy="469900"/>
            <a:chOff x="7886700" y="4064000"/>
            <a:chExt cx="1" cy="469900"/>
          </a:xfrm>
        </p:grpSpPr>
        <p:sp>
          <p:nvSpPr>
            <p:cNvPr id="91" name="node37.segment-1"/>
            <p:cNvSpPr/>
            <p:nvPr/>
          </p:nvSpPr>
          <p:spPr>
            <a:xfrm>
              <a:off x="7886700" y="40640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41" name="node38"/>
          <p:cNvGrpSpPr/>
          <p:nvPr/>
        </p:nvGrpSpPr>
        <p:grpSpPr>
          <a:xfrm>
            <a:off x="6210300" y="4724400"/>
            <a:ext cx="2514600" cy="139700"/>
            <a:chOff x="6210300" y="4724400"/>
            <a:chExt cx="2514600" cy="139700"/>
          </a:xfrm>
        </p:grpSpPr>
        <p:sp>
          <p:nvSpPr>
            <p:cNvPr id="92" name="node38.text"/>
            <p:cNvSpPr/>
            <p:nvPr/>
          </p:nvSpPr>
          <p:spPr>
            <a:xfrm>
              <a:off x="6210300" y="47244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M6 · 30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2" name="node39"/>
          <p:cNvGrpSpPr/>
          <p:nvPr/>
        </p:nvGrpSpPr>
        <p:grpSpPr>
          <a:xfrm>
            <a:off x="6210300" y="4914900"/>
            <a:ext cx="2514600" cy="266700"/>
            <a:chOff x="6210300" y="4914900"/>
            <a:chExt cx="2514600" cy="266700"/>
          </a:xfrm>
        </p:grpSpPr>
        <p:sp>
          <p:nvSpPr>
            <p:cNvPr id="93" name="node39.text"/>
            <p:cNvSpPr/>
            <p:nvPr/>
          </p:nvSpPr>
          <p:spPr>
            <a:xfrm>
              <a:off x="6210300" y="49149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3" name="node40"/>
          <p:cNvGrpSpPr/>
          <p:nvPr/>
        </p:nvGrpSpPr>
        <p:grpSpPr>
          <a:xfrm>
            <a:off x="6210300" y="5219700"/>
            <a:ext cx="2514600" cy="381000"/>
            <a:chOff x="6210300" y="5219700"/>
            <a:chExt cx="2514600" cy="381000"/>
          </a:xfrm>
        </p:grpSpPr>
        <p:sp>
          <p:nvSpPr>
            <p:cNvPr id="94" name="node40.text"/>
            <p:cNvSpPr/>
            <p:nvPr/>
          </p:nvSpPr>
          <p:spPr>
            <a:xfrm>
              <a:off x="6210300" y="52197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Central scheduling and two hospitals move to the new workflows.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4" name="node41"/>
          <p:cNvGrpSpPr/>
          <p:nvPr/>
        </p:nvGrpSpPr>
        <p:grpSpPr>
          <a:xfrm>
            <a:off x="8953500" y="2400300"/>
            <a:ext cx="2514600" cy="139700"/>
            <a:chOff x="8953500" y="2400300"/>
            <a:chExt cx="2514600" cy="139700"/>
          </a:xfrm>
        </p:grpSpPr>
        <p:sp>
          <p:nvSpPr>
            <p:cNvPr id="95" name="node41.text"/>
            <p:cNvSpPr/>
            <p:nvPr/>
          </p:nvSpPr>
          <p:spPr>
            <a:xfrm>
              <a:off x="8953500" y="24003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M7 · 28 MAY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5" name="node42"/>
          <p:cNvGrpSpPr/>
          <p:nvPr/>
        </p:nvGrpSpPr>
        <p:grpSpPr>
          <a:xfrm>
            <a:off x="8953500" y="2590800"/>
            <a:ext cx="2514600" cy="266700"/>
            <a:chOff x="8953500" y="2590800"/>
            <a:chExt cx="2514600" cy="266700"/>
          </a:xfrm>
        </p:grpSpPr>
        <p:sp>
          <p:nvSpPr>
            <p:cNvPr id="96" name="node42.text"/>
            <p:cNvSpPr/>
            <p:nvPr/>
          </p:nvSpPr>
          <p:spPr>
            <a:xfrm>
              <a:off x="8953500" y="25908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6" name="node43"/>
          <p:cNvGrpSpPr/>
          <p:nvPr/>
        </p:nvGrpSpPr>
        <p:grpSpPr>
          <a:xfrm>
            <a:off x="8953500" y="2895600"/>
            <a:ext cx="2514600" cy="381000"/>
            <a:chOff x="8953500" y="2895600"/>
            <a:chExt cx="2514600" cy="381000"/>
          </a:xfrm>
        </p:grpSpPr>
        <p:sp>
          <p:nvSpPr>
            <p:cNvPr id="97" name="node43.text"/>
            <p:cNvSpPr/>
            <p:nvPr/>
          </p:nvSpPr>
          <p:spPr>
            <a:xfrm>
              <a:off x="8953500" y="28956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remaining hospitals and ambulatory clinics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98" name="node44"/>
          <p:cNvSpPr/>
          <p:nvPr/>
        </p:nvSpPr>
        <p:spPr>
          <a:xfrm>
            <a:off x="8953500" y="35052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47" name="node45"/>
          <p:cNvGrpSpPr/>
          <p:nvPr/>
        </p:nvGrpSpPr>
        <p:grpSpPr>
          <a:xfrm>
            <a:off x="9677400" y="3505200"/>
            <a:ext cx="1" cy="355600"/>
            <a:chOff x="9677400" y="3505200"/>
            <a:chExt cx="1" cy="355600"/>
          </a:xfrm>
        </p:grpSpPr>
        <p:sp>
          <p:nvSpPr>
            <p:cNvPr id="99" name="node45.segment-1"/>
            <p:cNvSpPr/>
            <p:nvPr/>
          </p:nvSpPr>
          <p:spPr>
            <a:xfrm>
              <a:off x="9677400" y="3505200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0"/>
                  </a:moveTo>
                  <a:lnTo>
                    <a:pt x="0" y="355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sp>
        <p:nvSpPr>
          <p:cNvPr id="100" name="node46"/>
          <p:cNvSpPr/>
          <p:nvPr/>
        </p:nvSpPr>
        <p:spPr>
          <a:xfrm>
            <a:off x="8953500" y="4533900"/>
            <a:ext cx="2514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48" name="node47"/>
          <p:cNvGrpSpPr/>
          <p:nvPr/>
        </p:nvGrpSpPr>
        <p:grpSpPr>
          <a:xfrm>
            <a:off x="11468100" y="4064000"/>
            <a:ext cx="1" cy="469900"/>
            <a:chOff x="11468100" y="4064000"/>
            <a:chExt cx="1" cy="469900"/>
          </a:xfrm>
        </p:grpSpPr>
        <p:sp>
          <p:nvSpPr>
            <p:cNvPr id="101" name="node47.segment-1"/>
            <p:cNvSpPr/>
            <p:nvPr/>
          </p:nvSpPr>
          <p:spPr>
            <a:xfrm>
              <a:off x="11468100" y="40640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49" name="node48"/>
          <p:cNvGrpSpPr/>
          <p:nvPr/>
        </p:nvGrpSpPr>
        <p:grpSpPr>
          <a:xfrm>
            <a:off x="8953500" y="4724400"/>
            <a:ext cx="2514600" cy="139700"/>
            <a:chOff x="8953500" y="4724400"/>
            <a:chExt cx="2514600" cy="139700"/>
          </a:xfrm>
        </p:grpSpPr>
        <p:sp>
          <p:nvSpPr>
            <p:cNvPr id="102" name="node48.text"/>
            <p:cNvSpPr/>
            <p:nvPr/>
          </p:nvSpPr>
          <p:spPr>
            <a:xfrm>
              <a:off x="8953500" y="47244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M8 · 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0" name="node49"/>
          <p:cNvGrpSpPr/>
          <p:nvPr/>
        </p:nvGrpSpPr>
        <p:grpSpPr>
          <a:xfrm>
            <a:off x="8953500" y="4914900"/>
            <a:ext cx="2514600" cy="266700"/>
            <a:chOff x="8953500" y="4914900"/>
            <a:chExt cx="2514600" cy="266700"/>
          </a:xfrm>
        </p:grpSpPr>
        <p:sp>
          <p:nvSpPr>
            <p:cNvPr id="103" name="node49.text"/>
            <p:cNvSpPr/>
            <p:nvPr/>
          </p:nvSpPr>
          <p:spPr>
            <a:xfrm>
              <a:off x="8953500" y="49149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1" name="node50"/>
          <p:cNvGrpSpPr/>
          <p:nvPr/>
        </p:nvGrpSpPr>
        <p:grpSpPr>
          <a:xfrm>
            <a:off x="8953500" y="5219700"/>
            <a:ext cx="2514600" cy="381000"/>
            <a:chOff x="8953500" y="5219700"/>
            <a:chExt cx="2514600" cy="381000"/>
          </a:xfrm>
        </p:grpSpPr>
        <p:sp>
          <p:nvSpPr>
            <p:cNvPr id="104" name="node50.text"/>
            <p:cNvSpPr/>
            <p:nvPr/>
          </p:nvSpPr>
          <p:spPr>
            <a:xfrm>
              <a:off x="8953500" y="5219700"/>
              <a:ext cx="2514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KPIs stable for four weeks; support handed to Northfield teams.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2" name="node51"/>
          <p:cNvGrpSpPr/>
          <p:nvPr/>
        </p:nvGrpSpPr>
        <p:grpSpPr>
          <a:xfrm>
            <a:off x="1530350" y="3873500"/>
            <a:ext cx="177800" cy="177800"/>
            <a:chOff x="1530350" y="3873500"/>
            <a:chExt cx="177800" cy="177800"/>
          </a:xfrm>
        </p:grpSpPr>
        <p:sp>
          <p:nvSpPr>
            <p:cNvPr id="105" name="node51.marker"/>
            <p:cNvSpPr/>
            <p:nvPr/>
          </p:nvSpPr>
          <p:spPr>
            <a:xfrm>
              <a:off x="1530350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3" name="node52"/>
          <p:cNvGrpSpPr/>
          <p:nvPr/>
        </p:nvGrpSpPr>
        <p:grpSpPr>
          <a:xfrm>
            <a:off x="2425700" y="3873500"/>
            <a:ext cx="177800" cy="177800"/>
            <a:chOff x="2425700" y="3873500"/>
            <a:chExt cx="177800" cy="177800"/>
          </a:xfrm>
        </p:grpSpPr>
        <p:sp>
          <p:nvSpPr>
            <p:cNvPr id="106" name="node52.marker"/>
            <p:cNvSpPr/>
            <p:nvPr/>
          </p:nvSpPr>
          <p:spPr>
            <a:xfrm>
              <a:off x="2425700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4" name="node53"/>
          <p:cNvGrpSpPr/>
          <p:nvPr/>
        </p:nvGrpSpPr>
        <p:grpSpPr>
          <a:xfrm>
            <a:off x="3768725" y="3873500"/>
            <a:ext cx="177800" cy="177800"/>
            <a:chOff x="3768725" y="3873500"/>
            <a:chExt cx="177800" cy="177800"/>
          </a:xfrm>
        </p:grpSpPr>
        <p:sp>
          <p:nvSpPr>
            <p:cNvPr id="107" name="node53.marker"/>
            <p:cNvSpPr/>
            <p:nvPr/>
          </p:nvSpPr>
          <p:spPr>
            <a:xfrm>
              <a:off x="3768725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5" name="node54"/>
          <p:cNvGrpSpPr/>
          <p:nvPr/>
        </p:nvGrpSpPr>
        <p:grpSpPr>
          <a:xfrm>
            <a:off x="5559425" y="3873500"/>
            <a:ext cx="177800" cy="177800"/>
            <a:chOff x="5559425" y="3873500"/>
            <a:chExt cx="177800" cy="177800"/>
          </a:xfrm>
        </p:grpSpPr>
        <p:sp>
          <p:nvSpPr>
            <p:cNvPr id="108" name="node54.marker"/>
            <p:cNvSpPr/>
            <p:nvPr/>
          </p:nvSpPr>
          <p:spPr>
            <a:xfrm>
              <a:off x="5559425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6" name="node55"/>
          <p:cNvGrpSpPr/>
          <p:nvPr/>
        </p:nvGrpSpPr>
        <p:grpSpPr>
          <a:xfrm>
            <a:off x="6902450" y="3873500"/>
            <a:ext cx="177800" cy="177800"/>
            <a:chOff x="6902450" y="3873500"/>
            <a:chExt cx="177800" cy="177800"/>
          </a:xfrm>
        </p:grpSpPr>
        <p:sp>
          <p:nvSpPr>
            <p:cNvPr id="109" name="node55.marker"/>
            <p:cNvSpPr/>
            <p:nvPr/>
          </p:nvSpPr>
          <p:spPr>
            <a:xfrm>
              <a:off x="6902450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7" name="node56"/>
          <p:cNvGrpSpPr/>
          <p:nvPr/>
        </p:nvGrpSpPr>
        <p:grpSpPr>
          <a:xfrm>
            <a:off x="7797800" y="3873500"/>
            <a:ext cx="177800" cy="177800"/>
            <a:chOff x="7797800" y="3873500"/>
            <a:chExt cx="177800" cy="177800"/>
          </a:xfrm>
        </p:grpSpPr>
        <p:sp>
          <p:nvSpPr>
            <p:cNvPr id="110" name="node56.marker"/>
            <p:cNvSpPr/>
            <p:nvPr/>
          </p:nvSpPr>
          <p:spPr>
            <a:xfrm>
              <a:off x="7797800" y="3873500"/>
              <a:ext cx="177800" cy="177800"/>
            </a:xfrm>
            <a:prstGeom prst="diamond">
              <a:avLst/>
            </a:prstGeom>
            <a:solidFill>
              <a:srgbClr val="F900D3"/>
            </a:solidFill>
            <a:ln>
              <a:noFill/>
            </a:ln>
          </p:spPr>
        </p:sp>
      </p:grpSp>
      <p:grpSp>
        <p:nvGrpSpPr>
          <p:cNvPr id="158" name="node57"/>
          <p:cNvGrpSpPr/>
          <p:nvPr/>
        </p:nvGrpSpPr>
        <p:grpSpPr>
          <a:xfrm>
            <a:off x="9588500" y="3873500"/>
            <a:ext cx="177800" cy="177800"/>
            <a:chOff x="9588500" y="3873500"/>
            <a:chExt cx="177800" cy="177800"/>
          </a:xfrm>
        </p:grpSpPr>
        <p:sp>
          <p:nvSpPr>
            <p:cNvPr id="111" name="node57.marker"/>
            <p:cNvSpPr/>
            <p:nvPr/>
          </p:nvSpPr>
          <p:spPr>
            <a:xfrm>
              <a:off x="9588500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9" name="node58"/>
          <p:cNvGrpSpPr/>
          <p:nvPr/>
        </p:nvGrpSpPr>
        <p:grpSpPr>
          <a:xfrm>
            <a:off x="11379200" y="3873500"/>
            <a:ext cx="177800" cy="177800"/>
            <a:chOff x="11379200" y="3873500"/>
            <a:chExt cx="177800" cy="177800"/>
          </a:xfrm>
        </p:grpSpPr>
        <p:sp>
          <p:nvSpPr>
            <p:cNvPr id="112" name="node58.marker"/>
            <p:cNvSpPr/>
            <p:nvPr/>
          </p:nvSpPr>
          <p:spPr>
            <a:xfrm>
              <a:off x="11379200" y="3873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PHASE 2 · BUILD AND TEST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Build and test closes on two milestones in seven weeks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OVERVIEW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ASSESS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BUILD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DEPLOY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6" name="node01"/>
          <p:cNvGrpSpPr/>
          <p:nvPr/>
        </p:nvGrpSpPr>
        <p:grpSpPr>
          <a:xfrm>
            <a:off x="723900" y="1600200"/>
            <a:ext cx="10744200" cy="139700"/>
            <a:chOff x="723900" y="1600200"/>
            <a:chExt cx="10744200" cy="139700"/>
          </a:xfrm>
        </p:grpSpPr>
        <p:sp>
          <p:nvSpPr>
            <p:cNvPr id="14" name="node01.text"/>
            <p:cNvSpPr/>
            <p:nvPr/>
          </p:nvSpPr>
          <p:spPr>
            <a:xfrm>
              <a:off x="723900" y="1600200"/>
              <a:ext cx="1074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2 OF 3 · WEEKS 8–14 · 1 MAR – 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7" name="node02"/>
          <p:cNvGrpSpPr/>
          <p:nvPr/>
        </p:nvGrpSpPr>
        <p:grpSpPr>
          <a:xfrm>
            <a:off x="723900" y="1790700"/>
            <a:ext cx="8915400" cy="215900"/>
            <a:chOff x="723900" y="1790700"/>
            <a:chExt cx="8915400" cy="215900"/>
          </a:xfrm>
        </p:grpSpPr>
        <p:sp>
          <p:nvSpPr>
            <p:cNvPr id="15" name="node02.text"/>
            <p:cNvSpPr/>
            <p:nvPr/>
          </p:nvSpPr>
          <p:spPr>
            <a:xfrm>
              <a:off x="723900" y="1790700"/>
              <a:ext cx="8915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Configure, integrate and prove the new workflows. The phase ends when business users pass UAT.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03"/>
          <p:cNvGrpSpPr/>
          <p:nvPr/>
        </p:nvGrpSpPr>
        <p:grpSpPr>
          <a:xfrm>
            <a:off x="723900" y="2590800"/>
            <a:ext cx="10744200" cy="673100"/>
            <a:chOff x="723900" y="2590800"/>
            <a:chExt cx="10744200" cy="673100"/>
          </a:xfrm>
        </p:grpSpPr>
        <p:sp>
          <p:nvSpPr>
            <p:cNvPr id="16" name="node03.axis"/>
            <p:cNvSpPr/>
            <p:nvPr/>
          </p:nvSpPr>
          <p:spPr>
            <a:xfrm>
              <a:off x="723900" y="2971800"/>
              <a:ext cx="9829800" cy="0"/>
            </a:xfrm>
            <a:custGeom>
              <a:avLst/>
              <a:gdLst/>
              <a:ahLst/>
              <a:cxnLst/>
              <a:rect l="l" t="t" r="r" b="b"/>
              <a:pathLst>
                <a:path w="9829800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3.tick-0"/>
            <p:cNvSpPr/>
            <p:nvPr/>
          </p:nvSpPr>
          <p:spPr>
            <a:xfrm>
              <a:off x="723900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3.tick-1"/>
            <p:cNvSpPr/>
            <p:nvPr/>
          </p:nvSpPr>
          <p:spPr>
            <a:xfrm>
              <a:off x="2128157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3.tick-2"/>
            <p:cNvSpPr/>
            <p:nvPr/>
          </p:nvSpPr>
          <p:spPr>
            <a:xfrm>
              <a:off x="3532414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3.tick-3"/>
            <p:cNvSpPr/>
            <p:nvPr/>
          </p:nvSpPr>
          <p:spPr>
            <a:xfrm>
              <a:off x="4936671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3.tick-4"/>
            <p:cNvSpPr/>
            <p:nvPr/>
          </p:nvSpPr>
          <p:spPr>
            <a:xfrm>
              <a:off x="6340929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3.tick-5"/>
            <p:cNvSpPr/>
            <p:nvPr/>
          </p:nvSpPr>
          <p:spPr>
            <a:xfrm>
              <a:off x="7745186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3.tick-6"/>
            <p:cNvSpPr/>
            <p:nvPr/>
          </p:nvSpPr>
          <p:spPr>
            <a:xfrm>
              <a:off x="9149443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3.tick-7"/>
            <p:cNvSpPr/>
            <p:nvPr/>
          </p:nvSpPr>
          <p:spPr>
            <a:xfrm>
              <a:off x="10553700" y="29718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3.periods.slot-001"/>
            <p:cNvSpPr/>
            <p:nvPr/>
          </p:nvSpPr>
          <p:spPr>
            <a:xfrm>
              <a:off x="723900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6" name="node03.periods.slot-002"/>
            <p:cNvSpPr/>
            <p:nvPr/>
          </p:nvSpPr>
          <p:spPr>
            <a:xfrm>
              <a:off x="2128157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W9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7" name="node03.periods.slot-003"/>
            <p:cNvSpPr/>
            <p:nvPr/>
          </p:nvSpPr>
          <p:spPr>
            <a:xfrm>
              <a:off x="3532414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8" name="node03.periods.slot-004"/>
            <p:cNvSpPr/>
            <p:nvPr/>
          </p:nvSpPr>
          <p:spPr>
            <a:xfrm>
              <a:off x="4936671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3.periods.slot-005"/>
            <p:cNvSpPr/>
            <p:nvPr/>
          </p:nvSpPr>
          <p:spPr>
            <a:xfrm>
              <a:off x="6340929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0" name="node03.periods.slot-006"/>
            <p:cNvSpPr/>
            <p:nvPr/>
          </p:nvSpPr>
          <p:spPr>
            <a:xfrm>
              <a:off x="7745186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W13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1" name="node03.periods.slot-007"/>
            <p:cNvSpPr/>
            <p:nvPr/>
          </p:nvSpPr>
          <p:spPr>
            <a:xfrm>
              <a:off x="9149443" y="3124200"/>
              <a:ext cx="1404257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W14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2" name="node03.milestones.slot-001.marker"/>
            <p:cNvSpPr/>
            <p:nvPr/>
          </p:nvSpPr>
          <p:spPr>
            <a:xfrm>
              <a:off x="2038777" y="2881998"/>
              <a:ext cx="179603" cy="179603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3.milestones.slot-001.label"/>
            <p:cNvSpPr/>
            <p:nvPr/>
          </p:nvSpPr>
          <p:spPr>
            <a:xfrm>
              <a:off x="1214178" y="2590800"/>
              <a:ext cx="182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specs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03.milestones.slot-002.marker"/>
            <p:cNvSpPr/>
            <p:nvPr/>
          </p:nvSpPr>
          <p:spPr>
            <a:xfrm>
              <a:off x="3442472" y="2881998"/>
              <a:ext cx="179603" cy="179603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3.milestones.slot-002.label"/>
            <p:cNvSpPr/>
            <p:nvPr/>
          </p:nvSpPr>
          <p:spPr>
            <a:xfrm>
              <a:off x="2617874" y="2590800"/>
              <a:ext cx="182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Interface specs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03.milestones.slot-003.marker"/>
            <p:cNvSpPr/>
            <p:nvPr/>
          </p:nvSpPr>
          <p:spPr>
            <a:xfrm>
              <a:off x="4847151" y="2881998"/>
              <a:ext cx="179603" cy="179603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3.milestones.slot-003.label"/>
            <p:cNvSpPr/>
            <p:nvPr/>
          </p:nvSpPr>
          <p:spPr>
            <a:xfrm>
              <a:off x="4022552" y="2590800"/>
              <a:ext cx="182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Test plan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8" name="node03.milestones.slot-004.marker"/>
            <p:cNvSpPr/>
            <p:nvPr/>
          </p:nvSpPr>
          <p:spPr>
            <a:xfrm>
              <a:off x="6250846" y="2881998"/>
              <a:ext cx="179603" cy="179603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03.milestones.slot-004.label"/>
            <p:cNvSpPr/>
            <p:nvPr/>
          </p:nvSpPr>
          <p:spPr>
            <a:xfrm>
              <a:off x="5426248" y="2590800"/>
              <a:ext cx="182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M4 · Build complete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03.milestones.slot-005.marker"/>
            <p:cNvSpPr/>
            <p:nvPr/>
          </p:nvSpPr>
          <p:spPr>
            <a:xfrm>
              <a:off x="9059220" y="2881998"/>
              <a:ext cx="179603" cy="179603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3.milestones.slot-005.label"/>
            <p:cNvSpPr/>
            <p:nvPr/>
          </p:nvSpPr>
          <p:spPr>
            <a:xfrm>
              <a:off x="8234622" y="2590800"/>
              <a:ext cx="182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SIT exit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2" name="node03.milestones.slot-006.marker"/>
            <p:cNvSpPr/>
            <p:nvPr/>
          </p:nvSpPr>
          <p:spPr>
            <a:xfrm>
              <a:off x="10463898" y="2881998"/>
              <a:ext cx="179603" cy="179603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03.milestones.slot-006.label"/>
            <p:cNvSpPr/>
            <p:nvPr/>
          </p:nvSpPr>
          <p:spPr>
            <a:xfrm>
              <a:off x="9639300" y="2590800"/>
              <a:ext cx="182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M5 · UAT exit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9" name="node04"/>
          <p:cNvGrpSpPr/>
          <p:nvPr/>
        </p:nvGrpSpPr>
        <p:grpSpPr>
          <a:xfrm>
            <a:off x="2051952" y="2895600"/>
            <a:ext cx="152400" cy="152400"/>
            <a:chOff x="2051952" y="2895600"/>
            <a:chExt cx="152400" cy="152400"/>
          </a:xfrm>
        </p:grpSpPr>
        <p:sp>
          <p:nvSpPr>
            <p:cNvPr id="44" name="node04.marker"/>
            <p:cNvSpPr/>
            <p:nvPr/>
          </p:nvSpPr>
          <p:spPr>
            <a:xfrm>
              <a:off x="2051952" y="28956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0" name="node05"/>
          <p:cNvGrpSpPr/>
          <p:nvPr/>
        </p:nvGrpSpPr>
        <p:grpSpPr>
          <a:xfrm>
            <a:off x="2083702" y="2927350"/>
            <a:ext cx="88900" cy="88900"/>
            <a:chOff x="2083702" y="2927350"/>
            <a:chExt cx="88900" cy="88900"/>
          </a:xfrm>
        </p:grpSpPr>
        <p:sp>
          <p:nvSpPr>
            <p:cNvPr id="45" name="node05.marker"/>
            <p:cNvSpPr/>
            <p:nvPr/>
          </p:nvSpPr>
          <p:spPr>
            <a:xfrm>
              <a:off x="2083702" y="29273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91" name="node06"/>
          <p:cNvGrpSpPr/>
          <p:nvPr/>
        </p:nvGrpSpPr>
        <p:grpSpPr>
          <a:xfrm>
            <a:off x="3456216" y="2895600"/>
            <a:ext cx="152400" cy="152400"/>
            <a:chOff x="3456216" y="2895600"/>
            <a:chExt cx="152400" cy="152400"/>
          </a:xfrm>
        </p:grpSpPr>
        <p:sp>
          <p:nvSpPr>
            <p:cNvPr id="46" name="node06.marker"/>
            <p:cNvSpPr/>
            <p:nvPr/>
          </p:nvSpPr>
          <p:spPr>
            <a:xfrm>
              <a:off x="3456216" y="28956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2" name="node07"/>
          <p:cNvGrpSpPr/>
          <p:nvPr/>
        </p:nvGrpSpPr>
        <p:grpSpPr>
          <a:xfrm>
            <a:off x="3487966" y="2927350"/>
            <a:ext cx="88900" cy="88900"/>
            <a:chOff x="3487966" y="2927350"/>
            <a:chExt cx="88900" cy="88900"/>
          </a:xfrm>
        </p:grpSpPr>
        <p:sp>
          <p:nvSpPr>
            <p:cNvPr id="47" name="node07.marker"/>
            <p:cNvSpPr/>
            <p:nvPr/>
          </p:nvSpPr>
          <p:spPr>
            <a:xfrm>
              <a:off x="3487966" y="29273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93" name="node08"/>
          <p:cNvGrpSpPr/>
          <p:nvPr/>
        </p:nvGrpSpPr>
        <p:grpSpPr>
          <a:xfrm>
            <a:off x="4860468" y="2895600"/>
            <a:ext cx="152400" cy="152400"/>
            <a:chOff x="4860468" y="2895600"/>
            <a:chExt cx="152400" cy="152400"/>
          </a:xfrm>
        </p:grpSpPr>
        <p:sp>
          <p:nvSpPr>
            <p:cNvPr id="48" name="node08.marker"/>
            <p:cNvSpPr/>
            <p:nvPr/>
          </p:nvSpPr>
          <p:spPr>
            <a:xfrm>
              <a:off x="4860468" y="28956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4" name="node09"/>
          <p:cNvGrpSpPr/>
          <p:nvPr/>
        </p:nvGrpSpPr>
        <p:grpSpPr>
          <a:xfrm>
            <a:off x="4892218" y="2927350"/>
            <a:ext cx="88900" cy="88900"/>
            <a:chOff x="4892218" y="2927350"/>
            <a:chExt cx="88900" cy="88900"/>
          </a:xfrm>
        </p:grpSpPr>
        <p:sp>
          <p:nvSpPr>
            <p:cNvPr id="49" name="node09.marker"/>
            <p:cNvSpPr/>
            <p:nvPr/>
          </p:nvSpPr>
          <p:spPr>
            <a:xfrm>
              <a:off x="4892218" y="29273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95" name="node10"/>
          <p:cNvGrpSpPr/>
          <p:nvPr/>
        </p:nvGrpSpPr>
        <p:grpSpPr>
          <a:xfrm>
            <a:off x="6239332" y="2870200"/>
            <a:ext cx="203200" cy="203200"/>
            <a:chOff x="6239332" y="2870200"/>
            <a:chExt cx="203200" cy="203200"/>
          </a:xfrm>
        </p:grpSpPr>
        <p:sp>
          <p:nvSpPr>
            <p:cNvPr id="50" name="node10.marker"/>
            <p:cNvSpPr/>
            <p:nvPr/>
          </p:nvSpPr>
          <p:spPr>
            <a:xfrm>
              <a:off x="6239332" y="28702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6" name="node11"/>
          <p:cNvGrpSpPr/>
          <p:nvPr/>
        </p:nvGrpSpPr>
        <p:grpSpPr>
          <a:xfrm>
            <a:off x="9073248" y="2895600"/>
            <a:ext cx="152400" cy="152400"/>
            <a:chOff x="9073248" y="2895600"/>
            <a:chExt cx="152400" cy="152400"/>
          </a:xfrm>
        </p:grpSpPr>
        <p:sp>
          <p:nvSpPr>
            <p:cNvPr id="51" name="node11.marker"/>
            <p:cNvSpPr/>
            <p:nvPr/>
          </p:nvSpPr>
          <p:spPr>
            <a:xfrm>
              <a:off x="9073248" y="28956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7" name="node12"/>
          <p:cNvGrpSpPr/>
          <p:nvPr/>
        </p:nvGrpSpPr>
        <p:grpSpPr>
          <a:xfrm>
            <a:off x="9104998" y="2927350"/>
            <a:ext cx="88900" cy="88900"/>
            <a:chOff x="9104998" y="2927350"/>
            <a:chExt cx="88900" cy="88900"/>
          </a:xfrm>
        </p:grpSpPr>
        <p:sp>
          <p:nvSpPr>
            <p:cNvPr id="52" name="node12.marker"/>
            <p:cNvSpPr/>
            <p:nvPr/>
          </p:nvSpPr>
          <p:spPr>
            <a:xfrm>
              <a:off x="9104998" y="29273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98" name="node13"/>
          <p:cNvGrpSpPr/>
          <p:nvPr/>
        </p:nvGrpSpPr>
        <p:grpSpPr>
          <a:xfrm>
            <a:off x="10452100" y="2870200"/>
            <a:ext cx="203200" cy="203200"/>
            <a:chOff x="10452100" y="2870200"/>
            <a:chExt cx="203200" cy="203200"/>
          </a:xfrm>
        </p:grpSpPr>
        <p:sp>
          <p:nvSpPr>
            <p:cNvPr id="53" name="node13.marker"/>
            <p:cNvSpPr/>
            <p:nvPr/>
          </p:nvSpPr>
          <p:spPr>
            <a:xfrm>
              <a:off x="10452100" y="2870200"/>
              <a:ext cx="203200" cy="2032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9" name="node14"/>
          <p:cNvGrpSpPr/>
          <p:nvPr/>
        </p:nvGrpSpPr>
        <p:grpSpPr>
          <a:xfrm>
            <a:off x="723900" y="3657600"/>
            <a:ext cx="3429000" cy="2286000"/>
            <a:chOff x="723900" y="3657600"/>
            <a:chExt cx="3429000" cy="2286000"/>
          </a:xfrm>
        </p:grpSpPr>
        <p:sp>
          <p:nvSpPr>
            <p:cNvPr id="54" name="node14.container"/>
            <p:cNvSpPr/>
            <p:nvPr/>
          </p:nvSpPr>
          <p:spPr>
            <a:xfrm>
              <a:off x="723900" y="36576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5" name="node14.label"/>
            <p:cNvSpPr/>
            <p:nvPr/>
          </p:nvSpPr>
          <p:spPr>
            <a:xfrm>
              <a:off x="952500" y="38862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M4 · 26 MAR · WEEK 11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6" name="node14.title"/>
            <p:cNvSpPr/>
            <p:nvPr/>
          </p:nvSpPr>
          <p:spPr>
            <a:xfrm>
              <a:off x="952500" y="4102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14.body.item-001.paragraph"/>
            <p:cNvSpPr/>
            <p:nvPr/>
          </p:nvSpPr>
          <p:spPr>
            <a:xfrm>
              <a:off x="952500" y="4521200"/>
              <a:ext cx="29718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configured and unit tested.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14.body.item-002.label"/>
            <p:cNvSpPr/>
            <p:nvPr/>
          </p:nvSpPr>
          <p:spPr>
            <a:xfrm>
              <a:off x="952500" y="50292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EXIT CRITERIA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14.body.item-003.bullets.item-001.marker"/>
            <p:cNvSpPr/>
            <p:nvPr/>
          </p:nvSpPr>
          <p:spPr>
            <a:xfrm>
              <a:off x="952500" y="5334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0" name="node14.body.item-003.bullets.item-001.text"/>
            <p:cNvSpPr/>
            <p:nvPr/>
          </p:nvSpPr>
          <p:spPr>
            <a:xfrm>
              <a:off x="1104900" y="52451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All stories accepted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14.body.item-003.bullets.item-002.marker"/>
            <p:cNvSpPr/>
            <p:nvPr/>
          </p:nvSpPr>
          <p:spPr>
            <a:xfrm>
              <a:off x="952500" y="5588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14.body.item-003.bullets.item-002.text"/>
            <p:cNvSpPr/>
            <p:nvPr/>
          </p:nvSpPr>
          <p:spPr>
            <a:xfrm>
              <a:off x="1104900" y="54991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Interfaces pass unit tests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0" name="node15"/>
          <p:cNvGrpSpPr/>
          <p:nvPr/>
        </p:nvGrpSpPr>
        <p:grpSpPr>
          <a:xfrm>
            <a:off x="4381500" y="3657600"/>
            <a:ext cx="3429000" cy="2286000"/>
            <a:chOff x="4381500" y="3657600"/>
            <a:chExt cx="3429000" cy="2286000"/>
          </a:xfrm>
        </p:grpSpPr>
        <p:sp>
          <p:nvSpPr>
            <p:cNvPr id="63" name="node15.container"/>
            <p:cNvSpPr/>
            <p:nvPr/>
          </p:nvSpPr>
          <p:spPr>
            <a:xfrm>
              <a:off x="4381500" y="36576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4" name="node15.label"/>
            <p:cNvSpPr/>
            <p:nvPr/>
          </p:nvSpPr>
          <p:spPr>
            <a:xfrm>
              <a:off x="4610100" y="38862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16 APR · WEEK 14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5" name="node15.title"/>
            <p:cNvSpPr/>
            <p:nvPr/>
          </p:nvSpPr>
          <p:spPr>
            <a:xfrm>
              <a:off x="4610100" y="4102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6" name="node15.body.item-001.paragraph"/>
            <p:cNvSpPr/>
            <p:nvPr/>
          </p:nvSpPr>
          <p:spPr>
            <a:xfrm>
              <a:off x="4610100" y="4521200"/>
              <a:ext cx="2971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users pass every critical script.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15.body.item-002.label"/>
            <p:cNvSpPr/>
            <p:nvPr/>
          </p:nvSpPr>
          <p:spPr>
            <a:xfrm>
              <a:off x="4610100" y="48133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EXIT CRITERIA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8" name="node15.body.item-003.bullets.item-001.marker"/>
            <p:cNvSpPr/>
            <p:nvPr/>
          </p:nvSpPr>
          <p:spPr>
            <a:xfrm>
              <a:off x="4610100" y="5118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9" name="node15.body.item-003.bullets.item-001.text"/>
            <p:cNvSpPr/>
            <p:nvPr/>
          </p:nvSpPr>
          <p:spPr>
            <a:xfrm>
              <a:off x="4762500" y="50292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 open severity 1 or 2 defects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15.body.item-003.bullets.item-002.marker"/>
            <p:cNvSpPr/>
            <p:nvPr/>
          </p:nvSpPr>
          <p:spPr>
            <a:xfrm>
              <a:off x="4610100" y="5372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1" name="node15.body.item-003.bullets.item-002.text"/>
            <p:cNvSpPr/>
            <p:nvPr/>
          </p:nvSpPr>
          <p:spPr>
            <a:xfrm>
              <a:off x="4762500" y="52832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Cutover runbook rehearsed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72" name="node16"/>
          <p:cNvSpPr/>
          <p:nvPr/>
        </p:nvSpPr>
        <p:spPr>
          <a:xfrm>
            <a:off x="8039100" y="3657600"/>
            <a:ext cx="3429000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01" name="node17"/>
          <p:cNvGrpSpPr/>
          <p:nvPr/>
        </p:nvGrpSpPr>
        <p:grpSpPr>
          <a:xfrm>
            <a:off x="8039100" y="3810000"/>
            <a:ext cx="3429000" cy="139700"/>
            <a:chOff x="8039100" y="3810000"/>
            <a:chExt cx="3429000" cy="139700"/>
          </a:xfrm>
        </p:grpSpPr>
        <p:sp>
          <p:nvSpPr>
            <p:cNvPr id="73" name="node17.text"/>
            <p:cNvSpPr/>
            <p:nvPr/>
          </p:nvSpPr>
          <p:spPr>
            <a:xfrm>
              <a:off x="8039100" y="3810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CHECKPOINTS IN THIS PHASE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2" name="node18"/>
          <p:cNvGrpSpPr/>
          <p:nvPr/>
        </p:nvGrpSpPr>
        <p:grpSpPr>
          <a:xfrm>
            <a:off x="8039100" y="4152900"/>
            <a:ext cx="685800" cy="139700"/>
            <a:chOff x="8039100" y="4152900"/>
            <a:chExt cx="685800" cy="139700"/>
          </a:xfrm>
        </p:grpSpPr>
        <p:sp>
          <p:nvSpPr>
            <p:cNvPr id="74" name="node18.text"/>
            <p:cNvSpPr/>
            <p:nvPr/>
          </p:nvSpPr>
          <p:spPr>
            <a:xfrm>
              <a:off x="8039100" y="41529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3" name="node19"/>
          <p:cNvGrpSpPr/>
          <p:nvPr/>
        </p:nvGrpSpPr>
        <p:grpSpPr>
          <a:xfrm>
            <a:off x="8724900" y="4114800"/>
            <a:ext cx="2743200" cy="190500"/>
            <a:chOff x="8724900" y="4114800"/>
            <a:chExt cx="2743200" cy="190500"/>
          </a:xfrm>
        </p:grpSpPr>
        <p:sp>
          <p:nvSpPr>
            <p:cNvPr id="75" name="node19.text"/>
            <p:cNvSpPr/>
            <p:nvPr/>
          </p:nvSpPr>
          <p:spPr>
            <a:xfrm>
              <a:off x="8724900" y="41148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Build specs signed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4" name="node20"/>
          <p:cNvGrpSpPr/>
          <p:nvPr/>
        </p:nvGrpSpPr>
        <p:grpSpPr>
          <a:xfrm>
            <a:off x="8724900" y="4305300"/>
            <a:ext cx="2743200" cy="190500"/>
            <a:chOff x="8724900" y="4305300"/>
            <a:chExt cx="2743200" cy="190500"/>
          </a:xfrm>
        </p:grpSpPr>
        <p:sp>
          <p:nvSpPr>
            <p:cNvPr id="76" name="node20.text"/>
            <p:cNvSpPr/>
            <p:nvPr/>
          </p:nvSpPr>
          <p:spPr>
            <a:xfrm>
              <a:off x="8724900" y="43053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Configuration specs for every workflow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5" name="node21"/>
          <p:cNvGrpSpPr/>
          <p:nvPr/>
        </p:nvGrpSpPr>
        <p:grpSpPr>
          <a:xfrm>
            <a:off x="8039100" y="4610100"/>
            <a:ext cx="685800" cy="139700"/>
            <a:chOff x="8039100" y="4610100"/>
            <a:chExt cx="685800" cy="139700"/>
          </a:xfrm>
        </p:grpSpPr>
        <p:sp>
          <p:nvSpPr>
            <p:cNvPr id="77" name="node21.text"/>
            <p:cNvSpPr/>
            <p:nvPr/>
          </p:nvSpPr>
          <p:spPr>
            <a:xfrm>
              <a:off x="8039100" y="46101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12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6" name="node22"/>
          <p:cNvGrpSpPr/>
          <p:nvPr/>
        </p:nvGrpSpPr>
        <p:grpSpPr>
          <a:xfrm>
            <a:off x="8724900" y="4572000"/>
            <a:ext cx="2743200" cy="190500"/>
            <a:chOff x="8724900" y="4572000"/>
            <a:chExt cx="2743200" cy="190500"/>
          </a:xfrm>
        </p:grpSpPr>
        <p:sp>
          <p:nvSpPr>
            <p:cNvPr id="78" name="node22.text"/>
            <p:cNvSpPr/>
            <p:nvPr/>
          </p:nvSpPr>
          <p:spPr>
            <a:xfrm>
              <a:off x="8724900" y="45720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Interface specs signed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7" name="node23"/>
          <p:cNvGrpSpPr/>
          <p:nvPr/>
        </p:nvGrpSpPr>
        <p:grpSpPr>
          <a:xfrm>
            <a:off x="8724900" y="4762500"/>
            <a:ext cx="2743200" cy="190500"/>
            <a:chOff x="8724900" y="4762500"/>
            <a:chExt cx="2743200" cy="190500"/>
          </a:xfrm>
        </p:grpSpPr>
        <p:sp>
          <p:nvSpPr>
            <p:cNvPr id="79" name="node23.text"/>
            <p:cNvSpPr/>
            <p:nvPr/>
          </p:nvSpPr>
          <p:spPr>
            <a:xfrm>
              <a:off x="8724900" y="47625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Clearinghouse and EHR specs agreed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8" name="node24"/>
          <p:cNvGrpSpPr/>
          <p:nvPr/>
        </p:nvGrpSpPr>
        <p:grpSpPr>
          <a:xfrm>
            <a:off x="8039100" y="5067300"/>
            <a:ext cx="685800" cy="139700"/>
            <a:chOff x="8039100" y="5067300"/>
            <a:chExt cx="685800" cy="139700"/>
          </a:xfrm>
        </p:grpSpPr>
        <p:sp>
          <p:nvSpPr>
            <p:cNvPr id="80" name="node24.text"/>
            <p:cNvSpPr/>
            <p:nvPr/>
          </p:nvSpPr>
          <p:spPr>
            <a:xfrm>
              <a:off x="8039100" y="50673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19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9" name="node25"/>
          <p:cNvGrpSpPr/>
          <p:nvPr/>
        </p:nvGrpSpPr>
        <p:grpSpPr>
          <a:xfrm>
            <a:off x="8724900" y="5029200"/>
            <a:ext cx="2743200" cy="190500"/>
            <a:chOff x="8724900" y="5029200"/>
            <a:chExt cx="2743200" cy="190500"/>
          </a:xfrm>
        </p:grpSpPr>
        <p:sp>
          <p:nvSpPr>
            <p:cNvPr id="81" name="node25.text"/>
            <p:cNvSpPr/>
            <p:nvPr/>
          </p:nvSpPr>
          <p:spPr>
            <a:xfrm>
              <a:off x="8724900" y="50292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Test plan approved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0" name="node26"/>
          <p:cNvGrpSpPr/>
          <p:nvPr/>
        </p:nvGrpSpPr>
        <p:grpSpPr>
          <a:xfrm>
            <a:off x="8724900" y="5219700"/>
            <a:ext cx="2743200" cy="190500"/>
            <a:chOff x="8724900" y="5219700"/>
            <a:chExt cx="2743200" cy="190500"/>
          </a:xfrm>
        </p:grpSpPr>
        <p:sp>
          <p:nvSpPr>
            <p:cNvPr id="82" name="node26.text"/>
            <p:cNvSpPr/>
            <p:nvPr/>
          </p:nvSpPr>
          <p:spPr>
            <a:xfrm>
              <a:off x="8724900" y="52197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SIT and UAT scope and entry criteria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1" name="node27"/>
          <p:cNvGrpSpPr/>
          <p:nvPr/>
        </p:nvGrpSpPr>
        <p:grpSpPr>
          <a:xfrm>
            <a:off x="8039100" y="5524500"/>
            <a:ext cx="685800" cy="139700"/>
            <a:chOff x="8039100" y="5524500"/>
            <a:chExt cx="685800" cy="139700"/>
          </a:xfrm>
        </p:grpSpPr>
        <p:sp>
          <p:nvSpPr>
            <p:cNvPr id="83" name="node27.text"/>
            <p:cNvSpPr/>
            <p:nvPr/>
          </p:nvSpPr>
          <p:spPr>
            <a:xfrm>
              <a:off x="8039100" y="5524500"/>
              <a:ext cx="685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9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2" name="node28"/>
          <p:cNvGrpSpPr/>
          <p:nvPr/>
        </p:nvGrpSpPr>
        <p:grpSpPr>
          <a:xfrm>
            <a:off x="8724900" y="5486400"/>
            <a:ext cx="2743200" cy="190500"/>
            <a:chOff x="8724900" y="5486400"/>
            <a:chExt cx="2743200" cy="190500"/>
          </a:xfrm>
        </p:grpSpPr>
        <p:sp>
          <p:nvSpPr>
            <p:cNvPr id="84" name="node28.text"/>
            <p:cNvSpPr/>
            <p:nvPr/>
          </p:nvSpPr>
          <p:spPr>
            <a:xfrm>
              <a:off x="8724900" y="54864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SIT exit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3" name="node29"/>
          <p:cNvGrpSpPr/>
          <p:nvPr/>
        </p:nvGrpSpPr>
        <p:grpSpPr>
          <a:xfrm>
            <a:off x="8724900" y="5676900"/>
            <a:ext cx="2743200" cy="190500"/>
            <a:chOff x="8724900" y="5676900"/>
            <a:chExt cx="2743200" cy="190500"/>
          </a:xfrm>
        </p:grpSpPr>
        <p:sp>
          <p:nvSpPr>
            <p:cNvPr id="85" name="node29.text"/>
            <p:cNvSpPr/>
            <p:nvPr/>
          </p:nvSpPr>
          <p:spPr>
            <a:xfrm>
              <a:off x="8724900" y="5676900"/>
              <a:ext cx="2743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End-to-end flows pass on all interfaces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phase ends on milestones the steering group signs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node01"/>
          <p:cNvSpPr/>
          <p:nvPr/>
        </p:nvSpPr>
        <p:spPr>
          <a:xfrm>
            <a:off x="723900" y="1600200"/>
            <a:ext cx="3429000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73" name="node02"/>
          <p:cNvGrpSpPr/>
          <p:nvPr/>
        </p:nvGrpSpPr>
        <p:grpSpPr>
          <a:xfrm>
            <a:off x="723900" y="1739900"/>
            <a:ext cx="3429000" cy="139700"/>
            <a:chOff x="723900" y="1739900"/>
            <a:chExt cx="3429000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17399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1 · W1–W7 · 11 JAN – 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4" name="node03"/>
          <p:cNvGrpSpPr/>
          <p:nvPr/>
        </p:nvGrpSpPr>
        <p:grpSpPr>
          <a:xfrm>
            <a:off x="723900" y="1917700"/>
            <a:ext cx="3429000" cy="266700"/>
            <a:chOff x="723900" y="1917700"/>
            <a:chExt cx="3429000" cy="266700"/>
          </a:xfrm>
        </p:grpSpPr>
        <p:sp>
          <p:nvSpPr>
            <p:cNvPr id="8" name="node03.text"/>
            <p:cNvSpPr/>
            <p:nvPr/>
          </p:nvSpPr>
          <p:spPr>
            <a:xfrm>
              <a:off x="723900" y="19177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Assess and design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04"/>
          <p:cNvGrpSpPr/>
          <p:nvPr/>
        </p:nvGrpSpPr>
        <p:grpSpPr>
          <a:xfrm>
            <a:off x="812800" y="2819400"/>
            <a:ext cx="1" cy="1600200"/>
            <a:chOff x="812800" y="2819400"/>
            <a:chExt cx="1" cy="1600200"/>
          </a:xfrm>
        </p:grpSpPr>
        <p:sp>
          <p:nvSpPr>
            <p:cNvPr id="9" name="node04.segment-1"/>
            <p:cNvSpPr/>
            <p:nvPr/>
          </p:nvSpPr>
          <p:spPr>
            <a:xfrm>
              <a:off x="812800" y="2819400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76" name="node05"/>
          <p:cNvGrpSpPr/>
          <p:nvPr/>
        </p:nvGrpSpPr>
        <p:grpSpPr>
          <a:xfrm>
            <a:off x="723900" y="2730500"/>
            <a:ext cx="177800" cy="177800"/>
            <a:chOff x="723900" y="2730500"/>
            <a:chExt cx="177800" cy="177800"/>
          </a:xfrm>
        </p:grpSpPr>
        <p:sp>
          <p:nvSpPr>
            <p:cNvPr id="10" name="node05.marker"/>
            <p:cNvSpPr/>
            <p:nvPr/>
          </p:nvSpPr>
          <p:spPr>
            <a:xfrm>
              <a:off x="723900" y="2730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7" name="node06"/>
          <p:cNvGrpSpPr/>
          <p:nvPr/>
        </p:nvGrpSpPr>
        <p:grpSpPr>
          <a:xfrm>
            <a:off x="1066800" y="2540000"/>
            <a:ext cx="3086100" cy="139700"/>
            <a:chOff x="1066800" y="2540000"/>
            <a:chExt cx="3086100" cy="139700"/>
          </a:xfrm>
        </p:grpSpPr>
        <p:sp>
          <p:nvSpPr>
            <p:cNvPr id="11" name="node06.text"/>
            <p:cNvSpPr/>
            <p:nvPr/>
          </p:nvSpPr>
          <p:spPr>
            <a:xfrm>
              <a:off x="1066800" y="25400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M1 · 22 JAN · WEEK 2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8" name="node07"/>
          <p:cNvGrpSpPr/>
          <p:nvPr/>
        </p:nvGrpSpPr>
        <p:grpSpPr>
          <a:xfrm>
            <a:off x="1066800" y="2692400"/>
            <a:ext cx="3086100" cy="266700"/>
            <a:chOff x="1066800" y="2692400"/>
            <a:chExt cx="3086100" cy="266700"/>
          </a:xfrm>
        </p:grpSpPr>
        <p:sp>
          <p:nvSpPr>
            <p:cNvPr id="12" name="node07.text"/>
            <p:cNvSpPr/>
            <p:nvPr/>
          </p:nvSpPr>
          <p:spPr>
            <a:xfrm>
              <a:off x="1066800" y="26924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9" name="node08"/>
          <p:cNvGrpSpPr/>
          <p:nvPr/>
        </p:nvGrpSpPr>
        <p:grpSpPr>
          <a:xfrm>
            <a:off x="1066800" y="2971800"/>
            <a:ext cx="3086100" cy="190500"/>
            <a:chOff x="1066800" y="2971800"/>
            <a:chExt cx="3086100" cy="190500"/>
          </a:xfrm>
        </p:grpSpPr>
        <p:sp>
          <p:nvSpPr>
            <p:cNvPr id="13" name="node08.text"/>
            <p:cNvSpPr/>
            <p:nvPr/>
          </p:nvSpPr>
          <p:spPr>
            <a:xfrm>
              <a:off x="1066800" y="29718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Team, governance and plan in place.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09"/>
          <p:cNvGrpSpPr/>
          <p:nvPr/>
        </p:nvGrpSpPr>
        <p:grpSpPr>
          <a:xfrm>
            <a:off x="723900" y="3530600"/>
            <a:ext cx="177800" cy="177800"/>
            <a:chOff x="723900" y="3530600"/>
            <a:chExt cx="177800" cy="177800"/>
          </a:xfrm>
        </p:grpSpPr>
        <p:sp>
          <p:nvSpPr>
            <p:cNvPr id="14" name="node09.marker"/>
            <p:cNvSpPr/>
            <p:nvPr/>
          </p:nvSpPr>
          <p:spPr>
            <a:xfrm>
              <a:off x="723900" y="35306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1" name="node10"/>
          <p:cNvGrpSpPr/>
          <p:nvPr/>
        </p:nvGrpSpPr>
        <p:grpSpPr>
          <a:xfrm>
            <a:off x="1066800" y="3340100"/>
            <a:ext cx="3086100" cy="139700"/>
            <a:chOff x="1066800" y="3340100"/>
            <a:chExt cx="3086100" cy="139700"/>
          </a:xfrm>
        </p:grpSpPr>
        <p:sp>
          <p:nvSpPr>
            <p:cNvPr id="15" name="node10.text"/>
            <p:cNvSpPr/>
            <p:nvPr/>
          </p:nvSpPr>
          <p:spPr>
            <a:xfrm>
              <a:off x="1066800" y="33401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M2 · 5 FEB · WEEK 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2" name="node11"/>
          <p:cNvGrpSpPr/>
          <p:nvPr/>
        </p:nvGrpSpPr>
        <p:grpSpPr>
          <a:xfrm>
            <a:off x="1066800" y="3492500"/>
            <a:ext cx="3086100" cy="266700"/>
            <a:chOff x="1066800" y="3492500"/>
            <a:chExt cx="3086100" cy="266700"/>
          </a:xfrm>
        </p:grpSpPr>
        <p:sp>
          <p:nvSpPr>
            <p:cNvPr id="16" name="node11.text"/>
            <p:cNvSpPr/>
            <p:nvPr/>
          </p:nvSpPr>
          <p:spPr>
            <a:xfrm>
              <a:off x="1066800" y="34925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3" name="node12"/>
          <p:cNvGrpSpPr/>
          <p:nvPr/>
        </p:nvGrpSpPr>
        <p:grpSpPr>
          <a:xfrm>
            <a:off x="1066800" y="3771900"/>
            <a:ext cx="3086100" cy="190500"/>
            <a:chOff x="1066800" y="3771900"/>
            <a:chExt cx="3086100" cy="190500"/>
          </a:xfrm>
        </p:grpSpPr>
        <p:sp>
          <p:nvSpPr>
            <p:cNvPr id="17" name="node12.text"/>
            <p:cNvSpPr/>
            <p:nvPr/>
          </p:nvSpPr>
          <p:spPr>
            <a:xfrm>
              <a:off x="1066800" y="37719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 agreed with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13"/>
          <p:cNvGrpSpPr/>
          <p:nvPr/>
        </p:nvGrpSpPr>
        <p:grpSpPr>
          <a:xfrm>
            <a:off x="723900" y="4330700"/>
            <a:ext cx="177800" cy="177800"/>
            <a:chOff x="723900" y="4330700"/>
            <a:chExt cx="177800" cy="177800"/>
          </a:xfrm>
        </p:grpSpPr>
        <p:sp>
          <p:nvSpPr>
            <p:cNvPr id="18" name="node13.marker"/>
            <p:cNvSpPr/>
            <p:nvPr/>
          </p:nvSpPr>
          <p:spPr>
            <a:xfrm>
              <a:off x="723900" y="43307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5" name="node14"/>
          <p:cNvGrpSpPr/>
          <p:nvPr/>
        </p:nvGrpSpPr>
        <p:grpSpPr>
          <a:xfrm>
            <a:off x="1066800" y="4140200"/>
            <a:ext cx="3086100" cy="139700"/>
            <a:chOff x="1066800" y="4140200"/>
            <a:chExt cx="3086100" cy="139700"/>
          </a:xfrm>
        </p:grpSpPr>
        <p:sp>
          <p:nvSpPr>
            <p:cNvPr id="19" name="node14.text"/>
            <p:cNvSpPr/>
            <p:nvPr/>
          </p:nvSpPr>
          <p:spPr>
            <a:xfrm>
              <a:off x="1066800" y="41402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M3 · 26 FEB · WEEK 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6" name="node15"/>
          <p:cNvGrpSpPr/>
          <p:nvPr/>
        </p:nvGrpSpPr>
        <p:grpSpPr>
          <a:xfrm>
            <a:off x="1066800" y="4292600"/>
            <a:ext cx="3086100" cy="266700"/>
            <a:chOff x="1066800" y="4292600"/>
            <a:chExt cx="3086100" cy="266700"/>
          </a:xfrm>
        </p:grpSpPr>
        <p:sp>
          <p:nvSpPr>
            <p:cNvPr id="20" name="node15.text"/>
            <p:cNvSpPr/>
            <p:nvPr/>
          </p:nvSpPr>
          <p:spPr>
            <a:xfrm>
              <a:off x="1066800" y="42926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7" name="node16"/>
          <p:cNvGrpSpPr/>
          <p:nvPr/>
        </p:nvGrpSpPr>
        <p:grpSpPr>
          <a:xfrm>
            <a:off x="1066800" y="4572000"/>
            <a:ext cx="3086100" cy="190500"/>
            <a:chOff x="1066800" y="4572000"/>
            <a:chExt cx="3086100" cy="190500"/>
          </a:xfrm>
        </p:grpSpPr>
        <p:sp>
          <p:nvSpPr>
            <p:cNvPr id="21" name="node16.text"/>
            <p:cNvSpPr/>
            <p:nvPr/>
          </p:nvSpPr>
          <p:spPr>
            <a:xfrm>
              <a:off x="1066800" y="45720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Steering committee approves the future state.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2" name="node17"/>
          <p:cNvSpPr/>
          <p:nvPr/>
        </p:nvSpPr>
        <p:spPr>
          <a:xfrm>
            <a:off x="723900" y="5029200"/>
            <a:ext cx="3429000" cy="9525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88" name="node18"/>
          <p:cNvGrpSpPr/>
          <p:nvPr/>
        </p:nvGrpSpPr>
        <p:grpSpPr>
          <a:xfrm>
            <a:off x="723900" y="5143500"/>
            <a:ext cx="3429000" cy="139700"/>
            <a:chOff x="723900" y="5143500"/>
            <a:chExt cx="3429000" cy="139700"/>
          </a:xfrm>
        </p:grpSpPr>
        <p:sp>
          <p:nvSpPr>
            <p:cNvPr id="23" name="node18.text"/>
            <p:cNvSpPr/>
            <p:nvPr/>
          </p:nvSpPr>
          <p:spPr>
            <a:xfrm>
              <a:off x="723900" y="51435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EXIT CRITERIA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9" name="node19"/>
          <p:cNvGrpSpPr/>
          <p:nvPr/>
        </p:nvGrpSpPr>
        <p:grpSpPr>
          <a:xfrm>
            <a:off x="723900" y="5372100"/>
            <a:ext cx="3429000" cy="469900"/>
            <a:chOff x="723900" y="5372100"/>
            <a:chExt cx="3429000" cy="469900"/>
          </a:xfrm>
        </p:grpSpPr>
        <p:sp>
          <p:nvSpPr>
            <p:cNvPr id="24" name="node19.source-001.bullet"/>
            <p:cNvSpPr/>
            <p:nvPr/>
          </p:nvSpPr>
          <p:spPr>
            <a:xfrm>
              <a:off x="7239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19.source-001.text"/>
            <p:cNvSpPr/>
            <p:nvPr/>
          </p:nvSpPr>
          <p:spPr>
            <a:xfrm>
              <a:off x="876300" y="5372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Current state and design signed off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19.source-002.bullet"/>
            <p:cNvSpPr/>
            <p:nvPr/>
          </p:nvSpPr>
          <p:spPr>
            <a:xfrm>
              <a:off x="723900" y="5715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19.source-002.text"/>
            <p:cNvSpPr/>
            <p:nvPr/>
          </p:nvSpPr>
          <p:spPr>
            <a:xfrm>
              <a:off x="876300" y="5626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Business case approved by the CFO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8" name="node20"/>
          <p:cNvSpPr/>
          <p:nvPr/>
        </p:nvSpPr>
        <p:spPr>
          <a:xfrm>
            <a:off x="4381500" y="1600200"/>
            <a:ext cx="3429000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90" name="node21"/>
          <p:cNvGrpSpPr/>
          <p:nvPr/>
        </p:nvGrpSpPr>
        <p:grpSpPr>
          <a:xfrm>
            <a:off x="4381500" y="1739900"/>
            <a:ext cx="3429000" cy="139700"/>
            <a:chOff x="4381500" y="1739900"/>
            <a:chExt cx="3429000" cy="139700"/>
          </a:xfrm>
        </p:grpSpPr>
        <p:sp>
          <p:nvSpPr>
            <p:cNvPr id="29" name="node21.text"/>
            <p:cNvSpPr/>
            <p:nvPr/>
          </p:nvSpPr>
          <p:spPr>
            <a:xfrm>
              <a:off x="4381500" y="17399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2 · W8–W14 · 1 MAR – 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1" name="node22"/>
          <p:cNvGrpSpPr/>
          <p:nvPr/>
        </p:nvGrpSpPr>
        <p:grpSpPr>
          <a:xfrm>
            <a:off x="4381500" y="1917700"/>
            <a:ext cx="3429000" cy="266700"/>
            <a:chOff x="4381500" y="1917700"/>
            <a:chExt cx="3429000" cy="266700"/>
          </a:xfrm>
        </p:grpSpPr>
        <p:sp>
          <p:nvSpPr>
            <p:cNvPr id="30" name="node22.text"/>
            <p:cNvSpPr/>
            <p:nvPr/>
          </p:nvSpPr>
          <p:spPr>
            <a:xfrm>
              <a:off x="4381500" y="19177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and test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2" name="node23"/>
          <p:cNvGrpSpPr/>
          <p:nvPr/>
        </p:nvGrpSpPr>
        <p:grpSpPr>
          <a:xfrm>
            <a:off x="4470400" y="2819400"/>
            <a:ext cx="1" cy="1600200"/>
            <a:chOff x="4470400" y="2819400"/>
            <a:chExt cx="1" cy="1600200"/>
          </a:xfrm>
        </p:grpSpPr>
        <p:sp>
          <p:nvSpPr>
            <p:cNvPr id="31" name="node23.segment-1"/>
            <p:cNvSpPr/>
            <p:nvPr/>
          </p:nvSpPr>
          <p:spPr>
            <a:xfrm>
              <a:off x="4470400" y="2819400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93" name="node24"/>
          <p:cNvGrpSpPr/>
          <p:nvPr/>
        </p:nvGrpSpPr>
        <p:grpSpPr>
          <a:xfrm>
            <a:off x="4394200" y="2743200"/>
            <a:ext cx="152400" cy="152400"/>
            <a:chOff x="4394200" y="2743200"/>
            <a:chExt cx="152400" cy="152400"/>
          </a:xfrm>
        </p:grpSpPr>
        <p:sp>
          <p:nvSpPr>
            <p:cNvPr id="32" name="node24.marker"/>
            <p:cNvSpPr/>
            <p:nvPr/>
          </p:nvSpPr>
          <p:spPr>
            <a:xfrm>
              <a:off x="4394200" y="27432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4" name="node25"/>
          <p:cNvGrpSpPr/>
          <p:nvPr/>
        </p:nvGrpSpPr>
        <p:grpSpPr>
          <a:xfrm>
            <a:off x="4425950" y="2774950"/>
            <a:ext cx="88900" cy="88900"/>
            <a:chOff x="4425950" y="2774950"/>
            <a:chExt cx="88900" cy="88900"/>
          </a:xfrm>
        </p:grpSpPr>
        <p:sp>
          <p:nvSpPr>
            <p:cNvPr id="33" name="node25.marker"/>
            <p:cNvSpPr/>
            <p:nvPr/>
          </p:nvSpPr>
          <p:spPr>
            <a:xfrm>
              <a:off x="4425950" y="2774950"/>
              <a:ext cx="88900" cy="889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95" name="node26"/>
          <p:cNvGrpSpPr/>
          <p:nvPr/>
        </p:nvGrpSpPr>
        <p:grpSpPr>
          <a:xfrm>
            <a:off x="4724400" y="2540000"/>
            <a:ext cx="3086100" cy="139700"/>
            <a:chOff x="4724400" y="2540000"/>
            <a:chExt cx="3086100" cy="139700"/>
          </a:xfrm>
        </p:grpSpPr>
        <p:sp>
          <p:nvSpPr>
            <p:cNvPr id="34" name="node26.text"/>
            <p:cNvSpPr/>
            <p:nvPr/>
          </p:nvSpPr>
          <p:spPr>
            <a:xfrm>
              <a:off x="4724400" y="25400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C1 · 12 MAR · WEEK 9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6" name="node27"/>
          <p:cNvGrpSpPr/>
          <p:nvPr/>
        </p:nvGrpSpPr>
        <p:grpSpPr>
          <a:xfrm>
            <a:off x="4724400" y="2692400"/>
            <a:ext cx="3086100" cy="266700"/>
            <a:chOff x="4724400" y="2692400"/>
            <a:chExt cx="3086100" cy="266700"/>
          </a:xfrm>
        </p:grpSpPr>
        <p:sp>
          <p:nvSpPr>
            <p:cNvPr id="35" name="node27.text"/>
            <p:cNvSpPr/>
            <p:nvPr/>
          </p:nvSpPr>
          <p:spPr>
            <a:xfrm>
              <a:off x="4724400" y="26924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Configuration demo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7" name="node28"/>
          <p:cNvGrpSpPr/>
          <p:nvPr/>
        </p:nvGrpSpPr>
        <p:grpSpPr>
          <a:xfrm>
            <a:off x="4724400" y="2971800"/>
            <a:ext cx="3086100" cy="190500"/>
            <a:chOff x="4724400" y="2971800"/>
            <a:chExt cx="3086100" cy="190500"/>
          </a:xfrm>
        </p:grpSpPr>
        <p:sp>
          <p:nvSpPr>
            <p:cNvPr id="36" name="node28.text"/>
            <p:cNvSpPr/>
            <p:nvPr/>
          </p:nvSpPr>
          <p:spPr>
            <a:xfrm>
              <a:off x="4724400" y="29718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First workflows shown to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8" name="node29"/>
          <p:cNvGrpSpPr/>
          <p:nvPr/>
        </p:nvGrpSpPr>
        <p:grpSpPr>
          <a:xfrm>
            <a:off x="4381500" y="3530600"/>
            <a:ext cx="177800" cy="177800"/>
            <a:chOff x="4381500" y="3530600"/>
            <a:chExt cx="177800" cy="177800"/>
          </a:xfrm>
        </p:grpSpPr>
        <p:sp>
          <p:nvSpPr>
            <p:cNvPr id="37" name="node29.marker"/>
            <p:cNvSpPr/>
            <p:nvPr/>
          </p:nvSpPr>
          <p:spPr>
            <a:xfrm>
              <a:off x="4381500" y="35306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9" name="node30"/>
          <p:cNvGrpSpPr/>
          <p:nvPr/>
        </p:nvGrpSpPr>
        <p:grpSpPr>
          <a:xfrm>
            <a:off x="4724400" y="3340100"/>
            <a:ext cx="3086100" cy="139700"/>
            <a:chOff x="4724400" y="3340100"/>
            <a:chExt cx="3086100" cy="139700"/>
          </a:xfrm>
        </p:grpSpPr>
        <p:sp>
          <p:nvSpPr>
            <p:cNvPr id="38" name="node30.text"/>
            <p:cNvSpPr/>
            <p:nvPr/>
          </p:nvSpPr>
          <p:spPr>
            <a:xfrm>
              <a:off x="4724400" y="33401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M4 · 26 MAR · WEEK 11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0" name="node31"/>
          <p:cNvGrpSpPr/>
          <p:nvPr/>
        </p:nvGrpSpPr>
        <p:grpSpPr>
          <a:xfrm>
            <a:off x="4724400" y="3492500"/>
            <a:ext cx="3086100" cy="266700"/>
            <a:chOff x="4724400" y="3492500"/>
            <a:chExt cx="3086100" cy="266700"/>
          </a:xfrm>
        </p:grpSpPr>
        <p:sp>
          <p:nvSpPr>
            <p:cNvPr id="39" name="node31.text"/>
            <p:cNvSpPr/>
            <p:nvPr/>
          </p:nvSpPr>
          <p:spPr>
            <a:xfrm>
              <a:off x="4724400" y="34925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1" name="node32"/>
          <p:cNvGrpSpPr/>
          <p:nvPr/>
        </p:nvGrpSpPr>
        <p:grpSpPr>
          <a:xfrm>
            <a:off x="4724400" y="3771900"/>
            <a:ext cx="3086100" cy="190500"/>
            <a:chOff x="4724400" y="3771900"/>
            <a:chExt cx="3086100" cy="190500"/>
          </a:xfrm>
        </p:grpSpPr>
        <p:sp>
          <p:nvSpPr>
            <p:cNvPr id="40" name="node32.text"/>
            <p:cNvSpPr/>
            <p:nvPr/>
          </p:nvSpPr>
          <p:spPr>
            <a:xfrm>
              <a:off x="4724400" y="37719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2" name="node33"/>
          <p:cNvGrpSpPr/>
          <p:nvPr/>
        </p:nvGrpSpPr>
        <p:grpSpPr>
          <a:xfrm>
            <a:off x="4381500" y="4330700"/>
            <a:ext cx="177800" cy="177800"/>
            <a:chOff x="4381500" y="4330700"/>
            <a:chExt cx="177800" cy="177800"/>
          </a:xfrm>
        </p:grpSpPr>
        <p:sp>
          <p:nvSpPr>
            <p:cNvPr id="41" name="node33.marker"/>
            <p:cNvSpPr/>
            <p:nvPr/>
          </p:nvSpPr>
          <p:spPr>
            <a:xfrm>
              <a:off x="4381500" y="43307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03" name="node34"/>
          <p:cNvGrpSpPr/>
          <p:nvPr/>
        </p:nvGrpSpPr>
        <p:grpSpPr>
          <a:xfrm>
            <a:off x="4724400" y="4140200"/>
            <a:ext cx="3086100" cy="139700"/>
            <a:chOff x="4724400" y="4140200"/>
            <a:chExt cx="3086100" cy="139700"/>
          </a:xfrm>
        </p:grpSpPr>
        <p:sp>
          <p:nvSpPr>
            <p:cNvPr id="42" name="node34.text"/>
            <p:cNvSpPr/>
            <p:nvPr/>
          </p:nvSpPr>
          <p:spPr>
            <a:xfrm>
              <a:off x="4724400" y="41402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16 APR · WEEK 14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4" name="node35"/>
          <p:cNvGrpSpPr/>
          <p:nvPr/>
        </p:nvGrpSpPr>
        <p:grpSpPr>
          <a:xfrm>
            <a:off x="4724400" y="4292600"/>
            <a:ext cx="3086100" cy="266700"/>
            <a:chOff x="4724400" y="4292600"/>
            <a:chExt cx="3086100" cy="266700"/>
          </a:xfrm>
        </p:grpSpPr>
        <p:sp>
          <p:nvSpPr>
            <p:cNvPr id="43" name="node35.text"/>
            <p:cNvSpPr/>
            <p:nvPr/>
          </p:nvSpPr>
          <p:spPr>
            <a:xfrm>
              <a:off x="4724400" y="42926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5" name="node36"/>
          <p:cNvGrpSpPr/>
          <p:nvPr/>
        </p:nvGrpSpPr>
        <p:grpSpPr>
          <a:xfrm>
            <a:off x="4724400" y="4572000"/>
            <a:ext cx="3086100" cy="190500"/>
            <a:chOff x="4724400" y="4572000"/>
            <a:chExt cx="3086100" cy="190500"/>
          </a:xfrm>
        </p:grpSpPr>
        <p:sp>
          <p:nvSpPr>
            <p:cNvPr id="44" name="node36.text"/>
            <p:cNvSpPr/>
            <p:nvPr/>
          </p:nvSpPr>
          <p:spPr>
            <a:xfrm>
              <a:off x="4724400" y="45720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No open severity 1 or 2 defects remain.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45" name="node37"/>
          <p:cNvSpPr/>
          <p:nvPr/>
        </p:nvSpPr>
        <p:spPr>
          <a:xfrm>
            <a:off x="4381500" y="5029200"/>
            <a:ext cx="3429000" cy="9525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06" name="node38"/>
          <p:cNvGrpSpPr/>
          <p:nvPr/>
        </p:nvGrpSpPr>
        <p:grpSpPr>
          <a:xfrm>
            <a:off x="4381500" y="5143500"/>
            <a:ext cx="3429000" cy="139700"/>
            <a:chOff x="4381500" y="5143500"/>
            <a:chExt cx="3429000" cy="139700"/>
          </a:xfrm>
        </p:grpSpPr>
        <p:sp>
          <p:nvSpPr>
            <p:cNvPr id="46" name="node38.text"/>
            <p:cNvSpPr/>
            <p:nvPr/>
          </p:nvSpPr>
          <p:spPr>
            <a:xfrm>
              <a:off x="4381500" y="51435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EXIT CRITERIA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7" name="node39"/>
          <p:cNvGrpSpPr/>
          <p:nvPr/>
        </p:nvGrpSpPr>
        <p:grpSpPr>
          <a:xfrm>
            <a:off x="4381500" y="5372100"/>
            <a:ext cx="3429000" cy="469900"/>
            <a:chOff x="4381500" y="5372100"/>
            <a:chExt cx="3429000" cy="469900"/>
          </a:xfrm>
        </p:grpSpPr>
        <p:sp>
          <p:nvSpPr>
            <p:cNvPr id="47" name="node39.source-001.bullet"/>
            <p:cNvSpPr/>
            <p:nvPr/>
          </p:nvSpPr>
          <p:spPr>
            <a:xfrm>
              <a:off x="43815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39.source-001.text"/>
            <p:cNvSpPr/>
            <p:nvPr/>
          </p:nvSpPr>
          <p:spPr>
            <a:xfrm>
              <a:off x="4533900" y="5372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Every critical UAT script passed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39.source-002.bullet"/>
            <p:cNvSpPr/>
            <p:nvPr/>
          </p:nvSpPr>
          <p:spPr>
            <a:xfrm>
              <a:off x="4381500" y="5715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39.source-002.text"/>
            <p:cNvSpPr/>
            <p:nvPr/>
          </p:nvSpPr>
          <p:spPr>
            <a:xfrm>
              <a:off x="4533900" y="5626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Cutover runbook rehearsed end to end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51" name="node40"/>
          <p:cNvSpPr/>
          <p:nvPr/>
        </p:nvSpPr>
        <p:spPr>
          <a:xfrm>
            <a:off x="8039100" y="1600200"/>
            <a:ext cx="3429000" cy="381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08" name="node41"/>
          <p:cNvGrpSpPr/>
          <p:nvPr/>
        </p:nvGrpSpPr>
        <p:grpSpPr>
          <a:xfrm>
            <a:off x="8039100" y="1739900"/>
            <a:ext cx="3429000" cy="139700"/>
            <a:chOff x="8039100" y="1739900"/>
            <a:chExt cx="3429000" cy="139700"/>
          </a:xfrm>
        </p:grpSpPr>
        <p:sp>
          <p:nvSpPr>
            <p:cNvPr id="52" name="node41.text"/>
            <p:cNvSpPr/>
            <p:nvPr/>
          </p:nvSpPr>
          <p:spPr>
            <a:xfrm>
              <a:off x="8039100" y="17399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3 · W15–W24 · 19 APR – 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9" name="node42"/>
          <p:cNvGrpSpPr/>
          <p:nvPr/>
        </p:nvGrpSpPr>
        <p:grpSpPr>
          <a:xfrm>
            <a:off x="8039100" y="1917700"/>
            <a:ext cx="3429000" cy="266700"/>
            <a:chOff x="8039100" y="1917700"/>
            <a:chExt cx="3429000" cy="266700"/>
          </a:xfrm>
        </p:grpSpPr>
        <p:sp>
          <p:nvSpPr>
            <p:cNvPr id="53" name="node42.text"/>
            <p:cNvSpPr/>
            <p:nvPr/>
          </p:nvSpPr>
          <p:spPr>
            <a:xfrm>
              <a:off x="8039100" y="19177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Deploy and stabilize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0" name="node43"/>
          <p:cNvGrpSpPr/>
          <p:nvPr/>
        </p:nvGrpSpPr>
        <p:grpSpPr>
          <a:xfrm>
            <a:off x="8128000" y="2819400"/>
            <a:ext cx="1" cy="1600200"/>
            <a:chOff x="8128000" y="2819400"/>
            <a:chExt cx="1" cy="1600200"/>
          </a:xfrm>
        </p:grpSpPr>
        <p:sp>
          <p:nvSpPr>
            <p:cNvPr id="54" name="node43.segment-1"/>
            <p:cNvSpPr/>
            <p:nvPr/>
          </p:nvSpPr>
          <p:spPr>
            <a:xfrm>
              <a:off x="8128000" y="2819400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111" name="node44"/>
          <p:cNvGrpSpPr/>
          <p:nvPr/>
        </p:nvGrpSpPr>
        <p:grpSpPr>
          <a:xfrm>
            <a:off x="8039100" y="2730500"/>
            <a:ext cx="177800" cy="177800"/>
            <a:chOff x="8039100" y="2730500"/>
            <a:chExt cx="177800" cy="177800"/>
          </a:xfrm>
        </p:grpSpPr>
        <p:sp>
          <p:nvSpPr>
            <p:cNvPr id="55" name="node44.marker"/>
            <p:cNvSpPr/>
            <p:nvPr/>
          </p:nvSpPr>
          <p:spPr>
            <a:xfrm>
              <a:off x="8039100" y="2730500"/>
              <a:ext cx="177800" cy="177800"/>
            </a:xfrm>
            <a:prstGeom prst="diamond">
              <a:avLst/>
            </a:prstGeom>
            <a:solidFill>
              <a:srgbClr val="F900D3"/>
            </a:solidFill>
            <a:ln>
              <a:noFill/>
            </a:ln>
          </p:spPr>
        </p:sp>
      </p:grpSp>
      <p:grpSp>
        <p:nvGrpSpPr>
          <p:cNvPr id="112" name="node45"/>
          <p:cNvGrpSpPr/>
          <p:nvPr/>
        </p:nvGrpSpPr>
        <p:grpSpPr>
          <a:xfrm>
            <a:off x="8382000" y="2540000"/>
            <a:ext cx="3086100" cy="139700"/>
            <a:chOff x="8382000" y="2540000"/>
            <a:chExt cx="3086100" cy="139700"/>
          </a:xfrm>
        </p:grpSpPr>
        <p:sp>
          <p:nvSpPr>
            <p:cNvPr id="56" name="node45.text"/>
            <p:cNvSpPr/>
            <p:nvPr/>
          </p:nvSpPr>
          <p:spPr>
            <a:xfrm>
              <a:off x="8382000" y="25400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M6 · 30 APR · WEEK 16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3" name="node46"/>
          <p:cNvGrpSpPr/>
          <p:nvPr/>
        </p:nvGrpSpPr>
        <p:grpSpPr>
          <a:xfrm>
            <a:off x="8382000" y="2692400"/>
            <a:ext cx="3086100" cy="266700"/>
            <a:chOff x="8382000" y="2692400"/>
            <a:chExt cx="3086100" cy="266700"/>
          </a:xfrm>
        </p:grpSpPr>
        <p:sp>
          <p:nvSpPr>
            <p:cNvPr id="57" name="node46.text"/>
            <p:cNvSpPr/>
            <p:nvPr/>
          </p:nvSpPr>
          <p:spPr>
            <a:xfrm>
              <a:off x="8382000" y="26924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4" name="node47"/>
          <p:cNvGrpSpPr/>
          <p:nvPr/>
        </p:nvGrpSpPr>
        <p:grpSpPr>
          <a:xfrm>
            <a:off x="8382000" y="2971800"/>
            <a:ext cx="3086100" cy="190500"/>
            <a:chOff x="8382000" y="2971800"/>
            <a:chExt cx="3086100" cy="190500"/>
          </a:xfrm>
        </p:grpSpPr>
        <p:sp>
          <p:nvSpPr>
            <p:cNvPr id="58" name="node47.text"/>
            <p:cNvSpPr/>
            <p:nvPr/>
          </p:nvSpPr>
          <p:spPr>
            <a:xfrm>
              <a:off x="8382000" y="29718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Central scheduling and two hospitals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5" name="node48"/>
          <p:cNvGrpSpPr/>
          <p:nvPr/>
        </p:nvGrpSpPr>
        <p:grpSpPr>
          <a:xfrm>
            <a:off x="8039100" y="3530600"/>
            <a:ext cx="177800" cy="177800"/>
            <a:chOff x="8039100" y="3530600"/>
            <a:chExt cx="177800" cy="177800"/>
          </a:xfrm>
        </p:grpSpPr>
        <p:sp>
          <p:nvSpPr>
            <p:cNvPr id="59" name="node48.marker"/>
            <p:cNvSpPr/>
            <p:nvPr/>
          </p:nvSpPr>
          <p:spPr>
            <a:xfrm>
              <a:off x="8039100" y="35306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16" name="node49"/>
          <p:cNvGrpSpPr/>
          <p:nvPr/>
        </p:nvGrpSpPr>
        <p:grpSpPr>
          <a:xfrm>
            <a:off x="8382000" y="3340100"/>
            <a:ext cx="3086100" cy="139700"/>
            <a:chOff x="8382000" y="3340100"/>
            <a:chExt cx="3086100" cy="139700"/>
          </a:xfrm>
        </p:grpSpPr>
        <p:sp>
          <p:nvSpPr>
            <p:cNvPr id="60" name="node49.text"/>
            <p:cNvSpPr/>
            <p:nvPr/>
          </p:nvSpPr>
          <p:spPr>
            <a:xfrm>
              <a:off x="8382000" y="33401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M7 · 28 MAY · WEEK 20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7" name="node50"/>
          <p:cNvGrpSpPr/>
          <p:nvPr/>
        </p:nvGrpSpPr>
        <p:grpSpPr>
          <a:xfrm>
            <a:off x="8382000" y="3492500"/>
            <a:ext cx="3086100" cy="266700"/>
            <a:chOff x="8382000" y="3492500"/>
            <a:chExt cx="3086100" cy="266700"/>
          </a:xfrm>
        </p:grpSpPr>
        <p:sp>
          <p:nvSpPr>
            <p:cNvPr id="61" name="node50.text"/>
            <p:cNvSpPr/>
            <p:nvPr/>
          </p:nvSpPr>
          <p:spPr>
            <a:xfrm>
              <a:off x="8382000" y="34925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8" name="node51"/>
          <p:cNvGrpSpPr/>
          <p:nvPr/>
        </p:nvGrpSpPr>
        <p:grpSpPr>
          <a:xfrm>
            <a:off x="8382000" y="3771900"/>
            <a:ext cx="3086100" cy="190500"/>
            <a:chOff x="8382000" y="3771900"/>
            <a:chExt cx="3086100" cy="190500"/>
          </a:xfrm>
        </p:grpSpPr>
        <p:sp>
          <p:nvSpPr>
            <p:cNvPr id="62" name="node51.text"/>
            <p:cNvSpPr/>
            <p:nvPr/>
          </p:nvSpPr>
          <p:spPr>
            <a:xfrm>
              <a:off x="8382000" y="37719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Remaining hospitals and clinics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9" name="node52"/>
          <p:cNvGrpSpPr/>
          <p:nvPr/>
        </p:nvGrpSpPr>
        <p:grpSpPr>
          <a:xfrm>
            <a:off x="8039100" y="4330700"/>
            <a:ext cx="177800" cy="177800"/>
            <a:chOff x="8039100" y="4330700"/>
            <a:chExt cx="177800" cy="177800"/>
          </a:xfrm>
        </p:grpSpPr>
        <p:sp>
          <p:nvSpPr>
            <p:cNvPr id="63" name="node52.marker"/>
            <p:cNvSpPr/>
            <p:nvPr/>
          </p:nvSpPr>
          <p:spPr>
            <a:xfrm>
              <a:off x="8039100" y="43307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20" name="node53"/>
          <p:cNvGrpSpPr/>
          <p:nvPr/>
        </p:nvGrpSpPr>
        <p:grpSpPr>
          <a:xfrm>
            <a:off x="8382000" y="4140200"/>
            <a:ext cx="3086100" cy="139700"/>
            <a:chOff x="8382000" y="4140200"/>
            <a:chExt cx="3086100" cy="139700"/>
          </a:xfrm>
        </p:grpSpPr>
        <p:sp>
          <p:nvSpPr>
            <p:cNvPr id="64" name="node53.text"/>
            <p:cNvSpPr/>
            <p:nvPr/>
          </p:nvSpPr>
          <p:spPr>
            <a:xfrm>
              <a:off x="8382000" y="4140200"/>
              <a:ext cx="3086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M8 · 25 JUN · WEEK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1" name="node54"/>
          <p:cNvGrpSpPr/>
          <p:nvPr/>
        </p:nvGrpSpPr>
        <p:grpSpPr>
          <a:xfrm>
            <a:off x="8382000" y="4292600"/>
            <a:ext cx="3086100" cy="266700"/>
            <a:chOff x="8382000" y="4292600"/>
            <a:chExt cx="3086100" cy="266700"/>
          </a:xfrm>
        </p:grpSpPr>
        <p:sp>
          <p:nvSpPr>
            <p:cNvPr id="65" name="node54.text"/>
            <p:cNvSpPr/>
            <p:nvPr/>
          </p:nvSpPr>
          <p:spPr>
            <a:xfrm>
              <a:off x="8382000" y="4292600"/>
              <a:ext cx="3086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2" name="node55"/>
          <p:cNvGrpSpPr/>
          <p:nvPr/>
        </p:nvGrpSpPr>
        <p:grpSpPr>
          <a:xfrm>
            <a:off x="8382000" y="4572000"/>
            <a:ext cx="3086100" cy="190500"/>
            <a:chOff x="8382000" y="4572000"/>
            <a:chExt cx="3086100" cy="190500"/>
          </a:xfrm>
        </p:grpSpPr>
        <p:sp>
          <p:nvSpPr>
            <p:cNvPr id="66" name="node55.text"/>
            <p:cNvSpPr/>
            <p:nvPr/>
          </p:nvSpPr>
          <p:spPr>
            <a:xfrm>
              <a:off x="8382000" y="4572000"/>
              <a:ext cx="3086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Support handed to Northfield teams.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67" name="node56"/>
          <p:cNvSpPr/>
          <p:nvPr/>
        </p:nvSpPr>
        <p:spPr>
          <a:xfrm>
            <a:off x="8039100" y="5029200"/>
            <a:ext cx="3429000" cy="9525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grpSp>
        <p:nvGrpSpPr>
          <p:cNvPr id="123" name="node57"/>
          <p:cNvGrpSpPr/>
          <p:nvPr/>
        </p:nvGrpSpPr>
        <p:grpSpPr>
          <a:xfrm>
            <a:off x="8039100" y="5143500"/>
            <a:ext cx="3429000" cy="139700"/>
            <a:chOff x="8039100" y="5143500"/>
            <a:chExt cx="3429000" cy="139700"/>
          </a:xfrm>
        </p:grpSpPr>
        <p:sp>
          <p:nvSpPr>
            <p:cNvPr id="68" name="node57.text"/>
            <p:cNvSpPr/>
            <p:nvPr/>
          </p:nvSpPr>
          <p:spPr>
            <a:xfrm>
              <a:off x="8039100" y="51435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EXIT CRITERIA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4" name="node58"/>
          <p:cNvGrpSpPr/>
          <p:nvPr/>
        </p:nvGrpSpPr>
        <p:grpSpPr>
          <a:xfrm>
            <a:off x="8039100" y="5372100"/>
            <a:ext cx="3429000" cy="469900"/>
            <a:chOff x="8039100" y="5372100"/>
            <a:chExt cx="3429000" cy="469900"/>
          </a:xfrm>
        </p:grpSpPr>
        <p:sp>
          <p:nvSpPr>
            <p:cNvPr id="69" name="node58.source-001.bullet"/>
            <p:cNvSpPr/>
            <p:nvPr/>
          </p:nvSpPr>
          <p:spPr>
            <a:xfrm>
              <a:off x="80391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58.source-001.text"/>
            <p:cNvSpPr/>
            <p:nvPr/>
          </p:nvSpPr>
          <p:spPr>
            <a:xfrm>
              <a:off x="8191500" y="5372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Both waves live at every site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1" name="node58.source-002.bullet"/>
            <p:cNvSpPr/>
            <p:nvPr/>
          </p:nvSpPr>
          <p:spPr>
            <a:xfrm>
              <a:off x="8039100" y="5715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2" name="node58.source-002.text"/>
            <p:cNvSpPr/>
            <p:nvPr/>
          </p:nvSpPr>
          <p:spPr>
            <a:xfrm>
              <a:off x="8191500" y="5626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KPIs stable for four weeks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PROGRAM CALENDAR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milestones land in February and two in April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6" name="node01"/>
          <p:cNvGrpSpPr/>
          <p:nvPr/>
        </p:nvGrpSpPr>
        <p:grpSpPr>
          <a:xfrm>
            <a:off x="723900" y="1600200"/>
            <a:ext cx="1600200" cy="558800"/>
            <a:chOff x="723900" y="1600200"/>
            <a:chExt cx="1600200" cy="558800"/>
          </a:xfrm>
        </p:grpSpPr>
        <p:sp>
          <p:nvSpPr>
            <p:cNvPr id="6" name="node01.rule"/>
            <p:cNvSpPr/>
            <p:nvPr/>
          </p:nvSpPr>
          <p:spPr>
            <a:xfrm>
              <a:off x="723900" y="1600200"/>
              <a:ext cx="16002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" name="node01.label"/>
            <p:cNvSpPr/>
            <p:nvPr/>
          </p:nvSpPr>
          <p:spPr>
            <a:xfrm>
              <a:off x="723900" y="1752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Q1 · W1–W3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" name="node01.title"/>
            <p:cNvSpPr/>
            <p:nvPr/>
          </p:nvSpPr>
          <p:spPr>
            <a:xfrm>
              <a:off x="723900" y="18923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January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7" name="node02"/>
          <p:cNvGrpSpPr/>
          <p:nvPr/>
        </p:nvGrpSpPr>
        <p:grpSpPr>
          <a:xfrm>
            <a:off x="723900" y="2438400"/>
            <a:ext cx="152400" cy="152400"/>
            <a:chOff x="723900" y="2438400"/>
            <a:chExt cx="152400" cy="152400"/>
          </a:xfrm>
        </p:grpSpPr>
        <p:sp>
          <p:nvSpPr>
            <p:cNvPr id="9" name="node02.marker"/>
            <p:cNvSpPr/>
            <p:nvPr/>
          </p:nvSpPr>
          <p:spPr>
            <a:xfrm>
              <a:off x="723900" y="2438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8" name="node03"/>
          <p:cNvGrpSpPr/>
          <p:nvPr/>
        </p:nvGrpSpPr>
        <p:grpSpPr>
          <a:xfrm>
            <a:off x="952500" y="2438400"/>
            <a:ext cx="1371600" cy="139700"/>
            <a:chOff x="952500" y="2438400"/>
            <a:chExt cx="1371600" cy="139700"/>
          </a:xfrm>
        </p:grpSpPr>
        <p:sp>
          <p:nvSpPr>
            <p:cNvPr id="10" name="node03.text"/>
            <p:cNvSpPr/>
            <p:nvPr/>
          </p:nvSpPr>
          <p:spPr>
            <a:xfrm>
              <a:off x="952500" y="24384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M1 · 22 JAN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9" name="node04"/>
          <p:cNvGrpSpPr/>
          <p:nvPr/>
        </p:nvGrpSpPr>
        <p:grpSpPr>
          <a:xfrm>
            <a:off x="723900" y="2628900"/>
            <a:ext cx="1600200" cy="533400"/>
            <a:chOff x="723900" y="2628900"/>
            <a:chExt cx="1600200" cy="533400"/>
          </a:xfrm>
        </p:grpSpPr>
        <p:sp>
          <p:nvSpPr>
            <p:cNvPr id="11" name="node04.text"/>
            <p:cNvSpPr/>
            <p:nvPr/>
          </p:nvSpPr>
          <p:spPr>
            <a:xfrm>
              <a:off x="723900" y="2628900"/>
              <a:ext cx="1600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0" name="node05"/>
          <p:cNvGrpSpPr/>
          <p:nvPr/>
        </p:nvGrpSpPr>
        <p:grpSpPr>
          <a:xfrm>
            <a:off x="723900" y="3238500"/>
            <a:ext cx="1600200" cy="571500"/>
            <a:chOff x="723900" y="3238500"/>
            <a:chExt cx="1600200" cy="571500"/>
          </a:xfrm>
        </p:grpSpPr>
        <p:sp>
          <p:nvSpPr>
            <p:cNvPr id="12" name="node05.text"/>
            <p:cNvSpPr/>
            <p:nvPr/>
          </p:nvSpPr>
          <p:spPr>
            <a:xfrm>
              <a:off x="723900" y="3238500"/>
              <a:ext cx="16002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Team, governance and plan in place; steering committee chartered.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06"/>
          <p:cNvGrpSpPr/>
          <p:nvPr/>
        </p:nvGrpSpPr>
        <p:grpSpPr>
          <a:xfrm>
            <a:off x="723900" y="3886200"/>
            <a:ext cx="1600200" cy="139700"/>
            <a:chOff x="723900" y="3886200"/>
            <a:chExt cx="1600200" cy="139700"/>
          </a:xfrm>
        </p:grpSpPr>
        <p:sp>
          <p:nvSpPr>
            <p:cNvPr id="13" name="node06.text"/>
            <p:cNvSpPr/>
            <p:nvPr/>
          </p:nvSpPr>
          <p:spPr>
            <a:xfrm>
              <a:off x="723900" y="38862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PMO LEAD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4" name="node07"/>
          <p:cNvSpPr/>
          <p:nvPr/>
        </p:nvSpPr>
        <p:spPr>
          <a:xfrm>
            <a:off x="723900" y="4229100"/>
            <a:ext cx="1600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2" name="node08"/>
          <p:cNvGrpSpPr/>
          <p:nvPr/>
        </p:nvGrpSpPr>
        <p:grpSpPr>
          <a:xfrm>
            <a:off x="723900" y="4343400"/>
            <a:ext cx="1600200" cy="139700"/>
            <a:chOff x="723900" y="4343400"/>
            <a:chExt cx="1600200" cy="139700"/>
          </a:xfrm>
        </p:grpSpPr>
        <p:sp>
          <p:nvSpPr>
            <p:cNvPr id="15" name="node08.text"/>
            <p:cNvSpPr/>
            <p:nvPr/>
          </p:nvSpPr>
          <p:spPr>
            <a:xfrm>
              <a:off x="723900" y="43434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3" name="node09"/>
          <p:cNvGrpSpPr/>
          <p:nvPr/>
        </p:nvGrpSpPr>
        <p:grpSpPr>
          <a:xfrm>
            <a:off x="723900" y="4533900"/>
            <a:ext cx="1600200" cy="469900"/>
            <a:chOff x="723900" y="4533900"/>
            <a:chExt cx="1600200" cy="469900"/>
          </a:xfrm>
        </p:grpSpPr>
        <p:sp>
          <p:nvSpPr>
            <p:cNvPr id="16" name="node09.source-001.bullet"/>
            <p:cNvSpPr/>
            <p:nvPr/>
          </p:nvSpPr>
          <p:spPr>
            <a:xfrm>
              <a:off x="723900" y="4622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9.source-001.text"/>
            <p:cNvSpPr/>
            <p:nvPr/>
          </p:nvSpPr>
          <p:spPr>
            <a:xfrm>
              <a:off x="876300" y="4533900"/>
              <a:ext cx="1447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Mobilization plan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8" name="node09.source-002.bullet"/>
            <p:cNvSpPr/>
            <p:nvPr/>
          </p:nvSpPr>
          <p:spPr>
            <a:xfrm>
              <a:off x="723900" y="4876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" name="node09.source-002.text"/>
            <p:cNvSpPr/>
            <p:nvPr/>
          </p:nvSpPr>
          <p:spPr>
            <a:xfrm>
              <a:off x="876300" y="4787900"/>
              <a:ext cx="1447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Governance charter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4" name="node10"/>
          <p:cNvGrpSpPr/>
          <p:nvPr/>
        </p:nvGrpSpPr>
        <p:grpSpPr>
          <a:xfrm>
            <a:off x="2552700" y="1600200"/>
            <a:ext cx="1600200" cy="558800"/>
            <a:chOff x="2552700" y="1600200"/>
            <a:chExt cx="1600200" cy="558800"/>
          </a:xfrm>
        </p:grpSpPr>
        <p:sp>
          <p:nvSpPr>
            <p:cNvPr id="20" name="node10.rule"/>
            <p:cNvSpPr/>
            <p:nvPr/>
          </p:nvSpPr>
          <p:spPr>
            <a:xfrm>
              <a:off x="2552700" y="1600200"/>
              <a:ext cx="16002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10.label"/>
            <p:cNvSpPr/>
            <p:nvPr/>
          </p:nvSpPr>
          <p:spPr>
            <a:xfrm>
              <a:off x="2552700" y="1752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Q1 · W4–W7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10.title"/>
            <p:cNvSpPr/>
            <p:nvPr/>
          </p:nvSpPr>
          <p:spPr>
            <a:xfrm>
              <a:off x="2552700" y="18923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February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5" name="node11"/>
          <p:cNvGrpSpPr/>
          <p:nvPr/>
        </p:nvGrpSpPr>
        <p:grpSpPr>
          <a:xfrm>
            <a:off x="2552700" y="2438400"/>
            <a:ext cx="152400" cy="152400"/>
            <a:chOff x="2552700" y="2438400"/>
            <a:chExt cx="152400" cy="152400"/>
          </a:xfrm>
        </p:grpSpPr>
        <p:sp>
          <p:nvSpPr>
            <p:cNvPr id="23" name="node11.marker"/>
            <p:cNvSpPr/>
            <p:nvPr/>
          </p:nvSpPr>
          <p:spPr>
            <a:xfrm>
              <a:off x="2552700" y="2438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6" name="node12"/>
          <p:cNvGrpSpPr/>
          <p:nvPr/>
        </p:nvGrpSpPr>
        <p:grpSpPr>
          <a:xfrm>
            <a:off x="2781300" y="2438400"/>
            <a:ext cx="1371600" cy="139700"/>
            <a:chOff x="2781300" y="2438400"/>
            <a:chExt cx="1371600" cy="139700"/>
          </a:xfrm>
        </p:grpSpPr>
        <p:sp>
          <p:nvSpPr>
            <p:cNvPr id="24" name="node12.text"/>
            <p:cNvSpPr/>
            <p:nvPr/>
          </p:nvSpPr>
          <p:spPr>
            <a:xfrm>
              <a:off x="2781300" y="24384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M2 · 5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7" name="node13"/>
          <p:cNvGrpSpPr/>
          <p:nvPr/>
        </p:nvGrpSpPr>
        <p:grpSpPr>
          <a:xfrm>
            <a:off x="2552700" y="2628900"/>
            <a:ext cx="1600200" cy="533400"/>
            <a:chOff x="2552700" y="2628900"/>
            <a:chExt cx="1600200" cy="533400"/>
          </a:xfrm>
        </p:grpSpPr>
        <p:sp>
          <p:nvSpPr>
            <p:cNvPr id="25" name="node13.text"/>
            <p:cNvSpPr/>
            <p:nvPr/>
          </p:nvSpPr>
          <p:spPr>
            <a:xfrm>
              <a:off x="2552700" y="2628900"/>
              <a:ext cx="1600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8" name="node14"/>
          <p:cNvGrpSpPr/>
          <p:nvPr/>
        </p:nvGrpSpPr>
        <p:grpSpPr>
          <a:xfrm>
            <a:off x="2552700" y="3238500"/>
            <a:ext cx="1600200" cy="381000"/>
            <a:chOff x="2552700" y="3238500"/>
            <a:chExt cx="1600200" cy="381000"/>
          </a:xfrm>
        </p:grpSpPr>
        <p:sp>
          <p:nvSpPr>
            <p:cNvPr id="26" name="node14.text"/>
            <p:cNvSpPr/>
            <p:nvPr/>
          </p:nvSpPr>
          <p:spPr>
            <a:xfrm>
              <a:off x="2552700" y="32385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 agreed with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9" name="node15"/>
          <p:cNvGrpSpPr/>
          <p:nvPr/>
        </p:nvGrpSpPr>
        <p:grpSpPr>
          <a:xfrm>
            <a:off x="2552700" y="3695700"/>
            <a:ext cx="1600200" cy="139700"/>
            <a:chOff x="2552700" y="3695700"/>
            <a:chExt cx="1600200" cy="139700"/>
          </a:xfrm>
        </p:grpSpPr>
        <p:sp>
          <p:nvSpPr>
            <p:cNvPr id="27" name="node15.text"/>
            <p:cNvSpPr/>
            <p:nvPr/>
          </p:nvSpPr>
          <p:spPr>
            <a:xfrm>
              <a:off x="2552700" y="36957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VP PATIENT ACCESS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28" name="node16"/>
          <p:cNvSpPr/>
          <p:nvPr/>
        </p:nvSpPr>
        <p:spPr>
          <a:xfrm>
            <a:off x="2552700" y="4076700"/>
            <a:ext cx="1600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00" name="node17"/>
          <p:cNvGrpSpPr/>
          <p:nvPr/>
        </p:nvGrpSpPr>
        <p:grpSpPr>
          <a:xfrm>
            <a:off x="2552700" y="4229100"/>
            <a:ext cx="152400" cy="152400"/>
            <a:chOff x="2552700" y="4229100"/>
            <a:chExt cx="152400" cy="152400"/>
          </a:xfrm>
        </p:grpSpPr>
        <p:sp>
          <p:nvSpPr>
            <p:cNvPr id="29" name="node17.marker"/>
            <p:cNvSpPr/>
            <p:nvPr/>
          </p:nvSpPr>
          <p:spPr>
            <a:xfrm>
              <a:off x="2552700" y="42291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01" name="node18"/>
          <p:cNvGrpSpPr/>
          <p:nvPr/>
        </p:nvGrpSpPr>
        <p:grpSpPr>
          <a:xfrm>
            <a:off x="2781300" y="4229100"/>
            <a:ext cx="1371600" cy="139700"/>
            <a:chOff x="2781300" y="4229100"/>
            <a:chExt cx="1371600" cy="139700"/>
          </a:xfrm>
        </p:grpSpPr>
        <p:sp>
          <p:nvSpPr>
            <p:cNvPr id="30" name="node18.text"/>
            <p:cNvSpPr/>
            <p:nvPr/>
          </p:nvSpPr>
          <p:spPr>
            <a:xfrm>
              <a:off x="2781300" y="42291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M3 · 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2" name="node19"/>
          <p:cNvGrpSpPr/>
          <p:nvPr/>
        </p:nvGrpSpPr>
        <p:grpSpPr>
          <a:xfrm>
            <a:off x="2552700" y="4419600"/>
            <a:ext cx="1600200" cy="266700"/>
            <a:chOff x="2552700" y="4419600"/>
            <a:chExt cx="1600200" cy="266700"/>
          </a:xfrm>
        </p:grpSpPr>
        <p:sp>
          <p:nvSpPr>
            <p:cNvPr id="31" name="node19.text"/>
            <p:cNvSpPr/>
            <p:nvPr/>
          </p:nvSpPr>
          <p:spPr>
            <a:xfrm>
              <a:off x="2552700" y="44196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3" name="node20"/>
          <p:cNvGrpSpPr/>
          <p:nvPr/>
        </p:nvGrpSpPr>
        <p:grpSpPr>
          <a:xfrm>
            <a:off x="2552700" y="4762500"/>
            <a:ext cx="1600200" cy="571500"/>
            <a:chOff x="2552700" y="4762500"/>
            <a:chExt cx="1600200" cy="571500"/>
          </a:xfrm>
        </p:grpSpPr>
        <p:sp>
          <p:nvSpPr>
            <p:cNvPr id="32" name="node20.text"/>
            <p:cNvSpPr/>
            <p:nvPr/>
          </p:nvSpPr>
          <p:spPr>
            <a:xfrm>
              <a:off x="2552700" y="4762500"/>
              <a:ext cx="16002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Steering committee approves the future state.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4" name="node21"/>
          <p:cNvGrpSpPr/>
          <p:nvPr/>
        </p:nvGrpSpPr>
        <p:grpSpPr>
          <a:xfrm>
            <a:off x="2552700" y="5410200"/>
            <a:ext cx="1600200" cy="139700"/>
            <a:chOff x="2552700" y="5410200"/>
            <a:chExt cx="1600200" cy="139700"/>
          </a:xfrm>
        </p:grpSpPr>
        <p:sp>
          <p:nvSpPr>
            <p:cNvPr id="33" name="node21.text"/>
            <p:cNvSpPr/>
            <p:nvPr/>
          </p:nvSpPr>
          <p:spPr>
            <a:xfrm>
              <a:off x="2552700" y="54102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STEERING COMMITTEE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5" name="node22"/>
          <p:cNvGrpSpPr/>
          <p:nvPr/>
        </p:nvGrpSpPr>
        <p:grpSpPr>
          <a:xfrm>
            <a:off x="4381500" y="1600200"/>
            <a:ext cx="1600200" cy="558800"/>
            <a:chOff x="4381500" y="1600200"/>
            <a:chExt cx="1600200" cy="558800"/>
          </a:xfrm>
        </p:grpSpPr>
        <p:sp>
          <p:nvSpPr>
            <p:cNvPr id="34" name="node22.rule"/>
            <p:cNvSpPr/>
            <p:nvPr/>
          </p:nvSpPr>
          <p:spPr>
            <a:xfrm>
              <a:off x="4381500" y="1600200"/>
              <a:ext cx="16002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22.label"/>
            <p:cNvSpPr/>
            <p:nvPr/>
          </p:nvSpPr>
          <p:spPr>
            <a:xfrm>
              <a:off x="4381500" y="1752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Q1 · W8–W12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22.title"/>
            <p:cNvSpPr/>
            <p:nvPr/>
          </p:nvSpPr>
          <p:spPr>
            <a:xfrm>
              <a:off x="4381500" y="18923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March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6" name="node23"/>
          <p:cNvGrpSpPr/>
          <p:nvPr/>
        </p:nvGrpSpPr>
        <p:grpSpPr>
          <a:xfrm>
            <a:off x="4381500" y="2438400"/>
            <a:ext cx="152400" cy="152400"/>
            <a:chOff x="4381500" y="2438400"/>
            <a:chExt cx="152400" cy="152400"/>
          </a:xfrm>
        </p:grpSpPr>
        <p:sp>
          <p:nvSpPr>
            <p:cNvPr id="37" name="node23.marker"/>
            <p:cNvSpPr/>
            <p:nvPr/>
          </p:nvSpPr>
          <p:spPr>
            <a:xfrm>
              <a:off x="4381500" y="2438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07" name="node24"/>
          <p:cNvGrpSpPr/>
          <p:nvPr/>
        </p:nvGrpSpPr>
        <p:grpSpPr>
          <a:xfrm>
            <a:off x="4610100" y="2438400"/>
            <a:ext cx="1371600" cy="139700"/>
            <a:chOff x="4610100" y="2438400"/>
            <a:chExt cx="1371600" cy="139700"/>
          </a:xfrm>
        </p:grpSpPr>
        <p:sp>
          <p:nvSpPr>
            <p:cNvPr id="38" name="node24.text"/>
            <p:cNvSpPr/>
            <p:nvPr/>
          </p:nvSpPr>
          <p:spPr>
            <a:xfrm>
              <a:off x="4610100" y="24384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M4 · 26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8" name="node25"/>
          <p:cNvGrpSpPr/>
          <p:nvPr/>
        </p:nvGrpSpPr>
        <p:grpSpPr>
          <a:xfrm>
            <a:off x="4381500" y="2628900"/>
            <a:ext cx="1600200" cy="266700"/>
            <a:chOff x="4381500" y="2628900"/>
            <a:chExt cx="1600200" cy="266700"/>
          </a:xfrm>
        </p:grpSpPr>
        <p:sp>
          <p:nvSpPr>
            <p:cNvPr id="39" name="node25.text"/>
            <p:cNvSpPr/>
            <p:nvPr/>
          </p:nvSpPr>
          <p:spPr>
            <a:xfrm>
              <a:off x="4381500" y="26289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9" name="node26"/>
          <p:cNvGrpSpPr/>
          <p:nvPr/>
        </p:nvGrpSpPr>
        <p:grpSpPr>
          <a:xfrm>
            <a:off x="4381500" y="2971800"/>
            <a:ext cx="1600200" cy="571500"/>
            <a:chOff x="4381500" y="2971800"/>
            <a:chExt cx="1600200" cy="571500"/>
          </a:xfrm>
        </p:grpSpPr>
        <p:sp>
          <p:nvSpPr>
            <p:cNvPr id="40" name="node26.text"/>
            <p:cNvSpPr/>
            <p:nvPr/>
          </p:nvSpPr>
          <p:spPr>
            <a:xfrm>
              <a:off x="4381500" y="2971800"/>
              <a:ext cx="16002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configured and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0" name="node27"/>
          <p:cNvGrpSpPr/>
          <p:nvPr/>
        </p:nvGrpSpPr>
        <p:grpSpPr>
          <a:xfrm>
            <a:off x="4381500" y="3619500"/>
            <a:ext cx="1600200" cy="139700"/>
            <a:chOff x="4381500" y="3619500"/>
            <a:chExt cx="1600200" cy="139700"/>
          </a:xfrm>
        </p:grpSpPr>
        <p:sp>
          <p:nvSpPr>
            <p:cNvPr id="41" name="node27.text"/>
            <p:cNvSpPr/>
            <p:nvPr/>
          </p:nvSpPr>
          <p:spPr>
            <a:xfrm>
              <a:off x="4381500" y="36195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IT APPLICATIONS LEAD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42" name="node28"/>
          <p:cNvSpPr/>
          <p:nvPr/>
        </p:nvSpPr>
        <p:spPr>
          <a:xfrm>
            <a:off x="4381500" y="3962400"/>
            <a:ext cx="1600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11" name="node29"/>
          <p:cNvGrpSpPr/>
          <p:nvPr/>
        </p:nvGrpSpPr>
        <p:grpSpPr>
          <a:xfrm>
            <a:off x="4381500" y="4076700"/>
            <a:ext cx="1600200" cy="139700"/>
            <a:chOff x="4381500" y="4076700"/>
            <a:chExt cx="1600200" cy="139700"/>
          </a:xfrm>
        </p:grpSpPr>
        <p:sp>
          <p:nvSpPr>
            <p:cNvPr id="43" name="node29.text"/>
            <p:cNvSpPr/>
            <p:nvPr/>
          </p:nvSpPr>
          <p:spPr>
            <a:xfrm>
              <a:off x="4381500" y="40767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2" name="node30"/>
          <p:cNvGrpSpPr/>
          <p:nvPr/>
        </p:nvGrpSpPr>
        <p:grpSpPr>
          <a:xfrm>
            <a:off x="4381500" y="4267200"/>
            <a:ext cx="1600200" cy="685800"/>
            <a:chOff x="4381500" y="4267200"/>
            <a:chExt cx="1600200" cy="685800"/>
          </a:xfrm>
        </p:grpSpPr>
        <p:sp>
          <p:nvSpPr>
            <p:cNvPr id="44" name="node30.source-001.bullet"/>
            <p:cNvSpPr/>
            <p:nvPr/>
          </p:nvSpPr>
          <p:spPr>
            <a:xfrm>
              <a:off x="4381500" y="4356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30.source-001.text"/>
            <p:cNvSpPr/>
            <p:nvPr/>
          </p:nvSpPr>
          <p:spPr>
            <a:xfrm>
              <a:off x="4533900" y="4267200"/>
              <a:ext cx="1447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Build specifications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30.source-002.bullet"/>
            <p:cNvSpPr/>
            <p:nvPr/>
          </p:nvSpPr>
          <p:spPr>
            <a:xfrm>
              <a:off x="4381500" y="4610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30.source-002.text"/>
            <p:cNvSpPr/>
            <p:nvPr/>
          </p:nvSpPr>
          <p:spPr>
            <a:xfrm>
              <a:off x="4533900" y="4521200"/>
              <a:ext cx="14478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Configured workflows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3" name="node31"/>
          <p:cNvGrpSpPr/>
          <p:nvPr/>
        </p:nvGrpSpPr>
        <p:grpSpPr>
          <a:xfrm>
            <a:off x="6210300" y="1600200"/>
            <a:ext cx="1600200" cy="558800"/>
            <a:chOff x="6210300" y="1600200"/>
            <a:chExt cx="1600200" cy="558800"/>
          </a:xfrm>
        </p:grpSpPr>
        <p:sp>
          <p:nvSpPr>
            <p:cNvPr id="48" name="node31.rule"/>
            <p:cNvSpPr/>
            <p:nvPr/>
          </p:nvSpPr>
          <p:spPr>
            <a:xfrm>
              <a:off x="6210300" y="1600200"/>
              <a:ext cx="16002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9" name="node31.label"/>
            <p:cNvSpPr/>
            <p:nvPr/>
          </p:nvSpPr>
          <p:spPr>
            <a:xfrm>
              <a:off x="6210300" y="1752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Q2 · W13–W16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0" name="node31.title"/>
            <p:cNvSpPr/>
            <p:nvPr/>
          </p:nvSpPr>
          <p:spPr>
            <a:xfrm>
              <a:off x="6210300" y="18923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April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4" name="node32"/>
          <p:cNvGrpSpPr/>
          <p:nvPr/>
        </p:nvGrpSpPr>
        <p:grpSpPr>
          <a:xfrm>
            <a:off x="6210300" y="2438400"/>
            <a:ext cx="152400" cy="152400"/>
            <a:chOff x="6210300" y="2438400"/>
            <a:chExt cx="152400" cy="152400"/>
          </a:xfrm>
        </p:grpSpPr>
        <p:sp>
          <p:nvSpPr>
            <p:cNvPr id="51" name="node32.marker"/>
            <p:cNvSpPr/>
            <p:nvPr/>
          </p:nvSpPr>
          <p:spPr>
            <a:xfrm>
              <a:off x="6210300" y="2438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15" name="node33"/>
          <p:cNvGrpSpPr/>
          <p:nvPr/>
        </p:nvGrpSpPr>
        <p:grpSpPr>
          <a:xfrm>
            <a:off x="6438900" y="2438400"/>
            <a:ext cx="1371600" cy="139700"/>
            <a:chOff x="6438900" y="2438400"/>
            <a:chExt cx="1371600" cy="139700"/>
          </a:xfrm>
        </p:grpSpPr>
        <p:sp>
          <p:nvSpPr>
            <p:cNvPr id="52" name="node33.text"/>
            <p:cNvSpPr/>
            <p:nvPr/>
          </p:nvSpPr>
          <p:spPr>
            <a:xfrm>
              <a:off x="6438900" y="24384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6" name="node34"/>
          <p:cNvGrpSpPr/>
          <p:nvPr/>
        </p:nvGrpSpPr>
        <p:grpSpPr>
          <a:xfrm>
            <a:off x="6210300" y="2628900"/>
            <a:ext cx="1600200" cy="266700"/>
            <a:chOff x="6210300" y="2628900"/>
            <a:chExt cx="1600200" cy="266700"/>
          </a:xfrm>
        </p:grpSpPr>
        <p:sp>
          <p:nvSpPr>
            <p:cNvPr id="53" name="node34.text"/>
            <p:cNvSpPr/>
            <p:nvPr/>
          </p:nvSpPr>
          <p:spPr>
            <a:xfrm>
              <a:off x="6210300" y="26289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7" name="node35"/>
          <p:cNvGrpSpPr/>
          <p:nvPr/>
        </p:nvGrpSpPr>
        <p:grpSpPr>
          <a:xfrm>
            <a:off x="6210300" y="2971800"/>
            <a:ext cx="1600200" cy="381000"/>
            <a:chOff x="6210300" y="2971800"/>
            <a:chExt cx="1600200" cy="381000"/>
          </a:xfrm>
        </p:grpSpPr>
        <p:sp>
          <p:nvSpPr>
            <p:cNvPr id="54" name="node35.text"/>
            <p:cNvSpPr/>
            <p:nvPr/>
          </p:nvSpPr>
          <p:spPr>
            <a:xfrm>
              <a:off x="6210300" y="29718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No open severity 1 or 2 defects remain.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8" name="node36"/>
          <p:cNvGrpSpPr/>
          <p:nvPr/>
        </p:nvGrpSpPr>
        <p:grpSpPr>
          <a:xfrm>
            <a:off x="6210300" y="3429000"/>
            <a:ext cx="1600200" cy="139700"/>
            <a:chOff x="6210300" y="3429000"/>
            <a:chExt cx="1600200" cy="139700"/>
          </a:xfrm>
        </p:grpSpPr>
        <p:sp>
          <p:nvSpPr>
            <p:cNvPr id="55" name="node36.text"/>
            <p:cNvSpPr/>
            <p:nvPr/>
          </p:nvSpPr>
          <p:spPr>
            <a:xfrm>
              <a:off x="6210300" y="34290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TEST LEAD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56" name="node37"/>
          <p:cNvSpPr/>
          <p:nvPr/>
        </p:nvSpPr>
        <p:spPr>
          <a:xfrm>
            <a:off x="6210300" y="4076700"/>
            <a:ext cx="1600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19" name="node38"/>
          <p:cNvGrpSpPr/>
          <p:nvPr/>
        </p:nvGrpSpPr>
        <p:grpSpPr>
          <a:xfrm>
            <a:off x="6210300" y="4229100"/>
            <a:ext cx="152400" cy="152400"/>
            <a:chOff x="6210300" y="4229100"/>
            <a:chExt cx="152400" cy="152400"/>
          </a:xfrm>
        </p:grpSpPr>
        <p:sp>
          <p:nvSpPr>
            <p:cNvPr id="57" name="node38.marker"/>
            <p:cNvSpPr/>
            <p:nvPr/>
          </p:nvSpPr>
          <p:spPr>
            <a:xfrm>
              <a:off x="6210300" y="4229100"/>
              <a:ext cx="152400" cy="152400"/>
            </a:xfrm>
            <a:prstGeom prst="diamond">
              <a:avLst/>
            </a:prstGeom>
            <a:solidFill>
              <a:srgbClr val="F900D3"/>
            </a:solidFill>
            <a:ln>
              <a:noFill/>
            </a:ln>
          </p:spPr>
        </p:sp>
      </p:grpSp>
      <p:grpSp>
        <p:nvGrpSpPr>
          <p:cNvPr id="120" name="node39"/>
          <p:cNvGrpSpPr/>
          <p:nvPr/>
        </p:nvGrpSpPr>
        <p:grpSpPr>
          <a:xfrm>
            <a:off x="6438900" y="4229100"/>
            <a:ext cx="1371600" cy="139700"/>
            <a:chOff x="6438900" y="4229100"/>
            <a:chExt cx="1371600" cy="139700"/>
          </a:xfrm>
        </p:grpSpPr>
        <p:sp>
          <p:nvSpPr>
            <p:cNvPr id="58" name="node39.text"/>
            <p:cNvSpPr/>
            <p:nvPr/>
          </p:nvSpPr>
          <p:spPr>
            <a:xfrm>
              <a:off x="6438900" y="42291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M6 · 30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1" name="node40"/>
          <p:cNvGrpSpPr/>
          <p:nvPr/>
        </p:nvGrpSpPr>
        <p:grpSpPr>
          <a:xfrm>
            <a:off x="6210300" y="4419600"/>
            <a:ext cx="1600200" cy="266700"/>
            <a:chOff x="6210300" y="4419600"/>
            <a:chExt cx="1600200" cy="266700"/>
          </a:xfrm>
        </p:grpSpPr>
        <p:sp>
          <p:nvSpPr>
            <p:cNvPr id="59" name="node40.text"/>
            <p:cNvSpPr/>
            <p:nvPr/>
          </p:nvSpPr>
          <p:spPr>
            <a:xfrm>
              <a:off x="6210300" y="44196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2" name="node41"/>
          <p:cNvGrpSpPr/>
          <p:nvPr/>
        </p:nvGrpSpPr>
        <p:grpSpPr>
          <a:xfrm>
            <a:off x="6210300" y="4762500"/>
            <a:ext cx="1600200" cy="381000"/>
            <a:chOff x="6210300" y="4762500"/>
            <a:chExt cx="1600200" cy="381000"/>
          </a:xfrm>
        </p:grpSpPr>
        <p:sp>
          <p:nvSpPr>
            <p:cNvPr id="60" name="node41.text"/>
            <p:cNvSpPr/>
            <p:nvPr/>
          </p:nvSpPr>
          <p:spPr>
            <a:xfrm>
              <a:off x="6210300" y="4762500"/>
              <a:ext cx="16002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Central scheduling and two hospitals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3" name="node42"/>
          <p:cNvGrpSpPr/>
          <p:nvPr/>
        </p:nvGrpSpPr>
        <p:grpSpPr>
          <a:xfrm>
            <a:off x="6210300" y="5219700"/>
            <a:ext cx="1600200" cy="139700"/>
            <a:chOff x="6210300" y="5219700"/>
            <a:chExt cx="1600200" cy="139700"/>
          </a:xfrm>
        </p:grpSpPr>
        <p:sp>
          <p:nvSpPr>
            <p:cNvPr id="61" name="node42.text"/>
            <p:cNvSpPr/>
            <p:nvPr/>
          </p:nvSpPr>
          <p:spPr>
            <a:xfrm>
              <a:off x="6210300" y="52197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PROGRAM DIRECTOR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4" name="node43"/>
          <p:cNvGrpSpPr/>
          <p:nvPr/>
        </p:nvGrpSpPr>
        <p:grpSpPr>
          <a:xfrm>
            <a:off x="8039100" y="1600200"/>
            <a:ext cx="1600200" cy="558800"/>
            <a:chOff x="8039100" y="1600200"/>
            <a:chExt cx="1600200" cy="558800"/>
          </a:xfrm>
        </p:grpSpPr>
        <p:sp>
          <p:nvSpPr>
            <p:cNvPr id="62" name="node43.rule"/>
            <p:cNvSpPr/>
            <p:nvPr/>
          </p:nvSpPr>
          <p:spPr>
            <a:xfrm>
              <a:off x="8039100" y="1600200"/>
              <a:ext cx="16002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43.label"/>
            <p:cNvSpPr/>
            <p:nvPr/>
          </p:nvSpPr>
          <p:spPr>
            <a:xfrm>
              <a:off x="8039100" y="1752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Q2 · W17–W20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4" name="node43.title"/>
            <p:cNvSpPr/>
            <p:nvPr/>
          </p:nvSpPr>
          <p:spPr>
            <a:xfrm>
              <a:off x="8039100" y="18923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May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5" name="node44"/>
          <p:cNvGrpSpPr/>
          <p:nvPr/>
        </p:nvGrpSpPr>
        <p:grpSpPr>
          <a:xfrm>
            <a:off x="8039100" y="2438400"/>
            <a:ext cx="152400" cy="152400"/>
            <a:chOff x="8039100" y="2438400"/>
            <a:chExt cx="152400" cy="152400"/>
          </a:xfrm>
        </p:grpSpPr>
        <p:sp>
          <p:nvSpPr>
            <p:cNvPr id="65" name="node44.marker"/>
            <p:cNvSpPr/>
            <p:nvPr/>
          </p:nvSpPr>
          <p:spPr>
            <a:xfrm>
              <a:off x="8039100" y="2438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26" name="node45"/>
          <p:cNvGrpSpPr/>
          <p:nvPr/>
        </p:nvGrpSpPr>
        <p:grpSpPr>
          <a:xfrm>
            <a:off x="8267700" y="2438400"/>
            <a:ext cx="1371600" cy="139700"/>
            <a:chOff x="8267700" y="2438400"/>
            <a:chExt cx="1371600" cy="139700"/>
          </a:xfrm>
        </p:grpSpPr>
        <p:sp>
          <p:nvSpPr>
            <p:cNvPr id="66" name="node45.text"/>
            <p:cNvSpPr/>
            <p:nvPr/>
          </p:nvSpPr>
          <p:spPr>
            <a:xfrm>
              <a:off x="8267700" y="24384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M7 · 28 MAY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7" name="node46"/>
          <p:cNvGrpSpPr/>
          <p:nvPr/>
        </p:nvGrpSpPr>
        <p:grpSpPr>
          <a:xfrm>
            <a:off x="8039100" y="2628900"/>
            <a:ext cx="1600200" cy="266700"/>
            <a:chOff x="8039100" y="2628900"/>
            <a:chExt cx="1600200" cy="266700"/>
          </a:xfrm>
        </p:grpSpPr>
        <p:sp>
          <p:nvSpPr>
            <p:cNvPr id="67" name="node46.text"/>
            <p:cNvSpPr/>
            <p:nvPr/>
          </p:nvSpPr>
          <p:spPr>
            <a:xfrm>
              <a:off x="8039100" y="26289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8" name="node47"/>
          <p:cNvGrpSpPr/>
          <p:nvPr/>
        </p:nvGrpSpPr>
        <p:grpSpPr>
          <a:xfrm>
            <a:off x="8039100" y="2971800"/>
            <a:ext cx="1600200" cy="571500"/>
            <a:chOff x="8039100" y="2971800"/>
            <a:chExt cx="1600200" cy="571500"/>
          </a:xfrm>
        </p:grpSpPr>
        <p:sp>
          <p:nvSpPr>
            <p:cNvPr id="68" name="node47.text"/>
            <p:cNvSpPr/>
            <p:nvPr/>
          </p:nvSpPr>
          <p:spPr>
            <a:xfrm>
              <a:off x="8039100" y="2971800"/>
              <a:ext cx="16002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remaining hospitals and ambulatory clinics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9" name="node48"/>
          <p:cNvGrpSpPr/>
          <p:nvPr/>
        </p:nvGrpSpPr>
        <p:grpSpPr>
          <a:xfrm>
            <a:off x="8039100" y="3619500"/>
            <a:ext cx="1600200" cy="139700"/>
            <a:chOff x="8039100" y="3619500"/>
            <a:chExt cx="1600200" cy="139700"/>
          </a:xfrm>
        </p:grpSpPr>
        <p:sp>
          <p:nvSpPr>
            <p:cNvPr id="69" name="node48.text"/>
            <p:cNvSpPr/>
            <p:nvPr/>
          </p:nvSpPr>
          <p:spPr>
            <a:xfrm>
              <a:off x="8039100" y="36195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PROGRAM DIRECTOR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70" name="node49"/>
          <p:cNvSpPr/>
          <p:nvPr/>
        </p:nvSpPr>
        <p:spPr>
          <a:xfrm>
            <a:off x="8039100" y="3962400"/>
            <a:ext cx="1600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0" name="node50"/>
          <p:cNvGrpSpPr/>
          <p:nvPr/>
        </p:nvGrpSpPr>
        <p:grpSpPr>
          <a:xfrm>
            <a:off x="8039100" y="4076700"/>
            <a:ext cx="1600200" cy="139700"/>
            <a:chOff x="8039100" y="4076700"/>
            <a:chExt cx="1600200" cy="139700"/>
          </a:xfrm>
        </p:grpSpPr>
        <p:sp>
          <p:nvSpPr>
            <p:cNvPr id="71" name="node50.text"/>
            <p:cNvSpPr/>
            <p:nvPr/>
          </p:nvSpPr>
          <p:spPr>
            <a:xfrm>
              <a:off x="8039100" y="40767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1" name="node51"/>
          <p:cNvGrpSpPr/>
          <p:nvPr/>
        </p:nvGrpSpPr>
        <p:grpSpPr>
          <a:xfrm>
            <a:off x="8039100" y="4267200"/>
            <a:ext cx="1600200" cy="215900"/>
            <a:chOff x="8039100" y="4267200"/>
            <a:chExt cx="1600200" cy="215900"/>
          </a:xfrm>
        </p:grpSpPr>
        <p:sp>
          <p:nvSpPr>
            <p:cNvPr id="72" name="node51.source-001.bullet"/>
            <p:cNvSpPr/>
            <p:nvPr/>
          </p:nvSpPr>
          <p:spPr>
            <a:xfrm>
              <a:off x="8039100" y="4356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51.source-001.text"/>
            <p:cNvSpPr/>
            <p:nvPr/>
          </p:nvSpPr>
          <p:spPr>
            <a:xfrm>
              <a:off x="8191500" y="4267200"/>
              <a:ext cx="1447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Wave 2 readiness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2" name="node52"/>
          <p:cNvGrpSpPr/>
          <p:nvPr/>
        </p:nvGrpSpPr>
        <p:grpSpPr>
          <a:xfrm>
            <a:off x="9867900" y="1600200"/>
            <a:ext cx="1600200" cy="558800"/>
            <a:chOff x="9867900" y="1600200"/>
            <a:chExt cx="1600200" cy="558800"/>
          </a:xfrm>
        </p:grpSpPr>
        <p:sp>
          <p:nvSpPr>
            <p:cNvPr id="74" name="node52.rule"/>
            <p:cNvSpPr/>
            <p:nvPr/>
          </p:nvSpPr>
          <p:spPr>
            <a:xfrm>
              <a:off x="9867900" y="1600200"/>
              <a:ext cx="16002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52.label"/>
            <p:cNvSpPr/>
            <p:nvPr/>
          </p:nvSpPr>
          <p:spPr>
            <a:xfrm>
              <a:off x="9867900" y="1752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Q2 · W21–W24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6" name="node52.title"/>
            <p:cNvSpPr/>
            <p:nvPr/>
          </p:nvSpPr>
          <p:spPr>
            <a:xfrm>
              <a:off x="9867900" y="18923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June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3" name="node53"/>
          <p:cNvGrpSpPr/>
          <p:nvPr/>
        </p:nvGrpSpPr>
        <p:grpSpPr>
          <a:xfrm>
            <a:off x="9867900" y="2438400"/>
            <a:ext cx="152400" cy="152400"/>
            <a:chOff x="9867900" y="2438400"/>
            <a:chExt cx="152400" cy="152400"/>
          </a:xfrm>
        </p:grpSpPr>
        <p:sp>
          <p:nvSpPr>
            <p:cNvPr id="77" name="node53.marker"/>
            <p:cNvSpPr/>
            <p:nvPr/>
          </p:nvSpPr>
          <p:spPr>
            <a:xfrm>
              <a:off x="9867900" y="2438400"/>
              <a:ext cx="152400" cy="1524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34" name="node54"/>
          <p:cNvGrpSpPr/>
          <p:nvPr/>
        </p:nvGrpSpPr>
        <p:grpSpPr>
          <a:xfrm>
            <a:off x="10096500" y="2438400"/>
            <a:ext cx="1371600" cy="139700"/>
            <a:chOff x="10096500" y="2438400"/>
            <a:chExt cx="1371600" cy="139700"/>
          </a:xfrm>
        </p:grpSpPr>
        <p:sp>
          <p:nvSpPr>
            <p:cNvPr id="78" name="node54.text"/>
            <p:cNvSpPr/>
            <p:nvPr/>
          </p:nvSpPr>
          <p:spPr>
            <a:xfrm>
              <a:off x="10096500" y="24384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M8 · 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5" name="node55"/>
          <p:cNvGrpSpPr/>
          <p:nvPr/>
        </p:nvGrpSpPr>
        <p:grpSpPr>
          <a:xfrm>
            <a:off x="9867900" y="2628900"/>
            <a:ext cx="1600200" cy="266700"/>
            <a:chOff x="9867900" y="2628900"/>
            <a:chExt cx="1600200" cy="266700"/>
          </a:xfrm>
        </p:grpSpPr>
        <p:sp>
          <p:nvSpPr>
            <p:cNvPr id="79" name="node55.text"/>
            <p:cNvSpPr/>
            <p:nvPr/>
          </p:nvSpPr>
          <p:spPr>
            <a:xfrm>
              <a:off x="9867900" y="26289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6" name="node56"/>
          <p:cNvGrpSpPr/>
          <p:nvPr/>
        </p:nvGrpSpPr>
        <p:grpSpPr>
          <a:xfrm>
            <a:off x="9867900" y="2971800"/>
            <a:ext cx="1600200" cy="571500"/>
            <a:chOff x="9867900" y="2971800"/>
            <a:chExt cx="1600200" cy="571500"/>
          </a:xfrm>
        </p:grpSpPr>
        <p:sp>
          <p:nvSpPr>
            <p:cNvPr id="80" name="node56.text"/>
            <p:cNvSpPr/>
            <p:nvPr/>
          </p:nvSpPr>
          <p:spPr>
            <a:xfrm>
              <a:off x="9867900" y="2971800"/>
              <a:ext cx="16002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KPIs stable for four weeks; support handed to Northfield teams.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7" name="node57"/>
          <p:cNvGrpSpPr/>
          <p:nvPr/>
        </p:nvGrpSpPr>
        <p:grpSpPr>
          <a:xfrm>
            <a:off x="9867900" y="3619500"/>
            <a:ext cx="1600200" cy="139700"/>
            <a:chOff x="9867900" y="3619500"/>
            <a:chExt cx="1600200" cy="139700"/>
          </a:xfrm>
        </p:grpSpPr>
        <p:sp>
          <p:nvSpPr>
            <p:cNvPr id="81" name="node57.text"/>
            <p:cNvSpPr/>
            <p:nvPr/>
          </p:nvSpPr>
          <p:spPr>
            <a:xfrm>
              <a:off x="9867900" y="36195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VP REVENUE CYCLE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82" name="node58"/>
          <p:cNvSpPr/>
          <p:nvPr/>
        </p:nvSpPr>
        <p:spPr>
          <a:xfrm>
            <a:off x="9867900" y="3962400"/>
            <a:ext cx="1600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8" name="node59"/>
          <p:cNvGrpSpPr/>
          <p:nvPr/>
        </p:nvGrpSpPr>
        <p:grpSpPr>
          <a:xfrm>
            <a:off x="9867900" y="4076700"/>
            <a:ext cx="1600200" cy="139700"/>
            <a:chOff x="9867900" y="4076700"/>
            <a:chExt cx="1600200" cy="139700"/>
          </a:xfrm>
        </p:grpSpPr>
        <p:sp>
          <p:nvSpPr>
            <p:cNvPr id="83" name="node59.text"/>
            <p:cNvSpPr/>
            <p:nvPr/>
          </p:nvSpPr>
          <p:spPr>
            <a:xfrm>
              <a:off x="9867900" y="40767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9" name="node60"/>
          <p:cNvGrpSpPr/>
          <p:nvPr/>
        </p:nvGrpSpPr>
        <p:grpSpPr>
          <a:xfrm>
            <a:off x="9867900" y="4267200"/>
            <a:ext cx="1600200" cy="215900"/>
            <a:chOff x="9867900" y="4267200"/>
            <a:chExt cx="1600200" cy="215900"/>
          </a:xfrm>
        </p:grpSpPr>
        <p:sp>
          <p:nvSpPr>
            <p:cNvPr id="84" name="node60.source-001.bullet"/>
            <p:cNvSpPr/>
            <p:nvPr/>
          </p:nvSpPr>
          <p:spPr>
            <a:xfrm>
              <a:off x="9867900" y="4356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5" name="node60.source-001.text"/>
            <p:cNvSpPr/>
            <p:nvPr/>
          </p:nvSpPr>
          <p:spPr>
            <a:xfrm>
              <a:off x="10020300" y="4267200"/>
              <a:ext cx="1447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Hypercare report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PROGRAM TIMELINE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milestone closes with the deliverables that prove it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2" name="node01"/>
          <p:cNvGrpSpPr/>
          <p:nvPr/>
        </p:nvGrpSpPr>
        <p:grpSpPr>
          <a:xfrm>
            <a:off x="2095500" y="1727200"/>
            <a:ext cx="1" cy="3733800"/>
            <a:chOff x="2095500" y="1727200"/>
            <a:chExt cx="1" cy="3733800"/>
          </a:xfrm>
        </p:grpSpPr>
        <p:sp>
          <p:nvSpPr>
            <p:cNvPr id="6" name="node01.segment-1"/>
            <p:cNvSpPr/>
            <p:nvPr/>
          </p:nvSpPr>
          <p:spPr>
            <a:xfrm>
              <a:off x="2095500" y="1727200"/>
              <a:ext cx="0" cy="3733800"/>
            </a:xfrm>
            <a:custGeom>
              <a:avLst/>
              <a:gdLst/>
              <a:ahLst/>
              <a:cxnLst/>
              <a:rect l="l" t="t" r="r" b="b"/>
              <a:pathLst>
                <a:path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83" name="node02"/>
          <p:cNvGrpSpPr/>
          <p:nvPr/>
        </p:nvGrpSpPr>
        <p:grpSpPr>
          <a:xfrm>
            <a:off x="723900" y="1638300"/>
            <a:ext cx="1143000" cy="139700"/>
            <a:chOff x="723900" y="1638300"/>
            <a:chExt cx="1143000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16383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22 JAN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4" name="node03"/>
          <p:cNvGrpSpPr/>
          <p:nvPr/>
        </p:nvGrpSpPr>
        <p:grpSpPr>
          <a:xfrm>
            <a:off x="723900" y="1816100"/>
            <a:ext cx="1143000" cy="139700"/>
            <a:chOff x="723900" y="1816100"/>
            <a:chExt cx="1143000" cy="139700"/>
          </a:xfrm>
        </p:grpSpPr>
        <p:sp>
          <p:nvSpPr>
            <p:cNvPr id="8" name="node03.text"/>
            <p:cNvSpPr/>
            <p:nvPr/>
          </p:nvSpPr>
          <p:spPr>
            <a:xfrm>
              <a:off x="723900" y="18161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04"/>
          <p:cNvGrpSpPr/>
          <p:nvPr/>
        </p:nvGrpSpPr>
        <p:grpSpPr>
          <a:xfrm>
            <a:off x="2006600" y="1638300"/>
            <a:ext cx="177800" cy="177800"/>
            <a:chOff x="2006600" y="1638300"/>
            <a:chExt cx="177800" cy="177800"/>
          </a:xfrm>
        </p:grpSpPr>
        <p:sp>
          <p:nvSpPr>
            <p:cNvPr id="9" name="node04.marker"/>
            <p:cNvSpPr/>
            <p:nvPr/>
          </p:nvSpPr>
          <p:spPr>
            <a:xfrm>
              <a:off x="2006600" y="16383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6" name="node05"/>
          <p:cNvGrpSpPr/>
          <p:nvPr/>
        </p:nvGrpSpPr>
        <p:grpSpPr>
          <a:xfrm>
            <a:off x="2400300" y="1600200"/>
            <a:ext cx="5638800" cy="266700"/>
            <a:chOff x="2400300" y="1600200"/>
            <a:chExt cx="5638800" cy="266700"/>
          </a:xfrm>
        </p:grpSpPr>
        <p:sp>
          <p:nvSpPr>
            <p:cNvPr id="10" name="node05.text"/>
            <p:cNvSpPr/>
            <p:nvPr/>
          </p:nvSpPr>
          <p:spPr>
            <a:xfrm>
              <a:off x="2400300" y="16002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7" name="node06"/>
          <p:cNvGrpSpPr/>
          <p:nvPr/>
        </p:nvGrpSpPr>
        <p:grpSpPr>
          <a:xfrm>
            <a:off x="2400300" y="1866900"/>
            <a:ext cx="5638800" cy="190500"/>
            <a:chOff x="2400300" y="1866900"/>
            <a:chExt cx="5638800" cy="190500"/>
          </a:xfrm>
        </p:grpSpPr>
        <p:sp>
          <p:nvSpPr>
            <p:cNvPr id="11" name="node06.text"/>
            <p:cNvSpPr/>
            <p:nvPr/>
          </p:nvSpPr>
          <p:spPr>
            <a:xfrm>
              <a:off x="2400300" y="18669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Team, governance and plan in place; steering committee chartered.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07"/>
          <p:cNvGrpSpPr/>
          <p:nvPr/>
        </p:nvGrpSpPr>
        <p:grpSpPr>
          <a:xfrm>
            <a:off x="8953500" y="1612900"/>
            <a:ext cx="2514600" cy="215900"/>
            <a:chOff x="8953500" y="1612900"/>
            <a:chExt cx="2514600" cy="215900"/>
          </a:xfrm>
        </p:grpSpPr>
        <p:sp>
          <p:nvSpPr>
            <p:cNvPr id="12" name="node07.marker"/>
            <p:cNvSpPr/>
            <p:nvPr/>
          </p:nvSpPr>
          <p:spPr>
            <a:xfrm>
              <a:off x="8953500" y="16129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9" name="node08"/>
          <p:cNvGrpSpPr/>
          <p:nvPr/>
        </p:nvGrpSpPr>
        <p:grpSpPr>
          <a:xfrm>
            <a:off x="9029700" y="1651000"/>
            <a:ext cx="2400300" cy="139700"/>
            <a:chOff x="9029700" y="1651000"/>
            <a:chExt cx="2400300" cy="139700"/>
          </a:xfrm>
        </p:grpSpPr>
        <p:sp>
          <p:nvSpPr>
            <p:cNvPr id="13" name="node08.text"/>
            <p:cNvSpPr/>
            <p:nvPr/>
          </p:nvSpPr>
          <p:spPr>
            <a:xfrm>
              <a:off x="9029700" y="16510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MOBILIZATION PLAN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0" name="node09"/>
          <p:cNvGrpSpPr/>
          <p:nvPr/>
        </p:nvGrpSpPr>
        <p:grpSpPr>
          <a:xfrm>
            <a:off x="8953500" y="1866900"/>
            <a:ext cx="2514600" cy="215900"/>
            <a:chOff x="8953500" y="1866900"/>
            <a:chExt cx="2514600" cy="215900"/>
          </a:xfrm>
        </p:grpSpPr>
        <p:sp>
          <p:nvSpPr>
            <p:cNvPr id="14" name="node09.marker"/>
            <p:cNvSpPr/>
            <p:nvPr/>
          </p:nvSpPr>
          <p:spPr>
            <a:xfrm>
              <a:off x="8953500" y="18669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91" name="node10"/>
          <p:cNvGrpSpPr/>
          <p:nvPr/>
        </p:nvGrpSpPr>
        <p:grpSpPr>
          <a:xfrm>
            <a:off x="9029700" y="1905000"/>
            <a:ext cx="2400300" cy="139700"/>
            <a:chOff x="9029700" y="1905000"/>
            <a:chExt cx="2400300" cy="139700"/>
          </a:xfrm>
        </p:grpSpPr>
        <p:sp>
          <p:nvSpPr>
            <p:cNvPr id="15" name="node10.text"/>
            <p:cNvSpPr/>
            <p:nvPr/>
          </p:nvSpPr>
          <p:spPr>
            <a:xfrm>
              <a:off x="9029700" y="19050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GOVERNANCE CHARTER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6" name="node11"/>
          <p:cNvSpPr/>
          <p:nvPr/>
        </p:nvSpPr>
        <p:spPr>
          <a:xfrm>
            <a:off x="2400300" y="20955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2" name="node12"/>
          <p:cNvGrpSpPr/>
          <p:nvPr/>
        </p:nvGrpSpPr>
        <p:grpSpPr>
          <a:xfrm>
            <a:off x="723900" y="2171700"/>
            <a:ext cx="1143000" cy="139700"/>
            <a:chOff x="723900" y="2171700"/>
            <a:chExt cx="1143000" cy="139700"/>
          </a:xfrm>
        </p:grpSpPr>
        <p:sp>
          <p:nvSpPr>
            <p:cNvPr id="17" name="node12.text"/>
            <p:cNvSpPr/>
            <p:nvPr/>
          </p:nvSpPr>
          <p:spPr>
            <a:xfrm>
              <a:off x="723900" y="21717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3" name="node13"/>
          <p:cNvGrpSpPr/>
          <p:nvPr/>
        </p:nvGrpSpPr>
        <p:grpSpPr>
          <a:xfrm>
            <a:off x="723900" y="2349500"/>
            <a:ext cx="1143000" cy="139700"/>
            <a:chOff x="723900" y="2349500"/>
            <a:chExt cx="1143000" cy="139700"/>
          </a:xfrm>
        </p:grpSpPr>
        <p:sp>
          <p:nvSpPr>
            <p:cNvPr id="18" name="node13.text"/>
            <p:cNvSpPr/>
            <p:nvPr/>
          </p:nvSpPr>
          <p:spPr>
            <a:xfrm>
              <a:off x="723900" y="23495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4" name="node14"/>
          <p:cNvGrpSpPr/>
          <p:nvPr/>
        </p:nvGrpSpPr>
        <p:grpSpPr>
          <a:xfrm>
            <a:off x="2006600" y="2171700"/>
            <a:ext cx="177800" cy="177800"/>
            <a:chOff x="2006600" y="2171700"/>
            <a:chExt cx="177800" cy="177800"/>
          </a:xfrm>
        </p:grpSpPr>
        <p:sp>
          <p:nvSpPr>
            <p:cNvPr id="19" name="node14.marker"/>
            <p:cNvSpPr/>
            <p:nvPr/>
          </p:nvSpPr>
          <p:spPr>
            <a:xfrm>
              <a:off x="2006600" y="21717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5" name="node15"/>
          <p:cNvGrpSpPr/>
          <p:nvPr/>
        </p:nvGrpSpPr>
        <p:grpSpPr>
          <a:xfrm>
            <a:off x="2400300" y="2133600"/>
            <a:ext cx="5638800" cy="266700"/>
            <a:chOff x="2400300" y="2133600"/>
            <a:chExt cx="5638800" cy="266700"/>
          </a:xfrm>
        </p:grpSpPr>
        <p:sp>
          <p:nvSpPr>
            <p:cNvPr id="20" name="node15.text"/>
            <p:cNvSpPr/>
            <p:nvPr/>
          </p:nvSpPr>
          <p:spPr>
            <a:xfrm>
              <a:off x="2400300" y="21336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6" name="node16"/>
          <p:cNvGrpSpPr/>
          <p:nvPr/>
        </p:nvGrpSpPr>
        <p:grpSpPr>
          <a:xfrm>
            <a:off x="2400300" y="2400300"/>
            <a:ext cx="5638800" cy="190500"/>
            <a:chOff x="2400300" y="2400300"/>
            <a:chExt cx="5638800" cy="190500"/>
          </a:xfrm>
        </p:grpSpPr>
        <p:sp>
          <p:nvSpPr>
            <p:cNvPr id="21" name="node16.text"/>
            <p:cNvSpPr/>
            <p:nvPr/>
          </p:nvSpPr>
          <p:spPr>
            <a:xfrm>
              <a:off x="2400300" y="24003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Access and revenue cycle baseline agreed with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7" name="node17"/>
          <p:cNvGrpSpPr/>
          <p:nvPr/>
        </p:nvGrpSpPr>
        <p:grpSpPr>
          <a:xfrm>
            <a:off x="8953500" y="2146300"/>
            <a:ext cx="2514600" cy="215900"/>
            <a:chOff x="8953500" y="2146300"/>
            <a:chExt cx="2514600" cy="215900"/>
          </a:xfrm>
        </p:grpSpPr>
        <p:sp>
          <p:nvSpPr>
            <p:cNvPr id="22" name="node17.marker"/>
            <p:cNvSpPr/>
            <p:nvPr/>
          </p:nvSpPr>
          <p:spPr>
            <a:xfrm>
              <a:off x="8953500" y="21463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98" name="node18"/>
          <p:cNvGrpSpPr/>
          <p:nvPr/>
        </p:nvGrpSpPr>
        <p:grpSpPr>
          <a:xfrm>
            <a:off x="9029700" y="2184400"/>
            <a:ext cx="2400300" cy="139700"/>
            <a:chOff x="9029700" y="2184400"/>
            <a:chExt cx="2400300" cy="139700"/>
          </a:xfrm>
        </p:grpSpPr>
        <p:sp>
          <p:nvSpPr>
            <p:cNvPr id="23" name="node18.text"/>
            <p:cNvSpPr/>
            <p:nvPr/>
          </p:nvSpPr>
          <p:spPr>
            <a:xfrm>
              <a:off x="9029700" y="21844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CURRENT-STATE REPORT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9" name="node19"/>
          <p:cNvGrpSpPr/>
          <p:nvPr/>
        </p:nvGrpSpPr>
        <p:grpSpPr>
          <a:xfrm>
            <a:off x="8953500" y="2400300"/>
            <a:ext cx="2514600" cy="215900"/>
            <a:chOff x="8953500" y="2400300"/>
            <a:chExt cx="2514600" cy="215900"/>
          </a:xfrm>
        </p:grpSpPr>
        <p:sp>
          <p:nvSpPr>
            <p:cNvPr id="24" name="node19.marker"/>
            <p:cNvSpPr/>
            <p:nvPr/>
          </p:nvSpPr>
          <p:spPr>
            <a:xfrm>
              <a:off x="8953500" y="24003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00" name="node20"/>
          <p:cNvGrpSpPr/>
          <p:nvPr/>
        </p:nvGrpSpPr>
        <p:grpSpPr>
          <a:xfrm>
            <a:off x="9029700" y="2438400"/>
            <a:ext cx="2400300" cy="139700"/>
            <a:chOff x="9029700" y="2438400"/>
            <a:chExt cx="2400300" cy="139700"/>
          </a:xfrm>
        </p:grpSpPr>
        <p:sp>
          <p:nvSpPr>
            <p:cNvPr id="25" name="node20.text"/>
            <p:cNvSpPr/>
            <p:nvPr/>
          </p:nvSpPr>
          <p:spPr>
            <a:xfrm>
              <a:off x="9029700" y="24384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BASELINE KPIS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26" name="node21"/>
          <p:cNvSpPr/>
          <p:nvPr/>
        </p:nvSpPr>
        <p:spPr>
          <a:xfrm>
            <a:off x="2400300" y="26289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01" name="node22"/>
          <p:cNvGrpSpPr/>
          <p:nvPr/>
        </p:nvGrpSpPr>
        <p:grpSpPr>
          <a:xfrm>
            <a:off x="723900" y="2705100"/>
            <a:ext cx="1143000" cy="139700"/>
            <a:chOff x="723900" y="2705100"/>
            <a:chExt cx="1143000" cy="139700"/>
          </a:xfrm>
        </p:grpSpPr>
        <p:sp>
          <p:nvSpPr>
            <p:cNvPr id="27" name="node22.text"/>
            <p:cNvSpPr/>
            <p:nvPr/>
          </p:nvSpPr>
          <p:spPr>
            <a:xfrm>
              <a:off x="723900" y="27051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2" name="node23"/>
          <p:cNvGrpSpPr/>
          <p:nvPr/>
        </p:nvGrpSpPr>
        <p:grpSpPr>
          <a:xfrm>
            <a:off x="723900" y="2882900"/>
            <a:ext cx="1143000" cy="139700"/>
            <a:chOff x="723900" y="2882900"/>
            <a:chExt cx="1143000" cy="139700"/>
          </a:xfrm>
        </p:grpSpPr>
        <p:sp>
          <p:nvSpPr>
            <p:cNvPr id="28" name="node23.text"/>
            <p:cNvSpPr/>
            <p:nvPr/>
          </p:nvSpPr>
          <p:spPr>
            <a:xfrm>
              <a:off x="723900" y="28829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3" name="node24"/>
          <p:cNvGrpSpPr/>
          <p:nvPr/>
        </p:nvGrpSpPr>
        <p:grpSpPr>
          <a:xfrm>
            <a:off x="2006600" y="2705100"/>
            <a:ext cx="177800" cy="177800"/>
            <a:chOff x="2006600" y="2705100"/>
            <a:chExt cx="177800" cy="177800"/>
          </a:xfrm>
        </p:grpSpPr>
        <p:sp>
          <p:nvSpPr>
            <p:cNvPr id="29" name="node24.marker"/>
            <p:cNvSpPr/>
            <p:nvPr/>
          </p:nvSpPr>
          <p:spPr>
            <a:xfrm>
              <a:off x="2006600" y="27051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04" name="node25"/>
          <p:cNvGrpSpPr/>
          <p:nvPr/>
        </p:nvGrpSpPr>
        <p:grpSpPr>
          <a:xfrm>
            <a:off x="2400300" y="2667000"/>
            <a:ext cx="5638800" cy="266700"/>
            <a:chOff x="2400300" y="2667000"/>
            <a:chExt cx="5638800" cy="266700"/>
          </a:xfrm>
        </p:grpSpPr>
        <p:sp>
          <p:nvSpPr>
            <p:cNvPr id="30" name="node25.text"/>
            <p:cNvSpPr/>
            <p:nvPr/>
          </p:nvSpPr>
          <p:spPr>
            <a:xfrm>
              <a:off x="2400300" y="26670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5" name="node26"/>
          <p:cNvGrpSpPr/>
          <p:nvPr/>
        </p:nvGrpSpPr>
        <p:grpSpPr>
          <a:xfrm>
            <a:off x="2400300" y="2933700"/>
            <a:ext cx="5638800" cy="190500"/>
            <a:chOff x="2400300" y="2933700"/>
            <a:chExt cx="5638800" cy="190500"/>
          </a:xfrm>
        </p:grpSpPr>
        <p:sp>
          <p:nvSpPr>
            <p:cNvPr id="31" name="node26.text"/>
            <p:cNvSpPr/>
            <p:nvPr/>
          </p:nvSpPr>
          <p:spPr>
            <a:xfrm>
              <a:off x="2400300" y="29337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Future-state scheduling, registration and billing design approved.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6" name="node27"/>
          <p:cNvGrpSpPr/>
          <p:nvPr/>
        </p:nvGrpSpPr>
        <p:grpSpPr>
          <a:xfrm>
            <a:off x="8953500" y="2679700"/>
            <a:ext cx="2514600" cy="215900"/>
            <a:chOff x="8953500" y="2679700"/>
            <a:chExt cx="2514600" cy="215900"/>
          </a:xfrm>
        </p:grpSpPr>
        <p:sp>
          <p:nvSpPr>
            <p:cNvPr id="32" name="node27.marker"/>
            <p:cNvSpPr/>
            <p:nvPr/>
          </p:nvSpPr>
          <p:spPr>
            <a:xfrm>
              <a:off x="8953500" y="26797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07" name="node28"/>
          <p:cNvGrpSpPr/>
          <p:nvPr/>
        </p:nvGrpSpPr>
        <p:grpSpPr>
          <a:xfrm>
            <a:off x="9029700" y="2717800"/>
            <a:ext cx="2400300" cy="139700"/>
            <a:chOff x="9029700" y="2717800"/>
            <a:chExt cx="2400300" cy="139700"/>
          </a:xfrm>
        </p:grpSpPr>
        <p:sp>
          <p:nvSpPr>
            <p:cNvPr id="33" name="node28.text"/>
            <p:cNvSpPr/>
            <p:nvPr/>
          </p:nvSpPr>
          <p:spPr>
            <a:xfrm>
              <a:off x="9029700" y="27178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FUTURE-STATE DESIGN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8" name="node29"/>
          <p:cNvGrpSpPr/>
          <p:nvPr/>
        </p:nvGrpSpPr>
        <p:grpSpPr>
          <a:xfrm>
            <a:off x="8953500" y="2933700"/>
            <a:ext cx="2514600" cy="215900"/>
            <a:chOff x="8953500" y="2933700"/>
            <a:chExt cx="2514600" cy="215900"/>
          </a:xfrm>
        </p:grpSpPr>
        <p:sp>
          <p:nvSpPr>
            <p:cNvPr id="34" name="node29.marker"/>
            <p:cNvSpPr/>
            <p:nvPr/>
          </p:nvSpPr>
          <p:spPr>
            <a:xfrm>
              <a:off x="8953500" y="29337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09" name="node30"/>
          <p:cNvGrpSpPr/>
          <p:nvPr/>
        </p:nvGrpSpPr>
        <p:grpSpPr>
          <a:xfrm>
            <a:off x="9029700" y="2971800"/>
            <a:ext cx="2400300" cy="139700"/>
            <a:chOff x="9029700" y="2971800"/>
            <a:chExt cx="2400300" cy="139700"/>
          </a:xfrm>
        </p:grpSpPr>
        <p:sp>
          <p:nvSpPr>
            <p:cNvPr id="35" name="node30.text"/>
            <p:cNvSpPr/>
            <p:nvPr/>
          </p:nvSpPr>
          <p:spPr>
            <a:xfrm>
              <a:off x="9029700" y="29718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BUSINESS CASE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36" name="node31"/>
          <p:cNvSpPr/>
          <p:nvPr/>
        </p:nvSpPr>
        <p:spPr>
          <a:xfrm>
            <a:off x="2400300" y="31623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10" name="node32"/>
          <p:cNvGrpSpPr/>
          <p:nvPr/>
        </p:nvGrpSpPr>
        <p:grpSpPr>
          <a:xfrm>
            <a:off x="723900" y="3238500"/>
            <a:ext cx="1143000" cy="139700"/>
            <a:chOff x="723900" y="3238500"/>
            <a:chExt cx="1143000" cy="139700"/>
          </a:xfrm>
        </p:grpSpPr>
        <p:sp>
          <p:nvSpPr>
            <p:cNvPr id="37" name="node32.text"/>
            <p:cNvSpPr/>
            <p:nvPr/>
          </p:nvSpPr>
          <p:spPr>
            <a:xfrm>
              <a:off x="723900" y="32385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1" name="node33"/>
          <p:cNvGrpSpPr/>
          <p:nvPr/>
        </p:nvGrpSpPr>
        <p:grpSpPr>
          <a:xfrm>
            <a:off x="723900" y="3416300"/>
            <a:ext cx="1143000" cy="139700"/>
            <a:chOff x="723900" y="3416300"/>
            <a:chExt cx="1143000" cy="139700"/>
          </a:xfrm>
        </p:grpSpPr>
        <p:sp>
          <p:nvSpPr>
            <p:cNvPr id="38" name="node33.text"/>
            <p:cNvSpPr/>
            <p:nvPr/>
          </p:nvSpPr>
          <p:spPr>
            <a:xfrm>
              <a:off x="723900" y="34163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2" name="node34"/>
          <p:cNvGrpSpPr/>
          <p:nvPr/>
        </p:nvGrpSpPr>
        <p:grpSpPr>
          <a:xfrm>
            <a:off x="2006600" y="3238500"/>
            <a:ext cx="177800" cy="177800"/>
            <a:chOff x="2006600" y="3238500"/>
            <a:chExt cx="177800" cy="177800"/>
          </a:xfrm>
        </p:grpSpPr>
        <p:sp>
          <p:nvSpPr>
            <p:cNvPr id="39" name="node34.marker"/>
            <p:cNvSpPr/>
            <p:nvPr/>
          </p:nvSpPr>
          <p:spPr>
            <a:xfrm>
              <a:off x="2006600" y="3238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13" name="node35"/>
          <p:cNvGrpSpPr/>
          <p:nvPr/>
        </p:nvGrpSpPr>
        <p:grpSpPr>
          <a:xfrm>
            <a:off x="2400300" y="3200400"/>
            <a:ext cx="5638800" cy="266700"/>
            <a:chOff x="2400300" y="3200400"/>
            <a:chExt cx="5638800" cy="266700"/>
          </a:xfrm>
        </p:grpSpPr>
        <p:sp>
          <p:nvSpPr>
            <p:cNvPr id="40" name="node35.text"/>
            <p:cNvSpPr/>
            <p:nvPr/>
          </p:nvSpPr>
          <p:spPr>
            <a:xfrm>
              <a:off x="2400300" y="32004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4" name="node36"/>
          <p:cNvGrpSpPr/>
          <p:nvPr/>
        </p:nvGrpSpPr>
        <p:grpSpPr>
          <a:xfrm>
            <a:off x="2400300" y="3467100"/>
            <a:ext cx="5638800" cy="190500"/>
            <a:chOff x="2400300" y="3467100"/>
            <a:chExt cx="5638800" cy="190500"/>
          </a:xfrm>
        </p:grpSpPr>
        <p:sp>
          <p:nvSpPr>
            <p:cNvPr id="41" name="node36.text"/>
            <p:cNvSpPr/>
            <p:nvPr/>
          </p:nvSpPr>
          <p:spPr>
            <a:xfrm>
              <a:off x="2400300" y="34671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configured and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5" name="node37"/>
          <p:cNvGrpSpPr/>
          <p:nvPr/>
        </p:nvGrpSpPr>
        <p:grpSpPr>
          <a:xfrm>
            <a:off x="8953500" y="3213100"/>
            <a:ext cx="2514600" cy="215900"/>
            <a:chOff x="8953500" y="3213100"/>
            <a:chExt cx="2514600" cy="215900"/>
          </a:xfrm>
        </p:grpSpPr>
        <p:sp>
          <p:nvSpPr>
            <p:cNvPr id="42" name="node37.marker"/>
            <p:cNvSpPr/>
            <p:nvPr/>
          </p:nvSpPr>
          <p:spPr>
            <a:xfrm>
              <a:off x="8953500" y="32131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16" name="node38"/>
          <p:cNvGrpSpPr/>
          <p:nvPr/>
        </p:nvGrpSpPr>
        <p:grpSpPr>
          <a:xfrm>
            <a:off x="9029700" y="3251200"/>
            <a:ext cx="2400300" cy="139700"/>
            <a:chOff x="9029700" y="3251200"/>
            <a:chExt cx="2400300" cy="139700"/>
          </a:xfrm>
        </p:grpSpPr>
        <p:sp>
          <p:nvSpPr>
            <p:cNvPr id="43" name="node38.text"/>
            <p:cNvSpPr/>
            <p:nvPr/>
          </p:nvSpPr>
          <p:spPr>
            <a:xfrm>
              <a:off x="9029700" y="32512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BUILD SPECIFICATIONS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7" name="node39"/>
          <p:cNvGrpSpPr/>
          <p:nvPr/>
        </p:nvGrpSpPr>
        <p:grpSpPr>
          <a:xfrm>
            <a:off x="8953500" y="3467100"/>
            <a:ext cx="2514600" cy="215900"/>
            <a:chOff x="8953500" y="3467100"/>
            <a:chExt cx="2514600" cy="215900"/>
          </a:xfrm>
        </p:grpSpPr>
        <p:sp>
          <p:nvSpPr>
            <p:cNvPr id="44" name="node39.marker"/>
            <p:cNvSpPr/>
            <p:nvPr/>
          </p:nvSpPr>
          <p:spPr>
            <a:xfrm>
              <a:off x="8953500" y="34671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18" name="node40"/>
          <p:cNvGrpSpPr/>
          <p:nvPr/>
        </p:nvGrpSpPr>
        <p:grpSpPr>
          <a:xfrm>
            <a:off x="9029700" y="3505200"/>
            <a:ext cx="2400300" cy="139700"/>
            <a:chOff x="9029700" y="3505200"/>
            <a:chExt cx="2400300" cy="139700"/>
          </a:xfrm>
        </p:grpSpPr>
        <p:sp>
          <p:nvSpPr>
            <p:cNvPr id="45" name="node40.text"/>
            <p:cNvSpPr/>
            <p:nvPr/>
          </p:nvSpPr>
          <p:spPr>
            <a:xfrm>
              <a:off x="9029700" y="35052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CONFIGURED WORKFLOWS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46" name="node41"/>
          <p:cNvSpPr/>
          <p:nvPr/>
        </p:nvSpPr>
        <p:spPr>
          <a:xfrm>
            <a:off x="2400300" y="36957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19" name="node42"/>
          <p:cNvGrpSpPr/>
          <p:nvPr/>
        </p:nvGrpSpPr>
        <p:grpSpPr>
          <a:xfrm>
            <a:off x="723900" y="3771900"/>
            <a:ext cx="1143000" cy="139700"/>
            <a:chOff x="723900" y="3771900"/>
            <a:chExt cx="1143000" cy="139700"/>
          </a:xfrm>
        </p:grpSpPr>
        <p:sp>
          <p:nvSpPr>
            <p:cNvPr id="47" name="node42.text"/>
            <p:cNvSpPr/>
            <p:nvPr/>
          </p:nvSpPr>
          <p:spPr>
            <a:xfrm>
              <a:off x="723900" y="37719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0" name="node43"/>
          <p:cNvGrpSpPr/>
          <p:nvPr/>
        </p:nvGrpSpPr>
        <p:grpSpPr>
          <a:xfrm>
            <a:off x="723900" y="3949700"/>
            <a:ext cx="1143000" cy="139700"/>
            <a:chOff x="723900" y="3949700"/>
            <a:chExt cx="1143000" cy="139700"/>
          </a:xfrm>
        </p:grpSpPr>
        <p:sp>
          <p:nvSpPr>
            <p:cNvPr id="48" name="node43.text"/>
            <p:cNvSpPr/>
            <p:nvPr/>
          </p:nvSpPr>
          <p:spPr>
            <a:xfrm>
              <a:off x="723900" y="39497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1" name="node44"/>
          <p:cNvGrpSpPr/>
          <p:nvPr/>
        </p:nvGrpSpPr>
        <p:grpSpPr>
          <a:xfrm>
            <a:off x="2006600" y="3771900"/>
            <a:ext cx="177800" cy="177800"/>
            <a:chOff x="2006600" y="3771900"/>
            <a:chExt cx="177800" cy="177800"/>
          </a:xfrm>
        </p:grpSpPr>
        <p:sp>
          <p:nvSpPr>
            <p:cNvPr id="49" name="node44.marker"/>
            <p:cNvSpPr/>
            <p:nvPr/>
          </p:nvSpPr>
          <p:spPr>
            <a:xfrm>
              <a:off x="2006600" y="37719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22" name="node45"/>
          <p:cNvGrpSpPr/>
          <p:nvPr/>
        </p:nvGrpSpPr>
        <p:grpSpPr>
          <a:xfrm>
            <a:off x="2400300" y="3733800"/>
            <a:ext cx="5638800" cy="266700"/>
            <a:chOff x="2400300" y="3733800"/>
            <a:chExt cx="5638800" cy="266700"/>
          </a:xfrm>
        </p:grpSpPr>
        <p:sp>
          <p:nvSpPr>
            <p:cNvPr id="50" name="node45.text"/>
            <p:cNvSpPr/>
            <p:nvPr/>
          </p:nvSpPr>
          <p:spPr>
            <a:xfrm>
              <a:off x="2400300" y="37338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3" name="node46"/>
          <p:cNvGrpSpPr/>
          <p:nvPr/>
        </p:nvGrpSpPr>
        <p:grpSpPr>
          <a:xfrm>
            <a:off x="2400300" y="4000500"/>
            <a:ext cx="5638800" cy="190500"/>
            <a:chOff x="2400300" y="4000500"/>
            <a:chExt cx="5638800" cy="190500"/>
          </a:xfrm>
        </p:grpSpPr>
        <p:sp>
          <p:nvSpPr>
            <p:cNvPr id="51" name="node46.text"/>
            <p:cNvSpPr/>
            <p:nvPr/>
          </p:nvSpPr>
          <p:spPr>
            <a:xfrm>
              <a:off x="2400300" y="40005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Users pass every critical script with no open severity 1 or 2 defects.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4" name="node47"/>
          <p:cNvGrpSpPr/>
          <p:nvPr/>
        </p:nvGrpSpPr>
        <p:grpSpPr>
          <a:xfrm>
            <a:off x="8953500" y="3746500"/>
            <a:ext cx="2514600" cy="215900"/>
            <a:chOff x="8953500" y="3746500"/>
            <a:chExt cx="2514600" cy="215900"/>
          </a:xfrm>
        </p:grpSpPr>
        <p:sp>
          <p:nvSpPr>
            <p:cNvPr id="52" name="node47.marker"/>
            <p:cNvSpPr/>
            <p:nvPr/>
          </p:nvSpPr>
          <p:spPr>
            <a:xfrm>
              <a:off x="8953500" y="37465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25" name="node48"/>
          <p:cNvGrpSpPr/>
          <p:nvPr/>
        </p:nvGrpSpPr>
        <p:grpSpPr>
          <a:xfrm>
            <a:off x="9029700" y="3784600"/>
            <a:ext cx="2400300" cy="139700"/>
            <a:chOff x="9029700" y="3784600"/>
            <a:chExt cx="2400300" cy="139700"/>
          </a:xfrm>
        </p:grpSpPr>
        <p:sp>
          <p:nvSpPr>
            <p:cNvPr id="53" name="node48.text"/>
            <p:cNvSpPr/>
            <p:nvPr/>
          </p:nvSpPr>
          <p:spPr>
            <a:xfrm>
              <a:off x="9029700" y="37846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TEST PLAN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6" name="node49"/>
          <p:cNvGrpSpPr/>
          <p:nvPr/>
        </p:nvGrpSpPr>
        <p:grpSpPr>
          <a:xfrm>
            <a:off x="8953500" y="4000500"/>
            <a:ext cx="2514600" cy="215900"/>
            <a:chOff x="8953500" y="4000500"/>
            <a:chExt cx="2514600" cy="215900"/>
          </a:xfrm>
        </p:grpSpPr>
        <p:sp>
          <p:nvSpPr>
            <p:cNvPr id="54" name="node49.marker"/>
            <p:cNvSpPr/>
            <p:nvPr/>
          </p:nvSpPr>
          <p:spPr>
            <a:xfrm>
              <a:off x="8953500" y="40005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27" name="node50"/>
          <p:cNvGrpSpPr/>
          <p:nvPr/>
        </p:nvGrpSpPr>
        <p:grpSpPr>
          <a:xfrm>
            <a:off x="9029700" y="4038600"/>
            <a:ext cx="2400300" cy="139700"/>
            <a:chOff x="9029700" y="4038600"/>
            <a:chExt cx="2400300" cy="139700"/>
          </a:xfrm>
        </p:grpSpPr>
        <p:sp>
          <p:nvSpPr>
            <p:cNvPr id="55" name="node50.text"/>
            <p:cNvSpPr/>
            <p:nvPr/>
          </p:nvSpPr>
          <p:spPr>
            <a:xfrm>
              <a:off x="9029700" y="40386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UAT SIGN-OFF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56" name="node51"/>
          <p:cNvSpPr/>
          <p:nvPr/>
        </p:nvSpPr>
        <p:spPr>
          <a:xfrm>
            <a:off x="2400300" y="42291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28" name="node52"/>
          <p:cNvGrpSpPr/>
          <p:nvPr/>
        </p:nvGrpSpPr>
        <p:grpSpPr>
          <a:xfrm>
            <a:off x="723900" y="4305300"/>
            <a:ext cx="1143000" cy="139700"/>
            <a:chOff x="723900" y="4305300"/>
            <a:chExt cx="1143000" cy="139700"/>
          </a:xfrm>
        </p:grpSpPr>
        <p:sp>
          <p:nvSpPr>
            <p:cNvPr id="57" name="node52.text"/>
            <p:cNvSpPr/>
            <p:nvPr/>
          </p:nvSpPr>
          <p:spPr>
            <a:xfrm>
              <a:off x="723900" y="43053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30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9" name="node53"/>
          <p:cNvGrpSpPr/>
          <p:nvPr/>
        </p:nvGrpSpPr>
        <p:grpSpPr>
          <a:xfrm>
            <a:off x="723900" y="4483100"/>
            <a:ext cx="1143000" cy="139700"/>
            <a:chOff x="723900" y="4483100"/>
            <a:chExt cx="1143000" cy="139700"/>
          </a:xfrm>
        </p:grpSpPr>
        <p:sp>
          <p:nvSpPr>
            <p:cNvPr id="58" name="node53.text"/>
            <p:cNvSpPr/>
            <p:nvPr/>
          </p:nvSpPr>
          <p:spPr>
            <a:xfrm>
              <a:off x="723900" y="44831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0" name="node54"/>
          <p:cNvGrpSpPr/>
          <p:nvPr/>
        </p:nvGrpSpPr>
        <p:grpSpPr>
          <a:xfrm>
            <a:off x="2006600" y="4305300"/>
            <a:ext cx="177800" cy="177800"/>
            <a:chOff x="2006600" y="4305300"/>
            <a:chExt cx="177800" cy="177800"/>
          </a:xfrm>
        </p:grpSpPr>
        <p:sp>
          <p:nvSpPr>
            <p:cNvPr id="59" name="node54.marker"/>
            <p:cNvSpPr/>
            <p:nvPr/>
          </p:nvSpPr>
          <p:spPr>
            <a:xfrm>
              <a:off x="2006600" y="4305300"/>
              <a:ext cx="177800" cy="177800"/>
            </a:xfrm>
            <a:prstGeom prst="diamond">
              <a:avLst/>
            </a:prstGeom>
            <a:solidFill>
              <a:srgbClr val="F900D3"/>
            </a:solidFill>
            <a:ln>
              <a:noFill/>
            </a:ln>
          </p:spPr>
        </p:sp>
      </p:grpSp>
      <p:grpSp>
        <p:nvGrpSpPr>
          <p:cNvPr id="131" name="node55"/>
          <p:cNvGrpSpPr/>
          <p:nvPr/>
        </p:nvGrpSpPr>
        <p:grpSpPr>
          <a:xfrm>
            <a:off x="2400300" y="4267200"/>
            <a:ext cx="5638800" cy="266700"/>
            <a:chOff x="2400300" y="4267200"/>
            <a:chExt cx="5638800" cy="266700"/>
          </a:xfrm>
        </p:grpSpPr>
        <p:sp>
          <p:nvSpPr>
            <p:cNvPr id="60" name="node55.text"/>
            <p:cNvSpPr/>
            <p:nvPr/>
          </p:nvSpPr>
          <p:spPr>
            <a:xfrm>
              <a:off x="2400300" y="42672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2" name="node56"/>
          <p:cNvGrpSpPr/>
          <p:nvPr/>
        </p:nvGrpSpPr>
        <p:grpSpPr>
          <a:xfrm>
            <a:off x="2400300" y="4533900"/>
            <a:ext cx="5638800" cy="190500"/>
            <a:chOff x="2400300" y="4533900"/>
            <a:chExt cx="5638800" cy="190500"/>
          </a:xfrm>
        </p:grpSpPr>
        <p:sp>
          <p:nvSpPr>
            <p:cNvPr id="61" name="node56.text"/>
            <p:cNvSpPr/>
            <p:nvPr/>
          </p:nvSpPr>
          <p:spPr>
            <a:xfrm>
              <a:off x="2400300" y="45339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Central scheduling and two hospitals move to the new workflows.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3" name="node57"/>
          <p:cNvGrpSpPr/>
          <p:nvPr/>
        </p:nvGrpSpPr>
        <p:grpSpPr>
          <a:xfrm>
            <a:off x="8953500" y="4279900"/>
            <a:ext cx="2514600" cy="215900"/>
            <a:chOff x="8953500" y="4279900"/>
            <a:chExt cx="2514600" cy="215900"/>
          </a:xfrm>
        </p:grpSpPr>
        <p:sp>
          <p:nvSpPr>
            <p:cNvPr id="62" name="node57.marker"/>
            <p:cNvSpPr/>
            <p:nvPr/>
          </p:nvSpPr>
          <p:spPr>
            <a:xfrm>
              <a:off x="8953500" y="42799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34" name="node58"/>
          <p:cNvGrpSpPr/>
          <p:nvPr/>
        </p:nvGrpSpPr>
        <p:grpSpPr>
          <a:xfrm>
            <a:off x="9029700" y="4318000"/>
            <a:ext cx="2400300" cy="139700"/>
            <a:chOff x="9029700" y="4318000"/>
            <a:chExt cx="2400300" cy="139700"/>
          </a:xfrm>
        </p:grpSpPr>
        <p:sp>
          <p:nvSpPr>
            <p:cNvPr id="63" name="node58.text"/>
            <p:cNvSpPr/>
            <p:nvPr/>
          </p:nvSpPr>
          <p:spPr>
            <a:xfrm>
              <a:off x="9029700" y="43180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TRAINING MATERIALS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5" name="node59"/>
          <p:cNvGrpSpPr/>
          <p:nvPr/>
        </p:nvGrpSpPr>
        <p:grpSpPr>
          <a:xfrm>
            <a:off x="8953500" y="4533900"/>
            <a:ext cx="2514600" cy="215900"/>
            <a:chOff x="8953500" y="4533900"/>
            <a:chExt cx="2514600" cy="215900"/>
          </a:xfrm>
        </p:grpSpPr>
        <p:sp>
          <p:nvSpPr>
            <p:cNvPr id="64" name="node59.marker"/>
            <p:cNvSpPr/>
            <p:nvPr/>
          </p:nvSpPr>
          <p:spPr>
            <a:xfrm>
              <a:off x="8953500" y="45339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36" name="node60"/>
          <p:cNvGrpSpPr/>
          <p:nvPr/>
        </p:nvGrpSpPr>
        <p:grpSpPr>
          <a:xfrm>
            <a:off x="9029700" y="4572000"/>
            <a:ext cx="2400300" cy="139700"/>
            <a:chOff x="9029700" y="4572000"/>
            <a:chExt cx="2400300" cy="139700"/>
          </a:xfrm>
        </p:grpSpPr>
        <p:sp>
          <p:nvSpPr>
            <p:cNvPr id="65" name="node60.text"/>
            <p:cNvSpPr/>
            <p:nvPr/>
          </p:nvSpPr>
          <p:spPr>
            <a:xfrm>
              <a:off x="9029700" y="45720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CUTOVER RUNBOOK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66" name="node61"/>
          <p:cNvSpPr/>
          <p:nvPr/>
        </p:nvSpPr>
        <p:spPr>
          <a:xfrm>
            <a:off x="2400300" y="47625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7" name="node62"/>
          <p:cNvGrpSpPr/>
          <p:nvPr/>
        </p:nvGrpSpPr>
        <p:grpSpPr>
          <a:xfrm>
            <a:off x="723900" y="4838700"/>
            <a:ext cx="1143000" cy="139700"/>
            <a:chOff x="723900" y="4838700"/>
            <a:chExt cx="1143000" cy="139700"/>
          </a:xfrm>
        </p:grpSpPr>
        <p:sp>
          <p:nvSpPr>
            <p:cNvPr id="67" name="node62.text"/>
            <p:cNvSpPr/>
            <p:nvPr/>
          </p:nvSpPr>
          <p:spPr>
            <a:xfrm>
              <a:off x="723900" y="48387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28 MAY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8" name="node63"/>
          <p:cNvGrpSpPr/>
          <p:nvPr/>
        </p:nvGrpSpPr>
        <p:grpSpPr>
          <a:xfrm>
            <a:off x="723900" y="5016500"/>
            <a:ext cx="1143000" cy="139700"/>
            <a:chOff x="723900" y="5016500"/>
            <a:chExt cx="1143000" cy="139700"/>
          </a:xfrm>
        </p:grpSpPr>
        <p:sp>
          <p:nvSpPr>
            <p:cNvPr id="68" name="node63.text"/>
            <p:cNvSpPr/>
            <p:nvPr/>
          </p:nvSpPr>
          <p:spPr>
            <a:xfrm>
              <a:off x="723900" y="50165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9" name="node64"/>
          <p:cNvGrpSpPr/>
          <p:nvPr/>
        </p:nvGrpSpPr>
        <p:grpSpPr>
          <a:xfrm>
            <a:off x="2006600" y="4838700"/>
            <a:ext cx="177800" cy="177800"/>
            <a:chOff x="2006600" y="4838700"/>
            <a:chExt cx="177800" cy="177800"/>
          </a:xfrm>
        </p:grpSpPr>
        <p:sp>
          <p:nvSpPr>
            <p:cNvPr id="69" name="node64.marker"/>
            <p:cNvSpPr/>
            <p:nvPr/>
          </p:nvSpPr>
          <p:spPr>
            <a:xfrm>
              <a:off x="2006600" y="48387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0" name="node65"/>
          <p:cNvGrpSpPr/>
          <p:nvPr/>
        </p:nvGrpSpPr>
        <p:grpSpPr>
          <a:xfrm>
            <a:off x="2400300" y="4800600"/>
            <a:ext cx="5638800" cy="266700"/>
            <a:chOff x="2400300" y="4800600"/>
            <a:chExt cx="5638800" cy="266700"/>
          </a:xfrm>
        </p:grpSpPr>
        <p:sp>
          <p:nvSpPr>
            <p:cNvPr id="70" name="node65.text"/>
            <p:cNvSpPr/>
            <p:nvPr/>
          </p:nvSpPr>
          <p:spPr>
            <a:xfrm>
              <a:off x="2400300" y="48006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1" name="node66"/>
          <p:cNvGrpSpPr/>
          <p:nvPr/>
        </p:nvGrpSpPr>
        <p:grpSpPr>
          <a:xfrm>
            <a:off x="2400300" y="5067300"/>
            <a:ext cx="5638800" cy="190500"/>
            <a:chOff x="2400300" y="5067300"/>
            <a:chExt cx="5638800" cy="190500"/>
          </a:xfrm>
        </p:grpSpPr>
        <p:sp>
          <p:nvSpPr>
            <p:cNvPr id="71" name="node66.text"/>
            <p:cNvSpPr/>
            <p:nvPr/>
          </p:nvSpPr>
          <p:spPr>
            <a:xfrm>
              <a:off x="2400300" y="50673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remaining hospitals and ambulatory clinics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2" name="node67"/>
          <p:cNvGrpSpPr/>
          <p:nvPr/>
        </p:nvGrpSpPr>
        <p:grpSpPr>
          <a:xfrm>
            <a:off x="8953500" y="4813300"/>
            <a:ext cx="2514600" cy="215900"/>
            <a:chOff x="8953500" y="4813300"/>
            <a:chExt cx="2514600" cy="215900"/>
          </a:xfrm>
        </p:grpSpPr>
        <p:sp>
          <p:nvSpPr>
            <p:cNvPr id="72" name="node67.marker"/>
            <p:cNvSpPr/>
            <p:nvPr/>
          </p:nvSpPr>
          <p:spPr>
            <a:xfrm>
              <a:off x="8953500" y="48133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43" name="node68"/>
          <p:cNvGrpSpPr/>
          <p:nvPr/>
        </p:nvGrpSpPr>
        <p:grpSpPr>
          <a:xfrm>
            <a:off x="9029700" y="4851400"/>
            <a:ext cx="2400300" cy="139700"/>
            <a:chOff x="9029700" y="4851400"/>
            <a:chExt cx="2400300" cy="139700"/>
          </a:xfrm>
        </p:grpSpPr>
        <p:sp>
          <p:nvSpPr>
            <p:cNvPr id="73" name="node68.text"/>
            <p:cNvSpPr/>
            <p:nvPr/>
          </p:nvSpPr>
          <p:spPr>
            <a:xfrm>
              <a:off x="9029700" y="48514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WAVE 2 READINESS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74" name="node69"/>
          <p:cNvSpPr/>
          <p:nvPr/>
        </p:nvSpPr>
        <p:spPr>
          <a:xfrm>
            <a:off x="2400300" y="5295900"/>
            <a:ext cx="906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44" name="node70"/>
          <p:cNvGrpSpPr/>
          <p:nvPr/>
        </p:nvGrpSpPr>
        <p:grpSpPr>
          <a:xfrm>
            <a:off x="723900" y="5372100"/>
            <a:ext cx="1143000" cy="139700"/>
            <a:chOff x="723900" y="5372100"/>
            <a:chExt cx="1143000" cy="139700"/>
          </a:xfrm>
        </p:grpSpPr>
        <p:sp>
          <p:nvSpPr>
            <p:cNvPr id="75" name="node70.text"/>
            <p:cNvSpPr/>
            <p:nvPr/>
          </p:nvSpPr>
          <p:spPr>
            <a:xfrm>
              <a:off x="723900" y="53721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5" name="node71"/>
          <p:cNvGrpSpPr/>
          <p:nvPr/>
        </p:nvGrpSpPr>
        <p:grpSpPr>
          <a:xfrm>
            <a:off x="723900" y="5549900"/>
            <a:ext cx="1143000" cy="139700"/>
            <a:chOff x="723900" y="5549900"/>
            <a:chExt cx="1143000" cy="139700"/>
          </a:xfrm>
        </p:grpSpPr>
        <p:sp>
          <p:nvSpPr>
            <p:cNvPr id="76" name="node71.text"/>
            <p:cNvSpPr/>
            <p:nvPr/>
          </p:nvSpPr>
          <p:spPr>
            <a:xfrm>
              <a:off x="723900" y="5549900"/>
              <a:ext cx="1143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6" name="node72"/>
          <p:cNvGrpSpPr/>
          <p:nvPr/>
        </p:nvGrpSpPr>
        <p:grpSpPr>
          <a:xfrm>
            <a:off x="2006600" y="5372100"/>
            <a:ext cx="177800" cy="177800"/>
            <a:chOff x="2006600" y="5372100"/>
            <a:chExt cx="177800" cy="177800"/>
          </a:xfrm>
        </p:grpSpPr>
        <p:sp>
          <p:nvSpPr>
            <p:cNvPr id="77" name="node72.marker"/>
            <p:cNvSpPr/>
            <p:nvPr/>
          </p:nvSpPr>
          <p:spPr>
            <a:xfrm>
              <a:off x="2006600" y="53721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7" name="node73"/>
          <p:cNvGrpSpPr/>
          <p:nvPr/>
        </p:nvGrpSpPr>
        <p:grpSpPr>
          <a:xfrm>
            <a:off x="2400300" y="5334000"/>
            <a:ext cx="5638800" cy="266700"/>
            <a:chOff x="2400300" y="5334000"/>
            <a:chExt cx="5638800" cy="266700"/>
          </a:xfrm>
        </p:grpSpPr>
        <p:sp>
          <p:nvSpPr>
            <p:cNvPr id="78" name="node73.text"/>
            <p:cNvSpPr/>
            <p:nvPr/>
          </p:nvSpPr>
          <p:spPr>
            <a:xfrm>
              <a:off x="2400300" y="53340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8" name="node74"/>
          <p:cNvGrpSpPr/>
          <p:nvPr/>
        </p:nvGrpSpPr>
        <p:grpSpPr>
          <a:xfrm>
            <a:off x="2400300" y="5600700"/>
            <a:ext cx="5638800" cy="190500"/>
            <a:chOff x="2400300" y="5600700"/>
            <a:chExt cx="5638800" cy="190500"/>
          </a:xfrm>
        </p:grpSpPr>
        <p:sp>
          <p:nvSpPr>
            <p:cNvPr id="79" name="node74.text"/>
            <p:cNvSpPr/>
            <p:nvPr/>
          </p:nvSpPr>
          <p:spPr>
            <a:xfrm>
              <a:off x="2400300" y="5600700"/>
              <a:ext cx="5638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KPIs stable for four weeks; support handed to Northfield teams.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9" name="node75"/>
          <p:cNvGrpSpPr/>
          <p:nvPr/>
        </p:nvGrpSpPr>
        <p:grpSpPr>
          <a:xfrm>
            <a:off x="8953500" y="5346700"/>
            <a:ext cx="2514600" cy="215900"/>
            <a:chOff x="8953500" y="5346700"/>
            <a:chExt cx="2514600" cy="215900"/>
          </a:xfrm>
        </p:grpSpPr>
        <p:sp>
          <p:nvSpPr>
            <p:cNvPr id="80" name="node75.marker"/>
            <p:cNvSpPr/>
            <p:nvPr/>
          </p:nvSpPr>
          <p:spPr>
            <a:xfrm>
              <a:off x="8953500" y="5346700"/>
              <a:ext cx="25146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50" name="node76"/>
          <p:cNvGrpSpPr/>
          <p:nvPr/>
        </p:nvGrpSpPr>
        <p:grpSpPr>
          <a:xfrm>
            <a:off x="9029700" y="5384800"/>
            <a:ext cx="2400300" cy="139700"/>
            <a:chOff x="9029700" y="5384800"/>
            <a:chExt cx="2400300" cy="139700"/>
          </a:xfrm>
        </p:grpSpPr>
        <p:sp>
          <p:nvSpPr>
            <p:cNvPr id="81" name="node76.text"/>
            <p:cNvSpPr/>
            <p:nvPr/>
          </p:nvSpPr>
          <p:spPr>
            <a:xfrm>
              <a:off x="9029700" y="5384800"/>
              <a:ext cx="2400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HYPERCARE REPORT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PROGRAM TIMELINE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go-live waves in 24 weeks, each gated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95" name="node01"/>
          <p:cNvGrpSpPr/>
          <p:nvPr/>
        </p:nvGrpSpPr>
        <p:grpSpPr>
          <a:xfrm>
            <a:off x="723900" y="1828800"/>
            <a:ext cx="3429000" cy="647700"/>
            <a:chOff x="723900" y="1828800"/>
            <a:chExt cx="3429000" cy="647700"/>
          </a:xfrm>
        </p:grpSpPr>
        <p:sp>
          <p:nvSpPr>
            <p:cNvPr id="6" name="node01.text"/>
            <p:cNvSpPr/>
            <p:nvPr/>
          </p:nvSpPr>
          <p:spPr>
            <a:xfrm>
              <a:off x="723900" y="1828800"/>
              <a:ext cx="3429000" cy="647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24-week program moves scheduling, registration and billing at Northfield onto one set of workflows, live in two waves.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7" name="node02"/>
          <p:cNvSpPr/>
          <p:nvPr/>
        </p:nvSpPr>
        <p:spPr>
          <a:xfrm>
            <a:off x="723900" y="2971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6" name="node03"/>
          <p:cNvGrpSpPr/>
          <p:nvPr/>
        </p:nvGrpSpPr>
        <p:grpSpPr>
          <a:xfrm>
            <a:off x="723900" y="3124200"/>
            <a:ext cx="3429000" cy="774700"/>
            <a:chOff x="723900" y="3124200"/>
            <a:chExt cx="3429000" cy="774700"/>
          </a:xfrm>
        </p:grpSpPr>
        <p:sp>
          <p:nvSpPr>
            <p:cNvPr id="8" name="node03.label"/>
            <p:cNvSpPr/>
            <p:nvPr/>
          </p:nvSpPr>
          <p:spPr>
            <a:xfrm>
              <a:off x="723900" y="31242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W1–W7 · 11 JAN – 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3.title"/>
            <p:cNvSpPr/>
            <p:nvPr/>
          </p:nvSpPr>
          <p:spPr>
            <a:xfrm>
              <a:off x="723900" y="33401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Assess and design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node03.body"/>
            <p:cNvSpPr/>
            <p:nvPr/>
          </p:nvSpPr>
          <p:spPr>
            <a:xfrm>
              <a:off x="723900" y="3683000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Baseline, future-state design and business case.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1" name="node04"/>
          <p:cNvSpPr/>
          <p:nvPr/>
        </p:nvSpPr>
        <p:spPr>
          <a:xfrm>
            <a:off x="723900" y="3962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7" name="node05"/>
          <p:cNvGrpSpPr/>
          <p:nvPr/>
        </p:nvGrpSpPr>
        <p:grpSpPr>
          <a:xfrm>
            <a:off x="723900" y="4114800"/>
            <a:ext cx="3429000" cy="774700"/>
            <a:chOff x="723900" y="4114800"/>
            <a:chExt cx="3429000" cy="774700"/>
          </a:xfrm>
        </p:grpSpPr>
        <p:sp>
          <p:nvSpPr>
            <p:cNvPr id="12" name="node05.label"/>
            <p:cNvSpPr/>
            <p:nvPr/>
          </p:nvSpPr>
          <p:spPr>
            <a:xfrm>
              <a:off x="723900" y="41148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W8–W14 · 1 MAR – 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3" name="node05.title"/>
            <p:cNvSpPr/>
            <p:nvPr/>
          </p:nvSpPr>
          <p:spPr>
            <a:xfrm>
              <a:off x="723900" y="43307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and test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4" name="node05.body"/>
            <p:cNvSpPr/>
            <p:nvPr/>
          </p:nvSpPr>
          <p:spPr>
            <a:xfrm>
              <a:off x="723900" y="4673600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Configure, integrate and prove it in UAT.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5" name="node06"/>
          <p:cNvSpPr/>
          <p:nvPr/>
        </p:nvSpPr>
        <p:spPr>
          <a:xfrm>
            <a:off x="723900" y="4953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8" name="node07"/>
          <p:cNvGrpSpPr/>
          <p:nvPr/>
        </p:nvGrpSpPr>
        <p:grpSpPr>
          <a:xfrm>
            <a:off x="723900" y="5105400"/>
            <a:ext cx="3429000" cy="774700"/>
            <a:chOff x="723900" y="5105400"/>
            <a:chExt cx="3429000" cy="774700"/>
          </a:xfrm>
        </p:grpSpPr>
        <p:sp>
          <p:nvSpPr>
            <p:cNvPr id="16" name="node07.label"/>
            <p:cNvSpPr/>
            <p:nvPr/>
          </p:nvSpPr>
          <p:spPr>
            <a:xfrm>
              <a:off x="723900" y="51054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W15–W24 · 19 APR – 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7" name="node07.title"/>
            <p:cNvSpPr/>
            <p:nvPr/>
          </p:nvSpPr>
          <p:spPr>
            <a:xfrm>
              <a:off x="723900" y="53213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Deploy and stabilize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8" name="node07.body"/>
            <p:cNvSpPr/>
            <p:nvPr/>
          </p:nvSpPr>
          <p:spPr>
            <a:xfrm>
              <a:off x="723900" y="5664200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Two go-live waves, then four weeks of hypercare.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9" name="node08"/>
          <p:cNvGrpSpPr/>
          <p:nvPr/>
        </p:nvGrpSpPr>
        <p:grpSpPr>
          <a:xfrm>
            <a:off x="5524500" y="584200"/>
            <a:ext cx="1" cy="4800600"/>
            <a:chOff x="5524500" y="584200"/>
            <a:chExt cx="1" cy="4800600"/>
          </a:xfrm>
        </p:grpSpPr>
        <p:sp>
          <p:nvSpPr>
            <p:cNvPr id="19" name="node08.segment-1"/>
            <p:cNvSpPr/>
            <p:nvPr/>
          </p:nvSpPr>
          <p:spPr>
            <a:xfrm>
              <a:off x="5524500" y="584200"/>
              <a:ext cx="0" cy="4800600"/>
            </a:xfrm>
            <a:custGeom>
              <a:avLst/>
              <a:gdLst/>
              <a:ahLst/>
              <a:cxnLst/>
              <a:rect l="l" t="t" r="r" b="b"/>
              <a:pathLst>
                <a:path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100" name="node09"/>
          <p:cNvGrpSpPr/>
          <p:nvPr/>
        </p:nvGrpSpPr>
        <p:grpSpPr>
          <a:xfrm>
            <a:off x="4381500" y="495300"/>
            <a:ext cx="914400" cy="139700"/>
            <a:chOff x="4381500" y="495300"/>
            <a:chExt cx="914400" cy="139700"/>
          </a:xfrm>
        </p:grpSpPr>
        <p:sp>
          <p:nvSpPr>
            <p:cNvPr id="20" name="node09.text"/>
            <p:cNvSpPr/>
            <p:nvPr/>
          </p:nvSpPr>
          <p:spPr>
            <a:xfrm>
              <a:off x="4381500" y="4953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22 JAN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1" name="node10"/>
          <p:cNvGrpSpPr/>
          <p:nvPr/>
        </p:nvGrpSpPr>
        <p:grpSpPr>
          <a:xfrm>
            <a:off x="4381500" y="673100"/>
            <a:ext cx="914400" cy="139700"/>
            <a:chOff x="4381500" y="673100"/>
            <a:chExt cx="914400" cy="139700"/>
          </a:xfrm>
        </p:grpSpPr>
        <p:sp>
          <p:nvSpPr>
            <p:cNvPr id="21" name="node10.text"/>
            <p:cNvSpPr/>
            <p:nvPr/>
          </p:nvSpPr>
          <p:spPr>
            <a:xfrm>
              <a:off x="4381500" y="6731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2" name="node11"/>
          <p:cNvGrpSpPr/>
          <p:nvPr/>
        </p:nvGrpSpPr>
        <p:grpSpPr>
          <a:xfrm>
            <a:off x="5435600" y="495300"/>
            <a:ext cx="177800" cy="177800"/>
            <a:chOff x="5435600" y="495300"/>
            <a:chExt cx="177800" cy="177800"/>
          </a:xfrm>
        </p:grpSpPr>
        <p:sp>
          <p:nvSpPr>
            <p:cNvPr id="22" name="node11.marker"/>
            <p:cNvSpPr/>
            <p:nvPr/>
          </p:nvSpPr>
          <p:spPr>
            <a:xfrm>
              <a:off x="5435600" y="4953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03" name="node12"/>
          <p:cNvGrpSpPr/>
          <p:nvPr/>
        </p:nvGrpSpPr>
        <p:grpSpPr>
          <a:xfrm>
            <a:off x="5829300" y="457200"/>
            <a:ext cx="3429000" cy="266700"/>
            <a:chOff x="5829300" y="457200"/>
            <a:chExt cx="3429000" cy="266700"/>
          </a:xfrm>
        </p:grpSpPr>
        <p:sp>
          <p:nvSpPr>
            <p:cNvPr id="23" name="node12.text"/>
            <p:cNvSpPr/>
            <p:nvPr/>
          </p:nvSpPr>
          <p:spPr>
            <a:xfrm>
              <a:off x="5829300" y="4572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04" name="node13"/>
          <p:cNvGrpSpPr/>
          <p:nvPr/>
        </p:nvGrpSpPr>
        <p:grpSpPr>
          <a:xfrm>
            <a:off x="5829300" y="723900"/>
            <a:ext cx="3429000" cy="190500"/>
            <a:chOff x="5829300" y="723900"/>
            <a:chExt cx="3429000" cy="190500"/>
          </a:xfrm>
        </p:grpSpPr>
        <p:sp>
          <p:nvSpPr>
            <p:cNvPr id="24" name="node13.text"/>
            <p:cNvSpPr/>
            <p:nvPr/>
          </p:nvSpPr>
          <p:spPr>
            <a:xfrm>
              <a:off x="5829300" y="7239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Team, governance and plan in place.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05" name="node14"/>
          <p:cNvGrpSpPr/>
          <p:nvPr/>
        </p:nvGrpSpPr>
        <p:grpSpPr>
          <a:xfrm>
            <a:off x="9486900" y="469900"/>
            <a:ext cx="1981200" cy="215900"/>
            <a:chOff x="9486900" y="469900"/>
            <a:chExt cx="1981200" cy="215900"/>
          </a:xfrm>
        </p:grpSpPr>
        <p:sp>
          <p:nvSpPr>
            <p:cNvPr id="25" name="node14.marker"/>
            <p:cNvSpPr/>
            <p:nvPr/>
          </p:nvSpPr>
          <p:spPr>
            <a:xfrm>
              <a:off x="9486900" y="4699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06" name="node15"/>
          <p:cNvGrpSpPr/>
          <p:nvPr/>
        </p:nvGrpSpPr>
        <p:grpSpPr>
          <a:xfrm>
            <a:off x="9563100" y="508000"/>
            <a:ext cx="1866900" cy="139700"/>
            <a:chOff x="9563100" y="508000"/>
            <a:chExt cx="1866900" cy="139700"/>
          </a:xfrm>
        </p:grpSpPr>
        <p:sp>
          <p:nvSpPr>
            <p:cNvPr id="26" name="node15.text"/>
            <p:cNvSpPr/>
            <p:nvPr/>
          </p:nvSpPr>
          <p:spPr>
            <a:xfrm>
              <a:off x="9563100" y="5080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MOBILIZATION PLAN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07" name="node16"/>
          <p:cNvGrpSpPr/>
          <p:nvPr/>
        </p:nvGrpSpPr>
        <p:grpSpPr>
          <a:xfrm>
            <a:off x="9486900" y="723900"/>
            <a:ext cx="1981200" cy="215900"/>
            <a:chOff x="9486900" y="723900"/>
            <a:chExt cx="1981200" cy="215900"/>
          </a:xfrm>
        </p:grpSpPr>
        <p:sp>
          <p:nvSpPr>
            <p:cNvPr id="27" name="node16.marker"/>
            <p:cNvSpPr/>
            <p:nvPr/>
          </p:nvSpPr>
          <p:spPr>
            <a:xfrm>
              <a:off x="9486900" y="7239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08" name="node17"/>
          <p:cNvGrpSpPr/>
          <p:nvPr/>
        </p:nvGrpSpPr>
        <p:grpSpPr>
          <a:xfrm>
            <a:off x="9563100" y="762000"/>
            <a:ext cx="1866900" cy="139700"/>
            <a:chOff x="9563100" y="762000"/>
            <a:chExt cx="1866900" cy="139700"/>
          </a:xfrm>
        </p:grpSpPr>
        <p:sp>
          <p:nvSpPr>
            <p:cNvPr id="28" name="node17.text"/>
            <p:cNvSpPr/>
            <p:nvPr/>
          </p:nvSpPr>
          <p:spPr>
            <a:xfrm>
              <a:off x="9563100" y="7620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GOVERNANCE CHARTER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29" name="node18"/>
          <p:cNvSpPr/>
          <p:nvPr/>
        </p:nvSpPr>
        <p:spPr>
          <a:xfrm>
            <a:off x="5829300" y="10287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09" name="node19"/>
          <p:cNvGrpSpPr/>
          <p:nvPr/>
        </p:nvGrpSpPr>
        <p:grpSpPr>
          <a:xfrm>
            <a:off x="4381500" y="1181100"/>
            <a:ext cx="914400" cy="139700"/>
            <a:chOff x="4381500" y="1181100"/>
            <a:chExt cx="914400" cy="139700"/>
          </a:xfrm>
        </p:grpSpPr>
        <p:sp>
          <p:nvSpPr>
            <p:cNvPr id="30" name="node19.text"/>
            <p:cNvSpPr/>
            <p:nvPr/>
          </p:nvSpPr>
          <p:spPr>
            <a:xfrm>
              <a:off x="4381500" y="11811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0" name="node20"/>
          <p:cNvGrpSpPr/>
          <p:nvPr/>
        </p:nvGrpSpPr>
        <p:grpSpPr>
          <a:xfrm>
            <a:off x="4381500" y="1358900"/>
            <a:ext cx="914400" cy="139700"/>
            <a:chOff x="4381500" y="1358900"/>
            <a:chExt cx="914400" cy="139700"/>
          </a:xfrm>
        </p:grpSpPr>
        <p:sp>
          <p:nvSpPr>
            <p:cNvPr id="31" name="node20.text"/>
            <p:cNvSpPr/>
            <p:nvPr/>
          </p:nvSpPr>
          <p:spPr>
            <a:xfrm>
              <a:off x="4381500" y="13589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1" name="node21"/>
          <p:cNvGrpSpPr/>
          <p:nvPr/>
        </p:nvGrpSpPr>
        <p:grpSpPr>
          <a:xfrm>
            <a:off x="5435600" y="1181100"/>
            <a:ext cx="177800" cy="177800"/>
            <a:chOff x="5435600" y="1181100"/>
            <a:chExt cx="177800" cy="177800"/>
          </a:xfrm>
        </p:grpSpPr>
        <p:sp>
          <p:nvSpPr>
            <p:cNvPr id="32" name="node21.marker"/>
            <p:cNvSpPr/>
            <p:nvPr/>
          </p:nvSpPr>
          <p:spPr>
            <a:xfrm>
              <a:off x="5435600" y="11811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12" name="node22"/>
          <p:cNvGrpSpPr/>
          <p:nvPr/>
        </p:nvGrpSpPr>
        <p:grpSpPr>
          <a:xfrm>
            <a:off x="5829300" y="1143000"/>
            <a:ext cx="3429000" cy="266700"/>
            <a:chOff x="5829300" y="1143000"/>
            <a:chExt cx="3429000" cy="266700"/>
          </a:xfrm>
        </p:grpSpPr>
        <p:sp>
          <p:nvSpPr>
            <p:cNvPr id="33" name="node22.text"/>
            <p:cNvSpPr/>
            <p:nvPr/>
          </p:nvSpPr>
          <p:spPr>
            <a:xfrm>
              <a:off x="5829300" y="11430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3" name="node23"/>
          <p:cNvGrpSpPr/>
          <p:nvPr/>
        </p:nvGrpSpPr>
        <p:grpSpPr>
          <a:xfrm>
            <a:off x="5829300" y="1409700"/>
            <a:ext cx="3429000" cy="190500"/>
            <a:chOff x="5829300" y="1409700"/>
            <a:chExt cx="3429000" cy="190500"/>
          </a:xfrm>
        </p:grpSpPr>
        <p:sp>
          <p:nvSpPr>
            <p:cNvPr id="34" name="node23.text"/>
            <p:cNvSpPr/>
            <p:nvPr/>
          </p:nvSpPr>
          <p:spPr>
            <a:xfrm>
              <a:off x="5829300" y="14097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 agreed with operations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4" name="node24"/>
          <p:cNvGrpSpPr/>
          <p:nvPr/>
        </p:nvGrpSpPr>
        <p:grpSpPr>
          <a:xfrm>
            <a:off x="9486900" y="1155700"/>
            <a:ext cx="1981200" cy="215900"/>
            <a:chOff x="9486900" y="1155700"/>
            <a:chExt cx="1981200" cy="215900"/>
          </a:xfrm>
        </p:grpSpPr>
        <p:sp>
          <p:nvSpPr>
            <p:cNvPr id="35" name="node24.marker"/>
            <p:cNvSpPr/>
            <p:nvPr/>
          </p:nvSpPr>
          <p:spPr>
            <a:xfrm>
              <a:off x="9486900" y="11557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15" name="node25"/>
          <p:cNvGrpSpPr/>
          <p:nvPr/>
        </p:nvGrpSpPr>
        <p:grpSpPr>
          <a:xfrm>
            <a:off x="9563100" y="1193800"/>
            <a:ext cx="1866900" cy="139700"/>
            <a:chOff x="9563100" y="1193800"/>
            <a:chExt cx="1866900" cy="139700"/>
          </a:xfrm>
        </p:grpSpPr>
        <p:sp>
          <p:nvSpPr>
            <p:cNvPr id="36" name="node25.text"/>
            <p:cNvSpPr/>
            <p:nvPr/>
          </p:nvSpPr>
          <p:spPr>
            <a:xfrm>
              <a:off x="9563100" y="11938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CURRENT-STATE REPORT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6" name="node26"/>
          <p:cNvGrpSpPr/>
          <p:nvPr/>
        </p:nvGrpSpPr>
        <p:grpSpPr>
          <a:xfrm>
            <a:off x="9486900" y="1409700"/>
            <a:ext cx="1981200" cy="215900"/>
            <a:chOff x="9486900" y="1409700"/>
            <a:chExt cx="1981200" cy="215900"/>
          </a:xfrm>
        </p:grpSpPr>
        <p:sp>
          <p:nvSpPr>
            <p:cNvPr id="37" name="node26.marker"/>
            <p:cNvSpPr/>
            <p:nvPr/>
          </p:nvSpPr>
          <p:spPr>
            <a:xfrm>
              <a:off x="9486900" y="14097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17" name="node27"/>
          <p:cNvGrpSpPr/>
          <p:nvPr/>
        </p:nvGrpSpPr>
        <p:grpSpPr>
          <a:xfrm>
            <a:off x="9563100" y="1447800"/>
            <a:ext cx="1866900" cy="139700"/>
            <a:chOff x="9563100" y="1447800"/>
            <a:chExt cx="1866900" cy="139700"/>
          </a:xfrm>
        </p:grpSpPr>
        <p:sp>
          <p:nvSpPr>
            <p:cNvPr id="38" name="node27.text"/>
            <p:cNvSpPr/>
            <p:nvPr/>
          </p:nvSpPr>
          <p:spPr>
            <a:xfrm>
              <a:off x="9563100" y="14478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BASELINE KPIS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39" name="node28"/>
          <p:cNvSpPr/>
          <p:nvPr/>
        </p:nvSpPr>
        <p:spPr>
          <a:xfrm>
            <a:off x="5829300" y="17145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18" name="node29"/>
          <p:cNvGrpSpPr/>
          <p:nvPr/>
        </p:nvGrpSpPr>
        <p:grpSpPr>
          <a:xfrm>
            <a:off x="4381500" y="1866900"/>
            <a:ext cx="914400" cy="139700"/>
            <a:chOff x="4381500" y="1866900"/>
            <a:chExt cx="914400" cy="139700"/>
          </a:xfrm>
        </p:grpSpPr>
        <p:sp>
          <p:nvSpPr>
            <p:cNvPr id="40" name="node29.text"/>
            <p:cNvSpPr/>
            <p:nvPr/>
          </p:nvSpPr>
          <p:spPr>
            <a:xfrm>
              <a:off x="4381500" y="18669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FEB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9" name="node30"/>
          <p:cNvGrpSpPr/>
          <p:nvPr/>
        </p:nvGrpSpPr>
        <p:grpSpPr>
          <a:xfrm>
            <a:off x="4381500" y="2044700"/>
            <a:ext cx="914400" cy="139700"/>
            <a:chOff x="4381500" y="2044700"/>
            <a:chExt cx="914400" cy="139700"/>
          </a:xfrm>
        </p:grpSpPr>
        <p:sp>
          <p:nvSpPr>
            <p:cNvPr id="41" name="node30.text"/>
            <p:cNvSpPr/>
            <p:nvPr/>
          </p:nvSpPr>
          <p:spPr>
            <a:xfrm>
              <a:off x="4381500" y="20447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0" name="node31"/>
          <p:cNvGrpSpPr/>
          <p:nvPr/>
        </p:nvGrpSpPr>
        <p:grpSpPr>
          <a:xfrm>
            <a:off x="5435600" y="1866900"/>
            <a:ext cx="177800" cy="177800"/>
            <a:chOff x="5435600" y="1866900"/>
            <a:chExt cx="177800" cy="177800"/>
          </a:xfrm>
        </p:grpSpPr>
        <p:sp>
          <p:nvSpPr>
            <p:cNvPr id="42" name="node31.marker"/>
            <p:cNvSpPr/>
            <p:nvPr/>
          </p:nvSpPr>
          <p:spPr>
            <a:xfrm>
              <a:off x="5435600" y="18669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21" name="node32"/>
          <p:cNvGrpSpPr/>
          <p:nvPr/>
        </p:nvGrpSpPr>
        <p:grpSpPr>
          <a:xfrm>
            <a:off x="5829300" y="1828800"/>
            <a:ext cx="3429000" cy="266700"/>
            <a:chOff x="5829300" y="1828800"/>
            <a:chExt cx="3429000" cy="266700"/>
          </a:xfrm>
        </p:grpSpPr>
        <p:sp>
          <p:nvSpPr>
            <p:cNvPr id="43" name="node32.text"/>
            <p:cNvSpPr/>
            <p:nvPr/>
          </p:nvSpPr>
          <p:spPr>
            <a:xfrm>
              <a:off x="5829300" y="18288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22" name="node33"/>
          <p:cNvGrpSpPr/>
          <p:nvPr/>
        </p:nvGrpSpPr>
        <p:grpSpPr>
          <a:xfrm>
            <a:off x="5829300" y="2095500"/>
            <a:ext cx="3429000" cy="190500"/>
            <a:chOff x="5829300" y="2095500"/>
            <a:chExt cx="3429000" cy="190500"/>
          </a:xfrm>
        </p:grpSpPr>
        <p:sp>
          <p:nvSpPr>
            <p:cNvPr id="44" name="node33.text"/>
            <p:cNvSpPr/>
            <p:nvPr/>
          </p:nvSpPr>
          <p:spPr>
            <a:xfrm>
              <a:off x="5829300" y="20955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Steering committee approves the future state.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3" name="node34"/>
          <p:cNvGrpSpPr/>
          <p:nvPr/>
        </p:nvGrpSpPr>
        <p:grpSpPr>
          <a:xfrm>
            <a:off x="9486900" y="1841500"/>
            <a:ext cx="1981200" cy="215900"/>
            <a:chOff x="9486900" y="1841500"/>
            <a:chExt cx="1981200" cy="215900"/>
          </a:xfrm>
        </p:grpSpPr>
        <p:sp>
          <p:nvSpPr>
            <p:cNvPr id="45" name="node34.marker"/>
            <p:cNvSpPr/>
            <p:nvPr/>
          </p:nvSpPr>
          <p:spPr>
            <a:xfrm>
              <a:off x="9486900" y="18415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24" name="node35"/>
          <p:cNvGrpSpPr/>
          <p:nvPr/>
        </p:nvGrpSpPr>
        <p:grpSpPr>
          <a:xfrm>
            <a:off x="9563100" y="1879600"/>
            <a:ext cx="1866900" cy="139700"/>
            <a:chOff x="9563100" y="1879600"/>
            <a:chExt cx="1866900" cy="139700"/>
          </a:xfrm>
        </p:grpSpPr>
        <p:sp>
          <p:nvSpPr>
            <p:cNvPr id="46" name="node35.text"/>
            <p:cNvSpPr/>
            <p:nvPr/>
          </p:nvSpPr>
          <p:spPr>
            <a:xfrm>
              <a:off x="9563100" y="18796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FUTURE-STATE DESIGN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5" name="node36"/>
          <p:cNvGrpSpPr/>
          <p:nvPr/>
        </p:nvGrpSpPr>
        <p:grpSpPr>
          <a:xfrm>
            <a:off x="9486900" y="2095500"/>
            <a:ext cx="1981200" cy="215900"/>
            <a:chOff x="9486900" y="2095500"/>
            <a:chExt cx="1981200" cy="215900"/>
          </a:xfrm>
        </p:grpSpPr>
        <p:sp>
          <p:nvSpPr>
            <p:cNvPr id="47" name="node36.marker"/>
            <p:cNvSpPr/>
            <p:nvPr/>
          </p:nvSpPr>
          <p:spPr>
            <a:xfrm>
              <a:off x="9486900" y="20955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26" name="node37"/>
          <p:cNvGrpSpPr/>
          <p:nvPr/>
        </p:nvGrpSpPr>
        <p:grpSpPr>
          <a:xfrm>
            <a:off x="9563100" y="2133600"/>
            <a:ext cx="1866900" cy="139700"/>
            <a:chOff x="9563100" y="2133600"/>
            <a:chExt cx="1866900" cy="139700"/>
          </a:xfrm>
        </p:grpSpPr>
        <p:sp>
          <p:nvSpPr>
            <p:cNvPr id="48" name="node37.text"/>
            <p:cNvSpPr/>
            <p:nvPr/>
          </p:nvSpPr>
          <p:spPr>
            <a:xfrm>
              <a:off x="9563100" y="21336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BUSINESS CASE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49" name="node38"/>
          <p:cNvSpPr/>
          <p:nvPr/>
        </p:nvSpPr>
        <p:spPr>
          <a:xfrm>
            <a:off x="5829300" y="24003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27" name="node39"/>
          <p:cNvGrpSpPr/>
          <p:nvPr/>
        </p:nvGrpSpPr>
        <p:grpSpPr>
          <a:xfrm>
            <a:off x="4381500" y="2552700"/>
            <a:ext cx="914400" cy="139700"/>
            <a:chOff x="4381500" y="2552700"/>
            <a:chExt cx="914400" cy="139700"/>
          </a:xfrm>
        </p:grpSpPr>
        <p:sp>
          <p:nvSpPr>
            <p:cNvPr id="50" name="node39.text"/>
            <p:cNvSpPr/>
            <p:nvPr/>
          </p:nvSpPr>
          <p:spPr>
            <a:xfrm>
              <a:off x="4381500" y="25527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26 MAR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8" name="node40"/>
          <p:cNvGrpSpPr/>
          <p:nvPr/>
        </p:nvGrpSpPr>
        <p:grpSpPr>
          <a:xfrm>
            <a:off x="4381500" y="2730500"/>
            <a:ext cx="914400" cy="139700"/>
            <a:chOff x="4381500" y="2730500"/>
            <a:chExt cx="914400" cy="139700"/>
          </a:xfrm>
        </p:grpSpPr>
        <p:sp>
          <p:nvSpPr>
            <p:cNvPr id="51" name="node40.text"/>
            <p:cNvSpPr/>
            <p:nvPr/>
          </p:nvSpPr>
          <p:spPr>
            <a:xfrm>
              <a:off x="4381500" y="27305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9" name="node41"/>
          <p:cNvGrpSpPr/>
          <p:nvPr/>
        </p:nvGrpSpPr>
        <p:grpSpPr>
          <a:xfrm>
            <a:off x="5435600" y="2552700"/>
            <a:ext cx="177800" cy="177800"/>
            <a:chOff x="5435600" y="2552700"/>
            <a:chExt cx="177800" cy="177800"/>
          </a:xfrm>
        </p:grpSpPr>
        <p:sp>
          <p:nvSpPr>
            <p:cNvPr id="52" name="node41.marker"/>
            <p:cNvSpPr/>
            <p:nvPr/>
          </p:nvSpPr>
          <p:spPr>
            <a:xfrm>
              <a:off x="5435600" y="25527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30" name="node42"/>
          <p:cNvGrpSpPr/>
          <p:nvPr/>
        </p:nvGrpSpPr>
        <p:grpSpPr>
          <a:xfrm>
            <a:off x="5829300" y="2514600"/>
            <a:ext cx="3429000" cy="266700"/>
            <a:chOff x="5829300" y="2514600"/>
            <a:chExt cx="3429000" cy="266700"/>
          </a:xfrm>
        </p:grpSpPr>
        <p:sp>
          <p:nvSpPr>
            <p:cNvPr id="53" name="node42.text"/>
            <p:cNvSpPr/>
            <p:nvPr/>
          </p:nvSpPr>
          <p:spPr>
            <a:xfrm>
              <a:off x="5829300" y="25146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1" name="node43"/>
          <p:cNvGrpSpPr/>
          <p:nvPr/>
        </p:nvGrpSpPr>
        <p:grpSpPr>
          <a:xfrm>
            <a:off x="5829300" y="2781300"/>
            <a:ext cx="3429000" cy="190500"/>
            <a:chOff x="5829300" y="2781300"/>
            <a:chExt cx="3429000" cy="190500"/>
          </a:xfrm>
        </p:grpSpPr>
        <p:sp>
          <p:nvSpPr>
            <p:cNvPr id="54" name="node43.text"/>
            <p:cNvSpPr/>
            <p:nvPr/>
          </p:nvSpPr>
          <p:spPr>
            <a:xfrm>
              <a:off x="5829300" y="27813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Workflows, rules and interfaces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2" name="node44"/>
          <p:cNvGrpSpPr/>
          <p:nvPr/>
        </p:nvGrpSpPr>
        <p:grpSpPr>
          <a:xfrm>
            <a:off x="9486900" y="2527300"/>
            <a:ext cx="1981200" cy="215900"/>
            <a:chOff x="9486900" y="2527300"/>
            <a:chExt cx="1981200" cy="215900"/>
          </a:xfrm>
        </p:grpSpPr>
        <p:sp>
          <p:nvSpPr>
            <p:cNvPr id="55" name="node44.marker"/>
            <p:cNvSpPr/>
            <p:nvPr/>
          </p:nvSpPr>
          <p:spPr>
            <a:xfrm>
              <a:off x="9486900" y="25273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33" name="node45"/>
          <p:cNvGrpSpPr/>
          <p:nvPr/>
        </p:nvGrpSpPr>
        <p:grpSpPr>
          <a:xfrm>
            <a:off x="9563100" y="2565400"/>
            <a:ext cx="1866900" cy="139700"/>
            <a:chOff x="9563100" y="2565400"/>
            <a:chExt cx="1866900" cy="139700"/>
          </a:xfrm>
        </p:grpSpPr>
        <p:sp>
          <p:nvSpPr>
            <p:cNvPr id="56" name="node45.text"/>
            <p:cNvSpPr/>
            <p:nvPr/>
          </p:nvSpPr>
          <p:spPr>
            <a:xfrm>
              <a:off x="9563100" y="25654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BUILD SPECIFICATIONS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4" name="node46"/>
          <p:cNvGrpSpPr/>
          <p:nvPr/>
        </p:nvGrpSpPr>
        <p:grpSpPr>
          <a:xfrm>
            <a:off x="9486900" y="2781300"/>
            <a:ext cx="1981200" cy="215900"/>
            <a:chOff x="9486900" y="2781300"/>
            <a:chExt cx="1981200" cy="215900"/>
          </a:xfrm>
        </p:grpSpPr>
        <p:sp>
          <p:nvSpPr>
            <p:cNvPr id="57" name="node46.marker"/>
            <p:cNvSpPr/>
            <p:nvPr/>
          </p:nvSpPr>
          <p:spPr>
            <a:xfrm>
              <a:off x="9486900" y="27813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35" name="node47"/>
          <p:cNvGrpSpPr/>
          <p:nvPr/>
        </p:nvGrpSpPr>
        <p:grpSpPr>
          <a:xfrm>
            <a:off x="9563100" y="2819400"/>
            <a:ext cx="1866900" cy="139700"/>
            <a:chOff x="9563100" y="2819400"/>
            <a:chExt cx="1866900" cy="139700"/>
          </a:xfrm>
        </p:grpSpPr>
        <p:sp>
          <p:nvSpPr>
            <p:cNvPr id="58" name="node47.text"/>
            <p:cNvSpPr/>
            <p:nvPr/>
          </p:nvSpPr>
          <p:spPr>
            <a:xfrm>
              <a:off x="9563100" y="28194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CONFIGURED WORKFLOWS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59" name="node48"/>
          <p:cNvSpPr/>
          <p:nvPr/>
        </p:nvSpPr>
        <p:spPr>
          <a:xfrm>
            <a:off x="5829300" y="30861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36" name="node49"/>
          <p:cNvGrpSpPr/>
          <p:nvPr/>
        </p:nvGrpSpPr>
        <p:grpSpPr>
          <a:xfrm>
            <a:off x="4381500" y="3238500"/>
            <a:ext cx="914400" cy="139700"/>
            <a:chOff x="4381500" y="3238500"/>
            <a:chExt cx="914400" cy="139700"/>
          </a:xfrm>
        </p:grpSpPr>
        <p:sp>
          <p:nvSpPr>
            <p:cNvPr id="60" name="node49.text"/>
            <p:cNvSpPr/>
            <p:nvPr/>
          </p:nvSpPr>
          <p:spPr>
            <a:xfrm>
              <a:off x="4381500" y="32385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16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7" name="node50"/>
          <p:cNvGrpSpPr/>
          <p:nvPr/>
        </p:nvGrpSpPr>
        <p:grpSpPr>
          <a:xfrm>
            <a:off x="4381500" y="3416300"/>
            <a:ext cx="914400" cy="139700"/>
            <a:chOff x="4381500" y="3416300"/>
            <a:chExt cx="914400" cy="139700"/>
          </a:xfrm>
        </p:grpSpPr>
        <p:sp>
          <p:nvSpPr>
            <p:cNvPr id="61" name="node50.text"/>
            <p:cNvSpPr/>
            <p:nvPr/>
          </p:nvSpPr>
          <p:spPr>
            <a:xfrm>
              <a:off x="4381500" y="34163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8" name="node51"/>
          <p:cNvGrpSpPr/>
          <p:nvPr/>
        </p:nvGrpSpPr>
        <p:grpSpPr>
          <a:xfrm>
            <a:off x="5435600" y="3238500"/>
            <a:ext cx="177800" cy="177800"/>
            <a:chOff x="5435600" y="3238500"/>
            <a:chExt cx="177800" cy="177800"/>
          </a:xfrm>
        </p:grpSpPr>
        <p:sp>
          <p:nvSpPr>
            <p:cNvPr id="62" name="node51.marker"/>
            <p:cNvSpPr/>
            <p:nvPr/>
          </p:nvSpPr>
          <p:spPr>
            <a:xfrm>
              <a:off x="5435600" y="32385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39" name="node52"/>
          <p:cNvGrpSpPr/>
          <p:nvPr/>
        </p:nvGrpSpPr>
        <p:grpSpPr>
          <a:xfrm>
            <a:off x="5829300" y="3200400"/>
            <a:ext cx="3429000" cy="266700"/>
            <a:chOff x="5829300" y="3200400"/>
            <a:chExt cx="3429000" cy="266700"/>
          </a:xfrm>
        </p:grpSpPr>
        <p:sp>
          <p:nvSpPr>
            <p:cNvPr id="63" name="node52.text"/>
            <p:cNvSpPr/>
            <p:nvPr/>
          </p:nvSpPr>
          <p:spPr>
            <a:xfrm>
              <a:off x="5829300" y="32004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0" name="node53"/>
          <p:cNvGrpSpPr/>
          <p:nvPr/>
        </p:nvGrpSpPr>
        <p:grpSpPr>
          <a:xfrm>
            <a:off x="5829300" y="3467100"/>
            <a:ext cx="3429000" cy="190500"/>
            <a:chOff x="5829300" y="3467100"/>
            <a:chExt cx="3429000" cy="190500"/>
          </a:xfrm>
        </p:grpSpPr>
        <p:sp>
          <p:nvSpPr>
            <p:cNvPr id="64" name="node53.text"/>
            <p:cNvSpPr/>
            <p:nvPr/>
          </p:nvSpPr>
          <p:spPr>
            <a:xfrm>
              <a:off x="5829300" y="34671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No open severity 1 or 2 defects remain.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1" name="node54"/>
          <p:cNvGrpSpPr/>
          <p:nvPr/>
        </p:nvGrpSpPr>
        <p:grpSpPr>
          <a:xfrm>
            <a:off x="9486900" y="3213100"/>
            <a:ext cx="1981200" cy="215900"/>
            <a:chOff x="9486900" y="3213100"/>
            <a:chExt cx="1981200" cy="215900"/>
          </a:xfrm>
        </p:grpSpPr>
        <p:sp>
          <p:nvSpPr>
            <p:cNvPr id="65" name="node54.marker"/>
            <p:cNvSpPr/>
            <p:nvPr/>
          </p:nvSpPr>
          <p:spPr>
            <a:xfrm>
              <a:off x="9486900" y="32131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42" name="node55"/>
          <p:cNvGrpSpPr/>
          <p:nvPr/>
        </p:nvGrpSpPr>
        <p:grpSpPr>
          <a:xfrm>
            <a:off x="9563100" y="3251200"/>
            <a:ext cx="1866900" cy="139700"/>
            <a:chOff x="9563100" y="3251200"/>
            <a:chExt cx="1866900" cy="139700"/>
          </a:xfrm>
        </p:grpSpPr>
        <p:sp>
          <p:nvSpPr>
            <p:cNvPr id="66" name="node55.text"/>
            <p:cNvSpPr/>
            <p:nvPr/>
          </p:nvSpPr>
          <p:spPr>
            <a:xfrm>
              <a:off x="9563100" y="32512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TEST PLAN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3" name="node56"/>
          <p:cNvGrpSpPr/>
          <p:nvPr/>
        </p:nvGrpSpPr>
        <p:grpSpPr>
          <a:xfrm>
            <a:off x="9486900" y="3467100"/>
            <a:ext cx="1981200" cy="215900"/>
            <a:chOff x="9486900" y="3467100"/>
            <a:chExt cx="1981200" cy="215900"/>
          </a:xfrm>
        </p:grpSpPr>
        <p:sp>
          <p:nvSpPr>
            <p:cNvPr id="67" name="node56.marker"/>
            <p:cNvSpPr/>
            <p:nvPr/>
          </p:nvSpPr>
          <p:spPr>
            <a:xfrm>
              <a:off x="9486900" y="34671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44" name="node57"/>
          <p:cNvGrpSpPr/>
          <p:nvPr/>
        </p:nvGrpSpPr>
        <p:grpSpPr>
          <a:xfrm>
            <a:off x="9563100" y="3505200"/>
            <a:ext cx="1866900" cy="139700"/>
            <a:chOff x="9563100" y="3505200"/>
            <a:chExt cx="1866900" cy="139700"/>
          </a:xfrm>
        </p:grpSpPr>
        <p:sp>
          <p:nvSpPr>
            <p:cNvPr id="68" name="node57.text"/>
            <p:cNvSpPr/>
            <p:nvPr/>
          </p:nvSpPr>
          <p:spPr>
            <a:xfrm>
              <a:off x="9563100" y="35052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UAT SIGN-OFF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69" name="node58"/>
          <p:cNvSpPr/>
          <p:nvPr/>
        </p:nvSpPr>
        <p:spPr>
          <a:xfrm>
            <a:off x="5829300" y="37719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45" name="node59"/>
          <p:cNvGrpSpPr/>
          <p:nvPr/>
        </p:nvGrpSpPr>
        <p:grpSpPr>
          <a:xfrm>
            <a:off x="4381500" y="3924300"/>
            <a:ext cx="914400" cy="139700"/>
            <a:chOff x="4381500" y="3924300"/>
            <a:chExt cx="914400" cy="139700"/>
          </a:xfrm>
        </p:grpSpPr>
        <p:sp>
          <p:nvSpPr>
            <p:cNvPr id="70" name="node59.text"/>
            <p:cNvSpPr/>
            <p:nvPr/>
          </p:nvSpPr>
          <p:spPr>
            <a:xfrm>
              <a:off x="4381500" y="39243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30 APR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6" name="node60"/>
          <p:cNvGrpSpPr/>
          <p:nvPr/>
        </p:nvGrpSpPr>
        <p:grpSpPr>
          <a:xfrm>
            <a:off x="4381500" y="4102100"/>
            <a:ext cx="914400" cy="139700"/>
            <a:chOff x="4381500" y="4102100"/>
            <a:chExt cx="914400" cy="139700"/>
          </a:xfrm>
        </p:grpSpPr>
        <p:sp>
          <p:nvSpPr>
            <p:cNvPr id="71" name="node60.text"/>
            <p:cNvSpPr/>
            <p:nvPr/>
          </p:nvSpPr>
          <p:spPr>
            <a:xfrm>
              <a:off x="4381500" y="41021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16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7" name="node61"/>
          <p:cNvGrpSpPr/>
          <p:nvPr/>
        </p:nvGrpSpPr>
        <p:grpSpPr>
          <a:xfrm>
            <a:off x="5435600" y="3924300"/>
            <a:ext cx="177800" cy="177800"/>
            <a:chOff x="5435600" y="3924300"/>
            <a:chExt cx="177800" cy="177800"/>
          </a:xfrm>
        </p:grpSpPr>
        <p:sp>
          <p:nvSpPr>
            <p:cNvPr id="72" name="node61.marker"/>
            <p:cNvSpPr/>
            <p:nvPr/>
          </p:nvSpPr>
          <p:spPr>
            <a:xfrm>
              <a:off x="5435600" y="3924300"/>
              <a:ext cx="177800" cy="177800"/>
            </a:xfrm>
            <a:prstGeom prst="diamond">
              <a:avLst/>
            </a:prstGeom>
            <a:solidFill>
              <a:srgbClr val="F900D3"/>
            </a:solidFill>
            <a:ln>
              <a:noFill/>
            </a:ln>
          </p:spPr>
        </p:sp>
      </p:grpSp>
      <p:grpSp>
        <p:nvGrpSpPr>
          <p:cNvPr id="148" name="node62"/>
          <p:cNvGrpSpPr/>
          <p:nvPr/>
        </p:nvGrpSpPr>
        <p:grpSpPr>
          <a:xfrm>
            <a:off x="5829300" y="3886200"/>
            <a:ext cx="3429000" cy="266700"/>
            <a:chOff x="5829300" y="3886200"/>
            <a:chExt cx="3429000" cy="266700"/>
          </a:xfrm>
        </p:grpSpPr>
        <p:sp>
          <p:nvSpPr>
            <p:cNvPr id="73" name="node62.text"/>
            <p:cNvSpPr/>
            <p:nvPr/>
          </p:nvSpPr>
          <p:spPr>
            <a:xfrm>
              <a:off x="5829300" y="38862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49" name="node63"/>
          <p:cNvGrpSpPr/>
          <p:nvPr/>
        </p:nvGrpSpPr>
        <p:grpSpPr>
          <a:xfrm>
            <a:off x="5829300" y="4152900"/>
            <a:ext cx="3429000" cy="190500"/>
            <a:chOff x="5829300" y="4152900"/>
            <a:chExt cx="3429000" cy="190500"/>
          </a:xfrm>
        </p:grpSpPr>
        <p:sp>
          <p:nvSpPr>
            <p:cNvPr id="74" name="node63.text"/>
            <p:cNvSpPr/>
            <p:nvPr/>
          </p:nvSpPr>
          <p:spPr>
            <a:xfrm>
              <a:off x="5829300" y="41529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Central scheduling and two hospitals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0" name="node64"/>
          <p:cNvGrpSpPr/>
          <p:nvPr/>
        </p:nvGrpSpPr>
        <p:grpSpPr>
          <a:xfrm>
            <a:off x="9486900" y="3898900"/>
            <a:ext cx="1981200" cy="215900"/>
            <a:chOff x="9486900" y="3898900"/>
            <a:chExt cx="1981200" cy="215900"/>
          </a:xfrm>
        </p:grpSpPr>
        <p:sp>
          <p:nvSpPr>
            <p:cNvPr id="75" name="node64.marker"/>
            <p:cNvSpPr/>
            <p:nvPr/>
          </p:nvSpPr>
          <p:spPr>
            <a:xfrm>
              <a:off x="9486900" y="38989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51" name="node65"/>
          <p:cNvGrpSpPr/>
          <p:nvPr/>
        </p:nvGrpSpPr>
        <p:grpSpPr>
          <a:xfrm>
            <a:off x="9563100" y="3937000"/>
            <a:ext cx="1866900" cy="139700"/>
            <a:chOff x="9563100" y="3937000"/>
            <a:chExt cx="1866900" cy="139700"/>
          </a:xfrm>
        </p:grpSpPr>
        <p:sp>
          <p:nvSpPr>
            <p:cNvPr id="76" name="node65.text"/>
            <p:cNvSpPr/>
            <p:nvPr/>
          </p:nvSpPr>
          <p:spPr>
            <a:xfrm>
              <a:off x="9563100" y="39370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TRAINING MATERIALS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2" name="node66"/>
          <p:cNvGrpSpPr/>
          <p:nvPr/>
        </p:nvGrpSpPr>
        <p:grpSpPr>
          <a:xfrm>
            <a:off x="9486900" y="4152900"/>
            <a:ext cx="1981200" cy="215900"/>
            <a:chOff x="9486900" y="4152900"/>
            <a:chExt cx="1981200" cy="215900"/>
          </a:xfrm>
        </p:grpSpPr>
        <p:sp>
          <p:nvSpPr>
            <p:cNvPr id="77" name="node66.marker"/>
            <p:cNvSpPr/>
            <p:nvPr/>
          </p:nvSpPr>
          <p:spPr>
            <a:xfrm>
              <a:off x="9486900" y="41529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53" name="node67"/>
          <p:cNvGrpSpPr/>
          <p:nvPr/>
        </p:nvGrpSpPr>
        <p:grpSpPr>
          <a:xfrm>
            <a:off x="9563100" y="4191000"/>
            <a:ext cx="1866900" cy="139700"/>
            <a:chOff x="9563100" y="4191000"/>
            <a:chExt cx="1866900" cy="139700"/>
          </a:xfrm>
        </p:grpSpPr>
        <p:sp>
          <p:nvSpPr>
            <p:cNvPr id="78" name="node67.text"/>
            <p:cNvSpPr/>
            <p:nvPr/>
          </p:nvSpPr>
          <p:spPr>
            <a:xfrm>
              <a:off x="9563100" y="41910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CUTOVER RUNBOOK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79" name="node68"/>
          <p:cNvSpPr/>
          <p:nvPr/>
        </p:nvSpPr>
        <p:spPr>
          <a:xfrm>
            <a:off x="5829300" y="44577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54" name="node69"/>
          <p:cNvGrpSpPr/>
          <p:nvPr/>
        </p:nvGrpSpPr>
        <p:grpSpPr>
          <a:xfrm>
            <a:off x="4381500" y="4610100"/>
            <a:ext cx="914400" cy="139700"/>
            <a:chOff x="4381500" y="4610100"/>
            <a:chExt cx="914400" cy="139700"/>
          </a:xfrm>
        </p:grpSpPr>
        <p:sp>
          <p:nvSpPr>
            <p:cNvPr id="80" name="node69.text"/>
            <p:cNvSpPr/>
            <p:nvPr/>
          </p:nvSpPr>
          <p:spPr>
            <a:xfrm>
              <a:off x="4381500" y="46101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28 MAY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5" name="node70"/>
          <p:cNvGrpSpPr/>
          <p:nvPr/>
        </p:nvGrpSpPr>
        <p:grpSpPr>
          <a:xfrm>
            <a:off x="4381500" y="4787900"/>
            <a:ext cx="914400" cy="139700"/>
            <a:chOff x="4381500" y="4787900"/>
            <a:chExt cx="914400" cy="139700"/>
          </a:xfrm>
        </p:grpSpPr>
        <p:sp>
          <p:nvSpPr>
            <p:cNvPr id="81" name="node70.text"/>
            <p:cNvSpPr/>
            <p:nvPr/>
          </p:nvSpPr>
          <p:spPr>
            <a:xfrm>
              <a:off x="4381500" y="47879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6" name="node71"/>
          <p:cNvGrpSpPr/>
          <p:nvPr/>
        </p:nvGrpSpPr>
        <p:grpSpPr>
          <a:xfrm>
            <a:off x="5435600" y="4610100"/>
            <a:ext cx="177800" cy="177800"/>
            <a:chOff x="5435600" y="4610100"/>
            <a:chExt cx="177800" cy="177800"/>
          </a:xfrm>
        </p:grpSpPr>
        <p:sp>
          <p:nvSpPr>
            <p:cNvPr id="82" name="node71.marker"/>
            <p:cNvSpPr/>
            <p:nvPr/>
          </p:nvSpPr>
          <p:spPr>
            <a:xfrm>
              <a:off x="5435600" y="46101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57" name="node72"/>
          <p:cNvGrpSpPr/>
          <p:nvPr/>
        </p:nvGrpSpPr>
        <p:grpSpPr>
          <a:xfrm>
            <a:off x="5829300" y="4572000"/>
            <a:ext cx="3429000" cy="266700"/>
            <a:chOff x="5829300" y="4572000"/>
            <a:chExt cx="3429000" cy="266700"/>
          </a:xfrm>
        </p:grpSpPr>
        <p:sp>
          <p:nvSpPr>
            <p:cNvPr id="83" name="node72.text"/>
            <p:cNvSpPr/>
            <p:nvPr/>
          </p:nvSpPr>
          <p:spPr>
            <a:xfrm>
              <a:off x="5829300" y="45720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8" name="node73"/>
          <p:cNvGrpSpPr/>
          <p:nvPr/>
        </p:nvGrpSpPr>
        <p:grpSpPr>
          <a:xfrm>
            <a:off x="5829300" y="4838700"/>
            <a:ext cx="3429000" cy="190500"/>
            <a:chOff x="5829300" y="4838700"/>
            <a:chExt cx="3429000" cy="190500"/>
          </a:xfrm>
        </p:grpSpPr>
        <p:sp>
          <p:nvSpPr>
            <p:cNvPr id="84" name="node73.text"/>
            <p:cNvSpPr/>
            <p:nvPr/>
          </p:nvSpPr>
          <p:spPr>
            <a:xfrm>
              <a:off x="5829300" y="48387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Remaining hospitals and clinics go live.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9" name="node74"/>
          <p:cNvGrpSpPr/>
          <p:nvPr/>
        </p:nvGrpSpPr>
        <p:grpSpPr>
          <a:xfrm>
            <a:off x="9486900" y="4584700"/>
            <a:ext cx="1981200" cy="215900"/>
            <a:chOff x="9486900" y="4584700"/>
            <a:chExt cx="1981200" cy="215900"/>
          </a:xfrm>
        </p:grpSpPr>
        <p:sp>
          <p:nvSpPr>
            <p:cNvPr id="85" name="node74.marker"/>
            <p:cNvSpPr/>
            <p:nvPr/>
          </p:nvSpPr>
          <p:spPr>
            <a:xfrm>
              <a:off x="9486900" y="45847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0" name="node75"/>
          <p:cNvGrpSpPr/>
          <p:nvPr/>
        </p:nvGrpSpPr>
        <p:grpSpPr>
          <a:xfrm>
            <a:off x="9563100" y="4622800"/>
            <a:ext cx="1866900" cy="139700"/>
            <a:chOff x="9563100" y="4622800"/>
            <a:chExt cx="1866900" cy="139700"/>
          </a:xfrm>
        </p:grpSpPr>
        <p:sp>
          <p:nvSpPr>
            <p:cNvPr id="86" name="node75.text"/>
            <p:cNvSpPr/>
            <p:nvPr/>
          </p:nvSpPr>
          <p:spPr>
            <a:xfrm>
              <a:off x="9563100" y="46228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WAVE 2 READINESS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87" name="node76"/>
          <p:cNvSpPr/>
          <p:nvPr/>
        </p:nvSpPr>
        <p:spPr>
          <a:xfrm>
            <a:off x="5829300" y="5143500"/>
            <a:ext cx="5638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61" name="node77"/>
          <p:cNvGrpSpPr/>
          <p:nvPr/>
        </p:nvGrpSpPr>
        <p:grpSpPr>
          <a:xfrm>
            <a:off x="4381500" y="5295900"/>
            <a:ext cx="914400" cy="139700"/>
            <a:chOff x="4381500" y="5295900"/>
            <a:chExt cx="914400" cy="139700"/>
          </a:xfrm>
        </p:grpSpPr>
        <p:sp>
          <p:nvSpPr>
            <p:cNvPr id="88" name="node77.text"/>
            <p:cNvSpPr/>
            <p:nvPr/>
          </p:nvSpPr>
          <p:spPr>
            <a:xfrm>
              <a:off x="4381500" y="52959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25 JUN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2" name="node78"/>
          <p:cNvGrpSpPr/>
          <p:nvPr/>
        </p:nvGrpSpPr>
        <p:grpSpPr>
          <a:xfrm>
            <a:off x="4381500" y="5473700"/>
            <a:ext cx="914400" cy="139700"/>
            <a:chOff x="4381500" y="5473700"/>
            <a:chExt cx="914400" cy="139700"/>
          </a:xfrm>
        </p:grpSpPr>
        <p:sp>
          <p:nvSpPr>
            <p:cNvPr id="89" name="node78.text"/>
            <p:cNvSpPr/>
            <p:nvPr/>
          </p:nvSpPr>
          <p:spPr>
            <a:xfrm>
              <a:off x="4381500" y="54737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 24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3" name="node79"/>
          <p:cNvGrpSpPr/>
          <p:nvPr/>
        </p:nvGrpSpPr>
        <p:grpSpPr>
          <a:xfrm>
            <a:off x="5435600" y="5295900"/>
            <a:ext cx="177800" cy="177800"/>
            <a:chOff x="5435600" y="5295900"/>
            <a:chExt cx="177800" cy="177800"/>
          </a:xfrm>
        </p:grpSpPr>
        <p:sp>
          <p:nvSpPr>
            <p:cNvPr id="90" name="node79.marker"/>
            <p:cNvSpPr/>
            <p:nvPr/>
          </p:nvSpPr>
          <p:spPr>
            <a:xfrm>
              <a:off x="5435600" y="5295900"/>
              <a:ext cx="177800" cy="177800"/>
            </a:xfrm>
            <a:prstGeom prst="diamond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64" name="node80"/>
          <p:cNvGrpSpPr/>
          <p:nvPr/>
        </p:nvGrpSpPr>
        <p:grpSpPr>
          <a:xfrm>
            <a:off x="5829300" y="5257800"/>
            <a:ext cx="3429000" cy="266700"/>
            <a:chOff x="5829300" y="5257800"/>
            <a:chExt cx="3429000" cy="266700"/>
          </a:xfrm>
        </p:grpSpPr>
        <p:sp>
          <p:nvSpPr>
            <p:cNvPr id="91" name="node80.text"/>
            <p:cNvSpPr/>
            <p:nvPr/>
          </p:nvSpPr>
          <p:spPr>
            <a:xfrm>
              <a:off x="5829300" y="52578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65" name="node81"/>
          <p:cNvGrpSpPr/>
          <p:nvPr/>
        </p:nvGrpSpPr>
        <p:grpSpPr>
          <a:xfrm>
            <a:off x="5829300" y="5524500"/>
            <a:ext cx="3429000" cy="190500"/>
            <a:chOff x="5829300" y="5524500"/>
            <a:chExt cx="3429000" cy="190500"/>
          </a:xfrm>
        </p:grpSpPr>
        <p:sp>
          <p:nvSpPr>
            <p:cNvPr id="92" name="node81.text"/>
            <p:cNvSpPr/>
            <p:nvPr/>
          </p:nvSpPr>
          <p:spPr>
            <a:xfrm>
              <a:off x="5829300" y="5524500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Support handed to Northfield teams.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6" name="node82"/>
          <p:cNvGrpSpPr/>
          <p:nvPr/>
        </p:nvGrpSpPr>
        <p:grpSpPr>
          <a:xfrm>
            <a:off x="9486900" y="5270500"/>
            <a:ext cx="1981200" cy="215900"/>
            <a:chOff x="9486900" y="5270500"/>
            <a:chExt cx="1981200" cy="215900"/>
          </a:xfrm>
        </p:grpSpPr>
        <p:sp>
          <p:nvSpPr>
            <p:cNvPr id="93" name="node82.marker"/>
            <p:cNvSpPr/>
            <p:nvPr/>
          </p:nvSpPr>
          <p:spPr>
            <a:xfrm>
              <a:off x="9486900" y="5270500"/>
              <a:ext cx="1981200" cy="215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7" name="node83"/>
          <p:cNvGrpSpPr/>
          <p:nvPr/>
        </p:nvGrpSpPr>
        <p:grpSpPr>
          <a:xfrm>
            <a:off x="9563100" y="5308600"/>
            <a:ext cx="1866900" cy="139700"/>
            <a:chOff x="9563100" y="5308600"/>
            <a:chExt cx="1866900" cy="139700"/>
          </a:xfrm>
        </p:grpSpPr>
        <p:sp>
          <p:nvSpPr>
            <p:cNvPr id="94" name="node83.text"/>
            <p:cNvSpPr/>
            <p:nvPr/>
          </p:nvSpPr>
          <p:spPr>
            <a:xfrm>
              <a:off x="9563100" y="5308600"/>
              <a:ext cx="1866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HYPERCARE REPORT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DELIVERABLE ACCEPTANCE · WEEK 11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deliverables are accepted and three are in review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10744200" cy="4318000"/>
            <a:chOff x="723900" y="1600200"/>
            <a:chExt cx="10744200" cy="43180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318000"/>
          </p:xfrm>
          <a:graphic>
            <a:graphicData uri="http://schemas.openxmlformats.org/drawingml/2006/table">
              <a:tbl>
                <a:tblPr/>
                <a:tblGrid>
                  <a:gridCol w="2514600"/>
                  <a:gridCol w="1143000"/>
                  <a:gridCol w="1447800"/>
                  <a:gridCol w="1676400"/>
                  <a:gridCol w="27432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DELIVERABLE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DUE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REVIEWER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APPROVER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ACCEPTANCE CRITERIA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Program charter and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 · Nov 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Scope, plan, RACI signed by sponsor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Accepted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Stakeholder and change map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 · Nov 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All 6 sites and 14 roles mapped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Accepted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Current-state assessment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W6 · Dec 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Validated in 3 site walk-throughs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Accepted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Baseline metrics pack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W6 · Dec 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CFO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 months reconciled to the GL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Accepted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Future-state 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W10 · Jan 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Every design decision has an owner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case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W10 · Jan 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CFO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Benefits tied to the baseline pack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specifications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W15 · Feb 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Specs traced to approved 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Test plan and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W15 · Feb 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QA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Scripts cover all in-scope flows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UAT exit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W17 · Feb 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QA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open severity 1 or 2 defects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Training materials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W18 · Mar 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90% of wave 1 staff trained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Cutover runbook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W18 · Mar 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Two dress rehearsals run to time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2 readiness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W21 · Mar 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All wave 2 sites scored ready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Hypercare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W24 · Apr 16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Metrics stable for 4 weeks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i.ref.fill"/>
            <p:cNvSpPr/>
            <p:nvPr/>
          </p:nvSpPr>
          <p:spPr>
            <a:xfrm>
              <a:off x="876300" y="20320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i.ref"/>
            <p:cNvSpPr/>
            <p:nvPr/>
          </p:nvSpPr>
          <p:spPr>
            <a:xfrm>
              <a:off x="914400" y="20383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1.s.status-mark"/>
            <p:cNvSpPr/>
            <p:nvPr/>
          </p:nvSpPr>
          <p:spPr>
            <a:xfrm>
              <a:off x="10407650" y="20637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2.i.ref.fill"/>
            <p:cNvSpPr/>
            <p:nvPr/>
          </p:nvSpPr>
          <p:spPr>
            <a:xfrm>
              <a:off x="876300" y="23368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i.ref"/>
            <p:cNvSpPr/>
            <p:nvPr/>
          </p:nvSpPr>
          <p:spPr>
            <a:xfrm>
              <a:off x="914400" y="23431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2.s.status-mark"/>
            <p:cNvSpPr/>
            <p:nvPr/>
          </p:nvSpPr>
          <p:spPr>
            <a:xfrm>
              <a:off x="10407650" y="23685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i.ref.fill"/>
            <p:cNvSpPr/>
            <p:nvPr/>
          </p:nvSpPr>
          <p:spPr>
            <a:xfrm>
              <a:off x="876300" y="26416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3.i.ref"/>
            <p:cNvSpPr/>
            <p:nvPr/>
          </p:nvSpPr>
          <p:spPr>
            <a:xfrm>
              <a:off x="914400" y="26479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3.s.status-mark"/>
            <p:cNvSpPr/>
            <p:nvPr/>
          </p:nvSpPr>
          <p:spPr>
            <a:xfrm>
              <a:off x="10407650" y="26733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4.i.ref.fill"/>
            <p:cNvSpPr/>
            <p:nvPr/>
          </p:nvSpPr>
          <p:spPr>
            <a:xfrm>
              <a:off x="876300" y="2946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4.i.ref"/>
            <p:cNvSpPr/>
            <p:nvPr/>
          </p:nvSpPr>
          <p:spPr>
            <a:xfrm>
              <a:off x="914400" y="2952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4.s.status-mark"/>
            <p:cNvSpPr/>
            <p:nvPr/>
          </p:nvSpPr>
          <p:spPr>
            <a:xfrm>
              <a:off x="10407650" y="29781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5.i.ref.fill"/>
            <p:cNvSpPr/>
            <p:nvPr/>
          </p:nvSpPr>
          <p:spPr>
            <a:xfrm>
              <a:off x="876300" y="32512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5.i.ref"/>
            <p:cNvSpPr/>
            <p:nvPr/>
          </p:nvSpPr>
          <p:spPr>
            <a:xfrm>
              <a:off x="914400" y="32575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row.item-005.s.status-mark"/>
            <p:cNvSpPr/>
            <p:nvPr/>
          </p:nvSpPr>
          <p:spPr>
            <a:xfrm>
              <a:off x="10407650" y="32829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6.i.ref.fill"/>
            <p:cNvSpPr/>
            <p:nvPr/>
          </p:nvSpPr>
          <p:spPr>
            <a:xfrm>
              <a:off x="876300" y="35560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6.i.ref"/>
            <p:cNvSpPr/>
            <p:nvPr/>
          </p:nvSpPr>
          <p:spPr>
            <a:xfrm>
              <a:off x="914400" y="35623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row.item-006.s.status-mark"/>
            <p:cNvSpPr/>
            <p:nvPr/>
          </p:nvSpPr>
          <p:spPr>
            <a:xfrm>
              <a:off x="10407650" y="35877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07.i.ref.fill"/>
            <p:cNvSpPr/>
            <p:nvPr/>
          </p:nvSpPr>
          <p:spPr>
            <a:xfrm>
              <a:off x="876300" y="38608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07.i.ref"/>
            <p:cNvSpPr/>
            <p:nvPr/>
          </p:nvSpPr>
          <p:spPr>
            <a:xfrm>
              <a:off x="914400" y="38671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row.item-007.s.status-mark"/>
            <p:cNvSpPr/>
            <p:nvPr/>
          </p:nvSpPr>
          <p:spPr>
            <a:xfrm>
              <a:off x="10407650" y="38925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8.i.ref.fill"/>
            <p:cNvSpPr/>
            <p:nvPr/>
          </p:nvSpPr>
          <p:spPr>
            <a:xfrm>
              <a:off x="876300" y="41656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node01.row.item-008.i.ref"/>
            <p:cNvSpPr/>
            <p:nvPr/>
          </p:nvSpPr>
          <p:spPr>
            <a:xfrm>
              <a:off x="914400" y="41719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row.item-008.s.status-mark"/>
            <p:cNvSpPr/>
            <p:nvPr/>
          </p:nvSpPr>
          <p:spPr>
            <a:xfrm>
              <a:off x="10407650" y="41973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1" name="node01.row.item-009.i.ref.fill"/>
            <p:cNvSpPr/>
            <p:nvPr/>
          </p:nvSpPr>
          <p:spPr>
            <a:xfrm>
              <a:off x="876300" y="4470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2" name="node01.row.item-009.i.ref"/>
            <p:cNvSpPr/>
            <p:nvPr/>
          </p:nvSpPr>
          <p:spPr>
            <a:xfrm>
              <a:off x="914400" y="4476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D09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row.item-009.s.status-mark"/>
            <p:cNvSpPr/>
            <p:nvPr/>
          </p:nvSpPr>
          <p:spPr>
            <a:xfrm>
              <a:off x="10407650" y="45021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4" name="node01.row.item-010.i.ref.fill"/>
            <p:cNvSpPr/>
            <p:nvPr/>
          </p:nvSpPr>
          <p:spPr>
            <a:xfrm>
              <a:off x="876300" y="47752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5" name="node01.row.item-010.i.ref"/>
            <p:cNvSpPr/>
            <p:nvPr/>
          </p:nvSpPr>
          <p:spPr>
            <a:xfrm>
              <a:off x="914400" y="47815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D10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row.item-010.s.status-mark"/>
            <p:cNvSpPr/>
            <p:nvPr/>
          </p:nvSpPr>
          <p:spPr>
            <a:xfrm>
              <a:off x="10407650" y="4806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7" name="node01.row.item-011.i.ref.fill"/>
            <p:cNvSpPr/>
            <p:nvPr/>
          </p:nvSpPr>
          <p:spPr>
            <a:xfrm>
              <a:off x="876300" y="50800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8" name="node01.row.item-011.i.ref"/>
            <p:cNvSpPr/>
            <p:nvPr/>
          </p:nvSpPr>
          <p:spPr>
            <a:xfrm>
              <a:off x="914400" y="50863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row.item-011.s.status-mark"/>
            <p:cNvSpPr/>
            <p:nvPr/>
          </p:nvSpPr>
          <p:spPr>
            <a:xfrm>
              <a:off x="10407650" y="51117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0" name="node01.row.item-012.i.ref.fill"/>
            <p:cNvSpPr/>
            <p:nvPr/>
          </p:nvSpPr>
          <p:spPr>
            <a:xfrm>
              <a:off x="876300" y="53848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1" name="node01.row.item-012.i.ref"/>
            <p:cNvSpPr/>
            <p:nvPr/>
          </p:nvSpPr>
          <p:spPr>
            <a:xfrm>
              <a:off x="914400" y="53911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row.item-012.s.status-mark"/>
            <p:cNvSpPr/>
            <p:nvPr/>
          </p:nvSpPr>
          <p:spPr>
            <a:xfrm>
              <a:off x="10407650" y="54165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3" name="node01.row.item-013.i.ref.fill"/>
            <p:cNvSpPr/>
            <p:nvPr/>
          </p:nvSpPr>
          <p:spPr>
            <a:xfrm>
              <a:off x="876300" y="56896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4" name="node01.row.item-013.i.ref"/>
            <p:cNvSpPr/>
            <p:nvPr/>
          </p:nvSpPr>
          <p:spPr>
            <a:xfrm>
              <a:off x="914400" y="56959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row.item-013.s.status-mark"/>
            <p:cNvSpPr/>
            <p:nvPr/>
          </p:nvSpPr>
          <p:spPr>
            <a:xfrm>
              <a:off x="10407650" y="57213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Six milestones carry the program to a stable go-live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0" name="node01"/>
          <p:cNvGrpSpPr/>
          <p:nvPr/>
        </p:nvGrpSpPr>
        <p:grpSpPr>
          <a:xfrm>
            <a:off x="723900" y="1600200"/>
            <a:ext cx="3429000" cy="2057400"/>
            <a:chOff x="723900" y="1600200"/>
            <a:chExt cx="3429000" cy="20574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34290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edge"/>
            <p:cNvSpPr/>
            <p:nvPr/>
          </p:nvSpPr>
          <p:spPr>
            <a:xfrm>
              <a:off x="723900" y="1600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label"/>
            <p:cNvSpPr/>
            <p:nvPr/>
          </p:nvSpPr>
          <p:spPr>
            <a:xfrm>
              <a:off x="952500" y="1866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M2 · W6 · DEC 11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1.title"/>
            <p:cNvSpPr/>
            <p:nvPr/>
          </p:nvSpPr>
          <p:spPr>
            <a:xfrm>
              <a:off x="952500" y="2070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node01.body.item-001.paragraph"/>
            <p:cNvSpPr/>
            <p:nvPr/>
          </p:nvSpPr>
          <p:spPr>
            <a:xfrm>
              <a:off x="952500" y="2451100"/>
              <a:ext cx="2971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Assessment findings and the baseline are accepted.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body.item-002.bullets.item-001.marker"/>
            <p:cNvSpPr/>
            <p:nvPr/>
          </p:nvSpPr>
          <p:spPr>
            <a:xfrm>
              <a:off x="9525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body.item-002.bullets.item-001.text"/>
            <p:cNvSpPr/>
            <p:nvPr/>
          </p:nvSpPr>
          <p:spPr>
            <a:xfrm>
              <a:off x="1092200" y="29083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Assessment: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6 areas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2.bullets.item-002.marker"/>
            <p:cNvSpPr/>
            <p:nvPr/>
          </p:nvSpPr>
          <p:spPr>
            <a:xfrm>
              <a:off x="952500" y="3200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2.bullets.item-002.text"/>
            <p:cNvSpPr/>
            <p:nvPr/>
          </p:nvSpPr>
          <p:spPr>
            <a:xfrm>
              <a:off x="1092200" y="31242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Baseline: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denials, AR, cash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1" name="node02"/>
          <p:cNvGrpSpPr/>
          <p:nvPr/>
        </p:nvGrpSpPr>
        <p:grpSpPr>
          <a:xfrm>
            <a:off x="4381500" y="1600200"/>
            <a:ext cx="3429000" cy="2057400"/>
            <a:chOff x="4381500" y="1600200"/>
            <a:chExt cx="3429000" cy="2057400"/>
          </a:xfrm>
        </p:grpSpPr>
        <p:sp>
          <p:nvSpPr>
            <p:cNvPr id="15" name="node02.container"/>
            <p:cNvSpPr/>
            <p:nvPr/>
          </p:nvSpPr>
          <p:spPr>
            <a:xfrm>
              <a:off x="4381500" y="1600200"/>
              <a:ext cx="34290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6" name="node02.edge"/>
            <p:cNvSpPr/>
            <p:nvPr/>
          </p:nvSpPr>
          <p:spPr>
            <a:xfrm>
              <a:off x="4381500" y="1600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2.label"/>
            <p:cNvSpPr/>
            <p:nvPr/>
          </p:nvSpPr>
          <p:spPr>
            <a:xfrm>
              <a:off x="4610100" y="1866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M3 · W10 · JAN 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8" name="node02.title"/>
            <p:cNvSpPr/>
            <p:nvPr/>
          </p:nvSpPr>
          <p:spPr>
            <a:xfrm>
              <a:off x="4610100" y="2070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9" name="node02.body.item-001.paragraph"/>
            <p:cNvSpPr/>
            <p:nvPr/>
          </p:nvSpPr>
          <p:spPr>
            <a:xfrm>
              <a:off x="4610100" y="2451100"/>
              <a:ext cx="2971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processes and the business case are approved.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2.body.item-002.bullets.item-001.marker"/>
            <p:cNvSpPr/>
            <p:nvPr/>
          </p:nvSpPr>
          <p:spPr>
            <a:xfrm>
              <a:off x="46101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2.body.item-002.bullets.item-001.text"/>
            <p:cNvSpPr/>
            <p:nvPr/>
          </p:nvSpPr>
          <p:spPr>
            <a:xfrm>
              <a:off x="4749800" y="29083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Design: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processes, roles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2.body.item-002.bullets.item-002.marker"/>
            <p:cNvSpPr/>
            <p:nvPr/>
          </p:nvSpPr>
          <p:spPr>
            <a:xfrm>
              <a:off x="4610100" y="3200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2.body.item-002.bullets.item-002.text"/>
            <p:cNvSpPr/>
            <p:nvPr/>
          </p:nvSpPr>
          <p:spPr>
            <a:xfrm>
              <a:off x="4749800" y="31242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Business case: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payback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03"/>
          <p:cNvGrpSpPr/>
          <p:nvPr/>
        </p:nvGrpSpPr>
        <p:grpSpPr>
          <a:xfrm>
            <a:off x="8039100" y="1600200"/>
            <a:ext cx="3429000" cy="2057400"/>
            <a:chOff x="8039100" y="1600200"/>
            <a:chExt cx="3429000" cy="2057400"/>
          </a:xfrm>
        </p:grpSpPr>
        <p:sp>
          <p:nvSpPr>
            <p:cNvPr id="24" name="node03.container"/>
            <p:cNvSpPr/>
            <p:nvPr/>
          </p:nvSpPr>
          <p:spPr>
            <a:xfrm>
              <a:off x="8039100" y="1600200"/>
              <a:ext cx="34290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5" name="node03.edge"/>
            <p:cNvSpPr/>
            <p:nvPr/>
          </p:nvSpPr>
          <p:spPr>
            <a:xfrm>
              <a:off x="8039100" y="1600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3.label"/>
            <p:cNvSpPr/>
            <p:nvPr/>
          </p:nvSpPr>
          <p:spPr>
            <a:xfrm>
              <a:off x="8267700" y="1866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M4 · W15 · FEB 12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7" name="node03.title"/>
            <p:cNvSpPr/>
            <p:nvPr/>
          </p:nvSpPr>
          <p:spPr>
            <a:xfrm>
              <a:off x="8267700" y="2070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3.body.item-001.paragraph"/>
            <p:cNvSpPr/>
            <p:nvPr/>
          </p:nvSpPr>
          <p:spPr>
            <a:xfrm>
              <a:off x="8267700" y="2451100"/>
              <a:ext cx="2971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Configuration, interfaces and reports are built and unit tested.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3.body.item-002.bullets.item-001.marker"/>
            <p:cNvSpPr/>
            <p:nvPr/>
          </p:nvSpPr>
          <p:spPr>
            <a:xfrm>
              <a:off x="82677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3.body.item-002.bullets.item-001.text"/>
            <p:cNvSpPr/>
            <p:nvPr/>
          </p:nvSpPr>
          <p:spPr>
            <a:xfrm>
              <a:off x="8407400" y="29083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Build specs: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traced to design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3.body.item-002.bullets.item-002.marker"/>
            <p:cNvSpPr/>
            <p:nvPr/>
          </p:nvSpPr>
          <p:spPr>
            <a:xfrm>
              <a:off x="8267700" y="3200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3.body.item-002.bullets.item-002.text"/>
            <p:cNvSpPr/>
            <p:nvPr/>
          </p:nvSpPr>
          <p:spPr>
            <a:xfrm>
              <a:off x="8407400" y="31242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Test pack: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320 scripts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4"/>
          <p:cNvGrpSpPr/>
          <p:nvPr/>
        </p:nvGrpSpPr>
        <p:grpSpPr>
          <a:xfrm>
            <a:off x="723900" y="3886200"/>
            <a:ext cx="3429000" cy="2057400"/>
            <a:chOff x="723900" y="3886200"/>
            <a:chExt cx="3429000" cy="2057400"/>
          </a:xfrm>
        </p:grpSpPr>
        <p:sp>
          <p:nvSpPr>
            <p:cNvPr id="33" name="node04.container"/>
            <p:cNvSpPr/>
            <p:nvPr/>
          </p:nvSpPr>
          <p:spPr>
            <a:xfrm>
              <a:off x="723900" y="3886200"/>
              <a:ext cx="34290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4" name="node04.edge"/>
            <p:cNvSpPr/>
            <p:nvPr/>
          </p:nvSpPr>
          <p:spPr>
            <a:xfrm>
              <a:off x="723900" y="3886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4.label"/>
            <p:cNvSpPr/>
            <p:nvPr/>
          </p:nvSpPr>
          <p:spPr>
            <a:xfrm>
              <a:off x="952500" y="4152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W17 · FEB 26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04.title"/>
            <p:cNvSpPr/>
            <p:nvPr/>
          </p:nvSpPr>
          <p:spPr>
            <a:xfrm>
              <a:off x="952500" y="4356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7" name="node04.body.item-001.paragraph"/>
            <p:cNvSpPr/>
            <p:nvPr/>
          </p:nvSpPr>
          <p:spPr>
            <a:xfrm>
              <a:off x="952500" y="4737100"/>
              <a:ext cx="2971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Users accept the build and the go decision is recorded.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4.body.item-002.bullets.item-001.marker"/>
            <p:cNvSpPr/>
            <p:nvPr/>
          </p:nvSpPr>
          <p:spPr>
            <a:xfrm>
              <a:off x="9525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04.body.item-002.bullets.item-001.text"/>
            <p:cNvSpPr/>
            <p:nvPr/>
          </p:nvSpPr>
          <p:spPr>
            <a:xfrm>
              <a:off x="1092200" y="51943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UAT exit report: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no Sev 1 or 2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04.body.item-002.bullets.item-002.marker"/>
            <p:cNvSpPr/>
            <p:nvPr/>
          </p:nvSpPr>
          <p:spPr>
            <a:xfrm>
              <a:off x="952500" y="548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4.body.item-002.bullets.item-002.text"/>
            <p:cNvSpPr/>
            <p:nvPr/>
          </p:nvSpPr>
          <p:spPr>
            <a:xfrm>
              <a:off x="1092200" y="54102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Defect log: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owners, dates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5"/>
          <p:cNvGrpSpPr/>
          <p:nvPr/>
        </p:nvGrpSpPr>
        <p:grpSpPr>
          <a:xfrm>
            <a:off x="4381500" y="3886200"/>
            <a:ext cx="3429000" cy="2057400"/>
            <a:chOff x="4381500" y="3886200"/>
            <a:chExt cx="3429000" cy="2057400"/>
          </a:xfrm>
        </p:grpSpPr>
        <p:sp>
          <p:nvSpPr>
            <p:cNvPr id="42" name="node05.container"/>
            <p:cNvSpPr/>
            <p:nvPr/>
          </p:nvSpPr>
          <p:spPr>
            <a:xfrm>
              <a:off x="4381500" y="3886200"/>
              <a:ext cx="34290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3" name="node05.edge"/>
            <p:cNvSpPr/>
            <p:nvPr/>
          </p:nvSpPr>
          <p:spPr>
            <a:xfrm>
              <a:off x="4381500" y="3886200"/>
              <a:ext cx="3429000" cy="38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4" name="node05.label"/>
            <p:cNvSpPr/>
            <p:nvPr/>
          </p:nvSpPr>
          <p:spPr>
            <a:xfrm>
              <a:off x="4610100" y="4152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M6 · W18 · MAR 5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5" name="node05.title"/>
            <p:cNvSpPr/>
            <p:nvPr/>
          </p:nvSpPr>
          <p:spPr>
            <a:xfrm>
              <a:off x="4610100" y="4356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6" name="node05.body.item-001.paragraph"/>
            <p:cNvSpPr/>
            <p:nvPr/>
          </p:nvSpPr>
          <p:spPr>
            <a:xfrm>
              <a:off x="4610100" y="4737100"/>
              <a:ext cx="2971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Three sites go live with trained staff and a command center.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5.body.item-002.bullets.item-001.marker"/>
            <p:cNvSpPr/>
            <p:nvPr/>
          </p:nvSpPr>
          <p:spPr>
            <a:xfrm>
              <a:off x="46101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05.body.item-002.bullets.item-001.text"/>
            <p:cNvSpPr/>
            <p:nvPr/>
          </p:nvSpPr>
          <p:spPr>
            <a:xfrm>
              <a:off x="4749800" y="51943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Training: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role guides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5.body.item-002.bullets.item-002.marker"/>
            <p:cNvSpPr/>
            <p:nvPr/>
          </p:nvSpPr>
          <p:spPr>
            <a:xfrm>
              <a:off x="4610100" y="548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5.body.item-002.bullets.item-002.text"/>
            <p:cNvSpPr/>
            <p:nvPr/>
          </p:nvSpPr>
          <p:spPr>
            <a:xfrm>
              <a:off x="4749800" y="54102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Runbook: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rollback plan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6"/>
          <p:cNvGrpSpPr/>
          <p:nvPr/>
        </p:nvGrpSpPr>
        <p:grpSpPr>
          <a:xfrm>
            <a:off x="8039100" y="3886200"/>
            <a:ext cx="3429000" cy="2057400"/>
            <a:chOff x="8039100" y="3886200"/>
            <a:chExt cx="3429000" cy="2057400"/>
          </a:xfrm>
        </p:grpSpPr>
        <p:sp>
          <p:nvSpPr>
            <p:cNvPr id="51" name="node06.container"/>
            <p:cNvSpPr/>
            <p:nvPr/>
          </p:nvSpPr>
          <p:spPr>
            <a:xfrm>
              <a:off x="8039100" y="3886200"/>
              <a:ext cx="34290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2" name="node06.edge"/>
            <p:cNvSpPr/>
            <p:nvPr/>
          </p:nvSpPr>
          <p:spPr>
            <a:xfrm>
              <a:off x="8039100" y="3886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6.label"/>
            <p:cNvSpPr/>
            <p:nvPr/>
          </p:nvSpPr>
          <p:spPr>
            <a:xfrm>
              <a:off x="8267700" y="4152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M8 · W24 · APR 16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06.title"/>
            <p:cNvSpPr/>
            <p:nvPr/>
          </p:nvSpPr>
          <p:spPr>
            <a:xfrm>
              <a:off x="8267700" y="4356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5" name="node06.body.item-001.paragraph"/>
            <p:cNvSpPr/>
            <p:nvPr/>
          </p:nvSpPr>
          <p:spPr>
            <a:xfrm>
              <a:off x="8267700" y="4737100"/>
              <a:ext cx="2971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Metrics hold at baseline and support takes over.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06.body.item-002.bullets.item-001.marker"/>
            <p:cNvSpPr/>
            <p:nvPr/>
          </p:nvSpPr>
          <p:spPr>
            <a:xfrm>
              <a:off x="82677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06.body.item-002.bullets.item-001.text"/>
            <p:cNvSpPr/>
            <p:nvPr/>
          </p:nvSpPr>
          <p:spPr>
            <a:xfrm>
              <a:off x="8407400" y="51943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Hypercare report: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4 weeks stable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06.body.item-002.bullets.item-002.marker"/>
            <p:cNvSpPr/>
            <p:nvPr/>
          </p:nvSpPr>
          <p:spPr>
            <a:xfrm>
              <a:off x="8267700" y="548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9" name="node06.body.item-002.bullets.item-002.text"/>
            <p:cNvSpPr/>
            <p:nvPr/>
          </p:nvSpPr>
          <p:spPr>
            <a:xfrm>
              <a:off x="8407400" y="54102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Handover: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to support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sign-offs gate the program, each backed by named deliverables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1" name="node01"/>
          <p:cNvGrpSpPr/>
          <p:nvPr/>
        </p:nvGrpSpPr>
        <p:grpSpPr>
          <a:xfrm>
            <a:off x="723900" y="2286000"/>
            <a:ext cx="3429000" cy="571500"/>
            <a:chOff x="723900" y="2286000"/>
            <a:chExt cx="3429000" cy="571500"/>
          </a:xfrm>
        </p:grpSpPr>
        <p:sp>
          <p:nvSpPr>
            <p:cNvPr id="6" name="node01.text"/>
            <p:cNvSpPr/>
            <p:nvPr/>
          </p:nvSpPr>
          <p:spPr>
            <a:xfrm>
              <a:off x="723900" y="2286000"/>
              <a:ext cx="34290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steering committee meets the week after each sign-off. Deliverables reach members five working days before.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7" name="node02"/>
          <p:cNvSpPr/>
          <p:nvPr/>
        </p:nvSpPr>
        <p:spPr>
          <a:xfrm>
            <a:off x="723900" y="3200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2" name="node03"/>
          <p:cNvGrpSpPr/>
          <p:nvPr/>
        </p:nvGrpSpPr>
        <p:grpSpPr>
          <a:xfrm>
            <a:off x="723900" y="3352800"/>
            <a:ext cx="3429000" cy="127000"/>
            <a:chOff x="723900" y="3352800"/>
            <a:chExt cx="3429000" cy="127000"/>
          </a:xfrm>
        </p:grpSpPr>
        <p:sp>
          <p:nvSpPr>
            <p:cNvPr id="8" name="node03.text"/>
            <p:cNvSpPr/>
            <p:nvPr/>
          </p:nvSpPr>
          <p:spPr>
            <a:xfrm>
              <a:off x="723900" y="33528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1 · W1–W6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3" name="node04"/>
          <p:cNvGrpSpPr/>
          <p:nvPr/>
        </p:nvGrpSpPr>
        <p:grpSpPr>
          <a:xfrm>
            <a:off x="723900" y="3543300"/>
            <a:ext cx="3429000" cy="228600"/>
            <a:chOff x="723900" y="3543300"/>
            <a:chExt cx="3429000" cy="228600"/>
          </a:xfrm>
        </p:grpSpPr>
        <p:sp>
          <p:nvSpPr>
            <p:cNvPr id="9" name="node04.text"/>
            <p:cNvSpPr/>
            <p:nvPr/>
          </p:nvSpPr>
          <p:spPr>
            <a:xfrm>
              <a:off x="723900" y="35433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Assess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4" name="node05"/>
          <p:cNvGrpSpPr/>
          <p:nvPr/>
        </p:nvGrpSpPr>
        <p:grpSpPr>
          <a:xfrm>
            <a:off x="723900" y="3810000"/>
            <a:ext cx="3429000" cy="165100"/>
            <a:chOff x="723900" y="3810000"/>
            <a:chExt cx="3429000" cy="165100"/>
          </a:xfrm>
        </p:grpSpPr>
        <p:sp>
          <p:nvSpPr>
            <p:cNvPr id="10" name="node05.text"/>
            <p:cNvSpPr/>
            <p:nvPr/>
          </p:nvSpPr>
          <p:spPr>
            <a:xfrm>
              <a:off x="723900" y="3810000"/>
              <a:ext cx="3429000" cy="165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2 milestones · 4 deliverables</a:t>
              </a:r>
              <a:endParaRPr lang="en-US" sz="10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1" name="node06"/>
          <p:cNvSpPr/>
          <p:nvPr/>
        </p:nvSpPr>
        <p:spPr>
          <a:xfrm>
            <a:off x="723900" y="4114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5" name="node07"/>
          <p:cNvGrpSpPr/>
          <p:nvPr/>
        </p:nvGrpSpPr>
        <p:grpSpPr>
          <a:xfrm>
            <a:off x="723900" y="4267200"/>
            <a:ext cx="3429000" cy="127000"/>
            <a:chOff x="723900" y="4267200"/>
            <a:chExt cx="3429000" cy="127000"/>
          </a:xfrm>
        </p:grpSpPr>
        <p:sp>
          <p:nvSpPr>
            <p:cNvPr id="12" name="node07.text"/>
            <p:cNvSpPr/>
            <p:nvPr/>
          </p:nvSpPr>
          <p:spPr>
            <a:xfrm>
              <a:off x="723900" y="42672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2 · W7–W17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08"/>
          <p:cNvGrpSpPr/>
          <p:nvPr/>
        </p:nvGrpSpPr>
        <p:grpSpPr>
          <a:xfrm>
            <a:off x="723900" y="4457700"/>
            <a:ext cx="3429000" cy="228600"/>
            <a:chOff x="723900" y="4457700"/>
            <a:chExt cx="3429000" cy="228600"/>
          </a:xfrm>
        </p:grpSpPr>
        <p:sp>
          <p:nvSpPr>
            <p:cNvPr id="13" name="node08.text"/>
            <p:cNvSpPr/>
            <p:nvPr/>
          </p:nvSpPr>
          <p:spPr>
            <a:xfrm>
              <a:off x="723900" y="44577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and build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7" name="node09"/>
          <p:cNvGrpSpPr/>
          <p:nvPr/>
        </p:nvGrpSpPr>
        <p:grpSpPr>
          <a:xfrm>
            <a:off x="723900" y="4724400"/>
            <a:ext cx="3429000" cy="165100"/>
            <a:chOff x="723900" y="4724400"/>
            <a:chExt cx="3429000" cy="165100"/>
          </a:xfrm>
        </p:grpSpPr>
        <p:sp>
          <p:nvSpPr>
            <p:cNvPr id="14" name="node09.text"/>
            <p:cNvSpPr/>
            <p:nvPr/>
          </p:nvSpPr>
          <p:spPr>
            <a:xfrm>
              <a:off x="723900" y="4724400"/>
              <a:ext cx="3429000" cy="165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3 milestones · 5 deliverables</a:t>
              </a:r>
              <a:endParaRPr lang="en-US" sz="10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5" name="node10"/>
          <p:cNvSpPr/>
          <p:nvPr/>
        </p:nvSpPr>
        <p:spPr>
          <a:xfrm>
            <a:off x="7239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8" name="node11"/>
          <p:cNvGrpSpPr/>
          <p:nvPr/>
        </p:nvGrpSpPr>
        <p:grpSpPr>
          <a:xfrm>
            <a:off x="723900" y="5181600"/>
            <a:ext cx="3429000" cy="127000"/>
            <a:chOff x="723900" y="5181600"/>
            <a:chExt cx="3429000" cy="127000"/>
          </a:xfrm>
        </p:grpSpPr>
        <p:sp>
          <p:nvSpPr>
            <p:cNvPr id="16" name="node11.text"/>
            <p:cNvSpPr/>
            <p:nvPr/>
          </p:nvSpPr>
          <p:spPr>
            <a:xfrm>
              <a:off x="723900" y="51816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3 · W18–W24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9" name="node12"/>
          <p:cNvGrpSpPr/>
          <p:nvPr/>
        </p:nvGrpSpPr>
        <p:grpSpPr>
          <a:xfrm>
            <a:off x="723900" y="5372100"/>
            <a:ext cx="3429000" cy="228600"/>
            <a:chOff x="723900" y="5372100"/>
            <a:chExt cx="3429000" cy="228600"/>
          </a:xfrm>
        </p:grpSpPr>
        <p:sp>
          <p:nvSpPr>
            <p:cNvPr id="17" name="node12.text"/>
            <p:cNvSpPr/>
            <p:nvPr/>
          </p:nvSpPr>
          <p:spPr>
            <a:xfrm>
              <a:off x="723900" y="53721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Deploy and stabilize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0" name="node13"/>
          <p:cNvGrpSpPr/>
          <p:nvPr/>
        </p:nvGrpSpPr>
        <p:grpSpPr>
          <a:xfrm>
            <a:off x="723900" y="5638800"/>
            <a:ext cx="3429000" cy="165100"/>
            <a:chOff x="723900" y="5638800"/>
            <a:chExt cx="3429000" cy="165100"/>
          </a:xfrm>
        </p:grpSpPr>
        <p:sp>
          <p:nvSpPr>
            <p:cNvPr id="18" name="node13.text"/>
            <p:cNvSpPr/>
            <p:nvPr/>
          </p:nvSpPr>
          <p:spPr>
            <a:xfrm>
              <a:off x="723900" y="5638800"/>
              <a:ext cx="3429000" cy="165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3 milestones · 4 deliverables</a:t>
              </a:r>
              <a:endParaRPr lang="en-US" sz="10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14"/>
          <p:cNvGrpSpPr/>
          <p:nvPr/>
        </p:nvGrpSpPr>
        <p:grpSpPr>
          <a:xfrm>
            <a:off x="4381500" y="457200"/>
            <a:ext cx="3429000" cy="2514600"/>
            <a:chOff x="4381500" y="457200"/>
            <a:chExt cx="3429000" cy="2514600"/>
          </a:xfrm>
        </p:grpSpPr>
        <p:sp>
          <p:nvSpPr>
            <p:cNvPr id="19" name="node14.container"/>
            <p:cNvSpPr/>
            <p:nvPr/>
          </p:nvSpPr>
          <p:spPr>
            <a:xfrm>
              <a:off x="4381500" y="457200"/>
              <a:ext cx="3429000" cy="2514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0" name="node14.edge"/>
            <p:cNvSpPr/>
            <p:nvPr/>
          </p:nvSpPr>
          <p:spPr>
            <a:xfrm>
              <a:off x="4381500" y="457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14.label"/>
            <p:cNvSpPr/>
            <p:nvPr/>
          </p:nvSpPr>
          <p:spPr>
            <a:xfrm>
              <a:off x="4610100" y="723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M2 · W6 · DEC 11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14.title"/>
            <p:cNvSpPr/>
            <p:nvPr/>
          </p:nvSpPr>
          <p:spPr>
            <a:xfrm>
              <a:off x="4610100" y="927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 state signed off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14.body.item-001.paragraph"/>
            <p:cNvSpPr/>
            <p:nvPr/>
          </p:nvSpPr>
          <p:spPr>
            <a:xfrm>
              <a:off x="4610100" y="13081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Findings and baseline accepted.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14.body.item-002.bullets.item-001.marker"/>
            <p:cNvSpPr/>
            <p:nvPr/>
          </p:nvSpPr>
          <p:spPr>
            <a:xfrm>
              <a:off x="4610100" y="165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14.body.item-002.bullets.item-001.text"/>
            <p:cNvSpPr/>
            <p:nvPr/>
          </p:nvSpPr>
          <p:spPr>
            <a:xfrm>
              <a:off x="4749800" y="15748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Current-state assessment: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6 areas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14.body.item-002.bullets.item-002.marker"/>
            <p:cNvSpPr/>
            <p:nvPr/>
          </p:nvSpPr>
          <p:spPr>
            <a:xfrm>
              <a:off x="4610100" y="186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14.body.item-002.bullets.item-002.text"/>
            <p:cNvSpPr/>
            <p:nvPr/>
          </p:nvSpPr>
          <p:spPr>
            <a:xfrm>
              <a:off x="4749800" y="17907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Baseline metrics pack: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12 months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14.body.item-002.bullets.item-003.marker"/>
            <p:cNvSpPr/>
            <p:nvPr/>
          </p:nvSpPr>
          <p:spPr>
            <a:xfrm>
              <a:off x="4610100" y="2082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14.body.item-002.bullets.item-003.text"/>
            <p:cNvSpPr/>
            <p:nvPr/>
          </p:nvSpPr>
          <p:spPr>
            <a:xfrm>
              <a:off x="4749800" y="20066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Change map: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14 roles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14.body.item-002.bullets.item-004.marker"/>
            <p:cNvSpPr/>
            <p:nvPr/>
          </p:nvSpPr>
          <p:spPr>
            <a:xfrm>
              <a:off x="4610100" y="2298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14.body.item-002.bullets.item-004.text"/>
            <p:cNvSpPr/>
            <p:nvPr/>
          </p:nvSpPr>
          <p:spPr>
            <a:xfrm>
              <a:off x="4749800" y="22225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Site walk-throughs: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3 sites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15"/>
          <p:cNvGrpSpPr/>
          <p:nvPr/>
        </p:nvGrpSpPr>
        <p:grpSpPr>
          <a:xfrm>
            <a:off x="8039100" y="457200"/>
            <a:ext cx="3429000" cy="2514600"/>
            <a:chOff x="8039100" y="457200"/>
            <a:chExt cx="3429000" cy="2514600"/>
          </a:xfrm>
        </p:grpSpPr>
        <p:sp>
          <p:nvSpPr>
            <p:cNvPr id="32" name="node15.container"/>
            <p:cNvSpPr/>
            <p:nvPr/>
          </p:nvSpPr>
          <p:spPr>
            <a:xfrm>
              <a:off x="8039100" y="457200"/>
              <a:ext cx="3429000" cy="2514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3" name="node15.edge"/>
            <p:cNvSpPr/>
            <p:nvPr/>
          </p:nvSpPr>
          <p:spPr>
            <a:xfrm>
              <a:off x="8039100" y="457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15.label"/>
            <p:cNvSpPr/>
            <p:nvPr/>
          </p:nvSpPr>
          <p:spPr>
            <a:xfrm>
              <a:off x="8267700" y="7239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M3 · W10 · JAN 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5" name="node15.title"/>
            <p:cNvSpPr/>
            <p:nvPr/>
          </p:nvSpPr>
          <p:spPr>
            <a:xfrm>
              <a:off x="8267700" y="927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15.body.item-001.paragraph"/>
            <p:cNvSpPr/>
            <p:nvPr/>
          </p:nvSpPr>
          <p:spPr>
            <a:xfrm>
              <a:off x="8267700" y="13081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design and business case approved.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15.body.item-002.bullets.item-001.marker"/>
            <p:cNvSpPr/>
            <p:nvPr/>
          </p:nvSpPr>
          <p:spPr>
            <a:xfrm>
              <a:off x="8267700" y="165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15.body.item-002.bullets.item-001.text"/>
            <p:cNvSpPr/>
            <p:nvPr/>
          </p:nvSpPr>
          <p:spPr>
            <a:xfrm>
              <a:off x="8407400" y="15748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Future-state design: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processes, roles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5.body.item-002.bullets.item-002.marker"/>
            <p:cNvSpPr/>
            <p:nvPr/>
          </p:nvSpPr>
          <p:spPr>
            <a:xfrm>
              <a:off x="8267700" y="186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15.body.item-002.bullets.item-002.text"/>
            <p:cNvSpPr/>
            <p:nvPr/>
          </p:nvSpPr>
          <p:spPr>
            <a:xfrm>
              <a:off x="8407400" y="17907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Business case: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payback by wave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5.body.item-002.bullets.item-003.marker"/>
            <p:cNvSpPr/>
            <p:nvPr/>
          </p:nvSpPr>
          <p:spPr>
            <a:xfrm>
              <a:off x="8267700" y="2082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15.body.item-002.bullets.item-003.text"/>
            <p:cNvSpPr/>
            <p:nvPr/>
          </p:nvSpPr>
          <p:spPr>
            <a:xfrm>
              <a:off x="8407400" y="20066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Decision log: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42 decisions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5.body.item-002.bullets.item-004.marker"/>
            <p:cNvSpPr/>
            <p:nvPr/>
          </p:nvSpPr>
          <p:spPr>
            <a:xfrm>
              <a:off x="8267700" y="2298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15.body.item-002.bullets.item-004.text"/>
            <p:cNvSpPr/>
            <p:nvPr/>
          </p:nvSpPr>
          <p:spPr>
            <a:xfrm>
              <a:off x="8407400" y="22225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Workshop outputs: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4 sessions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3" name="node16"/>
          <p:cNvGrpSpPr/>
          <p:nvPr/>
        </p:nvGrpSpPr>
        <p:grpSpPr>
          <a:xfrm>
            <a:off x="4381500" y="3200400"/>
            <a:ext cx="3429000" cy="2514600"/>
            <a:chOff x="4381500" y="3200400"/>
            <a:chExt cx="3429000" cy="2514600"/>
          </a:xfrm>
        </p:grpSpPr>
        <p:sp>
          <p:nvSpPr>
            <p:cNvPr id="45" name="node16.container"/>
            <p:cNvSpPr/>
            <p:nvPr/>
          </p:nvSpPr>
          <p:spPr>
            <a:xfrm>
              <a:off x="4381500" y="3200400"/>
              <a:ext cx="3429000" cy="2514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6" name="node16.edge"/>
            <p:cNvSpPr/>
            <p:nvPr/>
          </p:nvSpPr>
          <p:spPr>
            <a:xfrm>
              <a:off x="4381500" y="3200400"/>
              <a:ext cx="3429000" cy="38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7" name="node16.label"/>
            <p:cNvSpPr/>
            <p:nvPr/>
          </p:nvSpPr>
          <p:spPr>
            <a:xfrm>
              <a:off x="4610100" y="34671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W17 · FEB 26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8" name="node16.title"/>
            <p:cNvSpPr/>
            <p:nvPr/>
          </p:nvSpPr>
          <p:spPr>
            <a:xfrm>
              <a:off x="4610100" y="36703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16.body.item-001.paragraph"/>
            <p:cNvSpPr/>
            <p:nvPr/>
          </p:nvSpPr>
          <p:spPr>
            <a:xfrm>
              <a:off x="4610100" y="40513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Users accept the build; go decision recorded.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16.body.item-002.bullets.item-001.marker"/>
            <p:cNvSpPr/>
            <p:nvPr/>
          </p:nvSpPr>
          <p:spPr>
            <a:xfrm>
              <a:off x="4610100" y="4394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16.body.item-002.bullets.item-001.text"/>
            <p:cNvSpPr/>
            <p:nvPr/>
          </p:nvSpPr>
          <p:spPr>
            <a:xfrm>
              <a:off x="4749800" y="43180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UAT exit report: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no Sev 1 or 2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6.body.item-002.bullets.item-002.marker"/>
            <p:cNvSpPr/>
            <p:nvPr/>
          </p:nvSpPr>
          <p:spPr>
            <a:xfrm>
              <a:off x="4610100" y="4610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16.body.item-002.bullets.item-002.text"/>
            <p:cNvSpPr/>
            <p:nvPr/>
          </p:nvSpPr>
          <p:spPr>
            <a:xfrm>
              <a:off x="4749800" y="45339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Defect log: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owners, dates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16.body.item-002.bullets.item-003.marker"/>
            <p:cNvSpPr/>
            <p:nvPr/>
          </p:nvSpPr>
          <p:spPr>
            <a:xfrm>
              <a:off x="4610100" y="4826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5" name="node16.body.item-002.bullets.item-003.text"/>
            <p:cNvSpPr/>
            <p:nvPr/>
          </p:nvSpPr>
          <p:spPr>
            <a:xfrm>
              <a:off x="4749800" y="47498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Build specifications: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as built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16.body.item-002.bullets.item-004.marker"/>
            <p:cNvSpPr/>
            <p:nvPr/>
          </p:nvSpPr>
          <p:spPr>
            <a:xfrm>
              <a:off x="4610100" y="5041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16.body.item-002.bullets.item-004.text"/>
            <p:cNvSpPr/>
            <p:nvPr/>
          </p:nvSpPr>
          <p:spPr>
            <a:xfrm>
              <a:off x="4749800" y="49657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Cutover runbook: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rehearsed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17"/>
          <p:cNvGrpSpPr/>
          <p:nvPr/>
        </p:nvGrpSpPr>
        <p:grpSpPr>
          <a:xfrm>
            <a:off x="8039100" y="3200400"/>
            <a:ext cx="3429000" cy="2514600"/>
            <a:chOff x="8039100" y="3200400"/>
            <a:chExt cx="3429000" cy="2514600"/>
          </a:xfrm>
        </p:grpSpPr>
        <p:sp>
          <p:nvSpPr>
            <p:cNvPr id="58" name="node17.container"/>
            <p:cNvSpPr/>
            <p:nvPr/>
          </p:nvSpPr>
          <p:spPr>
            <a:xfrm>
              <a:off x="8039100" y="3200400"/>
              <a:ext cx="3429000" cy="2514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9" name="node17.edge"/>
            <p:cNvSpPr/>
            <p:nvPr/>
          </p:nvSpPr>
          <p:spPr>
            <a:xfrm>
              <a:off x="8039100" y="32004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0" name="node17.label"/>
            <p:cNvSpPr/>
            <p:nvPr/>
          </p:nvSpPr>
          <p:spPr>
            <a:xfrm>
              <a:off x="8267700" y="3467100"/>
              <a:ext cx="29718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M8 · W24 · APR 16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1" name="node17.title"/>
            <p:cNvSpPr/>
            <p:nvPr/>
          </p:nvSpPr>
          <p:spPr>
            <a:xfrm>
              <a:off x="8267700" y="36703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2" name="node17.body.item-001.paragraph"/>
            <p:cNvSpPr/>
            <p:nvPr/>
          </p:nvSpPr>
          <p:spPr>
            <a:xfrm>
              <a:off x="8267700" y="40513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Metrics stable; support takes over.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3" name="node17.body.item-002.bullets.item-001.marker"/>
            <p:cNvSpPr/>
            <p:nvPr/>
          </p:nvSpPr>
          <p:spPr>
            <a:xfrm>
              <a:off x="8267700" y="4394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17.body.item-002.bullets.item-001.text"/>
            <p:cNvSpPr/>
            <p:nvPr/>
          </p:nvSpPr>
          <p:spPr>
            <a:xfrm>
              <a:off x="8407400" y="43180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Hypercare report: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4 weeks stable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5" name="node17.body.item-002.bullets.item-002.marker"/>
            <p:cNvSpPr/>
            <p:nvPr/>
          </p:nvSpPr>
          <p:spPr>
            <a:xfrm>
              <a:off x="8267700" y="4610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17.body.item-002.bullets.item-002.text"/>
            <p:cNvSpPr/>
            <p:nvPr/>
          </p:nvSpPr>
          <p:spPr>
            <a:xfrm>
              <a:off x="8407400" y="45339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Wave 2 readiness: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lessons applied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17.body.item-002.bullets.item-003.marker"/>
            <p:cNvSpPr/>
            <p:nvPr/>
          </p:nvSpPr>
          <p:spPr>
            <a:xfrm>
              <a:off x="8267700" y="4826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8" name="node17.body.item-002.bullets.item-003.text"/>
            <p:cNvSpPr/>
            <p:nvPr/>
          </p:nvSpPr>
          <p:spPr>
            <a:xfrm>
              <a:off x="8407400" y="47498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Support handover: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signed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17.body.item-002.bullets.item-004.marker"/>
            <p:cNvSpPr/>
            <p:nvPr/>
          </p:nvSpPr>
          <p:spPr>
            <a:xfrm>
              <a:off x="8267700" y="5041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17.body.item-002.bullets.item-004.text"/>
            <p:cNvSpPr/>
            <p:nvPr/>
          </p:nvSpPr>
          <p:spPr>
            <a:xfrm>
              <a:off x="8407400" y="4965700"/>
              <a:ext cx="2832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Lessons learned: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both waves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Milestones and deliverables: mobilize to build complete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1" name="node01"/>
          <p:cNvGrpSpPr/>
          <p:nvPr/>
        </p:nvGrpSpPr>
        <p:grpSpPr>
          <a:xfrm>
            <a:off x="723900" y="1600200"/>
            <a:ext cx="10744200" cy="4114800"/>
            <a:chOff x="723900" y="1600200"/>
            <a:chExt cx="10744200" cy="41148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114800"/>
          </p:xfrm>
          <a:graphic>
            <a:graphicData uri="http://schemas.openxmlformats.org/drawingml/2006/table">
              <a:tbl>
                <a:tblPr/>
                <a:tblGrid>
                  <a:gridCol w="2743200"/>
                  <a:gridCol w="3352800"/>
                  <a:gridCol w="1295400"/>
                  <a:gridCol w="1752600"/>
                  <a:gridCol w="1600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DELIVERABLE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DESCRIPTION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FORMAT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APPROVER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M1 · MOBILIZE COMPLETE · W2 · NOV 13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Program charter and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Scope, governance and 24-week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PLAN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Stakeholder and change map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Roles, impacts and cadence by site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WORKBOOK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M2 · CURRENT STATE SIGNED OFF · W6 · DEC 11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Current-state assessment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Process, systems and data baseline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REPORT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process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Baseline metrics pack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Denials, errors, cash and days in 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DASHBOARD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analytics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CFO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M3 · DESIGN APPROVED · W10 · JAN 8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Future-state 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processes, roles and systems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DESIGN DOC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design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case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Benefits, cost and payback by wave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MODEL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CFO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M4 · BUILD COMPLETE · W15 · FEB 12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specifications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Configuration, interface, report specs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SPECS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Test plan and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Entry and exit criteria, 320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TEST PACK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2.i.ref.fill"/>
            <p:cNvSpPr/>
            <p:nvPr/>
          </p:nvSpPr>
          <p:spPr>
            <a:xfrm>
              <a:off x="876300" y="23241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2.i.ref"/>
            <p:cNvSpPr/>
            <p:nvPr/>
          </p:nvSpPr>
          <p:spPr>
            <a:xfrm>
              <a:off x="914400" y="23304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2.f.outline"/>
            <p:cNvSpPr/>
            <p:nvPr/>
          </p:nvSpPr>
          <p:spPr>
            <a:xfrm>
              <a:off x="6972300" y="23304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i.ref.fill"/>
            <p:cNvSpPr/>
            <p:nvPr/>
          </p:nvSpPr>
          <p:spPr>
            <a:xfrm>
              <a:off x="876300" y="26543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3.i.ref"/>
            <p:cNvSpPr/>
            <p:nvPr/>
          </p:nvSpPr>
          <p:spPr>
            <a:xfrm>
              <a:off x="914400" y="26606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f.outline"/>
            <p:cNvSpPr/>
            <p:nvPr/>
          </p:nvSpPr>
          <p:spPr>
            <a:xfrm>
              <a:off x="6972300" y="26606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5.i.ref.fill"/>
            <p:cNvSpPr/>
            <p:nvPr/>
          </p:nvSpPr>
          <p:spPr>
            <a:xfrm>
              <a:off x="876300" y="32639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5.i.ref"/>
            <p:cNvSpPr/>
            <p:nvPr/>
          </p:nvSpPr>
          <p:spPr>
            <a:xfrm>
              <a:off x="914400" y="32702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5.f.outline"/>
            <p:cNvSpPr/>
            <p:nvPr/>
          </p:nvSpPr>
          <p:spPr>
            <a:xfrm>
              <a:off x="6972300" y="32702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6.i.ref.fill"/>
            <p:cNvSpPr/>
            <p:nvPr/>
          </p:nvSpPr>
          <p:spPr>
            <a:xfrm>
              <a:off x="876300" y="35941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6.i.ref"/>
            <p:cNvSpPr/>
            <p:nvPr/>
          </p:nvSpPr>
          <p:spPr>
            <a:xfrm>
              <a:off x="914400" y="36004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6.f.outline"/>
            <p:cNvSpPr/>
            <p:nvPr/>
          </p:nvSpPr>
          <p:spPr>
            <a:xfrm>
              <a:off x="6972300" y="36004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8.i.ref.fill"/>
            <p:cNvSpPr/>
            <p:nvPr/>
          </p:nvSpPr>
          <p:spPr>
            <a:xfrm>
              <a:off x="876300" y="42037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8.i.ref"/>
            <p:cNvSpPr/>
            <p:nvPr/>
          </p:nvSpPr>
          <p:spPr>
            <a:xfrm>
              <a:off x="914400" y="42100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row.item-008.f.outline"/>
            <p:cNvSpPr/>
            <p:nvPr/>
          </p:nvSpPr>
          <p:spPr>
            <a:xfrm>
              <a:off x="6972300" y="42100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9.i.ref.fill"/>
            <p:cNvSpPr/>
            <p:nvPr/>
          </p:nvSpPr>
          <p:spPr>
            <a:xfrm>
              <a:off x="876300" y="45339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9.i.ref"/>
            <p:cNvSpPr/>
            <p:nvPr/>
          </p:nvSpPr>
          <p:spPr>
            <a:xfrm>
              <a:off x="914400" y="45402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row.item-009.f.outline"/>
            <p:cNvSpPr/>
            <p:nvPr/>
          </p:nvSpPr>
          <p:spPr>
            <a:xfrm>
              <a:off x="6972300" y="45402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11.i.ref.fill"/>
            <p:cNvSpPr/>
            <p:nvPr/>
          </p:nvSpPr>
          <p:spPr>
            <a:xfrm>
              <a:off x="876300" y="51435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11.i.ref"/>
            <p:cNvSpPr/>
            <p:nvPr/>
          </p:nvSpPr>
          <p:spPr>
            <a:xfrm>
              <a:off x="914400" y="51498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row.item-011.f.outline"/>
            <p:cNvSpPr/>
            <p:nvPr/>
          </p:nvSpPr>
          <p:spPr>
            <a:xfrm>
              <a:off x="6972300" y="51498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12.i.ref.fill"/>
            <p:cNvSpPr/>
            <p:nvPr/>
          </p:nvSpPr>
          <p:spPr>
            <a:xfrm>
              <a:off x="876300" y="54737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node01.row.item-012.i.ref"/>
            <p:cNvSpPr/>
            <p:nvPr/>
          </p:nvSpPr>
          <p:spPr>
            <a:xfrm>
              <a:off x="914400" y="54800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row.item-012.f.outline"/>
            <p:cNvSpPr/>
            <p:nvPr/>
          </p:nvSpPr>
          <p:spPr>
            <a:xfrm>
              <a:off x="6972300" y="54800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Milestones and deliverables: UAT exit to hypercare exit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9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828800"/>
            <a:ext cx="10744200" cy="3784600"/>
          </p:xfrm>
          <a:graphic>
            <a:graphicData uri="http://schemas.openxmlformats.org/drawingml/2006/table">
              <a:tbl>
                <a:tblPr/>
                <a:tblGrid>
                  <a:gridCol w="2743200"/>
                  <a:gridCol w="3352800"/>
                  <a:gridCol w="1295400"/>
                  <a:gridCol w="1752600"/>
                  <a:gridCol w="1600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DELIVERABLE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DESCRIPTION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FORMAT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APPROVER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M5 · UAT EXIT · W17 · FEB 26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Test plan and scripts, final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Rerun results and the defect log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TEST PACK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UAT exit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Results, defects, go or no-go 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REPORT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M6 · GO-LIVE WAVE 1 · W18 · MAR 5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Training materials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 guides, e-learning, super-users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COURSEWARE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Training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Cutover runbook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Cutover, rollback, command center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RUNBOOK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cutover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M7 · GO-LIVE WAVE 2 · W21 · MAR 26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2 readiness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 readiness, wave 1 lessons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SCORECARD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Cutover runbook, wave 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Updated for wave 2 sites and lessons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RUNBOOK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cutover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CIO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M8 · HYPERCARE EXIT · W24 · APR 16</a:t>
                        </a: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047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047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Hypercare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Stability metrics, support handover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REPORT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2.i.ref.fill"/>
            <p:cNvSpPr/>
            <p:nvPr/>
          </p:nvSpPr>
          <p:spPr>
            <a:xfrm>
              <a:off x="876300" y="25527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2.i.ref"/>
            <p:cNvSpPr/>
            <p:nvPr/>
          </p:nvSpPr>
          <p:spPr>
            <a:xfrm>
              <a:off x="914400" y="25590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2.f.outline"/>
            <p:cNvSpPr/>
            <p:nvPr/>
          </p:nvSpPr>
          <p:spPr>
            <a:xfrm>
              <a:off x="6972300" y="25590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i.ref.fill"/>
            <p:cNvSpPr/>
            <p:nvPr/>
          </p:nvSpPr>
          <p:spPr>
            <a:xfrm>
              <a:off x="876300" y="28829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3.i.ref"/>
            <p:cNvSpPr/>
            <p:nvPr/>
          </p:nvSpPr>
          <p:spPr>
            <a:xfrm>
              <a:off x="914400" y="28892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D09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f.outline"/>
            <p:cNvSpPr/>
            <p:nvPr/>
          </p:nvSpPr>
          <p:spPr>
            <a:xfrm>
              <a:off x="6972300" y="28892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5.i.ref.fill"/>
            <p:cNvSpPr/>
            <p:nvPr/>
          </p:nvSpPr>
          <p:spPr>
            <a:xfrm>
              <a:off x="876300" y="34925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5.i.ref"/>
            <p:cNvSpPr/>
            <p:nvPr/>
          </p:nvSpPr>
          <p:spPr>
            <a:xfrm>
              <a:off x="914400" y="34988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D10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5.f.outline"/>
            <p:cNvSpPr/>
            <p:nvPr/>
          </p:nvSpPr>
          <p:spPr>
            <a:xfrm>
              <a:off x="6972300" y="34988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6.i.ref.fill"/>
            <p:cNvSpPr/>
            <p:nvPr/>
          </p:nvSpPr>
          <p:spPr>
            <a:xfrm>
              <a:off x="876300" y="38227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6.i.ref"/>
            <p:cNvSpPr/>
            <p:nvPr/>
          </p:nvSpPr>
          <p:spPr>
            <a:xfrm>
              <a:off x="914400" y="38290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6.f.outline"/>
            <p:cNvSpPr/>
            <p:nvPr/>
          </p:nvSpPr>
          <p:spPr>
            <a:xfrm>
              <a:off x="6972300" y="38290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8.i.ref.fill"/>
            <p:cNvSpPr/>
            <p:nvPr/>
          </p:nvSpPr>
          <p:spPr>
            <a:xfrm>
              <a:off x="876300" y="44323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8.i.ref"/>
            <p:cNvSpPr/>
            <p:nvPr/>
          </p:nvSpPr>
          <p:spPr>
            <a:xfrm>
              <a:off x="914400" y="44386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row.item-008.f.outline"/>
            <p:cNvSpPr/>
            <p:nvPr/>
          </p:nvSpPr>
          <p:spPr>
            <a:xfrm>
              <a:off x="6972300" y="44386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9.i.ref.fill"/>
            <p:cNvSpPr/>
            <p:nvPr/>
          </p:nvSpPr>
          <p:spPr>
            <a:xfrm>
              <a:off x="876300" y="47625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9.i.ref"/>
            <p:cNvSpPr/>
            <p:nvPr/>
          </p:nvSpPr>
          <p:spPr>
            <a:xfrm>
              <a:off x="914400" y="47688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row.item-009.f.outline"/>
            <p:cNvSpPr/>
            <p:nvPr/>
          </p:nvSpPr>
          <p:spPr>
            <a:xfrm>
              <a:off x="6972300" y="47688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11.i.ref.fill"/>
            <p:cNvSpPr/>
            <p:nvPr/>
          </p:nvSpPr>
          <p:spPr>
            <a:xfrm>
              <a:off x="876300" y="53721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11.i.ref"/>
            <p:cNvSpPr/>
            <p:nvPr/>
          </p:nvSpPr>
          <p:spPr>
            <a:xfrm>
              <a:off x="914400" y="53784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row.item-011.f.outline"/>
            <p:cNvSpPr/>
            <p:nvPr/>
          </p:nvSpPr>
          <p:spPr>
            <a:xfrm>
              <a:off x="6972300" y="53784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1.continued"/>
            <p:cNvSpPr/>
            <p:nvPr/>
          </p:nvSpPr>
          <p:spPr>
            <a:xfrm>
              <a:off x="723900" y="1600200"/>
              <a:ext cx="1074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MILESTONES AND DELIVERABLES · CONTINUED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DELIVERABLE D05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Future-state design: the blueprint the build is held to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0" name="node01"/>
          <p:cNvGrpSpPr/>
          <p:nvPr/>
        </p:nvGrpSpPr>
        <p:grpSpPr>
          <a:xfrm>
            <a:off x="723900" y="1600200"/>
            <a:ext cx="2514600" cy="1371600"/>
            <a:chOff x="723900" y="1600200"/>
            <a:chExt cx="2514600" cy="1371600"/>
          </a:xfrm>
        </p:grpSpPr>
        <p:sp>
          <p:nvSpPr>
            <p:cNvPr id="6" name="node01.page-2.fill"/>
            <p:cNvSpPr/>
            <p:nvPr/>
          </p:nvSpPr>
          <p:spPr>
            <a:xfrm>
              <a:off x="876300" y="1447800"/>
              <a:ext cx="2514600" cy="137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node01.page-2.border"/>
            <p:cNvSpPr/>
            <p:nvPr/>
          </p:nvSpPr>
          <p:spPr>
            <a:xfrm>
              <a:off x="876300" y="1447800"/>
              <a:ext cx="2514600" cy="13716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8" name="node01.page-1.fill"/>
            <p:cNvSpPr/>
            <p:nvPr/>
          </p:nvSpPr>
          <p:spPr>
            <a:xfrm>
              <a:off x="800100" y="1524000"/>
              <a:ext cx="2514600" cy="137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node01.page-1.border"/>
            <p:cNvSpPr/>
            <p:nvPr/>
          </p:nvSpPr>
          <p:spPr>
            <a:xfrm>
              <a:off x="800100" y="1524000"/>
              <a:ext cx="2514600" cy="13716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10" name="node01.page.fill"/>
            <p:cNvSpPr/>
            <p:nvPr/>
          </p:nvSpPr>
          <p:spPr>
            <a:xfrm>
              <a:off x="723900" y="1600200"/>
              <a:ext cx="2514600" cy="137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node01.page.border"/>
            <p:cNvSpPr/>
            <p:nvPr/>
          </p:nvSpPr>
          <p:spPr>
            <a:xfrm>
              <a:off x="723900" y="1600200"/>
              <a:ext cx="2514600" cy="1371600"/>
            </a:xfrm>
            <a:prstGeom prst="rect">
              <a:avLst/>
            </a:pr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12" name="node01.head"/>
            <p:cNvSpPr/>
            <p:nvPr/>
          </p:nvSpPr>
          <p:spPr>
            <a:xfrm>
              <a:off x="899922" y="1776222"/>
              <a:ext cx="1189406" cy="96012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box-1-1"/>
            <p:cNvSpPr/>
            <p:nvPr/>
          </p:nvSpPr>
          <p:spPr>
            <a:xfrm>
              <a:off x="899922" y="2184654"/>
              <a:ext cx="686985" cy="164592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4" name="node01.box-1-2"/>
            <p:cNvSpPr/>
            <p:nvPr/>
          </p:nvSpPr>
          <p:spPr>
            <a:xfrm>
              <a:off x="899922" y="2387346"/>
              <a:ext cx="686985" cy="164592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5" name="node01.box-2-1"/>
            <p:cNvSpPr/>
            <p:nvPr/>
          </p:nvSpPr>
          <p:spPr>
            <a:xfrm>
              <a:off x="1637707" y="2083308"/>
              <a:ext cx="686985" cy="164592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box-2-2"/>
            <p:cNvSpPr/>
            <p:nvPr/>
          </p:nvSpPr>
          <p:spPr>
            <a:xfrm>
              <a:off x="1637707" y="2286000"/>
              <a:ext cx="686985" cy="164592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ox-2-3"/>
            <p:cNvSpPr/>
            <p:nvPr/>
          </p:nvSpPr>
          <p:spPr>
            <a:xfrm>
              <a:off x="1637707" y="2488692"/>
              <a:ext cx="686985" cy="164592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ox-3-1"/>
            <p:cNvSpPr/>
            <p:nvPr/>
          </p:nvSpPr>
          <p:spPr>
            <a:xfrm>
              <a:off x="2375493" y="2184654"/>
              <a:ext cx="686985" cy="164592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9" name="node01.box-3-2"/>
            <p:cNvSpPr/>
            <p:nvPr/>
          </p:nvSpPr>
          <p:spPr>
            <a:xfrm>
              <a:off x="2375493" y="2387346"/>
              <a:ext cx="686985" cy="164592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71" name="node02"/>
          <p:cNvGrpSpPr/>
          <p:nvPr/>
        </p:nvGrpSpPr>
        <p:grpSpPr>
          <a:xfrm>
            <a:off x="723900" y="3200400"/>
            <a:ext cx="3429000" cy="127000"/>
            <a:chOff x="723900" y="3200400"/>
            <a:chExt cx="3429000" cy="127000"/>
          </a:xfrm>
        </p:grpSpPr>
        <p:sp>
          <p:nvSpPr>
            <p:cNvPr id="20" name="node02.text"/>
            <p:cNvSpPr/>
            <p:nvPr/>
          </p:nvSpPr>
          <p:spPr>
            <a:xfrm>
              <a:off x="723900" y="32004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PURPOSE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2" name="node03"/>
          <p:cNvGrpSpPr/>
          <p:nvPr/>
        </p:nvGrpSpPr>
        <p:grpSpPr>
          <a:xfrm>
            <a:off x="723900" y="3429000"/>
            <a:ext cx="3429000" cy="381000"/>
            <a:chOff x="723900" y="3429000"/>
            <a:chExt cx="3429000" cy="381000"/>
          </a:xfrm>
        </p:grpSpPr>
        <p:sp>
          <p:nvSpPr>
            <p:cNvPr id="21" name="node03.text"/>
            <p:cNvSpPr/>
            <p:nvPr/>
          </p:nvSpPr>
          <p:spPr>
            <a:xfrm>
              <a:off x="723900" y="3429000"/>
              <a:ext cx="3429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Sets the target processes, roles and system changes the build is specified, tested and accepted against.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04"/>
          <p:cNvGrpSpPr/>
          <p:nvPr/>
        </p:nvGrpSpPr>
        <p:grpSpPr>
          <a:xfrm>
            <a:off x="723900" y="4343400"/>
            <a:ext cx="1600200" cy="127000"/>
            <a:chOff x="723900" y="4343400"/>
            <a:chExt cx="1600200" cy="127000"/>
          </a:xfrm>
        </p:grpSpPr>
        <p:sp>
          <p:nvSpPr>
            <p:cNvPr id="22" name="node04.text"/>
            <p:cNvSpPr/>
            <p:nvPr/>
          </p:nvSpPr>
          <p:spPr>
            <a:xfrm>
              <a:off x="723900" y="4343400"/>
              <a:ext cx="1600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FORMAT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4" name="node05"/>
          <p:cNvGrpSpPr/>
          <p:nvPr/>
        </p:nvGrpSpPr>
        <p:grpSpPr>
          <a:xfrm>
            <a:off x="723900" y="4572000"/>
            <a:ext cx="1600200" cy="330200"/>
            <a:chOff x="723900" y="4572000"/>
            <a:chExt cx="1600200" cy="330200"/>
          </a:xfrm>
        </p:grpSpPr>
        <p:sp>
          <p:nvSpPr>
            <p:cNvPr id="23" name="node05.text"/>
            <p:cNvSpPr/>
            <p:nvPr/>
          </p:nvSpPr>
          <p:spPr>
            <a:xfrm>
              <a:off x="723900" y="4572000"/>
              <a:ext cx="1600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Design document, about 60 pages</a:t>
              </a:r>
              <a:endPara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06"/>
          <p:cNvGrpSpPr/>
          <p:nvPr/>
        </p:nvGrpSpPr>
        <p:grpSpPr>
          <a:xfrm>
            <a:off x="2552700" y="4343400"/>
            <a:ext cx="1600200" cy="127000"/>
            <a:chOff x="2552700" y="4343400"/>
            <a:chExt cx="1600200" cy="127000"/>
          </a:xfrm>
        </p:grpSpPr>
        <p:sp>
          <p:nvSpPr>
            <p:cNvPr id="24" name="node06.text"/>
            <p:cNvSpPr/>
            <p:nvPr/>
          </p:nvSpPr>
          <p:spPr>
            <a:xfrm>
              <a:off x="2552700" y="4343400"/>
              <a:ext cx="1600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AUDIENCE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07"/>
          <p:cNvGrpSpPr/>
          <p:nvPr/>
        </p:nvGrpSpPr>
        <p:grpSpPr>
          <a:xfrm>
            <a:off x="2552700" y="4572000"/>
            <a:ext cx="1600200" cy="330200"/>
            <a:chOff x="2552700" y="4572000"/>
            <a:chExt cx="1600200" cy="330200"/>
          </a:xfrm>
        </p:grpSpPr>
        <p:sp>
          <p:nvSpPr>
            <p:cNvPr id="25" name="node07.text"/>
            <p:cNvSpPr/>
            <p:nvPr/>
          </p:nvSpPr>
          <p:spPr>
            <a:xfrm>
              <a:off x="2552700" y="4572000"/>
              <a:ext cx="1600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Steering committee, area leads, IT</a:t>
              </a:r>
              <a:endPara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7" name="node08"/>
          <p:cNvGrpSpPr/>
          <p:nvPr/>
        </p:nvGrpSpPr>
        <p:grpSpPr>
          <a:xfrm>
            <a:off x="723900" y="5029200"/>
            <a:ext cx="3429000" cy="914400"/>
            <a:chOff x="723900" y="5029200"/>
            <a:chExt cx="3429000" cy="914400"/>
          </a:xfrm>
        </p:grpSpPr>
        <p:sp>
          <p:nvSpPr>
            <p:cNvPr id="26" name="node08.container"/>
            <p:cNvSpPr/>
            <p:nvPr/>
          </p:nvSpPr>
          <p:spPr>
            <a:xfrm>
              <a:off x="723900" y="5029200"/>
              <a:ext cx="34290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7" name="node08.edge"/>
            <p:cNvSpPr/>
            <p:nvPr/>
          </p:nvSpPr>
          <p:spPr>
            <a:xfrm>
              <a:off x="723900" y="5029200"/>
              <a:ext cx="38100" cy="914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8.label"/>
            <p:cNvSpPr/>
            <p:nvPr/>
          </p:nvSpPr>
          <p:spPr>
            <a:xfrm>
              <a:off x="990600" y="5257800"/>
              <a:ext cx="29337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SUPPORTS M3 · W10 · JAN 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8.title"/>
            <p:cNvSpPr/>
            <p:nvPr/>
          </p:nvSpPr>
          <p:spPr>
            <a:xfrm>
              <a:off x="990600" y="5461000"/>
              <a:ext cx="2933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8" name="node09"/>
          <p:cNvGrpSpPr/>
          <p:nvPr/>
        </p:nvGrpSpPr>
        <p:grpSpPr>
          <a:xfrm>
            <a:off x="4381500" y="1600200"/>
            <a:ext cx="3429000" cy="127000"/>
            <a:chOff x="4381500" y="1600200"/>
            <a:chExt cx="3429000" cy="127000"/>
          </a:xfrm>
        </p:grpSpPr>
        <p:sp>
          <p:nvSpPr>
            <p:cNvPr id="30" name="node09.text"/>
            <p:cNvSpPr/>
            <p:nvPr/>
          </p:nvSpPr>
          <p:spPr>
            <a:xfrm>
              <a:off x="4381500" y="16002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 IT CONTAINS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9" name="node10"/>
          <p:cNvGrpSpPr/>
          <p:nvPr/>
        </p:nvGrpSpPr>
        <p:grpSpPr>
          <a:xfrm>
            <a:off x="4381500" y="1905000"/>
            <a:ext cx="3429000" cy="3048000"/>
            <a:chOff x="4381500" y="1905000"/>
            <a:chExt cx="3429000" cy="3048000"/>
          </a:xfrm>
        </p:grpSpPr>
        <p:sp>
          <p:nvSpPr>
            <p:cNvPr id="31" name="node10.source-001.number"/>
            <p:cNvSpPr/>
            <p:nvPr/>
          </p:nvSpPr>
          <p:spPr>
            <a:xfrm>
              <a:off x="4381500" y="1905000"/>
              <a:ext cx="381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10.source-001.title"/>
            <p:cNvSpPr/>
            <p:nvPr/>
          </p:nvSpPr>
          <p:spPr>
            <a:xfrm>
              <a:off x="4914900" y="19050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principles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10.source-001.text"/>
            <p:cNvSpPr/>
            <p:nvPr/>
          </p:nvSpPr>
          <p:spPr>
            <a:xfrm>
              <a:off x="4914900" y="20955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Eight rules every decision is tested against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10.source-002.number"/>
            <p:cNvSpPr/>
            <p:nvPr/>
          </p:nvSpPr>
          <p:spPr>
            <a:xfrm>
              <a:off x="4381500" y="2438400"/>
              <a:ext cx="381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5" name="node10.source-002.title"/>
            <p:cNvSpPr/>
            <p:nvPr/>
          </p:nvSpPr>
          <p:spPr>
            <a:xfrm>
              <a:off x="4914900" y="24384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Future-state processes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10.source-002.text"/>
            <p:cNvSpPr/>
            <p:nvPr/>
          </p:nvSpPr>
          <p:spPr>
            <a:xfrm>
              <a:off x="4914900" y="26289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Scheduling to cash posting, 6 areas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10.source-003.number"/>
            <p:cNvSpPr/>
            <p:nvPr/>
          </p:nvSpPr>
          <p:spPr>
            <a:xfrm>
              <a:off x="4381500" y="2971800"/>
              <a:ext cx="381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10.source-003.title"/>
            <p:cNvSpPr/>
            <p:nvPr/>
          </p:nvSpPr>
          <p:spPr>
            <a:xfrm>
              <a:off x="4914900" y="29718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Roles and staffing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10.source-003.text"/>
            <p:cNvSpPr/>
            <p:nvPr/>
          </p:nvSpPr>
          <p:spPr>
            <a:xfrm>
              <a:off x="4914900" y="31623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Who does each step, by site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0.source-004.number"/>
            <p:cNvSpPr/>
            <p:nvPr/>
          </p:nvSpPr>
          <p:spPr>
            <a:xfrm>
              <a:off x="4381500" y="3505200"/>
              <a:ext cx="381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10.source-004.title"/>
            <p:cNvSpPr/>
            <p:nvPr/>
          </p:nvSpPr>
          <p:spPr>
            <a:xfrm>
              <a:off x="4914900" y="35052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System changes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2" name="node10.source-004.text"/>
            <p:cNvSpPr/>
            <p:nvPr/>
          </p:nvSpPr>
          <p:spPr>
            <a:xfrm>
              <a:off x="4914900" y="36957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Configuration, interfaces and reports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0.source-005.number"/>
            <p:cNvSpPr/>
            <p:nvPr/>
          </p:nvSpPr>
          <p:spPr>
            <a:xfrm>
              <a:off x="4381500" y="4038600"/>
              <a:ext cx="381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10.source-005.title"/>
            <p:cNvSpPr/>
            <p:nvPr/>
          </p:nvSpPr>
          <p:spPr>
            <a:xfrm>
              <a:off x="4914900" y="40386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 log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10.source-005.text"/>
            <p:cNvSpPr/>
            <p:nvPr/>
          </p:nvSpPr>
          <p:spPr>
            <a:xfrm>
              <a:off x="4914900" y="42291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42 decisions, each with an owner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10.source-006.number"/>
            <p:cNvSpPr/>
            <p:nvPr/>
          </p:nvSpPr>
          <p:spPr>
            <a:xfrm>
              <a:off x="4381500" y="4572000"/>
              <a:ext cx="381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1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10.source-006.title"/>
            <p:cNvSpPr/>
            <p:nvPr/>
          </p:nvSpPr>
          <p:spPr>
            <a:xfrm>
              <a:off x="4914900" y="45720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Benefits link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8" name="node10.source-006.text"/>
            <p:cNvSpPr/>
            <p:nvPr/>
          </p:nvSpPr>
          <p:spPr>
            <a:xfrm>
              <a:off x="4914900" y="4762500"/>
              <a:ext cx="2895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Each change tied to a baseline metric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11"/>
          <p:cNvGrpSpPr/>
          <p:nvPr/>
        </p:nvGrpSpPr>
        <p:grpSpPr>
          <a:xfrm>
            <a:off x="8039100" y="1600200"/>
            <a:ext cx="3429000" cy="127000"/>
            <a:chOff x="8039100" y="1600200"/>
            <a:chExt cx="3429000" cy="127000"/>
          </a:xfrm>
        </p:grpSpPr>
        <p:sp>
          <p:nvSpPr>
            <p:cNvPr id="49" name="node11.text"/>
            <p:cNvSpPr/>
            <p:nvPr/>
          </p:nvSpPr>
          <p:spPr>
            <a:xfrm>
              <a:off x="8039100" y="16002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INPUTS AND DEPENDENCIES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1" name="node12"/>
          <p:cNvGrpSpPr/>
          <p:nvPr/>
        </p:nvGrpSpPr>
        <p:grpSpPr>
          <a:xfrm>
            <a:off x="8039100" y="1905000"/>
            <a:ext cx="3429000" cy="838200"/>
            <a:chOff x="8039100" y="1905000"/>
            <a:chExt cx="3429000" cy="838200"/>
          </a:xfrm>
        </p:grpSpPr>
        <p:sp>
          <p:nvSpPr>
            <p:cNvPr id="50" name="node12.source-001.bullet"/>
            <p:cNvSpPr/>
            <p:nvPr/>
          </p:nvSpPr>
          <p:spPr>
            <a:xfrm>
              <a:off x="8039100" y="1981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12.source-001.text"/>
            <p:cNvSpPr/>
            <p:nvPr/>
          </p:nvSpPr>
          <p:spPr>
            <a:xfrm>
              <a:off x="8178800" y="19050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Current-state assessment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(D03), signed off W6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2.source-002.bullet"/>
            <p:cNvSpPr/>
            <p:nvPr/>
          </p:nvSpPr>
          <p:spPr>
            <a:xfrm>
              <a:off x="8039100" y="2197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12.source-002.text"/>
            <p:cNvSpPr/>
            <p:nvPr/>
          </p:nvSpPr>
          <p:spPr>
            <a:xfrm>
              <a:off x="8178800" y="21209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Baseline metrics pack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(D04)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12.source-003.bullet"/>
            <p:cNvSpPr/>
            <p:nvPr/>
          </p:nvSpPr>
          <p:spPr>
            <a:xfrm>
              <a:off x="8039100" y="2413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5" name="node12.source-003.text"/>
            <p:cNvSpPr/>
            <p:nvPr/>
          </p:nvSpPr>
          <p:spPr>
            <a:xfrm>
              <a:off x="8178800" y="23368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Design workshops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four, weeks 7 to 9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12.source-004.bullet"/>
            <p:cNvSpPr/>
            <p:nvPr/>
          </p:nvSpPr>
          <p:spPr>
            <a:xfrm>
              <a:off x="8039100" y="262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12.source-004.text"/>
            <p:cNvSpPr/>
            <p:nvPr/>
          </p:nvSpPr>
          <p:spPr>
            <a:xfrm>
              <a:off x="8178800" y="25527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Vendor roadmap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from IT apps lead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13"/>
          <p:cNvGrpSpPr/>
          <p:nvPr/>
        </p:nvGrpSpPr>
        <p:grpSpPr>
          <a:xfrm>
            <a:off x="8039100" y="3657600"/>
            <a:ext cx="3429000" cy="127000"/>
            <a:chOff x="8039100" y="3657600"/>
            <a:chExt cx="3429000" cy="127000"/>
          </a:xfrm>
        </p:grpSpPr>
        <p:sp>
          <p:nvSpPr>
            <p:cNvPr id="58" name="node13.text"/>
            <p:cNvSpPr/>
            <p:nvPr/>
          </p:nvSpPr>
          <p:spPr>
            <a:xfrm>
              <a:off x="8039100" y="3657600"/>
              <a:ext cx="3429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REVIEW AND ACCEPTANCE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3" name="node14"/>
          <p:cNvGrpSpPr/>
          <p:nvPr/>
        </p:nvGrpSpPr>
        <p:grpSpPr>
          <a:xfrm>
            <a:off x="8039100" y="4000500"/>
            <a:ext cx="3299203" cy="1866900"/>
            <a:chOff x="8039100" y="4000500"/>
            <a:chExt cx="3299203" cy="1866900"/>
          </a:xfrm>
        </p:grpSpPr>
        <p:sp>
          <p:nvSpPr>
            <p:cNvPr id="59" name="node14.base"/>
            <p:cNvSpPr/>
            <p:nvPr/>
          </p:nvSpPr>
          <p:spPr>
            <a:xfrm>
              <a:off x="8153400" y="4114800"/>
              <a:ext cx="0" cy="1676400"/>
            </a:xfrm>
            <a:custGeom>
              <a:avLst/>
              <a:gdLst/>
              <a:ahLst/>
              <a:cxnLst/>
              <a:rect l="l" t="t" r="r" b="b"/>
              <a:pathLst>
                <a:path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60" name="node14.done"/>
            <p:cNvSpPr/>
            <p:nvPr/>
          </p:nvSpPr>
          <p:spPr>
            <a:xfrm>
              <a:off x="8153400" y="4114800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25400">
              <a:solidFill>
                <a:srgbClr val="070154"/>
              </a:solidFill>
              <a:prstDash val="solid"/>
            </a:ln>
          </p:spPr>
        </p:sp>
        <p:sp>
          <p:nvSpPr>
            <p:cNvPr id="61" name="node14.steps.slot-001.marker"/>
            <p:cNvSpPr/>
            <p:nvPr/>
          </p:nvSpPr>
          <p:spPr>
            <a:xfrm>
              <a:off x="8077200" y="40386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14.steps.slot-001.title"/>
            <p:cNvSpPr/>
            <p:nvPr/>
          </p:nvSpPr>
          <p:spPr>
            <a:xfrm>
              <a:off x="8496300" y="4000500"/>
              <a:ext cx="12541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Draft to area leads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14.steps.slot-001.label"/>
            <p:cNvSpPr/>
            <p:nvPr/>
          </p:nvSpPr>
          <p:spPr>
            <a:xfrm>
              <a:off x="9902825" y="4039362"/>
              <a:ext cx="756028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W8 · DEC 25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4" name="node14.steps.slot-002.marker"/>
            <p:cNvSpPr/>
            <p:nvPr/>
          </p:nvSpPr>
          <p:spPr>
            <a:xfrm>
              <a:off x="8039100" y="4838700"/>
              <a:ext cx="228600" cy="2286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65" name="node14.steps.slot-002.title"/>
            <p:cNvSpPr/>
            <p:nvPr/>
          </p:nvSpPr>
          <p:spPr>
            <a:xfrm>
              <a:off x="8496300" y="4838700"/>
              <a:ext cx="1663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 VP review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6" name="node14.steps.slot-002.label"/>
            <p:cNvSpPr/>
            <p:nvPr/>
          </p:nvSpPr>
          <p:spPr>
            <a:xfrm>
              <a:off x="10312400" y="4877562"/>
              <a:ext cx="689608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W9 · JAN 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7" name="node14.steps.slot-003.marker"/>
            <p:cNvSpPr/>
            <p:nvPr/>
          </p:nvSpPr>
          <p:spPr>
            <a:xfrm>
              <a:off x="8077200" y="57150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8" name="node14.steps.slot-003.title"/>
            <p:cNvSpPr/>
            <p:nvPr/>
          </p:nvSpPr>
          <p:spPr>
            <a:xfrm>
              <a:off x="8496300" y="5676900"/>
              <a:ext cx="19335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Steering committee approval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9" name="node14.steps.slot-003.label"/>
            <p:cNvSpPr/>
            <p:nvPr/>
          </p:nvSpPr>
          <p:spPr>
            <a:xfrm>
              <a:off x="10582275" y="5715762"/>
              <a:ext cx="756028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W10 · JAN 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Thirteen deliverables, each owned and reviewed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2" name="node01"/>
          <p:cNvGrpSpPr/>
          <p:nvPr/>
        </p:nvGrpSpPr>
        <p:grpSpPr>
          <a:xfrm>
            <a:off x="723900" y="1600200"/>
            <a:ext cx="10744200" cy="4318000"/>
            <a:chOff x="723900" y="1600200"/>
            <a:chExt cx="10744200" cy="43180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318000"/>
          </p:xfrm>
          <a:graphic>
            <a:graphicData uri="http://schemas.openxmlformats.org/drawingml/2006/table">
              <a:tbl>
                <a:tblPr/>
                <a:tblGrid>
                  <a:gridCol w="2438400"/>
                  <a:gridCol w="2819400"/>
                  <a:gridCol w="1219200"/>
                  <a:gridCol w="914400"/>
                  <a:gridCol w="1524000"/>
                  <a:gridCol w="1447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DELIVERABLE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DESCRIPTION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FORMAT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DUE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REVIEWER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Program charter and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Scope, governance and 24-week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PLAN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M1 · W2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Stakeholder and change map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Roles, impacts and cadence by site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WORKBOOK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M1 · W2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Current-state assessment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Process, systems and data baseline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REPORT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M2 · W6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process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Baseline metrics pack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Denials, errors, cash and days in 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DASHBOARD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M2 · W6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analytics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Future-state 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processes, roles and systems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DESIGN DOC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M3 · W10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design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case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Benefits, cost and payback by wave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MODEL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M3 · W10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specifications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Configuration, interface, report specs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SPECS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M4 · W15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Test plan and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Entry and exit criteria, 320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TEST PACK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M4 · W15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QA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UAT exit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Results, defects, go or no-go 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REPORT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M5 · W17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QA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Training materials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 guides, e-learning, super-users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COURSEWARE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M6 · W18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Training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director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Cutover runbook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Cutover, rollback, command center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RUNBOOK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M6 · W18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cutover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2 readiness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 readiness, wave 1 lessons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SCORECARD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M7 · W21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Hypercare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Stability metrics, support handover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REPORT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M8 · W24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i.ref.fill"/>
            <p:cNvSpPr/>
            <p:nvPr/>
          </p:nvSpPr>
          <p:spPr>
            <a:xfrm>
              <a:off x="1257300" y="20320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i.ref"/>
            <p:cNvSpPr/>
            <p:nvPr/>
          </p:nvSpPr>
          <p:spPr>
            <a:xfrm>
              <a:off x="1295400" y="20383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1.f.outline"/>
            <p:cNvSpPr/>
            <p:nvPr/>
          </p:nvSpPr>
          <p:spPr>
            <a:xfrm>
              <a:off x="6515100" y="2038350"/>
              <a:ext cx="392683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2.i.ref.fill"/>
            <p:cNvSpPr/>
            <p:nvPr/>
          </p:nvSpPr>
          <p:spPr>
            <a:xfrm>
              <a:off x="1257300" y="23368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i.ref"/>
            <p:cNvSpPr/>
            <p:nvPr/>
          </p:nvSpPr>
          <p:spPr>
            <a:xfrm>
              <a:off x="1295400" y="23431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2.f.outline"/>
            <p:cNvSpPr/>
            <p:nvPr/>
          </p:nvSpPr>
          <p:spPr>
            <a:xfrm>
              <a:off x="6515100" y="2343150"/>
              <a:ext cx="658366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i.ref.fill"/>
            <p:cNvSpPr/>
            <p:nvPr/>
          </p:nvSpPr>
          <p:spPr>
            <a:xfrm>
              <a:off x="1257300" y="26416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3.i.ref"/>
            <p:cNvSpPr/>
            <p:nvPr/>
          </p:nvSpPr>
          <p:spPr>
            <a:xfrm>
              <a:off x="1295400" y="26479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3.f.outline"/>
            <p:cNvSpPr/>
            <p:nvPr/>
          </p:nvSpPr>
          <p:spPr>
            <a:xfrm>
              <a:off x="6515100" y="26479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4.i.ref.fill"/>
            <p:cNvSpPr/>
            <p:nvPr/>
          </p:nvSpPr>
          <p:spPr>
            <a:xfrm>
              <a:off x="1257300" y="2946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4.i.ref"/>
            <p:cNvSpPr/>
            <p:nvPr/>
          </p:nvSpPr>
          <p:spPr>
            <a:xfrm>
              <a:off x="1295400" y="2952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4.f.outline"/>
            <p:cNvSpPr/>
            <p:nvPr/>
          </p:nvSpPr>
          <p:spPr>
            <a:xfrm>
              <a:off x="6515100" y="29527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5.i.ref.fill"/>
            <p:cNvSpPr/>
            <p:nvPr/>
          </p:nvSpPr>
          <p:spPr>
            <a:xfrm>
              <a:off x="1257300" y="32512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5.i.ref"/>
            <p:cNvSpPr/>
            <p:nvPr/>
          </p:nvSpPr>
          <p:spPr>
            <a:xfrm>
              <a:off x="1295400" y="32575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row.item-005.f.outline"/>
            <p:cNvSpPr/>
            <p:nvPr/>
          </p:nvSpPr>
          <p:spPr>
            <a:xfrm>
              <a:off x="6515100" y="32575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6.i.ref.fill"/>
            <p:cNvSpPr/>
            <p:nvPr/>
          </p:nvSpPr>
          <p:spPr>
            <a:xfrm>
              <a:off x="1257300" y="35560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6.i.ref"/>
            <p:cNvSpPr/>
            <p:nvPr/>
          </p:nvSpPr>
          <p:spPr>
            <a:xfrm>
              <a:off x="1295400" y="35623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row.item-006.f.outline"/>
            <p:cNvSpPr/>
            <p:nvPr/>
          </p:nvSpPr>
          <p:spPr>
            <a:xfrm>
              <a:off x="6515100" y="35623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07.i.ref.fill"/>
            <p:cNvSpPr/>
            <p:nvPr/>
          </p:nvSpPr>
          <p:spPr>
            <a:xfrm>
              <a:off x="1257300" y="38608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07.i.ref"/>
            <p:cNvSpPr/>
            <p:nvPr/>
          </p:nvSpPr>
          <p:spPr>
            <a:xfrm>
              <a:off x="1295400" y="38671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row.item-007.f.outline"/>
            <p:cNvSpPr/>
            <p:nvPr/>
          </p:nvSpPr>
          <p:spPr>
            <a:xfrm>
              <a:off x="6515100" y="3867150"/>
              <a:ext cx="459104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8.i.ref.fill"/>
            <p:cNvSpPr/>
            <p:nvPr/>
          </p:nvSpPr>
          <p:spPr>
            <a:xfrm>
              <a:off x="1257300" y="41656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node01.row.item-008.i.ref"/>
            <p:cNvSpPr/>
            <p:nvPr/>
          </p:nvSpPr>
          <p:spPr>
            <a:xfrm>
              <a:off x="1295400" y="41719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row.item-008.f.outline"/>
            <p:cNvSpPr/>
            <p:nvPr/>
          </p:nvSpPr>
          <p:spPr>
            <a:xfrm>
              <a:off x="6515100" y="41719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1" name="node01.row.item-009.i.ref.fill"/>
            <p:cNvSpPr/>
            <p:nvPr/>
          </p:nvSpPr>
          <p:spPr>
            <a:xfrm>
              <a:off x="1257300" y="4470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2" name="node01.row.item-009.i.ref"/>
            <p:cNvSpPr/>
            <p:nvPr/>
          </p:nvSpPr>
          <p:spPr>
            <a:xfrm>
              <a:off x="1295400" y="4476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D09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row.item-009.f.outline"/>
            <p:cNvSpPr/>
            <p:nvPr/>
          </p:nvSpPr>
          <p:spPr>
            <a:xfrm>
              <a:off x="6515100" y="44767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4" name="node01.row.item-010.i.ref.fill"/>
            <p:cNvSpPr/>
            <p:nvPr/>
          </p:nvSpPr>
          <p:spPr>
            <a:xfrm>
              <a:off x="1257300" y="47752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5" name="node01.row.item-010.i.ref"/>
            <p:cNvSpPr/>
            <p:nvPr/>
          </p:nvSpPr>
          <p:spPr>
            <a:xfrm>
              <a:off x="1295400" y="47815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D10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row.item-010.f.outline"/>
            <p:cNvSpPr/>
            <p:nvPr/>
          </p:nvSpPr>
          <p:spPr>
            <a:xfrm>
              <a:off x="6515100" y="4781550"/>
              <a:ext cx="791208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7" name="node01.row.item-011.i.ref.fill"/>
            <p:cNvSpPr/>
            <p:nvPr/>
          </p:nvSpPr>
          <p:spPr>
            <a:xfrm>
              <a:off x="1257300" y="50800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8" name="node01.row.item-011.i.ref"/>
            <p:cNvSpPr/>
            <p:nvPr/>
          </p:nvSpPr>
          <p:spPr>
            <a:xfrm>
              <a:off x="1295400" y="50863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row.item-011.f.outline"/>
            <p:cNvSpPr/>
            <p:nvPr/>
          </p:nvSpPr>
          <p:spPr>
            <a:xfrm>
              <a:off x="6515100" y="5086350"/>
              <a:ext cx="59194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0" name="node01.row.item-012.i.ref.fill"/>
            <p:cNvSpPr/>
            <p:nvPr/>
          </p:nvSpPr>
          <p:spPr>
            <a:xfrm>
              <a:off x="1257300" y="53848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1" name="node01.row.item-012.i.ref"/>
            <p:cNvSpPr/>
            <p:nvPr/>
          </p:nvSpPr>
          <p:spPr>
            <a:xfrm>
              <a:off x="1295400" y="53911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row.item-012.f.outline"/>
            <p:cNvSpPr/>
            <p:nvPr/>
          </p:nvSpPr>
          <p:spPr>
            <a:xfrm>
              <a:off x="6515100" y="5391150"/>
              <a:ext cx="724787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3" name="node01.row.item-013.i.ref.fill"/>
            <p:cNvSpPr/>
            <p:nvPr/>
          </p:nvSpPr>
          <p:spPr>
            <a:xfrm>
              <a:off x="1257300" y="56896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4" name="node01.row.item-013.i.ref"/>
            <p:cNvSpPr/>
            <p:nvPr/>
          </p:nvSpPr>
          <p:spPr>
            <a:xfrm>
              <a:off x="1295400" y="56959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row.item-013.f.outline"/>
            <p:cNvSpPr/>
            <p:nvPr/>
          </p:nvSpPr>
          <p:spPr>
            <a:xfrm>
              <a:off x="6515100" y="5695950"/>
              <a:ext cx="525525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6" name="node01.row-group.source-001.fill"/>
            <p:cNvSpPr/>
            <p:nvPr/>
          </p:nvSpPr>
          <p:spPr>
            <a:xfrm>
              <a:off x="723900" y="1974850"/>
              <a:ext cx="304800" cy="1181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1.row-group.source-001.label"/>
            <p:cNvSpPr/>
            <p:nvPr/>
          </p:nvSpPr>
          <p:spPr>
            <a:xfrm rot="-5400000">
              <a:off x="285750" y="24955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ASSESS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row-group.source-002.fill"/>
            <p:cNvSpPr/>
            <p:nvPr/>
          </p:nvSpPr>
          <p:spPr>
            <a:xfrm>
              <a:off x="723900" y="3194050"/>
              <a:ext cx="304800" cy="1485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49" name="node01.row-group.source-002.label"/>
            <p:cNvSpPr/>
            <p:nvPr/>
          </p:nvSpPr>
          <p:spPr>
            <a:xfrm rot="-5400000">
              <a:off x="133350" y="3867150"/>
              <a:ext cx="1485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DESIGN AND BUILD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row-group.source-003.fill"/>
            <p:cNvSpPr/>
            <p:nvPr/>
          </p:nvSpPr>
          <p:spPr>
            <a:xfrm>
              <a:off x="723900" y="4718050"/>
              <a:ext cx="304800" cy="1181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-group.source-003.label"/>
            <p:cNvSpPr/>
            <p:nvPr/>
          </p:nvSpPr>
          <p:spPr>
            <a:xfrm rot="-5400000">
              <a:off x="285750" y="52387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DEPLOY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Hypercare exit re-tests the baseline and business case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0" name="node01"/>
          <p:cNvGrpSpPr/>
          <p:nvPr/>
        </p:nvGrpSpPr>
        <p:grpSpPr>
          <a:xfrm>
            <a:off x="723900" y="1600200"/>
            <a:ext cx="10744200" cy="3962400"/>
            <a:chOff x="723900" y="1600200"/>
            <a:chExt cx="10744200" cy="39624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962400"/>
          </p:xfrm>
          <a:graphic>
            <a:graphicData uri="http://schemas.openxmlformats.org/drawingml/2006/table">
              <a:tbl>
                <a:tblPr/>
                <a:tblGrid>
                  <a:gridCol w="2514600"/>
                  <a:gridCol w="2743200"/>
                  <a:gridCol w="685800"/>
                  <a:gridCol w="685800"/>
                  <a:gridCol w="685800"/>
                  <a:gridCol w="685800"/>
                  <a:gridCol w="685800"/>
                  <a:gridCol w="685800"/>
                  <a:gridCol w="685800"/>
                  <a:gridCol w="685800"/>
                </a:tblGrid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 gridSpan="2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ASSESS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gridSpan="3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DESIGN AND BUILD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gridSpan="3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DEPLOY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DELIVERABLE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DESCRIPTION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M1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M3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M5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M6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M7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M8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Program charter and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Scope, governance and 24-week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Stakeholder and change map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Roles, impacts and cadence by site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Current-state assessment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Process, systems and data baseline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Baseline metrics pack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Denials, errors, cash and days in 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Future-state 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processes, roles and systems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case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Benefits, cost and payback by wave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specifications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Configuration, interface, report specs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Test plan and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Entry and exit criteria, 320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UAT exit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Results, defects, go or no-go 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Training materials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Role guides, e-learning, super-users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Cutover runbook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Cutover, rollback, command center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2 readiness review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 readiness, wave 1 lessons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  <a:tr h="254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Hypercare report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52337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Stability metrics, support handover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8EEF8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i.ref.fill"/>
            <p:cNvSpPr/>
            <p:nvPr/>
          </p:nvSpPr>
          <p:spPr>
            <a:xfrm>
              <a:off x="876300" y="2311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i.ref"/>
            <p:cNvSpPr/>
            <p:nvPr/>
          </p:nvSpPr>
          <p:spPr>
            <a:xfrm>
              <a:off x="914400" y="2317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1.m0.checked"/>
            <p:cNvSpPr/>
            <p:nvPr/>
          </p:nvSpPr>
          <p:spPr>
            <a:xfrm>
              <a:off x="6248400" y="2311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row.item-001.m0.tick"/>
            <p:cNvSpPr/>
            <p:nvPr/>
          </p:nvSpPr>
          <p:spPr>
            <a:xfrm>
              <a:off x="6248400" y="231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11" name="node01.row.item-002.i.ref.fill"/>
            <p:cNvSpPr/>
            <p:nvPr/>
          </p:nvSpPr>
          <p:spPr>
            <a:xfrm>
              <a:off x="876300" y="2565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2.i.ref"/>
            <p:cNvSpPr/>
            <p:nvPr/>
          </p:nvSpPr>
          <p:spPr>
            <a:xfrm>
              <a:off x="914400" y="2571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row.item-002.m0.checked"/>
            <p:cNvSpPr/>
            <p:nvPr/>
          </p:nvSpPr>
          <p:spPr>
            <a:xfrm>
              <a:off x="6248400" y="2565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row.item-002.m0.tick"/>
            <p:cNvSpPr/>
            <p:nvPr/>
          </p:nvSpPr>
          <p:spPr>
            <a:xfrm>
              <a:off x="6248400" y="256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15" name="node01.row.item-002.m1.checked"/>
            <p:cNvSpPr/>
            <p:nvPr/>
          </p:nvSpPr>
          <p:spPr>
            <a:xfrm>
              <a:off x="6934200" y="2565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row.item-002.m1.tick"/>
            <p:cNvSpPr/>
            <p:nvPr/>
          </p:nvSpPr>
          <p:spPr>
            <a:xfrm>
              <a:off x="6934200" y="256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17" name="node01.row.item-003.i.ref.fill"/>
            <p:cNvSpPr/>
            <p:nvPr/>
          </p:nvSpPr>
          <p:spPr>
            <a:xfrm>
              <a:off x="876300" y="2819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3.i.ref"/>
            <p:cNvSpPr/>
            <p:nvPr/>
          </p:nvSpPr>
          <p:spPr>
            <a:xfrm>
              <a:off x="914400" y="2825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row.item-003.m1.checked"/>
            <p:cNvSpPr/>
            <p:nvPr/>
          </p:nvSpPr>
          <p:spPr>
            <a:xfrm>
              <a:off x="6934200" y="2819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1.row.item-003.m1.tick"/>
            <p:cNvSpPr/>
            <p:nvPr/>
          </p:nvSpPr>
          <p:spPr>
            <a:xfrm>
              <a:off x="6934200" y="2819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21" name="node01.row.item-004.i.ref.fill"/>
            <p:cNvSpPr/>
            <p:nvPr/>
          </p:nvSpPr>
          <p:spPr>
            <a:xfrm>
              <a:off x="876300" y="3073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4.i.ref"/>
            <p:cNvSpPr/>
            <p:nvPr/>
          </p:nvSpPr>
          <p:spPr>
            <a:xfrm>
              <a:off x="914400" y="3079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row.item-004.m1.checked"/>
            <p:cNvSpPr/>
            <p:nvPr/>
          </p:nvSpPr>
          <p:spPr>
            <a:xfrm>
              <a:off x="6934200" y="3073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1.row.item-004.m1.tick"/>
            <p:cNvSpPr/>
            <p:nvPr/>
          </p:nvSpPr>
          <p:spPr>
            <a:xfrm>
              <a:off x="6934200" y="3073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25" name="node01.row.item-004.m7.checked"/>
            <p:cNvSpPr/>
            <p:nvPr/>
          </p:nvSpPr>
          <p:spPr>
            <a:xfrm>
              <a:off x="11049000" y="3073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1.row.item-004.m7.tick"/>
            <p:cNvSpPr/>
            <p:nvPr/>
          </p:nvSpPr>
          <p:spPr>
            <a:xfrm>
              <a:off x="11049000" y="3073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27" name="node01.row.item-005.i.ref.fill"/>
            <p:cNvSpPr/>
            <p:nvPr/>
          </p:nvSpPr>
          <p:spPr>
            <a:xfrm>
              <a:off x="876300" y="3327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5.i.ref"/>
            <p:cNvSpPr/>
            <p:nvPr/>
          </p:nvSpPr>
          <p:spPr>
            <a:xfrm>
              <a:off x="914400" y="3333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row.item-005.m2.checked"/>
            <p:cNvSpPr/>
            <p:nvPr/>
          </p:nvSpPr>
          <p:spPr>
            <a:xfrm>
              <a:off x="7620000" y="3327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1.row.item-005.m2.tick"/>
            <p:cNvSpPr/>
            <p:nvPr/>
          </p:nvSpPr>
          <p:spPr>
            <a:xfrm>
              <a:off x="7620000" y="3327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31" name="node01.row.item-006.i.ref.fill"/>
            <p:cNvSpPr/>
            <p:nvPr/>
          </p:nvSpPr>
          <p:spPr>
            <a:xfrm>
              <a:off x="876300" y="3581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2" name="node01.row.item-006.i.ref"/>
            <p:cNvSpPr/>
            <p:nvPr/>
          </p:nvSpPr>
          <p:spPr>
            <a:xfrm>
              <a:off x="914400" y="3587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row.item-006.m2.checked"/>
            <p:cNvSpPr/>
            <p:nvPr/>
          </p:nvSpPr>
          <p:spPr>
            <a:xfrm>
              <a:off x="7620000" y="3581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01.row.item-006.m2.tick"/>
            <p:cNvSpPr/>
            <p:nvPr/>
          </p:nvSpPr>
          <p:spPr>
            <a:xfrm>
              <a:off x="7620000" y="358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35" name="node01.row.item-006.m7.checked"/>
            <p:cNvSpPr/>
            <p:nvPr/>
          </p:nvSpPr>
          <p:spPr>
            <a:xfrm>
              <a:off x="11049000" y="3581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01.row.item-006.m7.tick"/>
            <p:cNvSpPr/>
            <p:nvPr/>
          </p:nvSpPr>
          <p:spPr>
            <a:xfrm>
              <a:off x="11049000" y="358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37" name="node01.row.item-007.i.ref.fill"/>
            <p:cNvSpPr/>
            <p:nvPr/>
          </p:nvSpPr>
          <p:spPr>
            <a:xfrm>
              <a:off x="876300" y="3835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8" name="node01.row.item-007.i.ref"/>
            <p:cNvSpPr/>
            <p:nvPr/>
          </p:nvSpPr>
          <p:spPr>
            <a:xfrm>
              <a:off x="914400" y="3841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row.item-007.m3.checked"/>
            <p:cNvSpPr/>
            <p:nvPr/>
          </p:nvSpPr>
          <p:spPr>
            <a:xfrm>
              <a:off x="8305800" y="3835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01.row.item-007.m3.tick"/>
            <p:cNvSpPr/>
            <p:nvPr/>
          </p:nvSpPr>
          <p:spPr>
            <a:xfrm>
              <a:off x="8305800" y="383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41" name="node01.row.item-008.i.ref.fill"/>
            <p:cNvSpPr/>
            <p:nvPr/>
          </p:nvSpPr>
          <p:spPr>
            <a:xfrm>
              <a:off x="876300" y="4089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2" name="node01.row.item-008.i.ref"/>
            <p:cNvSpPr/>
            <p:nvPr/>
          </p:nvSpPr>
          <p:spPr>
            <a:xfrm>
              <a:off x="914400" y="4095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row.item-008.m3.checked"/>
            <p:cNvSpPr/>
            <p:nvPr/>
          </p:nvSpPr>
          <p:spPr>
            <a:xfrm>
              <a:off x="8305800" y="4089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1.row.item-008.m3.tick"/>
            <p:cNvSpPr/>
            <p:nvPr/>
          </p:nvSpPr>
          <p:spPr>
            <a:xfrm>
              <a:off x="8305800" y="4089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45" name="node01.row.item-008.m4.checked"/>
            <p:cNvSpPr/>
            <p:nvPr/>
          </p:nvSpPr>
          <p:spPr>
            <a:xfrm>
              <a:off x="8991600" y="4089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1.row.item-008.m4.tick"/>
            <p:cNvSpPr/>
            <p:nvPr/>
          </p:nvSpPr>
          <p:spPr>
            <a:xfrm>
              <a:off x="8991600" y="4089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47" name="node01.row.item-009.i.ref.fill"/>
            <p:cNvSpPr/>
            <p:nvPr/>
          </p:nvSpPr>
          <p:spPr>
            <a:xfrm>
              <a:off x="876300" y="4343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8" name="node01.row.item-009.i.ref"/>
            <p:cNvSpPr/>
            <p:nvPr/>
          </p:nvSpPr>
          <p:spPr>
            <a:xfrm>
              <a:off x="914400" y="4349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D09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1.row.item-009.m4.checked"/>
            <p:cNvSpPr/>
            <p:nvPr/>
          </p:nvSpPr>
          <p:spPr>
            <a:xfrm>
              <a:off x="8991600" y="4343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1.row.item-009.m4.tick"/>
            <p:cNvSpPr/>
            <p:nvPr/>
          </p:nvSpPr>
          <p:spPr>
            <a:xfrm>
              <a:off x="8991600" y="4343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51" name="node01.row.item-010.i.ref.fill"/>
            <p:cNvSpPr/>
            <p:nvPr/>
          </p:nvSpPr>
          <p:spPr>
            <a:xfrm>
              <a:off x="876300" y="4597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2" name="node01.row.item-010.i.ref"/>
            <p:cNvSpPr/>
            <p:nvPr/>
          </p:nvSpPr>
          <p:spPr>
            <a:xfrm>
              <a:off x="914400" y="4603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D10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3" name="node01.row.item-010.m5.checked"/>
            <p:cNvSpPr/>
            <p:nvPr/>
          </p:nvSpPr>
          <p:spPr>
            <a:xfrm>
              <a:off x="9677400" y="4597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01.row.item-010.m5.tick"/>
            <p:cNvSpPr/>
            <p:nvPr/>
          </p:nvSpPr>
          <p:spPr>
            <a:xfrm>
              <a:off x="9677400" y="4597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55" name="node01.row.item-010.m6.checked"/>
            <p:cNvSpPr/>
            <p:nvPr/>
          </p:nvSpPr>
          <p:spPr>
            <a:xfrm>
              <a:off x="10363200" y="4597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01.row.item-010.m6.tick"/>
            <p:cNvSpPr/>
            <p:nvPr/>
          </p:nvSpPr>
          <p:spPr>
            <a:xfrm>
              <a:off x="10363200" y="4597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57" name="node01.row.item-011.i.ref.fill"/>
            <p:cNvSpPr/>
            <p:nvPr/>
          </p:nvSpPr>
          <p:spPr>
            <a:xfrm>
              <a:off x="876300" y="4851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8" name="node01.row.item-011.i.ref"/>
            <p:cNvSpPr/>
            <p:nvPr/>
          </p:nvSpPr>
          <p:spPr>
            <a:xfrm>
              <a:off x="914400" y="4857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1.row.item-011.m5.checked"/>
            <p:cNvSpPr/>
            <p:nvPr/>
          </p:nvSpPr>
          <p:spPr>
            <a:xfrm>
              <a:off x="9677400" y="4851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0" name="node01.row.item-011.m5.tick"/>
            <p:cNvSpPr/>
            <p:nvPr/>
          </p:nvSpPr>
          <p:spPr>
            <a:xfrm>
              <a:off x="9677400" y="485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61" name="node01.row.item-011.m6.checked"/>
            <p:cNvSpPr/>
            <p:nvPr/>
          </p:nvSpPr>
          <p:spPr>
            <a:xfrm>
              <a:off x="10363200" y="4851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01.row.item-011.m6.tick"/>
            <p:cNvSpPr/>
            <p:nvPr/>
          </p:nvSpPr>
          <p:spPr>
            <a:xfrm>
              <a:off x="10363200" y="485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63" name="node01.row.item-012.i.ref.fill"/>
            <p:cNvSpPr/>
            <p:nvPr/>
          </p:nvSpPr>
          <p:spPr>
            <a:xfrm>
              <a:off x="876300" y="5105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4" name="node01.row.item-012.i.ref"/>
            <p:cNvSpPr/>
            <p:nvPr/>
          </p:nvSpPr>
          <p:spPr>
            <a:xfrm>
              <a:off x="914400" y="5111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5" name="node01.row.item-012.m6.checked"/>
            <p:cNvSpPr/>
            <p:nvPr/>
          </p:nvSpPr>
          <p:spPr>
            <a:xfrm>
              <a:off x="10363200" y="5105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01.row.item-012.m6.tick"/>
            <p:cNvSpPr/>
            <p:nvPr/>
          </p:nvSpPr>
          <p:spPr>
            <a:xfrm>
              <a:off x="1036320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67" name="node01.row.item-013.i.ref.fill"/>
            <p:cNvSpPr/>
            <p:nvPr/>
          </p:nvSpPr>
          <p:spPr>
            <a:xfrm>
              <a:off x="876300" y="5359400"/>
              <a:ext cx="29477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8" name="node01.row.item-013.i.ref"/>
            <p:cNvSpPr/>
            <p:nvPr/>
          </p:nvSpPr>
          <p:spPr>
            <a:xfrm>
              <a:off x="914400" y="5365750"/>
              <a:ext cx="21857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D13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9" name="node01.row.item-013.m7.checked"/>
            <p:cNvSpPr/>
            <p:nvPr/>
          </p:nvSpPr>
          <p:spPr>
            <a:xfrm>
              <a:off x="11049000" y="53594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01.row.item-013.m7.tick"/>
            <p:cNvSpPr/>
            <p:nvPr/>
          </p:nvSpPr>
          <p:spPr>
            <a:xfrm>
              <a:off x="11049000" y="5359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FFFFFF"/>
              </a:solidFill>
              <a:prstDash val="solid"/>
            </a:ln>
          </p:spPr>
        </p:sp>
        <p:sp>
          <p:nvSpPr>
            <p:cNvPr id="71" name="node01.highlight-edge"/>
            <p:cNvSpPr/>
            <p:nvPr/>
          </p:nvSpPr>
          <p:spPr>
            <a:xfrm>
              <a:off x="10782300" y="1866900"/>
              <a:ext cx="685800" cy="38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81" name="node02"/>
          <p:cNvGrpSpPr/>
          <p:nvPr/>
        </p:nvGrpSpPr>
        <p:grpSpPr>
          <a:xfrm>
            <a:off x="723900" y="5638800"/>
            <a:ext cx="2514600" cy="139700"/>
            <a:chOff x="723900" y="5638800"/>
            <a:chExt cx="2514600" cy="139700"/>
          </a:xfrm>
        </p:grpSpPr>
        <p:sp>
          <p:nvSpPr>
            <p:cNvPr id="72" name="node02.text"/>
            <p:cNvSpPr/>
            <p:nvPr/>
          </p:nvSpPr>
          <p:spPr>
            <a:xfrm>
              <a:off x="723900" y="56388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M1 MOBILIZE COMPLETE · W2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2" name="node03"/>
          <p:cNvGrpSpPr/>
          <p:nvPr/>
        </p:nvGrpSpPr>
        <p:grpSpPr>
          <a:xfrm>
            <a:off x="3467100" y="5638800"/>
            <a:ext cx="2514600" cy="139700"/>
            <a:chOff x="3467100" y="5638800"/>
            <a:chExt cx="2514600" cy="139700"/>
          </a:xfrm>
        </p:grpSpPr>
        <p:sp>
          <p:nvSpPr>
            <p:cNvPr id="73" name="node03.text"/>
            <p:cNvSpPr/>
            <p:nvPr/>
          </p:nvSpPr>
          <p:spPr>
            <a:xfrm>
              <a:off x="3467100" y="56388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M2 CURRENT STATE SIGNED OFF · W6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3" name="node04"/>
          <p:cNvGrpSpPr/>
          <p:nvPr/>
        </p:nvGrpSpPr>
        <p:grpSpPr>
          <a:xfrm>
            <a:off x="6210300" y="5638800"/>
            <a:ext cx="2514600" cy="139700"/>
            <a:chOff x="6210300" y="5638800"/>
            <a:chExt cx="2514600" cy="139700"/>
          </a:xfrm>
        </p:grpSpPr>
        <p:sp>
          <p:nvSpPr>
            <p:cNvPr id="74" name="node04.text"/>
            <p:cNvSpPr/>
            <p:nvPr/>
          </p:nvSpPr>
          <p:spPr>
            <a:xfrm>
              <a:off x="6210300" y="56388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M3 DESIGN APPROVED · W10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4" name="node05"/>
          <p:cNvGrpSpPr/>
          <p:nvPr/>
        </p:nvGrpSpPr>
        <p:grpSpPr>
          <a:xfrm>
            <a:off x="8953500" y="5638800"/>
            <a:ext cx="2514600" cy="139700"/>
            <a:chOff x="8953500" y="5638800"/>
            <a:chExt cx="2514600" cy="139700"/>
          </a:xfrm>
        </p:grpSpPr>
        <p:sp>
          <p:nvSpPr>
            <p:cNvPr id="75" name="node05.text"/>
            <p:cNvSpPr/>
            <p:nvPr/>
          </p:nvSpPr>
          <p:spPr>
            <a:xfrm>
              <a:off x="8953500" y="56388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M4 BUILD COMPLETE · W15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06"/>
          <p:cNvGrpSpPr/>
          <p:nvPr/>
        </p:nvGrpSpPr>
        <p:grpSpPr>
          <a:xfrm>
            <a:off x="723900" y="5791200"/>
            <a:ext cx="2514600" cy="139700"/>
            <a:chOff x="723900" y="5791200"/>
            <a:chExt cx="2514600" cy="139700"/>
          </a:xfrm>
        </p:grpSpPr>
        <p:sp>
          <p:nvSpPr>
            <p:cNvPr id="76" name="node06.text"/>
            <p:cNvSpPr/>
            <p:nvPr/>
          </p:nvSpPr>
          <p:spPr>
            <a:xfrm>
              <a:off x="723900" y="57912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M5 UAT EXIT · W17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6" name="node07"/>
          <p:cNvGrpSpPr/>
          <p:nvPr/>
        </p:nvGrpSpPr>
        <p:grpSpPr>
          <a:xfrm>
            <a:off x="3467100" y="5791200"/>
            <a:ext cx="2514600" cy="139700"/>
            <a:chOff x="3467100" y="5791200"/>
            <a:chExt cx="2514600" cy="139700"/>
          </a:xfrm>
        </p:grpSpPr>
        <p:sp>
          <p:nvSpPr>
            <p:cNvPr id="77" name="node07.text"/>
            <p:cNvSpPr/>
            <p:nvPr/>
          </p:nvSpPr>
          <p:spPr>
            <a:xfrm>
              <a:off x="3467100" y="57912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M6 GO-LIVE WAVE 1 · W18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7" name="node08"/>
          <p:cNvGrpSpPr/>
          <p:nvPr/>
        </p:nvGrpSpPr>
        <p:grpSpPr>
          <a:xfrm>
            <a:off x="6210300" y="5791200"/>
            <a:ext cx="2514600" cy="139700"/>
            <a:chOff x="6210300" y="5791200"/>
            <a:chExt cx="2514600" cy="139700"/>
          </a:xfrm>
        </p:grpSpPr>
        <p:sp>
          <p:nvSpPr>
            <p:cNvPr id="78" name="node08.text"/>
            <p:cNvSpPr/>
            <p:nvPr/>
          </p:nvSpPr>
          <p:spPr>
            <a:xfrm>
              <a:off x="6210300" y="57912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M7 GO-LIVE WAVE 2 · W21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8" name="node09"/>
          <p:cNvGrpSpPr/>
          <p:nvPr/>
        </p:nvGrpSpPr>
        <p:grpSpPr>
          <a:xfrm>
            <a:off x="8953500" y="5791200"/>
            <a:ext cx="2514600" cy="139700"/>
            <a:chOff x="8953500" y="5791200"/>
            <a:chExt cx="2514600" cy="139700"/>
          </a:xfrm>
        </p:grpSpPr>
        <p:sp>
          <p:nvSpPr>
            <p:cNvPr id="79" name="node09.text"/>
            <p:cNvSpPr/>
            <p:nvPr/>
          </p:nvSpPr>
          <p:spPr>
            <a:xfrm>
              <a:off x="8953500" y="57912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M8 HYPERCARE EXIT · W24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milestones over 24 weeks, each with its deliverables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MILESTONES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TEAM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COMMERCIALS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6" name="node01"/>
          <p:cNvGrpSpPr/>
          <p:nvPr/>
        </p:nvGrpSpPr>
        <p:grpSpPr>
          <a:xfrm>
            <a:off x="723900" y="1600200"/>
            <a:ext cx="2514600" cy="2057400"/>
            <a:chOff x="723900" y="1600200"/>
            <a:chExt cx="2514600" cy="2057400"/>
          </a:xfrm>
        </p:grpSpPr>
        <p:sp>
          <p:nvSpPr>
            <p:cNvPr id="14" name="node01.container"/>
            <p:cNvSpPr/>
            <p:nvPr/>
          </p:nvSpPr>
          <p:spPr>
            <a:xfrm>
              <a:off x="723900" y="1600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5" name="node01.edge"/>
            <p:cNvSpPr/>
            <p:nvPr/>
          </p:nvSpPr>
          <p:spPr>
            <a:xfrm>
              <a:off x="723900" y="1600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label"/>
            <p:cNvSpPr/>
            <p:nvPr/>
          </p:nvSpPr>
          <p:spPr>
            <a:xfrm>
              <a:off x="952500" y="1866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M1 · W2 · NOV 13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7" name="node01.title"/>
            <p:cNvSpPr/>
            <p:nvPr/>
          </p:nvSpPr>
          <p:spPr>
            <a:xfrm>
              <a:off x="952500" y="2082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8" name="node01.body.item-001.bullets.item-001.marker"/>
            <p:cNvSpPr/>
            <p:nvPr/>
          </p:nvSpPr>
          <p:spPr>
            <a:xfrm>
              <a:off x="952500" y="259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" name="node01.body.item-001.bullets.item-001.text"/>
            <p:cNvSpPr/>
            <p:nvPr/>
          </p:nvSpPr>
          <p:spPr>
            <a:xfrm>
              <a:off x="1104900" y="250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Charter and plan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1.body.item-001.bullets.item-002.marker"/>
            <p:cNvSpPr/>
            <p:nvPr/>
          </p:nvSpPr>
          <p:spPr>
            <a:xfrm>
              <a:off x="952500" y="284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1.body.item-001.bullets.item-002.text"/>
            <p:cNvSpPr/>
            <p:nvPr/>
          </p:nvSpPr>
          <p:spPr>
            <a:xfrm>
              <a:off x="1104900" y="2755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Change map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1.body.item-002.label"/>
            <p:cNvSpPr/>
            <p:nvPr/>
          </p:nvSpPr>
          <p:spPr>
            <a:xfrm>
              <a:off x="952500" y="3048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SPONSOR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7" name="node02"/>
          <p:cNvGrpSpPr/>
          <p:nvPr/>
        </p:nvGrpSpPr>
        <p:grpSpPr>
          <a:xfrm>
            <a:off x="3467100" y="1600200"/>
            <a:ext cx="2514600" cy="2057400"/>
            <a:chOff x="3467100" y="1600200"/>
            <a:chExt cx="2514600" cy="2057400"/>
          </a:xfrm>
        </p:grpSpPr>
        <p:sp>
          <p:nvSpPr>
            <p:cNvPr id="23" name="node02.container"/>
            <p:cNvSpPr/>
            <p:nvPr/>
          </p:nvSpPr>
          <p:spPr>
            <a:xfrm>
              <a:off x="3467100" y="1600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4" name="node02.edge"/>
            <p:cNvSpPr/>
            <p:nvPr/>
          </p:nvSpPr>
          <p:spPr>
            <a:xfrm>
              <a:off x="3467100" y="1600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2.label"/>
            <p:cNvSpPr/>
            <p:nvPr/>
          </p:nvSpPr>
          <p:spPr>
            <a:xfrm>
              <a:off x="3695700" y="1866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M2 · W6 · DEC 11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6" name="node02.title"/>
            <p:cNvSpPr/>
            <p:nvPr/>
          </p:nvSpPr>
          <p:spPr>
            <a:xfrm>
              <a:off x="3695700" y="2082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Baseline signed off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2.body.item-001.bullets.item-001.marker"/>
            <p:cNvSpPr/>
            <p:nvPr/>
          </p:nvSpPr>
          <p:spPr>
            <a:xfrm>
              <a:off x="3695700" y="259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2.body.item-001.bullets.item-001.text"/>
            <p:cNvSpPr/>
            <p:nvPr/>
          </p:nvSpPr>
          <p:spPr>
            <a:xfrm>
              <a:off x="3848100" y="250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Current-state assessment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2.body.item-001.bullets.item-002.marker"/>
            <p:cNvSpPr/>
            <p:nvPr/>
          </p:nvSpPr>
          <p:spPr>
            <a:xfrm>
              <a:off x="3695700" y="284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2.body.item-001.bullets.item-002.text"/>
            <p:cNvSpPr/>
            <p:nvPr/>
          </p:nvSpPr>
          <p:spPr>
            <a:xfrm>
              <a:off x="3848100" y="2755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Baseline metrics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2.body.item-002.label"/>
            <p:cNvSpPr/>
            <p:nvPr/>
          </p:nvSpPr>
          <p:spPr>
            <a:xfrm>
              <a:off x="3695700" y="3048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STEERING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8" name="node03"/>
          <p:cNvGrpSpPr/>
          <p:nvPr/>
        </p:nvGrpSpPr>
        <p:grpSpPr>
          <a:xfrm>
            <a:off x="6210300" y="1600200"/>
            <a:ext cx="2514600" cy="2057400"/>
            <a:chOff x="6210300" y="1600200"/>
            <a:chExt cx="2514600" cy="2057400"/>
          </a:xfrm>
        </p:grpSpPr>
        <p:sp>
          <p:nvSpPr>
            <p:cNvPr id="32" name="node03.container"/>
            <p:cNvSpPr/>
            <p:nvPr/>
          </p:nvSpPr>
          <p:spPr>
            <a:xfrm>
              <a:off x="6210300" y="1600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3" name="node03.edge"/>
            <p:cNvSpPr/>
            <p:nvPr/>
          </p:nvSpPr>
          <p:spPr>
            <a:xfrm>
              <a:off x="6210300" y="1600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03.label"/>
            <p:cNvSpPr/>
            <p:nvPr/>
          </p:nvSpPr>
          <p:spPr>
            <a:xfrm>
              <a:off x="6438900" y="1866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M3 · W10 · JAN 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5" name="node03.title"/>
            <p:cNvSpPr/>
            <p:nvPr/>
          </p:nvSpPr>
          <p:spPr>
            <a:xfrm>
              <a:off x="6438900" y="2082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approved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03.body.item-001.bullets.item-001.marker"/>
            <p:cNvSpPr/>
            <p:nvPr/>
          </p:nvSpPr>
          <p:spPr>
            <a:xfrm>
              <a:off x="6438900" y="259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3.body.item-001.bullets.item-001.text"/>
            <p:cNvSpPr/>
            <p:nvPr/>
          </p:nvSpPr>
          <p:spPr>
            <a:xfrm>
              <a:off x="6591300" y="250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Future-state design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3.body.item-001.bullets.item-002.marker"/>
            <p:cNvSpPr/>
            <p:nvPr/>
          </p:nvSpPr>
          <p:spPr>
            <a:xfrm>
              <a:off x="6438900" y="284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03.body.item-001.bullets.item-002.text"/>
            <p:cNvSpPr/>
            <p:nvPr/>
          </p:nvSpPr>
          <p:spPr>
            <a:xfrm>
              <a:off x="6591300" y="2755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Business case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03.body.item-002.label"/>
            <p:cNvSpPr/>
            <p:nvPr/>
          </p:nvSpPr>
          <p:spPr>
            <a:xfrm>
              <a:off x="6438900" y="3048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STEERING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9" name="node04"/>
          <p:cNvGrpSpPr/>
          <p:nvPr/>
        </p:nvGrpSpPr>
        <p:grpSpPr>
          <a:xfrm>
            <a:off x="8953500" y="1600200"/>
            <a:ext cx="2514600" cy="2057400"/>
            <a:chOff x="8953500" y="1600200"/>
            <a:chExt cx="2514600" cy="2057400"/>
          </a:xfrm>
        </p:grpSpPr>
        <p:sp>
          <p:nvSpPr>
            <p:cNvPr id="41" name="node04.container"/>
            <p:cNvSpPr/>
            <p:nvPr/>
          </p:nvSpPr>
          <p:spPr>
            <a:xfrm>
              <a:off x="8953500" y="1600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2" name="node04.edge"/>
            <p:cNvSpPr/>
            <p:nvPr/>
          </p:nvSpPr>
          <p:spPr>
            <a:xfrm>
              <a:off x="8953500" y="1600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04.label"/>
            <p:cNvSpPr/>
            <p:nvPr/>
          </p:nvSpPr>
          <p:spPr>
            <a:xfrm>
              <a:off x="9182100" y="1866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M4 · W15 · FEB 12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4" name="node04.title"/>
            <p:cNvSpPr/>
            <p:nvPr/>
          </p:nvSpPr>
          <p:spPr>
            <a:xfrm>
              <a:off x="9182100" y="2082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complete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04.body.item-001.bullets.item-001.marker"/>
            <p:cNvSpPr/>
            <p:nvPr/>
          </p:nvSpPr>
          <p:spPr>
            <a:xfrm>
              <a:off x="9182100" y="259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4.body.item-001.bullets.item-001.text"/>
            <p:cNvSpPr/>
            <p:nvPr/>
          </p:nvSpPr>
          <p:spPr>
            <a:xfrm>
              <a:off x="9334500" y="250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Build specifications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4.body.item-001.bullets.item-002.marker"/>
            <p:cNvSpPr/>
            <p:nvPr/>
          </p:nvSpPr>
          <p:spPr>
            <a:xfrm>
              <a:off x="9182100" y="284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04.body.item-001.bullets.item-002.text"/>
            <p:cNvSpPr/>
            <p:nvPr/>
          </p:nvSpPr>
          <p:spPr>
            <a:xfrm>
              <a:off x="9334500" y="2755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Test plan, 320 scripts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4.body.item-002.label"/>
            <p:cNvSpPr/>
            <p:nvPr/>
          </p:nvSpPr>
          <p:spPr>
            <a:xfrm>
              <a:off x="9182100" y="3048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CIO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0" name="node05"/>
          <p:cNvGrpSpPr/>
          <p:nvPr/>
        </p:nvGrpSpPr>
        <p:grpSpPr>
          <a:xfrm>
            <a:off x="723900" y="3886200"/>
            <a:ext cx="2514600" cy="2057400"/>
            <a:chOff x="723900" y="3886200"/>
            <a:chExt cx="2514600" cy="2057400"/>
          </a:xfrm>
        </p:grpSpPr>
        <p:sp>
          <p:nvSpPr>
            <p:cNvPr id="50" name="node05.container"/>
            <p:cNvSpPr/>
            <p:nvPr/>
          </p:nvSpPr>
          <p:spPr>
            <a:xfrm>
              <a:off x="723900" y="3886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1" name="node05.edge"/>
            <p:cNvSpPr/>
            <p:nvPr/>
          </p:nvSpPr>
          <p:spPr>
            <a:xfrm>
              <a:off x="723900" y="3886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05.label"/>
            <p:cNvSpPr/>
            <p:nvPr/>
          </p:nvSpPr>
          <p:spPr>
            <a:xfrm>
              <a:off x="952500" y="4152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M5 · W17 · FEB 26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3" name="node05.title"/>
            <p:cNvSpPr/>
            <p:nvPr/>
          </p:nvSpPr>
          <p:spPr>
            <a:xfrm>
              <a:off x="952500" y="4368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4" name="node05.body.item-001.bullets.item-001.marker"/>
            <p:cNvSpPr/>
            <p:nvPr/>
          </p:nvSpPr>
          <p:spPr>
            <a:xfrm>
              <a:off x="952500" y="4876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5" name="node05.body.item-001.bullets.item-001.text"/>
            <p:cNvSpPr/>
            <p:nvPr/>
          </p:nvSpPr>
          <p:spPr>
            <a:xfrm>
              <a:off x="1104900" y="4787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UAT exit report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05.body.item-001.bullets.item-002.marker"/>
            <p:cNvSpPr/>
            <p:nvPr/>
          </p:nvSpPr>
          <p:spPr>
            <a:xfrm>
              <a:off x="952500" y="513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05.body.item-001.bullets.item-002.text"/>
            <p:cNvSpPr/>
            <p:nvPr/>
          </p:nvSpPr>
          <p:spPr>
            <a:xfrm>
              <a:off x="1104900" y="504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Go decision record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05.body.item-002.label"/>
            <p:cNvSpPr/>
            <p:nvPr/>
          </p:nvSpPr>
          <p:spPr>
            <a:xfrm>
              <a:off x="952500" y="5334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STEERING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1" name="node06"/>
          <p:cNvGrpSpPr/>
          <p:nvPr/>
        </p:nvGrpSpPr>
        <p:grpSpPr>
          <a:xfrm>
            <a:off x="3467100" y="3886200"/>
            <a:ext cx="2514600" cy="2057400"/>
            <a:chOff x="3467100" y="3886200"/>
            <a:chExt cx="2514600" cy="2057400"/>
          </a:xfrm>
        </p:grpSpPr>
        <p:sp>
          <p:nvSpPr>
            <p:cNvPr id="59" name="node06.container"/>
            <p:cNvSpPr/>
            <p:nvPr/>
          </p:nvSpPr>
          <p:spPr>
            <a:xfrm>
              <a:off x="3467100" y="3886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0" name="node06.edge"/>
            <p:cNvSpPr/>
            <p:nvPr/>
          </p:nvSpPr>
          <p:spPr>
            <a:xfrm>
              <a:off x="3467100" y="3886200"/>
              <a:ext cx="2514600" cy="38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61" name="node06.label"/>
            <p:cNvSpPr/>
            <p:nvPr/>
          </p:nvSpPr>
          <p:spPr>
            <a:xfrm>
              <a:off x="3695700" y="4152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M6 · W18 · MAR 5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2" name="node06.title"/>
            <p:cNvSpPr/>
            <p:nvPr/>
          </p:nvSpPr>
          <p:spPr>
            <a:xfrm>
              <a:off x="3695700" y="4368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1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06.body.item-001.bullets.item-001.marker"/>
            <p:cNvSpPr/>
            <p:nvPr/>
          </p:nvSpPr>
          <p:spPr>
            <a:xfrm>
              <a:off x="3695700" y="4876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06.body.item-001.bullets.item-001.text"/>
            <p:cNvSpPr/>
            <p:nvPr/>
          </p:nvSpPr>
          <p:spPr>
            <a:xfrm>
              <a:off x="3848100" y="4787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Training materials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5" name="node06.body.item-001.bullets.item-002.marker"/>
            <p:cNvSpPr/>
            <p:nvPr/>
          </p:nvSpPr>
          <p:spPr>
            <a:xfrm>
              <a:off x="3695700" y="513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06.body.item-001.bullets.item-002.text"/>
            <p:cNvSpPr/>
            <p:nvPr/>
          </p:nvSpPr>
          <p:spPr>
            <a:xfrm>
              <a:off x="3848100" y="504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Cutover runbook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6.body.item-002.label"/>
            <p:cNvSpPr/>
            <p:nvPr/>
          </p:nvSpPr>
          <p:spPr>
            <a:xfrm>
              <a:off x="3695700" y="5334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GO-LIVE BOARD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2" name="node07"/>
          <p:cNvGrpSpPr/>
          <p:nvPr/>
        </p:nvGrpSpPr>
        <p:grpSpPr>
          <a:xfrm>
            <a:off x="6210300" y="3886200"/>
            <a:ext cx="2514600" cy="2057400"/>
            <a:chOff x="6210300" y="3886200"/>
            <a:chExt cx="2514600" cy="2057400"/>
          </a:xfrm>
        </p:grpSpPr>
        <p:sp>
          <p:nvSpPr>
            <p:cNvPr id="68" name="node07.container"/>
            <p:cNvSpPr/>
            <p:nvPr/>
          </p:nvSpPr>
          <p:spPr>
            <a:xfrm>
              <a:off x="6210300" y="3886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9" name="node07.edge"/>
            <p:cNvSpPr/>
            <p:nvPr/>
          </p:nvSpPr>
          <p:spPr>
            <a:xfrm>
              <a:off x="6210300" y="3886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07.label"/>
            <p:cNvSpPr/>
            <p:nvPr/>
          </p:nvSpPr>
          <p:spPr>
            <a:xfrm>
              <a:off x="6438900" y="4152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M7 · W21 · MAR 26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1" name="node07.title"/>
            <p:cNvSpPr/>
            <p:nvPr/>
          </p:nvSpPr>
          <p:spPr>
            <a:xfrm>
              <a:off x="6438900" y="4368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Go-live wave 2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2" name="node07.body.item-001.bullets.item-001.marker"/>
            <p:cNvSpPr/>
            <p:nvPr/>
          </p:nvSpPr>
          <p:spPr>
            <a:xfrm>
              <a:off x="6438900" y="4876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07.body.item-001.bullets.item-001.text"/>
            <p:cNvSpPr/>
            <p:nvPr/>
          </p:nvSpPr>
          <p:spPr>
            <a:xfrm>
              <a:off x="6591300" y="4787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Wave 2 readiness review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4" name="node07.body.item-001.bullets.item-002.marker"/>
            <p:cNvSpPr/>
            <p:nvPr/>
          </p:nvSpPr>
          <p:spPr>
            <a:xfrm>
              <a:off x="6438900" y="513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07.body.item-001.bullets.item-002.text"/>
            <p:cNvSpPr/>
            <p:nvPr/>
          </p:nvSpPr>
          <p:spPr>
            <a:xfrm>
              <a:off x="6591300" y="504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Runbook update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7.body.item-002.label"/>
            <p:cNvSpPr/>
            <p:nvPr/>
          </p:nvSpPr>
          <p:spPr>
            <a:xfrm>
              <a:off x="6438900" y="5334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GO-LIVE BOARD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3" name="node08"/>
          <p:cNvGrpSpPr/>
          <p:nvPr/>
        </p:nvGrpSpPr>
        <p:grpSpPr>
          <a:xfrm>
            <a:off x="8953500" y="3886200"/>
            <a:ext cx="2514600" cy="2057400"/>
            <a:chOff x="8953500" y="3886200"/>
            <a:chExt cx="2514600" cy="2057400"/>
          </a:xfrm>
        </p:grpSpPr>
        <p:sp>
          <p:nvSpPr>
            <p:cNvPr id="77" name="node08.container"/>
            <p:cNvSpPr/>
            <p:nvPr/>
          </p:nvSpPr>
          <p:spPr>
            <a:xfrm>
              <a:off x="8953500" y="3886200"/>
              <a:ext cx="2514600" cy="2057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8" name="node08.edge"/>
            <p:cNvSpPr/>
            <p:nvPr/>
          </p:nvSpPr>
          <p:spPr>
            <a:xfrm>
              <a:off x="8953500" y="3886200"/>
              <a:ext cx="25146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9" name="node08.label"/>
            <p:cNvSpPr/>
            <p:nvPr/>
          </p:nvSpPr>
          <p:spPr>
            <a:xfrm>
              <a:off x="9182100" y="41529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M8 · W24 · APR 16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0" name="node08.title"/>
            <p:cNvSpPr/>
            <p:nvPr/>
          </p:nvSpPr>
          <p:spPr>
            <a:xfrm>
              <a:off x="9182100" y="43688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Hypercare exit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1" name="node08.body.item-001.bullets.item-001.marker"/>
            <p:cNvSpPr/>
            <p:nvPr/>
          </p:nvSpPr>
          <p:spPr>
            <a:xfrm>
              <a:off x="9182100" y="4876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2" name="node08.body.item-001.bullets.item-001.text"/>
            <p:cNvSpPr/>
            <p:nvPr/>
          </p:nvSpPr>
          <p:spPr>
            <a:xfrm>
              <a:off x="9334500" y="4787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Hypercare report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3" name="node08.body.item-001.bullets.item-002.marker"/>
            <p:cNvSpPr/>
            <p:nvPr/>
          </p:nvSpPr>
          <p:spPr>
            <a:xfrm>
              <a:off x="9182100" y="513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4" name="node08.body.item-001.bullets.item-002.text"/>
            <p:cNvSpPr/>
            <p:nvPr/>
          </p:nvSpPr>
          <p:spPr>
            <a:xfrm>
              <a:off x="9334500" y="5041900"/>
              <a:ext cx="1905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Support handover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5" name="node08.body.item-002.label"/>
            <p:cNvSpPr/>
            <p:nvPr/>
          </p:nvSpPr>
          <p:spPr>
            <a:xfrm>
              <a:off x="9182100" y="53340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SIGN-OFF · STEERING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phase closes on milestones its deliverables prove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5" name="node01"/>
          <p:cNvGrpSpPr/>
          <p:nvPr/>
        </p:nvGrpSpPr>
        <p:grpSpPr>
          <a:xfrm>
            <a:off x="723900" y="1600200"/>
            <a:ext cx="3429000" cy="558800"/>
            <a:chOff x="723900" y="1600200"/>
            <a:chExt cx="3429000" cy="558800"/>
          </a:xfrm>
        </p:grpSpPr>
        <p:sp>
          <p:nvSpPr>
            <p:cNvPr id="6" name="node01.rule"/>
            <p:cNvSpPr/>
            <p:nvPr/>
          </p:nvSpPr>
          <p:spPr>
            <a:xfrm>
              <a:off x="723900" y="1600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" name="node01.label"/>
            <p:cNvSpPr/>
            <p:nvPr/>
          </p:nvSpPr>
          <p:spPr>
            <a:xfrm>
              <a:off x="723900" y="17526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1 · W1–W6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" name="node01.title"/>
            <p:cNvSpPr/>
            <p:nvPr/>
          </p:nvSpPr>
          <p:spPr>
            <a:xfrm>
              <a:off x="723900" y="18923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Assess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6" name="node02"/>
          <p:cNvGrpSpPr/>
          <p:nvPr/>
        </p:nvGrpSpPr>
        <p:grpSpPr>
          <a:xfrm>
            <a:off x="723900" y="2286000"/>
            <a:ext cx="3429000" cy="139700"/>
            <a:chOff x="723900" y="2286000"/>
            <a:chExt cx="3429000" cy="139700"/>
          </a:xfrm>
        </p:grpSpPr>
        <p:sp>
          <p:nvSpPr>
            <p:cNvPr id="9" name="node02.text"/>
            <p:cNvSpPr/>
            <p:nvPr/>
          </p:nvSpPr>
          <p:spPr>
            <a:xfrm>
              <a:off x="7239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MILESTONES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7" name="node03"/>
          <p:cNvGrpSpPr/>
          <p:nvPr/>
        </p:nvGrpSpPr>
        <p:grpSpPr>
          <a:xfrm>
            <a:off x="723900" y="2514600"/>
            <a:ext cx="3429000" cy="266700"/>
            <a:chOff x="723900" y="2514600"/>
            <a:chExt cx="3429000" cy="266700"/>
          </a:xfrm>
        </p:grpSpPr>
        <p:sp>
          <p:nvSpPr>
            <p:cNvPr id="10" name="node03.source-001.key"/>
            <p:cNvSpPr/>
            <p:nvPr/>
          </p:nvSpPr>
          <p:spPr>
            <a:xfrm>
              <a:off x="723900" y="25146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Nov 13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3.source-001.text"/>
            <p:cNvSpPr/>
            <p:nvPr/>
          </p:nvSpPr>
          <p:spPr>
            <a:xfrm>
              <a:off x="1638300" y="25146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M1 Mobilize complete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8" name="node04"/>
          <p:cNvGrpSpPr/>
          <p:nvPr/>
        </p:nvGrpSpPr>
        <p:grpSpPr>
          <a:xfrm>
            <a:off x="723900" y="2781300"/>
            <a:ext cx="3429000" cy="266700"/>
            <a:chOff x="723900" y="2781300"/>
            <a:chExt cx="3429000" cy="266700"/>
          </a:xfrm>
        </p:grpSpPr>
        <p:sp>
          <p:nvSpPr>
            <p:cNvPr id="12" name="node04.source-001.key"/>
            <p:cNvSpPr/>
            <p:nvPr/>
          </p:nvSpPr>
          <p:spPr>
            <a:xfrm>
              <a:off x="723900" y="27813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Dec 11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4.source-001.text"/>
            <p:cNvSpPr/>
            <p:nvPr/>
          </p:nvSpPr>
          <p:spPr>
            <a:xfrm>
              <a:off x="1638300" y="27813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M2 Current state signed off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14" name="node05"/>
          <p:cNvSpPr/>
          <p:nvPr/>
        </p:nvSpPr>
        <p:spPr>
          <a:xfrm>
            <a:off x="7239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9" name="node06"/>
          <p:cNvGrpSpPr/>
          <p:nvPr/>
        </p:nvGrpSpPr>
        <p:grpSpPr>
          <a:xfrm>
            <a:off x="723900" y="3543300"/>
            <a:ext cx="3429000" cy="139700"/>
            <a:chOff x="723900" y="3543300"/>
            <a:chExt cx="3429000" cy="139700"/>
          </a:xfrm>
        </p:grpSpPr>
        <p:sp>
          <p:nvSpPr>
            <p:cNvPr id="15" name="node06.text"/>
            <p:cNvSpPr/>
            <p:nvPr/>
          </p:nvSpPr>
          <p:spPr>
            <a:xfrm>
              <a:off x="723900" y="35433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0" name="node07"/>
          <p:cNvGrpSpPr/>
          <p:nvPr/>
        </p:nvGrpSpPr>
        <p:grpSpPr>
          <a:xfrm>
            <a:off x="723900" y="3810000"/>
            <a:ext cx="3429000" cy="977900"/>
            <a:chOff x="723900" y="3810000"/>
            <a:chExt cx="3429000" cy="977900"/>
          </a:xfrm>
        </p:grpSpPr>
        <p:sp>
          <p:nvSpPr>
            <p:cNvPr id="16" name="node07.source-001.bullet"/>
            <p:cNvSpPr/>
            <p:nvPr/>
          </p:nvSpPr>
          <p:spPr>
            <a:xfrm>
              <a:off x="723900" y="389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7.source-001.text"/>
            <p:cNvSpPr/>
            <p:nvPr/>
          </p:nvSpPr>
          <p:spPr>
            <a:xfrm>
              <a:off x="876300" y="3810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Charter and plan: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scope, RACI, plan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8" name="node07.source-002.bullet"/>
            <p:cNvSpPr/>
            <p:nvPr/>
          </p:nvSpPr>
          <p:spPr>
            <a:xfrm>
              <a:off x="723900" y="415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" name="node07.source-002.text"/>
            <p:cNvSpPr/>
            <p:nvPr/>
          </p:nvSpPr>
          <p:spPr>
            <a:xfrm>
              <a:off x="876300" y="4064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Change map: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14 roles, 6 sites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7.source-003.bullet"/>
            <p:cNvSpPr/>
            <p:nvPr/>
          </p:nvSpPr>
          <p:spPr>
            <a:xfrm>
              <a:off x="723900" y="440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7.source-003.text"/>
            <p:cNvSpPr/>
            <p:nvPr/>
          </p:nvSpPr>
          <p:spPr>
            <a:xfrm>
              <a:off x="876300" y="4318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Current-state assessment: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6 areas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7.source-004.bullet"/>
            <p:cNvSpPr/>
            <p:nvPr/>
          </p:nvSpPr>
          <p:spPr>
            <a:xfrm>
              <a:off x="7239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7.source-004.text"/>
            <p:cNvSpPr/>
            <p:nvPr/>
          </p:nvSpPr>
          <p:spPr>
            <a:xfrm>
              <a:off x="876300" y="4572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Baseline metrics: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12 months, reconciled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08"/>
          <p:cNvGrpSpPr/>
          <p:nvPr/>
        </p:nvGrpSpPr>
        <p:grpSpPr>
          <a:xfrm>
            <a:off x="723900" y="5257800"/>
            <a:ext cx="3429000" cy="685800"/>
            <a:chOff x="723900" y="5257800"/>
            <a:chExt cx="3429000" cy="685800"/>
          </a:xfrm>
        </p:grpSpPr>
        <p:sp>
          <p:nvSpPr>
            <p:cNvPr id="24" name="node08.container"/>
            <p:cNvSpPr/>
            <p:nvPr/>
          </p:nvSpPr>
          <p:spPr>
            <a:xfrm>
              <a:off x="723900" y="5257800"/>
              <a:ext cx="34290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5" name="node08.edge"/>
            <p:cNvSpPr/>
            <p:nvPr/>
          </p:nvSpPr>
          <p:spPr>
            <a:xfrm>
              <a:off x="723900" y="5257800"/>
              <a:ext cx="381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8.body.item-001.paragraph"/>
            <p:cNvSpPr/>
            <p:nvPr/>
          </p:nvSpPr>
          <p:spPr>
            <a:xfrm>
              <a:off x="990600" y="5486400"/>
              <a:ext cx="29337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Exit: findings and baseline accepted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09"/>
          <p:cNvGrpSpPr/>
          <p:nvPr/>
        </p:nvGrpSpPr>
        <p:grpSpPr>
          <a:xfrm>
            <a:off x="4381500" y="1600200"/>
            <a:ext cx="3429000" cy="558800"/>
            <a:chOff x="4381500" y="1600200"/>
            <a:chExt cx="3429000" cy="558800"/>
          </a:xfrm>
        </p:grpSpPr>
        <p:sp>
          <p:nvSpPr>
            <p:cNvPr id="27" name="node09.rule"/>
            <p:cNvSpPr/>
            <p:nvPr/>
          </p:nvSpPr>
          <p:spPr>
            <a:xfrm>
              <a:off x="4381500" y="1600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9.label"/>
            <p:cNvSpPr/>
            <p:nvPr/>
          </p:nvSpPr>
          <p:spPr>
            <a:xfrm>
              <a:off x="4381500" y="17526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2 · W7–W17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9.title"/>
            <p:cNvSpPr/>
            <p:nvPr/>
          </p:nvSpPr>
          <p:spPr>
            <a:xfrm>
              <a:off x="4381500" y="18923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and build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3" name="node10"/>
          <p:cNvGrpSpPr/>
          <p:nvPr/>
        </p:nvGrpSpPr>
        <p:grpSpPr>
          <a:xfrm>
            <a:off x="4381500" y="2286000"/>
            <a:ext cx="3429000" cy="139700"/>
            <a:chOff x="4381500" y="2286000"/>
            <a:chExt cx="3429000" cy="139700"/>
          </a:xfrm>
        </p:grpSpPr>
        <p:sp>
          <p:nvSpPr>
            <p:cNvPr id="30" name="node10.text"/>
            <p:cNvSpPr/>
            <p:nvPr/>
          </p:nvSpPr>
          <p:spPr>
            <a:xfrm>
              <a:off x="43815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MILESTONES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4" name="node11"/>
          <p:cNvGrpSpPr/>
          <p:nvPr/>
        </p:nvGrpSpPr>
        <p:grpSpPr>
          <a:xfrm>
            <a:off x="4381500" y="2514600"/>
            <a:ext cx="3429000" cy="266700"/>
            <a:chOff x="4381500" y="2514600"/>
            <a:chExt cx="3429000" cy="266700"/>
          </a:xfrm>
        </p:grpSpPr>
        <p:sp>
          <p:nvSpPr>
            <p:cNvPr id="31" name="node11.source-001.key"/>
            <p:cNvSpPr/>
            <p:nvPr/>
          </p:nvSpPr>
          <p:spPr>
            <a:xfrm>
              <a:off x="4381500" y="25146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Jan 8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11.source-001.text"/>
            <p:cNvSpPr/>
            <p:nvPr/>
          </p:nvSpPr>
          <p:spPr>
            <a:xfrm>
              <a:off x="5295900" y="25146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M3 Design approved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5" name="node12"/>
          <p:cNvGrpSpPr/>
          <p:nvPr/>
        </p:nvGrpSpPr>
        <p:grpSpPr>
          <a:xfrm>
            <a:off x="4381500" y="2781300"/>
            <a:ext cx="3429000" cy="266700"/>
            <a:chOff x="4381500" y="2781300"/>
            <a:chExt cx="3429000" cy="266700"/>
          </a:xfrm>
        </p:grpSpPr>
        <p:sp>
          <p:nvSpPr>
            <p:cNvPr id="33" name="node12.source-001.key"/>
            <p:cNvSpPr/>
            <p:nvPr/>
          </p:nvSpPr>
          <p:spPr>
            <a:xfrm>
              <a:off x="4381500" y="27813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Feb 12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12.source-001.text"/>
            <p:cNvSpPr/>
            <p:nvPr/>
          </p:nvSpPr>
          <p:spPr>
            <a:xfrm>
              <a:off x="5295900" y="27813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M4 Build complete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6" name="node13"/>
          <p:cNvGrpSpPr/>
          <p:nvPr/>
        </p:nvGrpSpPr>
        <p:grpSpPr>
          <a:xfrm>
            <a:off x="4381500" y="3048000"/>
            <a:ext cx="3429000" cy="266700"/>
            <a:chOff x="4381500" y="3048000"/>
            <a:chExt cx="3429000" cy="266700"/>
          </a:xfrm>
        </p:grpSpPr>
        <p:sp>
          <p:nvSpPr>
            <p:cNvPr id="35" name="node13.source-001.key"/>
            <p:cNvSpPr/>
            <p:nvPr/>
          </p:nvSpPr>
          <p:spPr>
            <a:xfrm>
              <a:off x="4381500" y="30480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Feb 26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13.source-001.text"/>
            <p:cNvSpPr/>
            <p:nvPr/>
          </p:nvSpPr>
          <p:spPr>
            <a:xfrm>
              <a:off x="5295900" y="30480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M5 UAT exit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37" name="node14"/>
          <p:cNvSpPr/>
          <p:nvPr/>
        </p:nvSpPr>
        <p:spPr>
          <a:xfrm>
            <a:off x="43815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7" name="node15"/>
          <p:cNvGrpSpPr/>
          <p:nvPr/>
        </p:nvGrpSpPr>
        <p:grpSpPr>
          <a:xfrm>
            <a:off x="4381500" y="3543300"/>
            <a:ext cx="3429000" cy="139700"/>
            <a:chOff x="4381500" y="3543300"/>
            <a:chExt cx="3429000" cy="139700"/>
          </a:xfrm>
        </p:grpSpPr>
        <p:sp>
          <p:nvSpPr>
            <p:cNvPr id="38" name="node15.text"/>
            <p:cNvSpPr/>
            <p:nvPr/>
          </p:nvSpPr>
          <p:spPr>
            <a:xfrm>
              <a:off x="4381500" y="35433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8" name="node16"/>
          <p:cNvGrpSpPr/>
          <p:nvPr/>
        </p:nvGrpSpPr>
        <p:grpSpPr>
          <a:xfrm>
            <a:off x="4381500" y="3810000"/>
            <a:ext cx="3429000" cy="1231900"/>
            <a:chOff x="4381500" y="3810000"/>
            <a:chExt cx="3429000" cy="1231900"/>
          </a:xfrm>
        </p:grpSpPr>
        <p:sp>
          <p:nvSpPr>
            <p:cNvPr id="39" name="node16.source-001.bullet"/>
            <p:cNvSpPr/>
            <p:nvPr/>
          </p:nvSpPr>
          <p:spPr>
            <a:xfrm>
              <a:off x="4381500" y="389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16.source-001.text"/>
            <p:cNvSpPr/>
            <p:nvPr/>
          </p:nvSpPr>
          <p:spPr>
            <a:xfrm>
              <a:off x="4533900" y="3810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Future-state design: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processes, roles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6.source-002.bullet"/>
            <p:cNvSpPr/>
            <p:nvPr/>
          </p:nvSpPr>
          <p:spPr>
            <a:xfrm>
              <a:off x="4381500" y="415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16.source-002.text"/>
            <p:cNvSpPr/>
            <p:nvPr/>
          </p:nvSpPr>
          <p:spPr>
            <a:xfrm>
              <a:off x="4533900" y="4064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Business case: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payback by wave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6.source-003.bullet"/>
            <p:cNvSpPr/>
            <p:nvPr/>
          </p:nvSpPr>
          <p:spPr>
            <a:xfrm>
              <a:off x="4381500" y="440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16.source-003.text"/>
            <p:cNvSpPr/>
            <p:nvPr/>
          </p:nvSpPr>
          <p:spPr>
            <a:xfrm>
              <a:off x="4533900" y="4318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Build specifications: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traced to design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16.source-004.bullet"/>
            <p:cNvSpPr/>
            <p:nvPr/>
          </p:nvSpPr>
          <p:spPr>
            <a:xfrm>
              <a:off x="43815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16.source-004.text"/>
            <p:cNvSpPr/>
            <p:nvPr/>
          </p:nvSpPr>
          <p:spPr>
            <a:xfrm>
              <a:off x="4533900" y="4572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Test plan: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320 scripts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16.source-005.bullet"/>
            <p:cNvSpPr/>
            <p:nvPr/>
          </p:nvSpPr>
          <p:spPr>
            <a:xfrm>
              <a:off x="4381500" y="491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16.source-005.text"/>
            <p:cNvSpPr/>
            <p:nvPr/>
          </p:nvSpPr>
          <p:spPr>
            <a:xfrm>
              <a:off x="4533900" y="4826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UAT exit report: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go or no-go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9" name="node17"/>
          <p:cNvGrpSpPr/>
          <p:nvPr/>
        </p:nvGrpSpPr>
        <p:grpSpPr>
          <a:xfrm>
            <a:off x="4381500" y="5257800"/>
            <a:ext cx="3429000" cy="685800"/>
            <a:chOff x="4381500" y="5257800"/>
            <a:chExt cx="3429000" cy="685800"/>
          </a:xfrm>
        </p:grpSpPr>
        <p:sp>
          <p:nvSpPr>
            <p:cNvPr id="49" name="node17.container"/>
            <p:cNvSpPr/>
            <p:nvPr/>
          </p:nvSpPr>
          <p:spPr>
            <a:xfrm>
              <a:off x="4381500" y="5257800"/>
              <a:ext cx="34290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0" name="node17.edge"/>
            <p:cNvSpPr/>
            <p:nvPr/>
          </p:nvSpPr>
          <p:spPr>
            <a:xfrm>
              <a:off x="4381500" y="5257800"/>
              <a:ext cx="381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17.body.item-001.paragraph"/>
            <p:cNvSpPr/>
            <p:nvPr/>
          </p:nvSpPr>
          <p:spPr>
            <a:xfrm>
              <a:off x="4648200" y="5486400"/>
              <a:ext cx="29337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Exit: go decision recorded at UAT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0" name="node18"/>
          <p:cNvGrpSpPr/>
          <p:nvPr/>
        </p:nvGrpSpPr>
        <p:grpSpPr>
          <a:xfrm>
            <a:off x="8039100" y="1600200"/>
            <a:ext cx="3429000" cy="558800"/>
            <a:chOff x="8039100" y="1600200"/>
            <a:chExt cx="3429000" cy="558800"/>
          </a:xfrm>
        </p:grpSpPr>
        <p:sp>
          <p:nvSpPr>
            <p:cNvPr id="52" name="node18.rule"/>
            <p:cNvSpPr/>
            <p:nvPr/>
          </p:nvSpPr>
          <p:spPr>
            <a:xfrm>
              <a:off x="8039100" y="1600200"/>
              <a:ext cx="34290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18.label"/>
            <p:cNvSpPr/>
            <p:nvPr/>
          </p:nvSpPr>
          <p:spPr>
            <a:xfrm>
              <a:off x="8039100" y="17526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PHASE 3 · W18–W24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18.title"/>
            <p:cNvSpPr/>
            <p:nvPr/>
          </p:nvSpPr>
          <p:spPr>
            <a:xfrm>
              <a:off x="8039100" y="1892300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Deploy and stabilize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1" name="node19"/>
          <p:cNvGrpSpPr/>
          <p:nvPr/>
        </p:nvGrpSpPr>
        <p:grpSpPr>
          <a:xfrm>
            <a:off x="8039100" y="2286000"/>
            <a:ext cx="3429000" cy="139700"/>
            <a:chOff x="8039100" y="2286000"/>
            <a:chExt cx="3429000" cy="139700"/>
          </a:xfrm>
        </p:grpSpPr>
        <p:sp>
          <p:nvSpPr>
            <p:cNvPr id="55" name="node19.text"/>
            <p:cNvSpPr/>
            <p:nvPr/>
          </p:nvSpPr>
          <p:spPr>
            <a:xfrm>
              <a:off x="80391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MILESTONES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2" name="node20"/>
          <p:cNvGrpSpPr/>
          <p:nvPr/>
        </p:nvGrpSpPr>
        <p:grpSpPr>
          <a:xfrm>
            <a:off x="8039100" y="2514600"/>
            <a:ext cx="3429000" cy="266700"/>
            <a:chOff x="8039100" y="2514600"/>
            <a:chExt cx="3429000" cy="266700"/>
          </a:xfrm>
        </p:grpSpPr>
        <p:sp>
          <p:nvSpPr>
            <p:cNvPr id="56" name="node20.source-001.key"/>
            <p:cNvSpPr/>
            <p:nvPr/>
          </p:nvSpPr>
          <p:spPr>
            <a:xfrm>
              <a:off x="8039100" y="25146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Mar 5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20.source-001.text"/>
            <p:cNvSpPr/>
            <p:nvPr/>
          </p:nvSpPr>
          <p:spPr>
            <a:xfrm>
              <a:off x="8953500" y="25146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M6 Go-live wave 1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3" name="node21"/>
          <p:cNvGrpSpPr/>
          <p:nvPr/>
        </p:nvGrpSpPr>
        <p:grpSpPr>
          <a:xfrm>
            <a:off x="8039100" y="2781300"/>
            <a:ext cx="3429000" cy="266700"/>
            <a:chOff x="8039100" y="2781300"/>
            <a:chExt cx="3429000" cy="266700"/>
          </a:xfrm>
        </p:grpSpPr>
        <p:sp>
          <p:nvSpPr>
            <p:cNvPr id="58" name="node21.source-001.key"/>
            <p:cNvSpPr/>
            <p:nvPr/>
          </p:nvSpPr>
          <p:spPr>
            <a:xfrm>
              <a:off x="8039100" y="27813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Mar 26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9" name="node21.source-001.text"/>
            <p:cNvSpPr/>
            <p:nvPr/>
          </p:nvSpPr>
          <p:spPr>
            <a:xfrm>
              <a:off x="8953500" y="27813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M7 Go-live wave 2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4" name="node22"/>
          <p:cNvGrpSpPr/>
          <p:nvPr/>
        </p:nvGrpSpPr>
        <p:grpSpPr>
          <a:xfrm>
            <a:off x="8039100" y="3048000"/>
            <a:ext cx="3429000" cy="266700"/>
            <a:chOff x="8039100" y="3048000"/>
            <a:chExt cx="3429000" cy="266700"/>
          </a:xfrm>
        </p:grpSpPr>
        <p:sp>
          <p:nvSpPr>
            <p:cNvPr id="60" name="node22.source-001.key"/>
            <p:cNvSpPr/>
            <p:nvPr/>
          </p:nvSpPr>
          <p:spPr>
            <a:xfrm>
              <a:off x="8039100" y="3048000"/>
              <a:ext cx="685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00"/>
                </a:lnSpc>
                <a:buNone/>
              </a:pPr>
              <a:r>
                <a:rPr lang="en-US" sz="12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Apr 16</a:t>
              </a:r>
              <a:endParaRPr lang="en-US" sz="12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22.source-001.text"/>
            <p:cNvSpPr/>
            <p:nvPr/>
          </p:nvSpPr>
          <p:spPr>
            <a:xfrm>
              <a:off x="8953500" y="3048000"/>
              <a:ext cx="2514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M8 Hypercare exit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62" name="node23"/>
          <p:cNvSpPr/>
          <p:nvPr/>
        </p:nvSpPr>
        <p:spPr>
          <a:xfrm>
            <a:off x="80391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5" name="node24"/>
          <p:cNvGrpSpPr/>
          <p:nvPr/>
        </p:nvGrpSpPr>
        <p:grpSpPr>
          <a:xfrm>
            <a:off x="8039100" y="3543300"/>
            <a:ext cx="3429000" cy="139700"/>
            <a:chOff x="8039100" y="3543300"/>
            <a:chExt cx="3429000" cy="139700"/>
          </a:xfrm>
        </p:grpSpPr>
        <p:sp>
          <p:nvSpPr>
            <p:cNvPr id="63" name="node24.text"/>
            <p:cNvSpPr/>
            <p:nvPr/>
          </p:nvSpPr>
          <p:spPr>
            <a:xfrm>
              <a:off x="8039100" y="35433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DELIVERABLES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6" name="node25"/>
          <p:cNvGrpSpPr/>
          <p:nvPr/>
        </p:nvGrpSpPr>
        <p:grpSpPr>
          <a:xfrm>
            <a:off x="8039100" y="3810000"/>
            <a:ext cx="3429000" cy="977900"/>
            <a:chOff x="8039100" y="3810000"/>
            <a:chExt cx="3429000" cy="977900"/>
          </a:xfrm>
        </p:grpSpPr>
        <p:sp>
          <p:nvSpPr>
            <p:cNvPr id="64" name="node25.source-001.bullet"/>
            <p:cNvSpPr/>
            <p:nvPr/>
          </p:nvSpPr>
          <p:spPr>
            <a:xfrm>
              <a:off x="8039100" y="389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5" name="node25.source-001.text"/>
            <p:cNvSpPr/>
            <p:nvPr/>
          </p:nvSpPr>
          <p:spPr>
            <a:xfrm>
              <a:off x="8191500" y="3810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Training materials: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role guides, e-learning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6" name="node25.source-002.bullet"/>
            <p:cNvSpPr/>
            <p:nvPr/>
          </p:nvSpPr>
          <p:spPr>
            <a:xfrm>
              <a:off x="8039100" y="415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7" name="node25.source-002.text"/>
            <p:cNvSpPr/>
            <p:nvPr/>
          </p:nvSpPr>
          <p:spPr>
            <a:xfrm>
              <a:off x="8191500" y="4064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Cutover runbook: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rollback, command center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8" name="node25.source-003.bullet"/>
            <p:cNvSpPr/>
            <p:nvPr/>
          </p:nvSpPr>
          <p:spPr>
            <a:xfrm>
              <a:off x="8039100" y="440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9" name="node25.source-003.text"/>
            <p:cNvSpPr/>
            <p:nvPr/>
          </p:nvSpPr>
          <p:spPr>
            <a:xfrm>
              <a:off x="8191500" y="4318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Wave 2 readiness: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6 sites scored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25.source-004.bullet"/>
            <p:cNvSpPr/>
            <p:nvPr/>
          </p:nvSpPr>
          <p:spPr>
            <a:xfrm>
              <a:off x="80391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1" name="node25.source-004.text"/>
            <p:cNvSpPr/>
            <p:nvPr/>
          </p:nvSpPr>
          <p:spPr>
            <a:xfrm>
              <a:off x="8191500" y="4572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Hypercare report: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handover to support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7" name="node26"/>
          <p:cNvGrpSpPr/>
          <p:nvPr/>
        </p:nvGrpSpPr>
        <p:grpSpPr>
          <a:xfrm>
            <a:off x="8039100" y="5257800"/>
            <a:ext cx="3429000" cy="685800"/>
            <a:chOff x="8039100" y="5257800"/>
            <a:chExt cx="3429000" cy="685800"/>
          </a:xfrm>
        </p:grpSpPr>
        <p:sp>
          <p:nvSpPr>
            <p:cNvPr id="72" name="node26.container"/>
            <p:cNvSpPr/>
            <p:nvPr/>
          </p:nvSpPr>
          <p:spPr>
            <a:xfrm>
              <a:off x="8039100" y="5257800"/>
              <a:ext cx="34290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3" name="node26.edge"/>
            <p:cNvSpPr/>
            <p:nvPr/>
          </p:nvSpPr>
          <p:spPr>
            <a:xfrm>
              <a:off x="8039100" y="5257800"/>
              <a:ext cx="38100" cy="6858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74" name="node26.body.item-001.paragraph"/>
            <p:cNvSpPr/>
            <p:nvPr/>
          </p:nvSpPr>
          <p:spPr>
            <a:xfrm>
              <a:off x="8305800" y="5486400"/>
              <a:ext cx="29337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Exit: support signs the handover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MILESTONES AND DELIVERABLES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milestones, each proved by named deliverables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9" name="node01"/>
          <p:cNvGrpSpPr/>
          <p:nvPr/>
        </p:nvGrpSpPr>
        <p:grpSpPr>
          <a:xfrm>
            <a:off x="723900" y="1600200"/>
            <a:ext cx="10744200" cy="4318000"/>
            <a:chOff x="723900" y="1600200"/>
            <a:chExt cx="10744200" cy="43180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318000"/>
          </p:xfrm>
          <a:graphic>
            <a:graphicData uri="http://schemas.openxmlformats.org/drawingml/2006/table">
              <a:tbl>
                <a:tblPr/>
                <a:tblGrid>
                  <a:gridCol w="2286000"/>
                  <a:gridCol w="1143000"/>
                  <a:gridCol w="3124200"/>
                  <a:gridCol w="1371600"/>
                  <a:gridCol w="2438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MILESTONE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DELIVERABLES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ACCEPTANCE CRITERIA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Mobilize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 · Nov 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Charter and plan: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scope, RACI, 24-week plan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map: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roles and impacts by site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program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 signs charter; team and data access in place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Current state signed off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W6 · Dec 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Current-state assessment: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6 areas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Baseline metrics: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denials, AR, cash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 VP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Steering committee accepts findings and baseline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Design approved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W10 · Jan 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Future-state design: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processes and roles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case: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payback by wave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design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All design decisions logged; CFO accepts business case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complete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W15 · Feb 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specs: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config, interfaces, reports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Test plan: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320 scripts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apps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All specs built and unit tested; test pack ready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31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UAT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W17 · Feb 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UAT exit report: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go or no-go recommendation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test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open severity 1 or 2 defects; go decision recorded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Go-live wave 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W18 · Mar 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Training: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role guides, super-user kit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Cutover runbook: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rollback, command center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cutover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1 sites live; 90% of staff trained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31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Go-live wave 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W21 · Mar 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2 readiness review: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6 sites scored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WM 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2 sites live; wave 1 issues closed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31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Hypercare exit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5898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W24 · Apr 16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 SemiBold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Hypercare report:</a:t>
                        </a: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 handover to support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PMO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Metrics at baseline or better for four weeks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.item-001.m.ref.fill"/>
            <p:cNvSpPr/>
            <p:nvPr/>
          </p:nvSpPr>
          <p:spPr>
            <a:xfrm>
              <a:off x="1257300" y="21463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" name="node01.row.item-001.m.ref"/>
            <p:cNvSpPr/>
            <p:nvPr/>
          </p:nvSpPr>
          <p:spPr>
            <a:xfrm>
              <a:off x="1295400" y="21526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M1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.item-002.m.ref.fill"/>
            <p:cNvSpPr/>
            <p:nvPr/>
          </p:nvSpPr>
          <p:spPr>
            <a:xfrm>
              <a:off x="1257300" y="26797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2.m.ref"/>
            <p:cNvSpPr/>
            <p:nvPr/>
          </p:nvSpPr>
          <p:spPr>
            <a:xfrm>
              <a:off x="1295400" y="26860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M2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row.item-003.m.ref.fill"/>
            <p:cNvSpPr/>
            <p:nvPr/>
          </p:nvSpPr>
          <p:spPr>
            <a:xfrm>
              <a:off x="1257300" y="32131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3.m.ref"/>
            <p:cNvSpPr/>
            <p:nvPr/>
          </p:nvSpPr>
          <p:spPr>
            <a:xfrm>
              <a:off x="1295400" y="32194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M3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row.item-004.m.ref.fill"/>
            <p:cNvSpPr/>
            <p:nvPr/>
          </p:nvSpPr>
          <p:spPr>
            <a:xfrm>
              <a:off x="1257300" y="37465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4.m.ref"/>
            <p:cNvSpPr/>
            <p:nvPr/>
          </p:nvSpPr>
          <p:spPr>
            <a:xfrm>
              <a:off x="1295400" y="37528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M4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5.m.ref.fill"/>
            <p:cNvSpPr/>
            <p:nvPr/>
          </p:nvSpPr>
          <p:spPr>
            <a:xfrm>
              <a:off x="1257300" y="42291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5.m.ref"/>
            <p:cNvSpPr/>
            <p:nvPr/>
          </p:nvSpPr>
          <p:spPr>
            <a:xfrm>
              <a:off x="1295400" y="42354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M5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row.item-006.m.ref.fill"/>
            <p:cNvSpPr/>
            <p:nvPr/>
          </p:nvSpPr>
          <p:spPr>
            <a:xfrm>
              <a:off x="1257300" y="47117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6.m.ref"/>
            <p:cNvSpPr/>
            <p:nvPr/>
          </p:nvSpPr>
          <p:spPr>
            <a:xfrm>
              <a:off x="1295400" y="47180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M6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row.item-007.m.ref.fill"/>
            <p:cNvSpPr/>
            <p:nvPr/>
          </p:nvSpPr>
          <p:spPr>
            <a:xfrm>
              <a:off x="1257300" y="51943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7.m.ref"/>
            <p:cNvSpPr/>
            <p:nvPr/>
          </p:nvSpPr>
          <p:spPr>
            <a:xfrm>
              <a:off x="1295400" y="52006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M7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row.item-008.m.ref.fill"/>
            <p:cNvSpPr/>
            <p:nvPr/>
          </p:nvSpPr>
          <p:spPr>
            <a:xfrm>
              <a:off x="1257300" y="5626100"/>
              <a:ext cx="230380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8.m.ref"/>
            <p:cNvSpPr/>
            <p:nvPr/>
          </p:nvSpPr>
          <p:spPr>
            <a:xfrm>
              <a:off x="1295400" y="5632450"/>
              <a:ext cx="15418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56"/>
                </a:lnSpc>
                <a:buNone/>
              </a:pPr>
              <a:r>
                <a:rPr lang="en-US" sz="800" spc="3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M8</a:t>
              </a:r>
              <a:endParaRPr lang="en-US" sz="800" spc="3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row-group.source-001.fill"/>
            <p:cNvSpPr/>
            <p:nvPr/>
          </p:nvSpPr>
          <p:spPr>
            <a:xfrm>
              <a:off x="723900" y="1974850"/>
              <a:ext cx="304800" cy="1028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1.row-group.source-001.label"/>
            <p:cNvSpPr/>
            <p:nvPr/>
          </p:nvSpPr>
          <p:spPr>
            <a:xfrm rot="-5400000">
              <a:off x="361950" y="2419350"/>
              <a:ext cx="10287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ASSESS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row-group.source-002.fill"/>
            <p:cNvSpPr/>
            <p:nvPr/>
          </p:nvSpPr>
          <p:spPr>
            <a:xfrm>
              <a:off x="723900" y="3041650"/>
              <a:ext cx="304800" cy="14605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6" name="node01.row-group.source-002.label"/>
            <p:cNvSpPr/>
            <p:nvPr/>
          </p:nvSpPr>
          <p:spPr>
            <a:xfrm rot="-5400000">
              <a:off x="146050" y="3702050"/>
              <a:ext cx="1460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DESIGN AND BUILD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row-group.source-003.fill"/>
            <p:cNvSpPr/>
            <p:nvPr/>
          </p:nvSpPr>
          <p:spPr>
            <a:xfrm>
              <a:off x="723900" y="4540250"/>
              <a:ext cx="304800" cy="1358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1.row-group.source-003.label"/>
            <p:cNvSpPr/>
            <p:nvPr/>
          </p:nvSpPr>
          <p:spPr>
            <a:xfrm rot="-5400000">
              <a:off x="196850" y="5149850"/>
              <a:ext cx="1358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DEPLOY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weeks from kickoff to a signed-off roadmap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67" name="node01"/>
          <p:cNvGrpSpPr/>
          <p:nvPr/>
        </p:nvGrpSpPr>
        <p:grpSpPr>
          <a:xfrm>
            <a:off x="723900" y="1371600"/>
            <a:ext cx="10744200" cy="4080933"/>
            <a:chOff x="723900" y="1371600"/>
            <a:chExt cx="10744200" cy="4080933"/>
          </a:xfrm>
        </p:grpSpPr>
        <p:sp>
          <p:nvSpPr>
            <p:cNvPr id="6" name="node01.period-header"/>
            <p:cNvSpPr/>
            <p:nvPr/>
          </p:nvSpPr>
          <p:spPr>
            <a:xfrm>
              <a:off x="723900" y="2057400"/>
              <a:ext cx="10744200" cy="457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sidebar-heading"/>
            <p:cNvSpPr/>
            <p:nvPr/>
          </p:nvSpPr>
          <p:spPr>
            <a:xfrm>
              <a:off x="800100" y="2209800"/>
              <a:ext cx="2819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WORKSTREAM · ACTIVITY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periods.slot-001.label"/>
            <p:cNvSpPr/>
            <p:nvPr/>
          </p:nvSpPr>
          <p:spPr>
            <a:xfrm>
              <a:off x="369570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periods.slot-001.sub"/>
            <p:cNvSpPr/>
            <p:nvPr/>
          </p:nvSpPr>
          <p:spPr>
            <a:xfrm>
              <a:off x="369570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5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0" name="node01.periods.slot-002.label"/>
            <p:cNvSpPr/>
            <p:nvPr/>
          </p:nvSpPr>
          <p:spPr>
            <a:xfrm>
              <a:off x="466725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periods.slot-002.sub"/>
            <p:cNvSpPr/>
            <p:nvPr/>
          </p:nvSpPr>
          <p:spPr>
            <a:xfrm>
              <a:off x="466725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12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" name="node01.periods.slot-003.label"/>
            <p:cNvSpPr/>
            <p:nvPr/>
          </p:nvSpPr>
          <p:spPr>
            <a:xfrm>
              <a:off x="563880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W3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eriods.slot-003.sub"/>
            <p:cNvSpPr/>
            <p:nvPr/>
          </p:nvSpPr>
          <p:spPr>
            <a:xfrm>
              <a:off x="563880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19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4" name="node01.periods.slot-004.label"/>
            <p:cNvSpPr/>
            <p:nvPr/>
          </p:nvSpPr>
          <p:spPr>
            <a:xfrm>
              <a:off x="661035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W4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periods.slot-004.sub"/>
            <p:cNvSpPr/>
            <p:nvPr/>
          </p:nvSpPr>
          <p:spPr>
            <a:xfrm>
              <a:off x="661035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26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6" name="node01.periods.slot-005.label"/>
            <p:cNvSpPr/>
            <p:nvPr/>
          </p:nvSpPr>
          <p:spPr>
            <a:xfrm>
              <a:off x="758190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W5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periods.slot-005.sub"/>
            <p:cNvSpPr/>
            <p:nvPr/>
          </p:nvSpPr>
          <p:spPr>
            <a:xfrm>
              <a:off x="758190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2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8" name="node01.periods.slot-006.label"/>
            <p:cNvSpPr/>
            <p:nvPr/>
          </p:nvSpPr>
          <p:spPr>
            <a:xfrm>
              <a:off x="855345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W6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eriods.slot-006.sub"/>
            <p:cNvSpPr/>
            <p:nvPr/>
          </p:nvSpPr>
          <p:spPr>
            <a:xfrm>
              <a:off x="855345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9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0" name="node01.periods.slot-007.label"/>
            <p:cNvSpPr/>
            <p:nvPr/>
          </p:nvSpPr>
          <p:spPr>
            <a:xfrm>
              <a:off x="952500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W7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periods.slot-007.sub"/>
            <p:cNvSpPr/>
            <p:nvPr/>
          </p:nvSpPr>
          <p:spPr>
            <a:xfrm>
              <a:off x="952500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16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01.periods.slot-008.label"/>
            <p:cNvSpPr/>
            <p:nvPr/>
          </p:nvSpPr>
          <p:spPr>
            <a:xfrm>
              <a:off x="10496550" y="2171700"/>
              <a:ext cx="9715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W8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periods.slot-008.sub"/>
            <p:cNvSpPr/>
            <p:nvPr/>
          </p:nvSpPr>
          <p:spPr>
            <a:xfrm>
              <a:off x="10496550" y="2324100"/>
              <a:ext cx="971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750" spc="45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23</a:t>
              </a:r>
              <a:endParaRPr lang="en-US" sz="750" spc="45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4" name="node01.phases.slot-001.rule"/>
            <p:cNvSpPr/>
            <p:nvPr/>
          </p:nvSpPr>
          <p:spPr>
            <a:xfrm>
              <a:off x="3708400" y="1752600"/>
              <a:ext cx="946150" cy="38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5" name="node01.phases.slot-001.label"/>
            <p:cNvSpPr/>
            <p:nvPr/>
          </p:nvSpPr>
          <p:spPr>
            <a:xfrm>
              <a:off x="3771900" y="1790700"/>
              <a:ext cx="8699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MOBILIZE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phases.slot-002.rule"/>
            <p:cNvSpPr/>
            <p:nvPr/>
          </p:nvSpPr>
          <p:spPr>
            <a:xfrm>
              <a:off x="4679950" y="1752600"/>
              <a:ext cx="288925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1.phases.slot-002.label"/>
            <p:cNvSpPr/>
            <p:nvPr/>
          </p:nvSpPr>
          <p:spPr>
            <a:xfrm>
              <a:off x="4743450" y="1790700"/>
              <a:ext cx="2813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DIAGNOSE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phases.slot-003.rule"/>
            <p:cNvSpPr/>
            <p:nvPr/>
          </p:nvSpPr>
          <p:spPr>
            <a:xfrm>
              <a:off x="7594600" y="1752600"/>
              <a:ext cx="2889250" cy="38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1.phases.slot-003.label"/>
            <p:cNvSpPr/>
            <p:nvPr/>
          </p:nvSpPr>
          <p:spPr>
            <a:xfrm>
              <a:off x="7658100" y="1790700"/>
              <a:ext cx="2813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DESIGN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phases.slot-004.rule"/>
            <p:cNvSpPr/>
            <p:nvPr/>
          </p:nvSpPr>
          <p:spPr>
            <a:xfrm>
              <a:off x="10509250" y="1752600"/>
              <a:ext cx="946150" cy="38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1" name="node01.phases.slot-004.label"/>
            <p:cNvSpPr/>
            <p:nvPr/>
          </p:nvSpPr>
          <p:spPr>
            <a:xfrm>
              <a:off x="10572750" y="1790700"/>
              <a:ext cx="8699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ROADMAP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grid-1"/>
            <p:cNvSpPr/>
            <p:nvPr/>
          </p:nvSpPr>
          <p:spPr>
            <a:xfrm>
              <a:off x="466725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3" name="node01.grid-2"/>
            <p:cNvSpPr/>
            <p:nvPr/>
          </p:nvSpPr>
          <p:spPr>
            <a:xfrm>
              <a:off x="563880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4" name="node01.grid-3"/>
            <p:cNvSpPr/>
            <p:nvPr/>
          </p:nvSpPr>
          <p:spPr>
            <a:xfrm>
              <a:off x="661035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5" name="node01.grid-4"/>
            <p:cNvSpPr/>
            <p:nvPr/>
          </p:nvSpPr>
          <p:spPr>
            <a:xfrm>
              <a:off x="758190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6" name="node01.grid-5"/>
            <p:cNvSpPr/>
            <p:nvPr/>
          </p:nvSpPr>
          <p:spPr>
            <a:xfrm>
              <a:off x="855345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7" name="node01.grid-6"/>
            <p:cNvSpPr/>
            <p:nvPr/>
          </p:nvSpPr>
          <p:spPr>
            <a:xfrm>
              <a:off x="952500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8" name="node01.grid-7"/>
            <p:cNvSpPr/>
            <p:nvPr/>
          </p:nvSpPr>
          <p:spPr>
            <a:xfrm>
              <a:off x="10496550" y="25146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9" name="node01.timeline-left"/>
            <p:cNvSpPr/>
            <p:nvPr/>
          </p:nvSpPr>
          <p:spPr>
            <a:xfrm>
              <a:off x="3695700" y="1676400"/>
              <a:ext cx="0" cy="3505200"/>
            </a:xfrm>
            <a:custGeom>
              <a:avLst/>
              <a:gdLst/>
              <a:ahLst/>
              <a:cxnLst/>
              <a:rect l="l" t="t" r="r" b="b"/>
              <a:pathLst>
                <a:path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0" name="node01.gates.slot-001.line"/>
            <p:cNvSpPr/>
            <p:nvPr/>
          </p:nvSpPr>
          <p:spPr>
            <a:xfrm>
              <a:off x="4667250" y="1600200"/>
              <a:ext cx="0" cy="3581400"/>
            </a:xfrm>
            <a:custGeom>
              <a:avLst/>
              <a:gdLst/>
              <a:ahLst/>
              <a:cxnLst/>
              <a:rect l="l" t="t" r="r" b="b"/>
              <a:pathLst>
                <a:path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ln w="19050">
              <a:solidFill>
                <a:srgbClr val="070154"/>
              </a:solidFill>
              <a:prstDash val="dash"/>
            </a:ln>
          </p:spPr>
        </p:sp>
        <p:sp>
          <p:nvSpPr>
            <p:cNvPr id="41" name="node01.gates.slot-001.chip"/>
            <p:cNvSpPr/>
            <p:nvPr/>
          </p:nvSpPr>
          <p:spPr>
            <a:xfrm>
              <a:off x="4667250" y="1371600"/>
              <a:ext cx="1331094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1.gates.slot-001.label"/>
            <p:cNvSpPr/>
            <p:nvPr/>
          </p:nvSpPr>
          <p:spPr>
            <a:xfrm>
              <a:off x="4794250" y="1409700"/>
              <a:ext cx="107709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G1 · MOBILIZED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gates.slot-002.line"/>
            <p:cNvSpPr/>
            <p:nvPr/>
          </p:nvSpPr>
          <p:spPr>
            <a:xfrm>
              <a:off x="7581900" y="1600200"/>
              <a:ext cx="0" cy="3581400"/>
            </a:xfrm>
            <a:custGeom>
              <a:avLst/>
              <a:gdLst/>
              <a:ahLst/>
              <a:cxnLst/>
              <a:rect l="l" t="t" r="r" b="b"/>
              <a:pathLst>
                <a:path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ln w="19050">
              <a:solidFill>
                <a:srgbClr val="F900D3"/>
              </a:solidFill>
              <a:prstDash val="dash"/>
            </a:ln>
          </p:spPr>
        </p:sp>
        <p:sp>
          <p:nvSpPr>
            <p:cNvPr id="44" name="node01.gates.slot-002.chip"/>
            <p:cNvSpPr/>
            <p:nvPr/>
          </p:nvSpPr>
          <p:spPr>
            <a:xfrm>
              <a:off x="7581900" y="1371600"/>
              <a:ext cx="1180852" cy="2286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5" name="node01.gates.slot-002.label"/>
            <p:cNvSpPr/>
            <p:nvPr/>
          </p:nvSpPr>
          <p:spPr>
            <a:xfrm>
              <a:off x="7708900" y="1409700"/>
              <a:ext cx="926852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G2 · READOUT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gates.slot-003.line"/>
            <p:cNvSpPr/>
            <p:nvPr/>
          </p:nvSpPr>
          <p:spPr>
            <a:xfrm>
              <a:off x="11468100" y="1600200"/>
              <a:ext cx="0" cy="3581400"/>
            </a:xfrm>
            <a:custGeom>
              <a:avLst/>
              <a:gdLst/>
              <a:ahLst/>
              <a:cxnLst/>
              <a:rect l="l" t="t" r="r" b="b"/>
              <a:pathLst>
                <a:path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ln w="19050">
              <a:solidFill>
                <a:srgbClr val="070154"/>
              </a:solidFill>
              <a:prstDash val="dash"/>
            </a:ln>
          </p:spPr>
        </p:sp>
        <p:sp>
          <p:nvSpPr>
            <p:cNvPr id="47" name="node01.gates.slot-003.chip"/>
            <p:cNvSpPr/>
            <p:nvPr/>
          </p:nvSpPr>
          <p:spPr>
            <a:xfrm>
              <a:off x="10437490" y="1371600"/>
              <a:ext cx="103061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01.gates.slot-003.label"/>
            <p:cNvSpPr/>
            <p:nvPr/>
          </p:nvSpPr>
          <p:spPr>
            <a:xfrm>
              <a:off x="10564490" y="1409700"/>
              <a:ext cx="77661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G3 · FINAL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1.groups.slot-001.tab"/>
            <p:cNvSpPr/>
            <p:nvPr/>
          </p:nvSpPr>
          <p:spPr>
            <a:xfrm>
              <a:off x="723900" y="2552700"/>
              <a:ext cx="304800" cy="1524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1.groups.slot-001.label"/>
            <p:cNvSpPr/>
            <p:nvPr/>
          </p:nvSpPr>
          <p:spPr>
            <a:xfrm rot="-5400000">
              <a:off x="114300" y="3238500"/>
              <a:ext cx="1524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FINANCE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51" name="node01.groups.slot-001.lanes.slot-001.icon"/>
            <p:cNvGrpSpPr/>
            <p:nvPr/>
          </p:nvGrpSpPr>
          <p:grpSpPr>
            <a:xfrm>
              <a:off x="1143000" y="2667000"/>
              <a:ext cx="228600" cy="228600"/>
              <a:chOff x="1143000" y="2667000"/>
              <a:chExt cx="228600" cy="228600"/>
            </a:xfrm>
          </p:grpSpPr>
          <p:pic>
            <p:nvPicPr>
              <p:cNvPr id="51" name="node01.groups.slot-001.lanes.slot-001.icon.image" descr="icon/people-group/navy; canonical SHA256=93749ca3a1865c70fa8ef4e6af25b5b5e5690db6c432899be8d639643f40d1d7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43000" y="26670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52" name="node01.groups.slot-001.lanes.slot-001.title"/>
            <p:cNvSpPr/>
            <p:nvPr/>
          </p:nvSpPr>
          <p:spPr>
            <a:xfrm>
              <a:off x="1485900" y="25527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5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diagnostic</a:t>
              </a:r>
              <a:endPara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3" name="node01.groups.slot-001.lanes.slot-001.sub"/>
            <p:cNvSpPr/>
            <p:nvPr/>
          </p:nvSpPr>
          <p:spPr>
            <a:xfrm>
              <a:off x="1485900" y="27813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Interviews, close calendar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01.groups.slot-001.lanes.slot-001.separator"/>
            <p:cNvSpPr/>
            <p:nvPr/>
          </p:nvSpPr>
          <p:spPr>
            <a:xfrm>
              <a:off x="1028700" y="30432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52" name="node01.groups.slot-001.lanes.slot-001.items.slot-001"/>
            <p:cNvGrpSpPr/>
            <p:nvPr/>
          </p:nvGrpSpPr>
          <p:grpSpPr>
            <a:xfrm>
              <a:off x="4667250" y="2679700"/>
              <a:ext cx="2914650" cy="279400"/>
              <a:chOff x="4667250" y="2679700"/>
              <a:chExt cx="2914650" cy="279400"/>
            </a:xfrm>
          </p:grpSpPr>
          <p:sp>
            <p:nvSpPr>
              <p:cNvPr id="55" name="node01.groups.slot-001.lanes.slot-001.items.slot-001.segment-0"/>
              <p:cNvSpPr/>
              <p:nvPr/>
            </p:nvSpPr>
            <p:spPr>
              <a:xfrm>
                <a:off x="4667250" y="2679700"/>
                <a:ext cx="2671763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56" name="node01.groups.slot-001.lanes.slot-001.items.slot-001.segment-1.fill"/>
              <p:cNvSpPr/>
              <p:nvPr/>
            </p:nvSpPr>
            <p:spPr>
              <a:xfrm>
                <a:off x="7339012" y="2679700"/>
                <a:ext cx="242888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57" name="node01.groups.slot-001.lanes.slot-001.items.slot-001.segment-1.hatch-1"/>
              <p:cNvSpPr/>
              <p:nvPr/>
            </p:nvSpPr>
            <p:spPr>
              <a:xfrm>
                <a:off x="7339012" y="2679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58" name="node01.groups.slot-001.lanes.slot-001.items.slot-001.segment-1.hatch-2"/>
              <p:cNvSpPr/>
              <p:nvPr/>
            </p:nvSpPr>
            <p:spPr>
              <a:xfrm>
                <a:off x="7339012" y="2679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52400"/>
                    </a:moveTo>
                    <a:lnTo>
                      <a:pt x="152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59" name="node01.groups.slot-001.lanes.slot-001.items.slot-001.segment-1.hatch-3"/>
              <p:cNvSpPr/>
              <p:nvPr/>
            </p:nvSpPr>
            <p:spPr>
              <a:xfrm>
                <a:off x="7339012" y="2679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60" name="node01.groups.slot-001.lanes.slot-001.items.slot-001.segment-1.hatch-4"/>
              <p:cNvSpPr/>
              <p:nvPr/>
            </p:nvSpPr>
            <p:spPr>
              <a:xfrm>
                <a:off x="7364413" y="2741613"/>
                <a:ext cx="217488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7488" h="217488">
                    <a:moveTo>
                      <a:pt x="0" y="217488"/>
                    </a:moveTo>
                    <a:lnTo>
                      <a:pt x="217488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61" name="node01.groups.slot-001.lanes.slot-001.items.slot-001.segment-1.hatch-5"/>
              <p:cNvSpPr/>
              <p:nvPr/>
            </p:nvSpPr>
            <p:spPr>
              <a:xfrm>
                <a:off x="7440613" y="2817813"/>
                <a:ext cx="1412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41288" h="141288">
                    <a:moveTo>
                      <a:pt x="0" y="141288"/>
                    </a:moveTo>
                    <a:lnTo>
                      <a:pt x="141288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62" name="node01.groups.slot-001.lanes.slot-001.items.slot-001.segment-1.hatch-6"/>
              <p:cNvSpPr/>
              <p:nvPr/>
            </p:nvSpPr>
            <p:spPr>
              <a:xfrm>
                <a:off x="7516813" y="2894013"/>
                <a:ext cx="65088" cy="65088"/>
              </a:xfrm>
              <a:custGeom>
                <a:avLst/>
                <a:gdLst/>
                <a:ahLst/>
                <a:cxnLst/>
                <a:rect l="l" t="t" r="r" b="b"/>
                <a:pathLst>
                  <a:path w="65088" h="65088">
                    <a:moveTo>
                      <a:pt x="0" y="65088"/>
                    </a:moveTo>
                    <a:lnTo>
                      <a:pt x="65088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63" name="node01.groups.slot-001.lanes.slot-001.items.slot-001.label"/>
              <p:cNvSpPr/>
              <p:nvPr/>
            </p:nvSpPr>
            <p:spPr>
              <a:xfrm>
                <a:off x="4756150" y="2705100"/>
                <a:ext cx="217963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Interviews and close mapping</a:t>
                </a:r>
                <a:endPara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53" name="node01.groups.slot-001.lanes.slot-001.items.slot-002"/>
            <p:cNvGrpSpPr/>
            <p:nvPr/>
          </p:nvGrpSpPr>
          <p:grpSpPr>
            <a:xfrm>
              <a:off x="7784465" y="2705100"/>
              <a:ext cx="1727200" cy="228600"/>
              <a:chOff x="7784465" y="2705100"/>
              <a:chExt cx="1727200" cy="228600"/>
            </a:xfrm>
          </p:grpSpPr>
          <p:sp>
            <p:nvSpPr>
              <p:cNvPr id="64" name="node01.groups.slot-001.lanes.slot-001.items.slot-002.marker"/>
              <p:cNvSpPr/>
              <p:nvPr/>
            </p:nvSpPr>
            <p:spPr>
              <a:xfrm>
                <a:off x="7784465" y="2730500"/>
                <a:ext cx="177800" cy="177800"/>
              </a:xfrm>
              <a:prstGeom prst="star5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65" name="node01.groups.slot-001.lanes.slot-001.items.slot-002.label"/>
              <p:cNvSpPr/>
              <p:nvPr/>
            </p:nvSpPr>
            <p:spPr>
              <a:xfrm>
                <a:off x="8013065" y="2705100"/>
                <a:ext cx="14986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Controller workshop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54" name="node01.groups.slot-001.lanes.slot-002.icon"/>
            <p:cNvGrpSpPr/>
            <p:nvPr/>
          </p:nvGrpSpPr>
          <p:grpSpPr>
            <a:xfrm>
              <a:off x="1143000" y="3200400"/>
              <a:ext cx="228600" cy="228600"/>
              <a:chOff x="1143000" y="3200400"/>
              <a:chExt cx="228600" cy="228600"/>
            </a:xfrm>
          </p:grpSpPr>
          <p:pic>
            <p:nvPicPr>
              <p:cNvPr id="66" name="node01.groups.slot-001.lanes.slot-002.icon.image" descr="icon/layered-documents/navy; canonical SHA256=db84d00de5e459ac3c9d0cccae790edc7cc7245ecc7202e2555053b853b340f8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43000" y="3200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67" name="node01.groups.slot-001.lanes.slot-002.title"/>
            <p:cNvSpPr/>
            <p:nvPr/>
          </p:nvSpPr>
          <p:spPr>
            <a:xfrm>
              <a:off x="1485900" y="30861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5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Future-state design</a:t>
              </a:r>
              <a:endPara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8" name="node01.groups.slot-001.lanes.slot-002.sub"/>
            <p:cNvSpPr/>
            <p:nvPr/>
          </p:nvSpPr>
          <p:spPr>
            <a:xfrm>
              <a:off x="1485900" y="33147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Operating model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01.groups.slot-001.lanes.slot-002.separator"/>
            <p:cNvSpPr/>
            <p:nvPr/>
          </p:nvSpPr>
          <p:spPr>
            <a:xfrm>
              <a:off x="1028700" y="35766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55" name="node01.groups.slot-001.lanes.slot-002.items.slot-001"/>
            <p:cNvGrpSpPr/>
            <p:nvPr/>
          </p:nvGrpSpPr>
          <p:grpSpPr>
            <a:xfrm>
              <a:off x="7581900" y="3213100"/>
              <a:ext cx="1943100" cy="279400"/>
              <a:chOff x="7581900" y="3213100"/>
              <a:chExt cx="1943100" cy="279400"/>
            </a:xfrm>
          </p:grpSpPr>
          <p:sp>
            <p:nvSpPr>
              <p:cNvPr id="70" name="node01.groups.slot-001.lanes.slot-002.items.slot-001.segment-0"/>
              <p:cNvSpPr/>
              <p:nvPr/>
            </p:nvSpPr>
            <p:spPr>
              <a:xfrm>
                <a:off x="7581900" y="3213100"/>
                <a:ext cx="19431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71" name="node01.groups.slot-001.lanes.slot-002.items.slot-001.label"/>
              <p:cNvSpPr/>
              <p:nvPr/>
            </p:nvSpPr>
            <p:spPr>
              <a:xfrm>
                <a:off x="7670800" y="3238500"/>
                <a:ext cx="105886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Design sprints</a:t>
                </a:r>
                <a:endPara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56" name="node01.groups.slot-001.lanes.slot-002.items.slot-002"/>
            <p:cNvGrpSpPr/>
            <p:nvPr/>
          </p:nvGrpSpPr>
          <p:grpSpPr>
            <a:xfrm>
              <a:off x="9727565" y="3238500"/>
              <a:ext cx="1273175" cy="228600"/>
              <a:chOff x="9727565" y="3238500"/>
              <a:chExt cx="1273175" cy="228600"/>
            </a:xfrm>
          </p:grpSpPr>
          <p:sp>
            <p:nvSpPr>
              <p:cNvPr id="72" name="node01.groups.slot-001.lanes.slot-002.items.slot-002.marker"/>
              <p:cNvSpPr/>
              <p:nvPr/>
            </p:nvSpPr>
            <p:spPr>
              <a:xfrm>
                <a:off x="9727565" y="3263900"/>
                <a:ext cx="177800" cy="177800"/>
              </a:xfrm>
              <a:prstGeom prst="triangle">
                <a:avLst/>
              </a:prstGeom>
              <a:solidFill>
                <a:srgbClr val="0047FF"/>
              </a:solidFill>
              <a:ln>
                <a:noFill/>
              </a:ln>
            </p:spPr>
          </p:sp>
          <p:sp>
            <p:nvSpPr>
              <p:cNvPr id="73" name="node01.groups.slot-001.lanes.slot-002.items.slot-002.label"/>
              <p:cNvSpPr/>
              <p:nvPr/>
            </p:nvSpPr>
            <p:spPr>
              <a:xfrm>
                <a:off x="9956165" y="3238500"/>
                <a:ext cx="10445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Design review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57" name="node01.groups.slot-001.lanes.slot-003.icon"/>
            <p:cNvGrpSpPr/>
            <p:nvPr/>
          </p:nvGrpSpPr>
          <p:grpSpPr>
            <a:xfrm>
              <a:off x="1143000" y="3733800"/>
              <a:ext cx="228600" cy="228600"/>
              <a:chOff x="1143000" y="3733800"/>
              <a:chExt cx="228600" cy="228600"/>
            </a:xfrm>
          </p:grpSpPr>
          <p:pic>
            <p:nvPicPr>
              <p:cNvPr id="74" name="node01.groups.slot-001.lanes.slot-003.icon.image" descr="icon/bar-chart/navy; canonical SHA256=ef1f15eb38c1ba82ee6b782272a1e5c09e5bdbdd07b859ba9938db4f552022db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43000" y="37338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75" name="node01.groups.slot-001.lanes.slot-003.title"/>
            <p:cNvSpPr/>
            <p:nvPr/>
          </p:nvSpPr>
          <p:spPr>
            <a:xfrm>
              <a:off x="1485900" y="36195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5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Roadmap and business case</a:t>
              </a:r>
              <a:endPara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6" name="node01.groups.slot-001.lanes.slot-003.sub"/>
            <p:cNvSpPr/>
            <p:nvPr/>
          </p:nvSpPr>
          <p:spPr>
            <a:xfrm>
              <a:off x="1485900" y="38481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Waves, value, cost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7" name="node01.groups.slot-001.lanes.slot-003.separator"/>
            <p:cNvSpPr/>
            <p:nvPr/>
          </p:nvSpPr>
          <p:spPr>
            <a:xfrm>
              <a:off x="723900" y="41084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58" name="node01.groups.slot-001.lanes.slot-003.items.slot-001"/>
            <p:cNvGrpSpPr/>
            <p:nvPr/>
          </p:nvGrpSpPr>
          <p:grpSpPr>
            <a:xfrm>
              <a:off x="9525000" y="3746500"/>
              <a:ext cx="1943100" cy="279400"/>
              <a:chOff x="9525000" y="3746500"/>
              <a:chExt cx="1943100" cy="279400"/>
            </a:xfrm>
          </p:grpSpPr>
          <p:sp>
            <p:nvSpPr>
              <p:cNvPr id="78" name="node01.groups.slot-001.lanes.slot-003.items.slot-001.segment-0.fill"/>
              <p:cNvSpPr/>
              <p:nvPr/>
            </p:nvSpPr>
            <p:spPr>
              <a:xfrm>
                <a:off x="9525000" y="3746500"/>
                <a:ext cx="97155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79" name="node01.groups.slot-001.lanes.slot-003.items.slot-001.segment-0.hatch-1"/>
              <p:cNvSpPr/>
              <p:nvPr/>
            </p:nvSpPr>
            <p:spPr>
              <a:xfrm>
                <a:off x="9525000" y="3746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0" name="node01.groups.slot-001.lanes.slot-003.items.slot-001.segment-0.hatch-2"/>
              <p:cNvSpPr/>
              <p:nvPr/>
            </p:nvSpPr>
            <p:spPr>
              <a:xfrm>
                <a:off x="9525000" y="374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52400"/>
                    </a:moveTo>
                    <a:lnTo>
                      <a:pt x="152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1" name="node01.groups.slot-001.lanes.slot-003.items.slot-001.segment-0.hatch-3"/>
              <p:cNvSpPr/>
              <p:nvPr/>
            </p:nvSpPr>
            <p:spPr>
              <a:xfrm>
                <a:off x="9525000" y="3746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2" name="node01.groups.slot-001.lanes.slot-003.items.slot-001.segment-0.hatch-4"/>
              <p:cNvSpPr/>
              <p:nvPr/>
            </p:nvSpPr>
            <p:spPr>
              <a:xfrm>
                <a:off x="95504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3" name="node01.groups.slot-001.lanes.slot-003.items.slot-001.segment-0.hatch-5"/>
              <p:cNvSpPr/>
              <p:nvPr/>
            </p:nvSpPr>
            <p:spPr>
              <a:xfrm>
                <a:off x="96266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4" name="node01.groups.slot-001.lanes.slot-003.items.slot-001.segment-0.hatch-6"/>
              <p:cNvSpPr/>
              <p:nvPr/>
            </p:nvSpPr>
            <p:spPr>
              <a:xfrm>
                <a:off x="97028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5" name="node01.groups.slot-001.lanes.slot-003.items.slot-001.segment-0.hatch-7"/>
              <p:cNvSpPr/>
              <p:nvPr/>
            </p:nvSpPr>
            <p:spPr>
              <a:xfrm>
                <a:off x="97790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6" name="node01.groups.slot-001.lanes.slot-003.items.slot-001.segment-0.hatch-8"/>
              <p:cNvSpPr/>
              <p:nvPr/>
            </p:nvSpPr>
            <p:spPr>
              <a:xfrm>
                <a:off x="98552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7" name="node01.groups.slot-001.lanes.slot-003.items.slot-001.segment-0.hatch-9"/>
              <p:cNvSpPr/>
              <p:nvPr/>
            </p:nvSpPr>
            <p:spPr>
              <a:xfrm>
                <a:off x="99314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8" name="node01.groups.slot-001.lanes.slot-003.items.slot-001.segment-0.hatch-10"/>
              <p:cNvSpPr/>
              <p:nvPr/>
            </p:nvSpPr>
            <p:spPr>
              <a:xfrm>
                <a:off x="100076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9" name="node01.groups.slot-001.lanes.slot-003.items.slot-001.segment-0.hatch-11"/>
              <p:cNvSpPr/>
              <p:nvPr/>
            </p:nvSpPr>
            <p:spPr>
              <a:xfrm>
                <a:off x="100838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0" name="node01.groups.slot-001.lanes.slot-003.items.slot-001.segment-0.hatch-12"/>
              <p:cNvSpPr/>
              <p:nvPr/>
            </p:nvSpPr>
            <p:spPr>
              <a:xfrm>
                <a:off x="10160000" y="37465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1" name="node01.groups.slot-001.lanes.slot-003.items.slot-001.segment-0.hatch-13"/>
              <p:cNvSpPr/>
              <p:nvPr/>
            </p:nvSpPr>
            <p:spPr>
              <a:xfrm>
                <a:off x="10236200" y="3765550"/>
                <a:ext cx="26035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260350" h="260350">
                    <a:moveTo>
                      <a:pt x="0" y="260350"/>
                    </a:moveTo>
                    <a:lnTo>
                      <a:pt x="2603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2" name="node01.groups.slot-001.lanes.slot-003.items.slot-001.segment-0.hatch-14"/>
              <p:cNvSpPr/>
              <p:nvPr/>
            </p:nvSpPr>
            <p:spPr>
              <a:xfrm>
                <a:off x="10312400" y="3841750"/>
                <a:ext cx="1841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184150" h="184150">
                    <a:moveTo>
                      <a:pt x="0" y="184150"/>
                    </a:moveTo>
                    <a:lnTo>
                      <a:pt x="1841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3" name="node01.groups.slot-001.lanes.slot-003.items.slot-001.segment-0.hatch-15"/>
              <p:cNvSpPr/>
              <p:nvPr/>
            </p:nvSpPr>
            <p:spPr>
              <a:xfrm>
                <a:off x="10388600" y="391795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107950"/>
                    </a:moveTo>
                    <a:lnTo>
                      <a:pt x="1079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4" name="node01.groups.slot-001.lanes.slot-003.items.slot-001.segment-0.hatch-16"/>
              <p:cNvSpPr/>
              <p:nvPr/>
            </p:nvSpPr>
            <p:spPr>
              <a:xfrm>
                <a:off x="10464800" y="39941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31750"/>
                    </a:moveTo>
                    <a:lnTo>
                      <a:pt x="317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5" name="node01.groups.slot-001.lanes.slot-003.items.slot-001.segment-1"/>
              <p:cNvSpPr/>
              <p:nvPr/>
            </p:nvSpPr>
            <p:spPr>
              <a:xfrm>
                <a:off x="10496550" y="3746500"/>
                <a:ext cx="97155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6" name="node01.groups.slot-001.lanes.slot-003.items.slot-001.label"/>
              <p:cNvSpPr/>
              <p:nvPr/>
            </p:nvSpPr>
            <p:spPr>
              <a:xfrm>
                <a:off x="10585450" y="3771900"/>
                <a:ext cx="72866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Roadmap</a:t>
                </a:r>
                <a:endPara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sp>
          <p:nvSpPr>
            <p:cNvPr id="97" name="node01.groups.slot-002.tab"/>
            <p:cNvSpPr/>
            <p:nvPr/>
          </p:nvSpPr>
          <p:spPr>
            <a:xfrm>
              <a:off x="723900" y="4152900"/>
              <a:ext cx="3048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98" name="node01.groups.slot-002.label"/>
            <p:cNvSpPr/>
            <p:nvPr/>
          </p:nvSpPr>
          <p:spPr>
            <a:xfrm rot="-5400000">
              <a:off x="647700" y="43053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DATA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59" name="node01.groups.slot-002.lanes.slot-001.icon"/>
            <p:cNvGrpSpPr/>
            <p:nvPr/>
          </p:nvGrpSpPr>
          <p:grpSpPr>
            <a:xfrm>
              <a:off x="1143000" y="4267200"/>
              <a:ext cx="228600" cy="228600"/>
              <a:chOff x="1143000" y="4267200"/>
              <a:chExt cx="228600" cy="228600"/>
            </a:xfrm>
          </p:grpSpPr>
          <p:pic>
            <p:nvPicPr>
              <p:cNvPr id="99" name="node01.groups.slot-002.lanes.slot-001.icon.image" descr="icon/database/navy; canonical SHA256=2d90200e97698869a773eaca7ed4fcff2e1a2d564b97865c1556b4849ff5b917">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43000" y="42672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00" name="node01.groups.slot-002.lanes.slot-001.title"/>
            <p:cNvSpPr/>
            <p:nvPr/>
          </p:nvSpPr>
          <p:spPr>
            <a:xfrm>
              <a:off x="1485900" y="41529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5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Systems and architecture</a:t>
              </a:r>
              <a:endPara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1" name="node01.groups.slot-002.lanes.slot-001.sub"/>
            <p:cNvSpPr/>
            <p:nvPr/>
          </p:nvSpPr>
          <p:spPr>
            <a:xfrm>
              <a:off x="1485900" y="43815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14 business units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2" name="node01.groups.slot-002.lanes.slot-001.separator"/>
            <p:cNvSpPr/>
            <p:nvPr/>
          </p:nvSpPr>
          <p:spPr>
            <a:xfrm>
              <a:off x="723900" y="46418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60" name="node01.groups.slot-002.lanes.slot-001.items.slot-001"/>
            <p:cNvGrpSpPr/>
            <p:nvPr/>
          </p:nvGrpSpPr>
          <p:grpSpPr>
            <a:xfrm>
              <a:off x="4667250" y="4279900"/>
              <a:ext cx="1943100" cy="279400"/>
              <a:chOff x="4667250" y="4279900"/>
              <a:chExt cx="1943100" cy="279400"/>
            </a:xfrm>
          </p:grpSpPr>
          <p:sp>
            <p:nvSpPr>
              <p:cNvPr id="103" name="node01.groups.slot-002.lanes.slot-001.items.slot-001.segment-0"/>
              <p:cNvSpPr/>
              <p:nvPr/>
            </p:nvSpPr>
            <p:spPr>
              <a:xfrm>
                <a:off x="4667250" y="4279900"/>
                <a:ext cx="19431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4" name="node01.groups.slot-002.lanes.slot-001.items.slot-001.label"/>
              <p:cNvSpPr/>
              <p:nvPr/>
            </p:nvSpPr>
            <p:spPr>
              <a:xfrm>
                <a:off x="4756150" y="4305300"/>
                <a:ext cx="135731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Systems inventory</a:t>
                </a:r>
                <a:endPara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61" name="node01.groups.slot-002.lanes.slot-001.items.slot-002"/>
            <p:cNvGrpSpPr/>
            <p:nvPr/>
          </p:nvGrpSpPr>
          <p:grpSpPr>
            <a:xfrm>
              <a:off x="6610350" y="4279900"/>
              <a:ext cx="971550" cy="279400"/>
              <a:chOff x="6610350" y="4279900"/>
              <a:chExt cx="971550" cy="279400"/>
            </a:xfrm>
          </p:grpSpPr>
          <p:sp>
            <p:nvSpPr>
              <p:cNvPr id="105" name="node01.groups.slot-002.lanes.slot-001.items.slot-002.segment-0"/>
              <p:cNvSpPr/>
              <p:nvPr/>
            </p:nvSpPr>
            <p:spPr>
              <a:xfrm>
                <a:off x="6610350" y="4279900"/>
                <a:ext cx="9715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6" name="node01.groups.slot-002.lanes.slot-001.items.slot-002.label"/>
              <p:cNvSpPr/>
              <p:nvPr/>
            </p:nvSpPr>
            <p:spPr>
              <a:xfrm>
                <a:off x="6699250" y="4305300"/>
                <a:ext cx="6477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Profiling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62" name="node01.groups.slot-002.lanes.slot-001.items.slot-003"/>
            <p:cNvGrpSpPr/>
            <p:nvPr/>
          </p:nvGrpSpPr>
          <p:grpSpPr>
            <a:xfrm>
              <a:off x="7581900" y="4279900"/>
              <a:ext cx="2914650" cy="279400"/>
              <a:chOff x="7581900" y="4279900"/>
              <a:chExt cx="2914650" cy="279400"/>
            </a:xfrm>
          </p:grpSpPr>
          <p:sp>
            <p:nvSpPr>
              <p:cNvPr id="107" name="node01.groups.slot-002.lanes.slot-001.items.slot-003.segment-0.fill"/>
              <p:cNvSpPr/>
              <p:nvPr/>
            </p:nvSpPr>
            <p:spPr>
              <a:xfrm>
                <a:off x="7581900" y="4279900"/>
                <a:ext cx="97155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8" name="node01.groups.slot-002.lanes.slot-001.items.slot-003.segment-0.hatch-1"/>
              <p:cNvSpPr/>
              <p:nvPr/>
            </p:nvSpPr>
            <p:spPr>
              <a:xfrm>
                <a:off x="7581900" y="4279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09" name="node01.groups.slot-002.lanes.slot-001.items.slot-003.segment-0.hatch-2"/>
              <p:cNvSpPr/>
              <p:nvPr/>
            </p:nvSpPr>
            <p:spPr>
              <a:xfrm>
                <a:off x="7581900" y="42799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52400"/>
                    </a:moveTo>
                    <a:lnTo>
                      <a:pt x="152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0" name="node01.groups.slot-002.lanes.slot-001.items.slot-003.segment-0.hatch-3"/>
              <p:cNvSpPr/>
              <p:nvPr/>
            </p:nvSpPr>
            <p:spPr>
              <a:xfrm>
                <a:off x="7581900" y="42799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1" name="node01.groups.slot-002.lanes.slot-001.items.slot-003.segment-0.hatch-4"/>
              <p:cNvSpPr/>
              <p:nvPr/>
            </p:nvSpPr>
            <p:spPr>
              <a:xfrm>
                <a:off x="76073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2" name="node01.groups.slot-002.lanes.slot-001.items.slot-003.segment-0.hatch-5"/>
              <p:cNvSpPr/>
              <p:nvPr/>
            </p:nvSpPr>
            <p:spPr>
              <a:xfrm>
                <a:off x="76835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3" name="node01.groups.slot-002.lanes.slot-001.items.slot-003.segment-0.hatch-6"/>
              <p:cNvSpPr/>
              <p:nvPr/>
            </p:nvSpPr>
            <p:spPr>
              <a:xfrm>
                <a:off x="77597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4" name="node01.groups.slot-002.lanes.slot-001.items.slot-003.segment-0.hatch-7"/>
              <p:cNvSpPr/>
              <p:nvPr/>
            </p:nvSpPr>
            <p:spPr>
              <a:xfrm>
                <a:off x="78359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5" name="node01.groups.slot-002.lanes.slot-001.items.slot-003.segment-0.hatch-8"/>
              <p:cNvSpPr/>
              <p:nvPr/>
            </p:nvSpPr>
            <p:spPr>
              <a:xfrm>
                <a:off x="79121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6" name="node01.groups.slot-002.lanes.slot-001.items.slot-003.segment-0.hatch-9"/>
              <p:cNvSpPr/>
              <p:nvPr/>
            </p:nvSpPr>
            <p:spPr>
              <a:xfrm>
                <a:off x="79883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7" name="node01.groups.slot-002.lanes.slot-001.items.slot-003.segment-0.hatch-10"/>
              <p:cNvSpPr/>
              <p:nvPr/>
            </p:nvSpPr>
            <p:spPr>
              <a:xfrm>
                <a:off x="80645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8" name="node01.groups.slot-002.lanes.slot-001.items.slot-003.segment-0.hatch-11"/>
              <p:cNvSpPr/>
              <p:nvPr/>
            </p:nvSpPr>
            <p:spPr>
              <a:xfrm>
                <a:off x="81407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19" name="node01.groups.slot-002.lanes.slot-001.items.slot-003.segment-0.hatch-12"/>
              <p:cNvSpPr/>
              <p:nvPr/>
            </p:nvSpPr>
            <p:spPr>
              <a:xfrm>
                <a:off x="8216900" y="427990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2794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0" name="node01.groups.slot-002.lanes.slot-001.items.slot-003.segment-0.hatch-13"/>
              <p:cNvSpPr/>
              <p:nvPr/>
            </p:nvSpPr>
            <p:spPr>
              <a:xfrm>
                <a:off x="8293100" y="4298950"/>
                <a:ext cx="26035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260350" h="260350">
                    <a:moveTo>
                      <a:pt x="0" y="260350"/>
                    </a:moveTo>
                    <a:lnTo>
                      <a:pt x="2603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1" name="node01.groups.slot-002.lanes.slot-001.items.slot-003.segment-0.hatch-14"/>
              <p:cNvSpPr/>
              <p:nvPr/>
            </p:nvSpPr>
            <p:spPr>
              <a:xfrm>
                <a:off x="8369300" y="4375150"/>
                <a:ext cx="1841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184150" h="184150">
                    <a:moveTo>
                      <a:pt x="0" y="184150"/>
                    </a:moveTo>
                    <a:lnTo>
                      <a:pt x="1841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2" name="node01.groups.slot-002.lanes.slot-001.items.slot-003.segment-0.hatch-15"/>
              <p:cNvSpPr/>
              <p:nvPr/>
            </p:nvSpPr>
            <p:spPr>
              <a:xfrm>
                <a:off x="8445500" y="445135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107950"/>
                    </a:moveTo>
                    <a:lnTo>
                      <a:pt x="1079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3" name="node01.groups.slot-002.lanes.slot-001.items.slot-003.segment-0.hatch-16"/>
              <p:cNvSpPr/>
              <p:nvPr/>
            </p:nvSpPr>
            <p:spPr>
              <a:xfrm>
                <a:off x="8521700" y="45275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31750"/>
                    </a:moveTo>
                    <a:lnTo>
                      <a:pt x="3175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4" name="node01.groups.slot-002.lanes.slot-001.items.slot-003.segment-1"/>
              <p:cNvSpPr/>
              <p:nvPr/>
            </p:nvSpPr>
            <p:spPr>
              <a:xfrm>
                <a:off x="8553450" y="4279900"/>
                <a:ext cx="19431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25" name="node01.groups.slot-002.lanes.slot-001.items.slot-003.label"/>
              <p:cNvSpPr/>
              <p:nvPr/>
            </p:nvSpPr>
            <p:spPr>
              <a:xfrm>
                <a:off x="8642350" y="4305300"/>
                <a:ext cx="141446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Target architecture</a:t>
                </a:r>
                <a:endPara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sp>
          <p:nvSpPr>
            <p:cNvPr id="126" name="node01.groups.slot-003.tab"/>
            <p:cNvSpPr/>
            <p:nvPr/>
          </p:nvSpPr>
          <p:spPr>
            <a:xfrm>
              <a:off x="723900" y="4686300"/>
              <a:ext cx="304800" cy="4572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27" name="node01.groups.slot-003.label"/>
            <p:cNvSpPr/>
            <p:nvPr/>
          </p:nvSpPr>
          <p:spPr>
            <a:xfrm rot="-5400000">
              <a:off x="647700" y="48387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CHANGE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163" name="node01.groups.slot-003.lanes.slot-001.icon"/>
            <p:cNvGrpSpPr/>
            <p:nvPr/>
          </p:nvGrpSpPr>
          <p:grpSpPr>
            <a:xfrm>
              <a:off x="1143000" y="4800600"/>
              <a:ext cx="228600" cy="228600"/>
              <a:chOff x="1143000" y="4800600"/>
              <a:chExt cx="228600" cy="228600"/>
            </a:xfrm>
          </p:grpSpPr>
          <p:pic>
            <p:nvPicPr>
              <p:cNvPr id="128" name="node01.groups.slot-003.lanes.slot-001.icon.image" descr="icon/people-group/navy; canonical SHA256=93749ca3a1865c70fa8ef4e6af25b5b5e5690db6c432899be8d639643f40d1d7">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43000" y="48006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29" name="node01.groups.slot-003.lanes.slot-001.title"/>
            <p:cNvSpPr/>
            <p:nvPr/>
          </p:nvSpPr>
          <p:spPr>
            <a:xfrm>
              <a:off x="1485900" y="46863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5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Stakeholder engagement</a:t>
              </a:r>
              <a:endPara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0" name="node01.groups.slot-003.lanes.slot-001.sub"/>
            <p:cNvSpPr/>
            <p:nvPr/>
          </p:nvSpPr>
          <p:spPr>
            <a:xfrm>
              <a:off x="1485900" y="4914900"/>
              <a:ext cx="2095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Steering, working sessions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1" name="node01.groups.slot-003.lanes.slot-001.separator"/>
            <p:cNvSpPr/>
            <p:nvPr/>
          </p:nvSpPr>
          <p:spPr>
            <a:xfrm>
              <a:off x="723900" y="51752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64" name="node01.groups.slot-003.lanes.slot-001.items.slot-001"/>
            <p:cNvGrpSpPr/>
            <p:nvPr/>
          </p:nvGrpSpPr>
          <p:grpSpPr>
            <a:xfrm>
              <a:off x="3703955" y="4838700"/>
              <a:ext cx="781050" cy="228600"/>
              <a:chOff x="3703955" y="4838700"/>
              <a:chExt cx="781050" cy="228600"/>
            </a:xfrm>
          </p:grpSpPr>
          <p:sp>
            <p:nvSpPr>
              <p:cNvPr id="132" name="node01.groups.slot-003.lanes.slot-001.items.slot-001.marker"/>
              <p:cNvSpPr/>
              <p:nvPr/>
            </p:nvSpPr>
            <p:spPr>
              <a:xfrm>
                <a:off x="3703955" y="4864100"/>
                <a:ext cx="177800" cy="177800"/>
              </a:xfrm>
              <a:prstGeom prst="star5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133" name="node01.groups.slot-003.lanes.slot-001.items.slot-001.label"/>
              <p:cNvSpPr/>
              <p:nvPr/>
            </p:nvSpPr>
            <p:spPr>
              <a:xfrm>
                <a:off x="3932555" y="4838700"/>
                <a:ext cx="5524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Kickoff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65" name="node01.groups.slot-003.lanes.slot-001.items.slot-002"/>
            <p:cNvGrpSpPr/>
            <p:nvPr/>
          </p:nvGrpSpPr>
          <p:grpSpPr>
            <a:xfrm>
              <a:off x="4667250" y="4813300"/>
              <a:ext cx="6800850" cy="279400"/>
              <a:chOff x="4667250" y="4813300"/>
              <a:chExt cx="6800850" cy="279400"/>
            </a:xfrm>
          </p:grpSpPr>
          <p:sp>
            <p:nvSpPr>
              <p:cNvPr id="134" name="node01.groups.slot-003.lanes.slot-001.items.slot-002.segment-0"/>
              <p:cNvSpPr/>
              <p:nvPr/>
            </p:nvSpPr>
            <p:spPr>
              <a:xfrm>
                <a:off x="4667250" y="4813300"/>
                <a:ext cx="68008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5" name="node01.groups.slot-003.lanes.slot-001.items.slot-002.label"/>
              <p:cNvSpPr/>
              <p:nvPr/>
            </p:nvSpPr>
            <p:spPr>
              <a:xfrm>
                <a:off x="4756150" y="4838700"/>
                <a:ext cx="18256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Weekly working sessions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66" name="node01.legend"/>
            <p:cNvGrpSpPr/>
            <p:nvPr/>
          </p:nvGrpSpPr>
          <p:grpSpPr>
            <a:xfrm>
              <a:off x="723900" y="5300133"/>
              <a:ext cx="6555846" cy="152400"/>
              <a:chOff x="723900" y="5300133"/>
              <a:chExt cx="6555846" cy="152400"/>
            </a:xfrm>
          </p:grpSpPr>
          <p:sp>
            <p:nvSpPr>
              <p:cNvPr id="136" name="node01.legend.items.kind-core.swatch"/>
              <p:cNvSpPr/>
              <p:nvPr/>
            </p:nvSpPr>
            <p:spPr>
              <a:xfrm>
                <a:off x="723900" y="5334000"/>
                <a:ext cx="84667" cy="84667"/>
              </a:xfrm>
              <a:prstGeom prst="rect">
                <a:avLst/>
              </a:prstGeom>
              <a:solidFill>
                <a:srgbClr val="070154"/>
              </a:solidFill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7" name="node01.legend.items.kind-core.text"/>
              <p:cNvSpPr/>
              <p:nvPr/>
            </p:nvSpPr>
            <p:spPr>
              <a:xfrm>
                <a:off x="884767" y="5300133"/>
                <a:ext cx="612775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8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Core activity</a:t>
                </a:r>
                <a:endParaRPr lang="en-US" sz="8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38" name="node01.legend.items.kind-support.swatch"/>
              <p:cNvSpPr/>
              <p:nvPr/>
            </p:nvSpPr>
            <p:spPr>
              <a:xfrm>
                <a:off x="1649942" y="5334000"/>
                <a:ext cx="84667" cy="84667"/>
              </a:xfrm>
              <a:prstGeom prst="rect">
                <a:avLst/>
              </a:prstGeom>
              <a:solidFill>
                <a:srgbClr val="CED7E6"/>
              </a:solidFill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39" name="node01.legend.items.kind-support.text"/>
              <p:cNvSpPr/>
              <p:nvPr/>
            </p:nvSpPr>
            <p:spPr>
              <a:xfrm>
                <a:off x="1810808" y="5300133"/>
                <a:ext cx="898525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8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Supporting activity</a:t>
                </a:r>
                <a:endParaRPr lang="en-US" sz="8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0" name="node01.legend.items.hatch.swatch.fill"/>
              <p:cNvSpPr/>
              <p:nvPr/>
            </p:nvSpPr>
            <p:spPr>
              <a:xfrm>
                <a:off x="2861733" y="5334000"/>
                <a:ext cx="152400" cy="84667"/>
              </a:xfrm>
              <a:prstGeom prst="rect">
                <a:avLst/>
              </a:prstGeom>
              <a:solidFill>
                <a:srgbClr val="E8EEF8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1" name="node01.legend.items.hatch.swatch.hatch-1"/>
              <p:cNvSpPr/>
              <p:nvPr/>
            </p:nvSpPr>
            <p:spPr>
              <a:xfrm>
                <a:off x="2861733" y="5334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2" name="node01.legend.items.hatch.swatch.hatch-2"/>
              <p:cNvSpPr/>
              <p:nvPr/>
            </p:nvSpPr>
            <p:spPr>
              <a:xfrm>
                <a:off x="2929467" y="5334000"/>
                <a:ext cx="84667" cy="84667"/>
              </a:xfrm>
              <a:custGeom>
                <a:avLst/>
                <a:gdLst/>
                <a:ahLst/>
                <a:cxnLst/>
                <a:rect l="l" t="t" r="r" b="b"/>
                <a:pathLst>
                  <a:path w="84667" h="84667">
                    <a:moveTo>
                      <a:pt x="0" y="84667"/>
                    </a:moveTo>
                    <a:lnTo>
                      <a:pt x="84667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3" name="node01.legend.items.hatch.swatch.hatch-3"/>
              <p:cNvSpPr/>
              <p:nvPr/>
            </p:nvSpPr>
            <p:spPr>
              <a:xfrm>
                <a:off x="3005667" y="5410200"/>
                <a:ext cx="8467" cy="8467"/>
              </a:xfrm>
              <a:custGeom>
                <a:avLst/>
                <a:gdLst/>
                <a:ahLst/>
                <a:cxnLst/>
                <a:rect l="l" t="t" r="r" b="b"/>
                <a:pathLst>
                  <a:path w="8467" h="8467">
                    <a:moveTo>
                      <a:pt x="0" y="8467"/>
                    </a:moveTo>
                    <a:lnTo>
                      <a:pt x="8467" y="0"/>
                    </a:lnTo>
                  </a:path>
                </a:pathLst>
              </a:custGeom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4" name="node01.legend.items.hatch.text"/>
              <p:cNvSpPr/>
              <p:nvPr/>
            </p:nvSpPr>
            <p:spPr>
              <a:xfrm>
                <a:off x="3090333" y="5300133"/>
                <a:ext cx="1992313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8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Hatched: in progress, soft start or tentative</a:t>
                </a:r>
                <a:endParaRPr lang="en-US" sz="8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5" name="node01.legend.items.event-star.swatch"/>
              <p:cNvSpPr/>
              <p:nvPr/>
            </p:nvSpPr>
            <p:spPr>
              <a:xfrm>
                <a:off x="5235046" y="5325533"/>
                <a:ext cx="101600" cy="101600"/>
              </a:xfrm>
              <a:prstGeom prst="star5">
                <a:avLst/>
              </a:prstGeom>
              <a:solidFill>
                <a:srgbClr val="F900D3"/>
              </a:solidFill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6" name="node01.legend.items.event-star.text"/>
              <p:cNvSpPr/>
              <p:nvPr/>
            </p:nvSpPr>
            <p:spPr>
              <a:xfrm>
                <a:off x="5412846" y="5300133"/>
                <a:ext cx="511175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8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Workshop</a:t>
                </a:r>
                <a:endParaRPr lang="en-US" sz="8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7" name="node01.legend.items.event-triangle.swatch"/>
              <p:cNvSpPr/>
              <p:nvPr/>
            </p:nvSpPr>
            <p:spPr>
              <a:xfrm>
                <a:off x="6076421" y="5325533"/>
                <a:ext cx="101600" cy="101600"/>
              </a:xfrm>
              <a:prstGeom prst="triangle">
                <a:avLst/>
              </a:prstGeom>
              <a:solidFill>
                <a:srgbClr val="0047FF"/>
              </a:solidFill>
              <a:ln w="6350">
                <a:solidFill>
                  <a:srgbClr val="070154"/>
                </a:solidFill>
                <a:prstDash val="solid"/>
              </a:ln>
            </p:spPr>
          </p:sp>
          <p:sp>
            <p:nvSpPr>
              <p:cNvPr id="148" name="node01.legend.items.event-triangle.text"/>
              <p:cNvSpPr/>
              <p:nvPr/>
            </p:nvSpPr>
            <p:spPr>
              <a:xfrm>
                <a:off x="6254221" y="5300133"/>
                <a:ext cx="379413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8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Review</a:t>
                </a:r>
                <a:endParaRPr lang="en-US" sz="8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9" name="node01.legend.items.gate.swatch"/>
              <p:cNvSpPr/>
              <p:nvPr/>
            </p:nvSpPr>
            <p:spPr>
              <a:xfrm>
                <a:off x="6786033" y="5376333"/>
                <a:ext cx="1524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2400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ln w="25400">
                <a:solidFill>
                  <a:srgbClr val="070154"/>
                </a:solidFill>
                <a:prstDash val="dash"/>
              </a:ln>
            </p:spPr>
          </p:sp>
          <p:sp>
            <p:nvSpPr>
              <p:cNvPr id="150" name="node01.legend.items.gate.text"/>
              <p:cNvSpPr/>
              <p:nvPr/>
            </p:nvSpPr>
            <p:spPr>
              <a:xfrm>
                <a:off x="7014633" y="5300133"/>
                <a:ext cx="265113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8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Gate</a:t>
                </a:r>
                <a:endParaRPr lang="en-US" sz="8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roles are short at peak and one is over-resourced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CONTEXT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5240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5240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2590800"/>
            <a:ext cx="228600" cy="9906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25908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TEAM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36576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36576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COMMERCIALS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nav.section-05"/>
          <p:cNvSpPr/>
          <p:nvPr/>
        </p:nvSpPr>
        <p:spPr>
          <a:xfrm>
            <a:off x="266700" y="47244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4" name="nav.label.section-05"/>
          <p:cNvSpPr/>
          <p:nvPr/>
        </p:nvSpPr>
        <p:spPr>
          <a:xfrm>
            <a:off x="266700" y="47244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NEXT STEPS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5" name="wm.page"/>
          <p:cNvSpPr/>
          <p:nvPr/>
        </p:nvSpPr>
        <p:spPr>
          <a:xfrm>
            <a:off x="11163300" y="6400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9" name="node01"/>
          <p:cNvGrpSpPr/>
          <p:nvPr/>
        </p:nvGrpSpPr>
        <p:grpSpPr>
          <a:xfrm>
            <a:off x="723900" y="1600200"/>
            <a:ext cx="10744200" cy="3505200"/>
            <a:chOff x="723900" y="1600200"/>
            <a:chExt cx="10744200" cy="3505200"/>
          </a:xfrm>
        </p:grpSpPr>
        <p:graphicFrame>
          <p:nvGraphicFramePr>
            <p:cNvPr id="1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505200"/>
          </p:xfrm>
          <a:graphic>
            <a:graphicData uri="http://schemas.openxmlformats.org/drawingml/2006/table">
              <a:tbl>
                <a:tblPr/>
                <a:tblGrid>
                  <a:gridCol w="2743200"/>
                  <a:gridCol w="2057400"/>
                  <a:gridCol w="2286000"/>
                  <a:gridCol w="1600200"/>
                  <a:gridCol w="20574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PEAK DEMAND (FTE)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PLANNED CAPACITY (FTE)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VARIANCE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−0.5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3175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−1.0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3175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+0.5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3175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Over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7" name="node01.row.item-001.s.status-mark"/>
            <p:cNvSpPr/>
            <p:nvPr/>
          </p:nvSpPr>
          <p:spPr>
            <a:xfrm>
              <a:off x="9569450" y="2203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2.s.status-mark"/>
            <p:cNvSpPr/>
            <p:nvPr/>
          </p:nvSpPr>
          <p:spPr>
            <a:xfrm>
              <a:off x="9569450" y="2584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3.s.status-mark"/>
            <p:cNvSpPr/>
            <p:nvPr/>
          </p:nvSpPr>
          <p:spPr>
            <a:xfrm>
              <a:off x="9569450" y="2965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4.v.direction"/>
            <p:cNvSpPr/>
            <p:nvPr/>
          </p:nvSpPr>
          <p:spPr>
            <a:xfrm rot="10800000">
              <a:off x="8724900" y="3346450"/>
              <a:ext cx="88900" cy="88900"/>
            </a:xfrm>
            <a:prstGeom prst="triangle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1" name="node01.row.item-004.s.status-mark"/>
            <p:cNvSpPr/>
            <p:nvPr/>
          </p:nvSpPr>
          <p:spPr>
            <a:xfrm>
              <a:off x="9569450" y="33464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5.s.status-mark"/>
            <p:cNvSpPr/>
            <p:nvPr/>
          </p:nvSpPr>
          <p:spPr>
            <a:xfrm>
              <a:off x="9569450" y="3727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6.v.direction"/>
            <p:cNvSpPr/>
            <p:nvPr/>
          </p:nvSpPr>
          <p:spPr>
            <a:xfrm rot="10800000">
              <a:off x="8724900" y="4108450"/>
              <a:ext cx="88900" cy="88900"/>
            </a:xfrm>
            <a:prstGeom prst="triangle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4" name="node01.row.item-006.s.status-mark"/>
            <p:cNvSpPr/>
            <p:nvPr/>
          </p:nvSpPr>
          <p:spPr>
            <a:xfrm>
              <a:off x="9569450" y="41084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07.s.status-mark"/>
            <p:cNvSpPr/>
            <p:nvPr/>
          </p:nvSpPr>
          <p:spPr>
            <a:xfrm>
              <a:off x="9569450" y="4489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08.v.direction"/>
            <p:cNvSpPr/>
            <p:nvPr/>
          </p:nvSpPr>
          <p:spPr>
            <a:xfrm>
              <a:off x="8724900" y="4870450"/>
              <a:ext cx="88900" cy="88900"/>
            </a:xfrm>
            <a:prstGeom prst="triangle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7" name="node01.row.item-008.s.status-mark"/>
            <p:cNvSpPr/>
            <p:nvPr/>
          </p:nvSpPr>
          <p:spPr>
            <a:xfrm>
              <a:off x="9569450" y="48704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30" name="node02"/>
          <p:cNvGrpSpPr/>
          <p:nvPr/>
        </p:nvGrpSpPr>
        <p:grpSpPr>
          <a:xfrm>
            <a:off x="723900" y="5334000"/>
            <a:ext cx="10744200" cy="215900"/>
            <a:chOff x="723900" y="5334000"/>
            <a:chExt cx="10744200" cy="215900"/>
          </a:xfrm>
        </p:grpSpPr>
        <p:sp>
          <p:nvSpPr>
            <p:cNvPr id="28" name="node02.text"/>
            <p:cNvSpPr/>
            <p:nvPr/>
          </p:nvSpPr>
          <p:spPr>
            <a:xfrm>
              <a:off x="723900" y="53340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Net peak position: 1.5 FTE short on developers and data engineering, 0.5 FTE over on change.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firm role has a named client counterpart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7" name="node01"/>
          <p:cNvGrpSpPr/>
          <p:nvPr/>
        </p:nvGrpSpPr>
        <p:grpSpPr>
          <a:xfrm>
            <a:off x="723900" y="2286000"/>
            <a:ext cx="3429000" cy="939800"/>
            <a:chOff x="723900" y="2286000"/>
            <a:chExt cx="3429000" cy="939800"/>
          </a:xfrm>
        </p:grpSpPr>
        <p:sp>
          <p:nvSpPr>
            <p:cNvPr id="6" name="node01.source-001.bullet"/>
            <p:cNvSpPr/>
            <p:nvPr/>
          </p:nvSpPr>
          <p:spPr>
            <a:xfrm>
              <a:off x="7239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" name="node01.source-001.text"/>
            <p:cNvSpPr/>
            <p:nvPr/>
          </p:nvSpPr>
          <p:spPr>
            <a:xfrm>
              <a:off x="876300" y="2286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Counterparts hold decision rights for their area.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" name="node01.source-002.bullet"/>
            <p:cNvSpPr/>
            <p:nvPr/>
          </p:nvSpPr>
          <p:spPr>
            <a:xfrm>
              <a:off x="723900" y="262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source-002.text"/>
            <p:cNvSpPr/>
            <p:nvPr/>
          </p:nvSpPr>
          <p:spPr>
            <a:xfrm>
              <a:off x="876300" y="2540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Hours are per week at peak and fall in launch.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" name="node01.source-003.bullet"/>
            <p:cNvSpPr/>
            <p:nvPr/>
          </p:nvSpPr>
          <p:spPr>
            <a:xfrm>
              <a:off x="723900" y="288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source-003.text"/>
            <p:cNvSpPr/>
            <p:nvPr/>
          </p:nvSpPr>
          <p:spPr>
            <a:xfrm>
              <a:off x="876300" y="2794000"/>
              <a:ext cx="32766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gap in any counterpart slows the matching firm role.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2"/>
          <p:cNvGrpSpPr/>
          <p:nvPr/>
        </p:nvGrpSpPr>
        <p:grpSpPr>
          <a:xfrm>
            <a:off x="723900" y="3886200"/>
            <a:ext cx="3429000" cy="802069"/>
            <a:chOff x="723900" y="3886200"/>
            <a:chExt cx="3429000" cy="802069"/>
          </a:xfrm>
        </p:grpSpPr>
        <p:sp>
          <p:nvSpPr>
            <p:cNvPr id="12" name="node02.value"/>
            <p:cNvSpPr/>
            <p:nvPr/>
          </p:nvSpPr>
          <p:spPr>
            <a:xfrm>
              <a:off x="723900" y="38862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62 hrs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2.label"/>
            <p:cNvSpPr/>
            <p:nvPr/>
          </p:nvSpPr>
          <p:spPr>
            <a:xfrm>
              <a:off x="723900" y="44723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client time per week at peak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9" name="node03"/>
          <p:cNvGrpSpPr/>
          <p:nvPr/>
        </p:nvGrpSpPr>
        <p:grpSpPr>
          <a:xfrm>
            <a:off x="723900" y="4800600"/>
            <a:ext cx="3429000" cy="802069"/>
            <a:chOff x="723900" y="4800600"/>
            <a:chExt cx="3429000" cy="802069"/>
          </a:xfrm>
        </p:grpSpPr>
        <p:sp>
          <p:nvSpPr>
            <p:cNvPr id="14" name="node03.value"/>
            <p:cNvSpPr/>
            <p:nvPr/>
          </p:nvSpPr>
          <p:spPr>
            <a:xfrm>
              <a:off x="723900" y="48006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3.label"/>
            <p:cNvSpPr/>
            <p:nvPr/>
          </p:nvSpPr>
          <p:spPr>
            <a:xfrm>
              <a:off x="723900" y="53867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named counterparts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" name="node04"/>
          <p:cNvGrpSpPr/>
          <p:nvPr/>
        </p:nvGrpSpPr>
        <p:grpSpPr>
          <a:xfrm>
            <a:off x="4381500" y="457200"/>
            <a:ext cx="7086600" cy="5334000"/>
            <a:chOff x="4381500" y="457200"/>
            <a:chExt cx="7086600" cy="5334000"/>
          </a:xfrm>
        </p:grpSpPr>
        <p:graphicFrame>
          <p:nvGraphicFramePr>
            <p:cNvPr id="16" name="node04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457200"/>
            <a:ext cx="7086600" cy="5334000"/>
          </p:xfrm>
          <a:graphic>
            <a:graphicData uri="http://schemas.openxmlformats.org/drawingml/2006/table">
              <a:tbl>
                <a:tblPr/>
                <a:tblGrid>
                  <a:gridCol w="2362200"/>
                  <a:gridCol w="2743200"/>
                  <a:gridCol w="19812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FIRM 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CLIENT COUNTERPART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HRS PER WEEK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Executive sponsor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Product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integration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Data steward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 access SMEs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UAT coordinator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Department managers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Client commitment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Seven counterparts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team peaks at 10.8 FTE, then rolls off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1" name="node01"/>
          <p:cNvGrpSpPr/>
          <p:nvPr/>
        </p:nvGrpSpPr>
        <p:grpSpPr>
          <a:xfrm>
            <a:off x="723900" y="1600200"/>
            <a:ext cx="7543800" cy="4114800"/>
            <a:chOff x="723900" y="1600200"/>
            <a:chExt cx="7543800" cy="4114800"/>
          </a:xfrm>
        </p:grpSpPr>
        <p:sp>
          <p:nvSpPr>
            <p:cNvPr id="6" name="node01.series.source-001"/>
            <p:cNvSpPr/>
            <p:nvPr/>
          </p:nvSpPr>
          <p:spPr>
            <a:xfrm>
              <a:off x="723900" y="1600200"/>
              <a:ext cx="7543800" cy="3200400"/>
            </a:xfrm>
            <a:custGeom>
              <a:avLst/>
              <a:gdLst/>
              <a:ahLst/>
              <a:cxnLst/>
              <a:rect l="l" t="t" r="r" b="b"/>
              <a:pathLst>
                <a:path w="7543800" h="3200400">
                  <a:moveTo>
                    <a:pt x="0" y="2533650"/>
                  </a:moveTo>
                  <a:lnTo>
                    <a:pt x="31433" y="2533650"/>
                  </a:lnTo>
                  <a:lnTo>
                    <a:pt x="62865" y="2533650"/>
                  </a:lnTo>
                  <a:lnTo>
                    <a:pt x="94298" y="2533650"/>
                  </a:lnTo>
                  <a:lnTo>
                    <a:pt x="125730" y="2533650"/>
                  </a:lnTo>
                  <a:lnTo>
                    <a:pt x="157163" y="2533650"/>
                  </a:lnTo>
                  <a:lnTo>
                    <a:pt x="188595" y="2533650"/>
                  </a:lnTo>
                  <a:lnTo>
                    <a:pt x="220027" y="2533650"/>
                  </a:lnTo>
                  <a:lnTo>
                    <a:pt x="251460" y="2533650"/>
                  </a:lnTo>
                  <a:lnTo>
                    <a:pt x="282892" y="2533650"/>
                  </a:lnTo>
                  <a:lnTo>
                    <a:pt x="314325" y="2533650"/>
                  </a:lnTo>
                  <a:lnTo>
                    <a:pt x="345758" y="2533650"/>
                  </a:lnTo>
                  <a:lnTo>
                    <a:pt x="377190" y="2533650"/>
                  </a:lnTo>
                  <a:lnTo>
                    <a:pt x="408623" y="2533650"/>
                  </a:lnTo>
                  <a:lnTo>
                    <a:pt x="440055" y="2533650"/>
                  </a:lnTo>
                  <a:lnTo>
                    <a:pt x="471488" y="2533650"/>
                  </a:lnTo>
                  <a:lnTo>
                    <a:pt x="502920" y="2533650"/>
                  </a:lnTo>
                  <a:lnTo>
                    <a:pt x="534353" y="2533650"/>
                  </a:lnTo>
                  <a:lnTo>
                    <a:pt x="565785" y="2533650"/>
                  </a:lnTo>
                  <a:lnTo>
                    <a:pt x="597218" y="2533650"/>
                  </a:lnTo>
                  <a:lnTo>
                    <a:pt x="628650" y="2533650"/>
                  </a:lnTo>
                  <a:lnTo>
                    <a:pt x="660082" y="2533650"/>
                  </a:lnTo>
                  <a:lnTo>
                    <a:pt x="691515" y="2533650"/>
                  </a:lnTo>
                  <a:lnTo>
                    <a:pt x="722948" y="2533650"/>
                  </a:lnTo>
                  <a:lnTo>
                    <a:pt x="754380" y="2533650"/>
                  </a:lnTo>
                  <a:lnTo>
                    <a:pt x="785813" y="2533650"/>
                  </a:lnTo>
                  <a:lnTo>
                    <a:pt x="817245" y="2533650"/>
                  </a:lnTo>
                  <a:lnTo>
                    <a:pt x="848678" y="2533650"/>
                  </a:lnTo>
                  <a:lnTo>
                    <a:pt x="880110" y="2533650"/>
                  </a:lnTo>
                  <a:lnTo>
                    <a:pt x="911543" y="2533650"/>
                  </a:lnTo>
                  <a:lnTo>
                    <a:pt x="942975" y="2533650"/>
                  </a:lnTo>
                  <a:lnTo>
                    <a:pt x="974408" y="2533650"/>
                  </a:lnTo>
                  <a:lnTo>
                    <a:pt x="1005840" y="2533650"/>
                  </a:lnTo>
                  <a:lnTo>
                    <a:pt x="1037273" y="2533650"/>
                  </a:lnTo>
                  <a:lnTo>
                    <a:pt x="1068705" y="2533650"/>
                  </a:lnTo>
                  <a:lnTo>
                    <a:pt x="1100138" y="2533650"/>
                  </a:lnTo>
                  <a:lnTo>
                    <a:pt x="1131570" y="2533650"/>
                  </a:lnTo>
                  <a:lnTo>
                    <a:pt x="1163003" y="2533650"/>
                  </a:lnTo>
                  <a:lnTo>
                    <a:pt x="1194435" y="2533650"/>
                  </a:lnTo>
                  <a:lnTo>
                    <a:pt x="1225868" y="2533650"/>
                  </a:lnTo>
                  <a:lnTo>
                    <a:pt x="1257300" y="2533650"/>
                  </a:lnTo>
                  <a:lnTo>
                    <a:pt x="1288733" y="2533650"/>
                  </a:lnTo>
                  <a:lnTo>
                    <a:pt x="1320165" y="2533650"/>
                  </a:lnTo>
                  <a:lnTo>
                    <a:pt x="1351598" y="2533650"/>
                  </a:lnTo>
                  <a:lnTo>
                    <a:pt x="1383030" y="2533650"/>
                  </a:lnTo>
                  <a:lnTo>
                    <a:pt x="1414463" y="2533650"/>
                  </a:lnTo>
                  <a:lnTo>
                    <a:pt x="1445895" y="2533650"/>
                  </a:lnTo>
                  <a:lnTo>
                    <a:pt x="1477328" y="2533650"/>
                  </a:lnTo>
                  <a:lnTo>
                    <a:pt x="1508760" y="2533650"/>
                  </a:lnTo>
                  <a:lnTo>
                    <a:pt x="1540193" y="2533650"/>
                  </a:lnTo>
                  <a:lnTo>
                    <a:pt x="1571625" y="2533650"/>
                  </a:lnTo>
                  <a:lnTo>
                    <a:pt x="1603057" y="2533650"/>
                  </a:lnTo>
                  <a:lnTo>
                    <a:pt x="1634490" y="2533650"/>
                  </a:lnTo>
                  <a:lnTo>
                    <a:pt x="1665922" y="2533650"/>
                  </a:lnTo>
                  <a:lnTo>
                    <a:pt x="1697355" y="2533650"/>
                  </a:lnTo>
                  <a:lnTo>
                    <a:pt x="1728788" y="2533650"/>
                  </a:lnTo>
                  <a:lnTo>
                    <a:pt x="1760220" y="2533650"/>
                  </a:lnTo>
                  <a:lnTo>
                    <a:pt x="1791652" y="2533650"/>
                  </a:lnTo>
                  <a:lnTo>
                    <a:pt x="1823085" y="2533650"/>
                  </a:lnTo>
                  <a:lnTo>
                    <a:pt x="1854518" y="2533650"/>
                  </a:lnTo>
                  <a:lnTo>
                    <a:pt x="1885950" y="2533650"/>
                  </a:lnTo>
                  <a:lnTo>
                    <a:pt x="1917382" y="2533650"/>
                  </a:lnTo>
                  <a:lnTo>
                    <a:pt x="1948815" y="2533650"/>
                  </a:lnTo>
                  <a:lnTo>
                    <a:pt x="1980248" y="2533650"/>
                  </a:lnTo>
                  <a:lnTo>
                    <a:pt x="2011680" y="2533650"/>
                  </a:lnTo>
                  <a:lnTo>
                    <a:pt x="2043113" y="2533650"/>
                  </a:lnTo>
                  <a:lnTo>
                    <a:pt x="2074545" y="2533650"/>
                  </a:lnTo>
                  <a:lnTo>
                    <a:pt x="2105978" y="2533650"/>
                  </a:lnTo>
                  <a:lnTo>
                    <a:pt x="2137410" y="2533650"/>
                  </a:lnTo>
                  <a:lnTo>
                    <a:pt x="2168842" y="2533650"/>
                  </a:lnTo>
                  <a:lnTo>
                    <a:pt x="2200275" y="2533650"/>
                  </a:lnTo>
                  <a:lnTo>
                    <a:pt x="2231708" y="2533650"/>
                  </a:lnTo>
                  <a:lnTo>
                    <a:pt x="2263140" y="2533650"/>
                  </a:lnTo>
                  <a:lnTo>
                    <a:pt x="2294573" y="2533650"/>
                  </a:lnTo>
                  <a:lnTo>
                    <a:pt x="2326005" y="2533650"/>
                  </a:lnTo>
                  <a:lnTo>
                    <a:pt x="2357438" y="2533650"/>
                  </a:lnTo>
                  <a:lnTo>
                    <a:pt x="2388870" y="2533650"/>
                  </a:lnTo>
                  <a:lnTo>
                    <a:pt x="2420303" y="2533650"/>
                  </a:lnTo>
                  <a:lnTo>
                    <a:pt x="2451735" y="2533650"/>
                  </a:lnTo>
                  <a:lnTo>
                    <a:pt x="2483168" y="2533650"/>
                  </a:lnTo>
                  <a:lnTo>
                    <a:pt x="2514600" y="2533650"/>
                  </a:lnTo>
                  <a:lnTo>
                    <a:pt x="2546033" y="2533650"/>
                  </a:lnTo>
                  <a:lnTo>
                    <a:pt x="2577465" y="2533650"/>
                  </a:lnTo>
                  <a:lnTo>
                    <a:pt x="2608898" y="2533650"/>
                  </a:lnTo>
                  <a:lnTo>
                    <a:pt x="2640330" y="2533650"/>
                  </a:lnTo>
                  <a:lnTo>
                    <a:pt x="2671763" y="2533650"/>
                  </a:lnTo>
                  <a:lnTo>
                    <a:pt x="2703195" y="2533650"/>
                  </a:lnTo>
                  <a:lnTo>
                    <a:pt x="2734627" y="2533650"/>
                  </a:lnTo>
                  <a:lnTo>
                    <a:pt x="2766060" y="2533650"/>
                  </a:lnTo>
                  <a:lnTo>
                    <a:pt x="2797493" y="2533650"/>
                  </a:lnTo>
                  <a:lnTo>
                    <a:pt x="2828925" y="2533650"/>
                  </a:lnTo>
                  <a:lnTo>
                    <a:pt x="2860358" y="2533650"/>
                  </a:lnTo>
                  <a:lnTo>
                    <a:pt x="2891790" y="2533650"/>
                  </a:lnTo>
                  <a:lnTo>
                    <a:pt x="2923223" y="2533650"/>
                  </a:lnTo>
                  <a:lnTo>
                    <a:pt x="2954655" y="2533650"/>
                  </a:lnTo>
                  <a:lnTo>
                    <a:pt x="2986088" y="2533650"/>
                  </a:lnTo>
                  <a:lnTo>
                    <a:pt x="3017520" y="2533650"/>
                  </a:lnTo>
                  <a:lnTo>
                    <a:pt x="3048953" y="2533650"/>
                  </a:lnTo>
                  <a:lnTo>
                    <a:pt x="3080385" y="2533650"/>
                  </a:lnTo>
                  <a:lnTo>
                    <a:pt x="3111817" y="2533650"/>
                  </a:lnTo>
                  <a:lnTo>
                    <a:pt x="3143250" y="2533650"/>
                  </a:lnTo>
                  <a:lnTo>
                    <a:pt x="3174683" y="2533650"/>
                  </a:lnTo>
                  <a:lnTo>
                    <a:pt x="3206115" y="2533650"/>
                  </a:lnTo>
                  <a:lnTo>
                    <a:pt x="3237548" y="2533650"/>
                  </a:lnTo>
                  <a:lnTo>
                    <a:pt x="3268980" y="2533650"/>
                  </a:lnTo>
                  <a:lnTo>
                    <a:pt x="3300413" y="2533650"/>
                  </a:lnTo>
                  <a:lnTo>
                    <a:pt x="3331845" y="2533650"/>
                  </a:lnTo>
                  <a:lnTo>
                    <a:pt x="3363277" y="2533650"/>
                  </a:lnTo>
                  <a:lnTo>
                    <a:pt x="3394710" y="2533650"/>
                  </a:lnTo>
                  <a:lnTo>
                    <a:pt x="3426142" y="2533650"/>
                  </a:lnTo>
                  <a:lnTo>
                    <a:pt x="3457575" y="2533650"/>
                  </a:lnTo>
                  <a:lnTo>
                    <a:pt x="3489008" y="2533650"/>
                  </a:lnTo>
                  <a:lnTo>
                    <a:pt x="3520440" y="2533650"/>
                  </a:lnTo>
                  <a:lnTo>
                    <a:pt x="3551873" y="2533650"/>
                  </a:lnTo>
                  <a:lnTo>
                    <a:pt x="3583305" y="2533650"/>
                  </a:lnTo>
                  <a:lnTo>
                    <a:pt x="3614738" y="2533650"/>
                  </a:lnTo>
                  <a:lnTo>
                    <a:pt x="3646170" y="2533650"/>
                  </a:lnTo>
                  <a:lnTo>
                    <a:pt x="3677602" y="2533650"/>
                  </a:lnTo>
                  <a:lnTo>
                    <a:pt x="3709035" y="2533650"/>
                  </a:lnTo>
                  <a:lnTo>
                    <a:pt x="3740468" y="2533650"/>
                  </a:lnTo>
                  <a:lnTo>
                    <a:pt x="3771900" y="2533650"/>
                  </a:lnTo>
                  <a:lnTo>
                    <a:pt x="3803333" y="2533650"/>
                  </a:lnTo>
                  <a:lnTo>
                    <a:pt x="3834765" y="2533650"/>
                  </a:lnTo>
                  <a:lnTo>
                    <a:pt x="3866197" y="2533650"/>
                  </a:lnTo>
                  <a:lnTo>
                    <a:pt x="3897630" y="2533650"/>
                  </a:lnTo>
                  <a:lnTo>
                    <a:pt x="3929063" y="2533650"/>
                  </a:lnTo>
                  <a:lnTo>
                    <a:pt x="3960495" y="2533651"/>
                  </a:lnTo>
                  <a:lnTo>
                    <a:pt x="3991927" y="2533653"/>
                  </a:lnTo>
                  <a:lnTo>
                    <a:pt x="4023360" y="2533657"/>
                  </a:lnTo>
                  <a:lnTo>
                    <a:pt x="4054792" y="2533662"/>
                  </a:lnTo>
                  <a:lnTo>
                    <a:pt x="4086225" y="2533669"/>
                  </a:lnTo>
                  <a:lnTo>
                    <a:pt x="4117658" y="2533679"/>
                  </a:lnTo>
                  <a:lnTo>
                    <a:pt x="4149090" y="2533691"/>
                  </a:lnTo>
                  <a:lnTo>
                    <a:pt x="4180523" y="2533707"/>
                  </a:lnTo>
                  <a:lnTo>
                    <a:pt x="4211955" y="2533726"/>
                  </a:lnTo>
                  <a:lnTo>
                    <a:pt x="4243388" y="2533750"/>
                  </a:lnTo>
                  <a:lnTo>
                    <a:pt x="4274820" y="2533778"/>
                  </a:lnTo>
                  <a:lnTo>
                    <a:pt x="4306253" y="2533813"/>
                  </a:lnTo>
                  <a:lnTo>
                    <a:pt x="4337685" y="2533854"/>
                  </a:lnTo>
                  <a:lnTo>
                    <a:pt x="4369118" y="2533903"/>
                  </a:lnTo>
                  <a:lnTo>
                    <a:pt x="4400550" y="2533961"/>
                  </a:lnTo>
                  <a:lnTo>
                    <a:pt x="4431983" y="2534028"/>
                  </a:lnTo>
                  <a:lnTo>
                    <a:pt x="4463415" y="2534107"/>
                  </a:lnTo>
                  <a:lnTo>
                    <a:pt x="4494848" y="2534199"/>
                  </a:lnTo>
                  <a:lnTo>
                    <a:pt x="4526280" y="2534305"/>
                  </a:lnTo>
                  <a:lnTo>
                    <a:pt x="4557713" y="2534427"/>
                  </a:lnTo>
                  <a:lnTo>
                    <a:pt x="4589145" y="2534568"/>
                  </a:lnTo>
                  <a:lnTo>
                    <a:pt x="4620578" y="2534728"/>
                  </a:lnTo>
                  <a:lnTo>
                    <a:pt x="4652010" y="2534911"/>
                  </a:lnTo>
                  <a:lnTo>
                    <a:pt x="4683443" y="2535119"/>
                  </a:lnTo>
                  <a:lnTo>
                    <a:pt x="4714875" y="2535354"/>
                  </a:lnTo>
                  <a:lnTo>
                    <a:pt x="4746308" y="2535619"/>
                  </a:lnTo>
                  <a:lnTo>
                    <a:pt x="4777740" y="2535916"/>
                  </a:lnTo>
                  <a:lnTo>
                    <a:pt x="4809172" y="2536250"/>
                  </a:lnTo>
                  <a:lnTo>
                    <a:pt x="4840605" y="2536622"/>
                  </a:lnTo>
                  <a:lnTo>
                    <a:pt x="4872038" y="2537036"/>
                  </a:lnTo>
                  <a:lnTo>
                    <a:pt x="4903470" y="2537496"/>
                  </a:lnTo>
                  <a:lnTo>
                    <a:pt x="4934903" y="2538004"/>
                  </a:lnTo>
                  <a:lnTo>
                    <a:pt x="4966335" y="2538565"/>
                  </a:lnTo>
                  <a:lnTo>
                    <a:pt x="4997767" y="2539182"/>
                  </a:lnTo>
                  <a:lnTo>
                    <a:pt x="5029200" y="2539858"/>
                  </a:lnTo>
                  <a:lnTo>
                    <a:pt x="5060633" y="2540597"/>
                  </a:lnTo>
                  <a:lnTo>
                    <a:pt x="5092065" y="2541403"/>
                  </a:lnTo>
                  <a:lnTo>
                    <a:pt x="5123498" y="2542278"/>
                  </a:lnTo>
                  <a:lnTo>
                    <a:pt x="5154930" y="2543228"/>
                  </a:lnTo>
                  <a:lnTo>
                    <a:pt x="5186363" y="2544254"/>
                  </a:lnTo>
                  <a:lnTo>
                    <a:pt x="5217795" y="2545360"/>
                  </a:lnTo>
                  <a:lnTo>
                    <a:pt x="5249228" y="2546549"/>
                  </a:lnTo>
                  <a:lnTo>
                    <a:pt x="5280660" y="2547824"/>
                  </a:lnTo>
                  <a:lnTo>
                    <a:pt x="5312093" y="2549188"/>
                  </a:lnTo>
                  <a:lnTo>
                    <a:pt x="5343525" y="2550643"/>
                  </a:lnTo>
                  <a:lnTo>
                    <a:pt x="5374958" y="2552190"/>
                  </a:lnTo>
                  <a:lnTo>
                    <a:pt x="5406390" y="2553833"/>
                  </a:lnTo>
                  <a:lnTo>
                    <a:pt x="5437823" y="2555572"/>
                  </a:lnTo>
                  <a:lnTo>
                    <a:pt x="5469255" y="2557407"/>
                  </a:lnTo>
                  <a:lnTo>
                    <a:pt x="5500688" y="2559340"/>
                  </a:lnTo>
                  <a:lnTo>
                    <a:pt x="5532120" y="2561371"/>
                  </a:lnTo>
                  <a:lnTo>
                    <a:pt x="5563553" y="2563498"/>
                  </a:lnTo>
                  <a:lnTo>
                    <a:pt x="5594985" y="2565723"/>
                  </a:lnTo>
                  <a:lnTo>
                    <a:pt x="5626418" y="2568044"/>
                  </a:lnTo>
                  <a:lnTo>
                    <a:pt x="5657850" y="2570460"/>
                  </a:lnTo>
                  <a:lnTo>
                    <a:pt x="5689283" y="2572970"/>
                  </a:lnTo>
                  <a:lnTo>
                    <a:pt x="5720715" y="2575570"/>
                  </a:lnTo>
                  <a:lnTo>
                    <a:pt x="5752147" y="2578259"/>
                  </a:lnTo>
                  <a:lnTo>
                    <a:pt x="5783580" y="2581034"/>
                  </a:lnTo>
                  <a:lnTo>
                    <a:pt x="5815013" y="2583891"/>
                  </a:lnTo>
                  <a:lnTo>
                    <a:pt x="5846445" y="2586828"/>
                  </a:lnTo>
                  <a:lnTo>
                    <a:pt x="5877878" y="2589840"/>
                  </a:lnTo>
                  <a:lnTo>
                    <a:pt x="5909310" y="2592923"/>
                  </a:lnTo>
                  <a:lnTo>
                    <a:pt x="5940742" y="2596074"/>
                  </a:lnTo>
                  <a:lnTo>
                    <a:pt x="5972175" y="2599286"/>
                  </a:lnTo>
                  <a:lnTo>
                    <a:pt x="6003608" y="2602556"/>
                  </a:lnTo>
                  <a:lnTo>
                    <a:pt x="6035040" y="2605878"/>
                  </a:lnTo>
                  <a:lnTo>
                    <a:pt x="6066473" y="2609246"/>
                  </a:lnTo>
                  <a:lnTo>
                    <a:pt x="6097905" y="2612657"/>
                  </a:lnTo>
                  <a:lnTo>
                    <a:pt x="6129338" y="2616102"/>
                  </a:lnTo>
                  <a:lnTo>
                    <a:pt x="6160770" y="2619578"/>
                  </a:lnTo>
                  <a:lnTo>
                    <a:pt x="6192203" y="2623078"/>
                  </a:lnTo>
                  <a:lnTo>
                    <a:pt x="6223635" y="2626596"/>
                  </a:lnTo>
                  <a:lnTo>
                    <a:pt x="6255068" y="2630126"/>
                  </a:lnTo>
                  <a:lnTo>
                    <a:pt x="6286500" y="2633663"/>
                  </a:lnTo>
                  <a:lnTo>
                    <a:pt x="6317933" y="2637199"/>
                  </a:lnTo>
                  <a:lnTo>
                    <a:pt x="6349365" y="2640729"/>
                  </a:lnTo>
                  <a:lnTo>
                    <a:pt x="6380798" y="2644247"/>
                  </a:lnTo>
                  <a:lnTo>
                    <a:pt x="6412230" y="2647747"/>
                  </a:lnTo>
                  <a:lnTo>
                    <a:pt x="6443663" y="2651223"/>
                  </a:lnTo>
                  <a:lnTo>
                    <a:pt x="6475095" y="2654668"/>
                  </a:lnTo>
                  <a:lnTo>
                    <a:pt x="6506528" y="2658079"/>
                  </a:lnTo>
                  <a:lnTo>
                    <a:pt x="6537960" y="2661447"/>
                  </a:lnTo>
                  <a:lnTo>
                    <a:pt x="6569392" y="2664769"/>
                  </a:lnTo>
                  <a:lnTo>
                    <a:pt x="6600825" y="2668039"/>
                  </a:lnTo>
                  <a:lnTo>
                    <a:pt x="6632258" y="2671251"/>
                  </a:lnTo>
                  <a:lnTo>
                    <a:pt x="6663690" y="2674402"/>
                  </a:lnTo>
                  <a:lnTo>
                    <a:pt x="6695122" y="2677485"/>
                  </a:lnTo>
                  <a:lnTo>
                    <a:pt x="6726555" y="2680497"/>
                  </a:lnTo>
                  <a:lnTo>
                    <a:pt x="6757988" y="2683434"/>
                  </a:lnTo>
                  <a:lnTo>
                    <a:pt x="6789420" y="2686291"/>
                  </a:lnTo>
                  <a:lnTo>
                    <a:pt x="6820853" y="2689066"/>
                  </a:lnTo>
                  <a:lnTo>
                    <a:pt x="6852285" y="2691755"/>
                  </a:lnTo>
                  <a:lnTo>
                    <a:pt x="6883717" y="2694355"/>
                  </a:lnTo>
                  <a:lnTo>
                    <a:pt x="6915150" y="2696865"/>
                  </a:lnTo>
                  <a:lnTo>
                    <a:pt x="6946583" y="2699281"/>
                  </a:lnTo>
                  <a:lnTo>
                    <a:pt x="6978015" y="2701602"/>
                  </a:lnTo>
                  <a:lnTo>
                    <a:pt x="7009448" y="2703827"/>
                  </a:lnTo>
                  <a:lnTo>
                    <a:pt x="7040880" y="2705954"/>
                  </a:lnTo>
                  <a:lnTo>
                    <a:pt x="7072313" y="2707985"/>
                  </a:lnTo>
                  <a:lnTo>
                    <a:pt x="7103745" y="2709918"/>
                  </a:lnTo>
                  <a:lnTo>
                    <a:pt x="7135177" y="2711753"/>
                  </a:lnTo>
                  <a:lnTo>
                    <a:pt x="7166610" y="2713492"/>
                  </a:lnTo>
                  <a:lnTo>
                    <a:pt x="7198042" y="2715135"/>
                  </a:lnTo>
                  <a:lnTo>
                    <a:pt x="7229475" y="2716682"/>
                  </a:lnTo>
                  <a:lnTo>
                    <a:pt x="7260908" y="2718137"/>
                  </a:lnTo>
                  <a:lnTo>
                    <a:pt x="7292340" y="2719501"/>
                  </a:lnTo>
                  <a:lnTo>
                    <a:pt x="7323772" y="2720776"/>
                  </a:lnTo>
                  <a:lnTo>
                    <a:pt x="7355205" y="2721965"/>
                  </a:lnTo>
                  <a:lnTo>
                    <a:pt x="7386638" y="2723071"/>
                  </a:lnTo>
                  <a:lnTo>
                    <a:pt x="7418070" y="2724097"/>
                  </a:lnTo>
                  <a:lnTo>
                    <a:pt x="7449503" y="2725047"/>
                  </a:lnTo>
                  <a:lnTo>
                    <a:pt x="7480935" y="2725922"/>
                  </a:lnTo>
                  <a:lnTo>
                    <a:pt x="7512367" y="2726728"/>
                  </a:lnTo>
                  <a:lnTo>
                    <a:pt x="7543800" y="2727467"/>
                  </a:lnTo>
                  <a:lnTo>
                    <a:pt x="7543800" y="3200400"/>
                  </a:lnTo>
                  <a:lnTo>
                    <a:pt x="7512367" y="3200400"/>
                  </a:lnTo>
                  <a:lnTo>
                    <a:pt x="7480935" y="3200400"/>
                  </a:lnTo>
                  <a:lnTo>
                    <a:pt x="7449503" y="3200400"/>
                  </a:lnTo>
                  <a:lnTo>
                    <a:pt x="7418070" y="3200400"/>
                  </a:lnTo>
                  <a:lnTo>
                    <a:pt x="7386638" y="3200400"/>
                  </a:lnTo>
                  <a:lnTo>
                    <a:pt x="7355205" y="3200400"/>
                  </a:lnTo>
                  <a:lnTo>
                    <a:pt x="7323772" y="3200400"/>
                  </a:lnTo>
                  <a:lnTo>
                    <a:pt x="7292340" y="3200400"/>
                  </a:lnTo>
                  <a:lnTo>
                    <a:pt x="7260908" y="3200400"/>
                  </a:lnTo>
                  <a:lnTo>
                    <a:pt x="7229475" y="3200400"/>
                  </a:lnTo>
                  <a:lnTo>
                    <a:pt x="7198042" y="3200400"/>
                  </a:lnTo>
                  <a:lnTo>
                    <a:pt x="7166610" y="3200400"/>
                  </a:lnTo>
                  <a:lnTo>
                    <a:pt x="7135177" y="3200400"/>
                  </a:lnTo>
                  <a:lnTo>
                    <a:pt x="7103745" y="3200400"/>
                  </a:lnTo>
                  <a:lnTo>
                    <a:pt x="7072313" y="3200400"/>
                  </a:lnTo>
                  <a:lnTo>
                    <a:pt x="7040880" y="3200400"/>
                  </a:lnTo>
                  <a:lnTo>
                    <a:pt x="7009448" y="3200400"/>
                  </a:lnTo>
                  <a:lnTo>
                    <a:pt x="6978015" y="3200400"/>
                  </a:lnTo>
                  <a:lnTo>
                    <a:pt x="6946583" y="3200400"/>
                  </a:lnTo>
                  <a:lnTo>
                    <a:pt x="6915150" y="3200400"/>
                  </a:lnTo>
                  <a:lnTo>
                    <a:pt x="6883717" y="3200400"/>
                  </a:lnTo>
                  <a:lnTo>
                    <a:pt x="6852285" y="3200400"/>
                  </a:lnTo>
                  <a:lnTo>
                    <a:pt x="6820853" y="3200400"/>
                  </a:lnTo>
                  <a:lnTo>
                    <a:pt x="6789420" y="3200400"/>
                  </a:lnTo>
                  <a:lnTo>
                    <a:pt x="6757988" y="3200400"/>
                  </a:lnTo>
                  <a:lnTo>
                    <a:pt x="6726555" y="3200400"/>
                  </a:lnTo>
                  <a:lnTo>
                    <a:pt x="6695122" y="3200400"/>
                  </a:lnTo>
                  <a:lnTo>
                    <a:pt x="6663690" y="3200400"/>
                  </a:lnTo>
                  <a:lnTo>
                    <a:pt x="6632258" y="3200400"/>
                  </a:lnTo>
                  <a:lnTo>
                    <a:pt x="6600825" y="3200400"/>
                  </a:lnTo>
                  <a:lnTo>
                    <a:pt x="6569392" y="3200400"/>
                  </a:lnTo>
                  <a:lnTo>
                    <a:pt x="6537960" y="3200400"/>
                  </a:lnTo>
                  <a:lnTo>
                    <a:pt x="6506528" y="3200400"/>
                  </a:lnTo>
                  <a:lnTo>
                    <a:pt x="6475095" y="3200400"/>
                  </a:lnTo>
                  <a:lnTo>
                    <a:pt x="6443663" y="3200400"/>
                  </a:lnTo>
                  <a:lnTo>
                    <a:pt x="6412230" y="3200400"/>
                  </a:lnTo>
                  <a:lnTo>
                    <a:pt x="6380798" y="3200400"/>
                  </a:lnTo>
                  <a:lnTo>
                    <a:pt x="6349365" y="3200400"/>
                  </a:lnTo>
                  <a:lnTo>
                    <a:pt x="6317933" y="3200400"/>
                  </a:lnTo>
                  <a:lnTo>
                    <a:pt x="6286500" y="3200400"/>
                  </a:lnTo>
                  <a:lnTo>
                    <a:pt x="6255068" y="3200400"/>
                  </a:lnTo>
                  <a:lnTo>
                    <a:pt x="6223635" y="3200400"/>
                  </a:lnTo>
                  <a:lnTo>
                    <a:pt x="6192203" y="3200400"/>
                  </a:lnTo>
                  <a:lnTo>
                    <a:pt x="6160770" y="3200400"/>
                  </a:lnTo>
                  <a:lnTo>
                    <a:pt x="6129338" y="3200400"/>
                  </a:lnTo>
                  <a:lnTo>
                    <a:pt x="6097905" y="3200400"/>
                  </a:lnTo>
                  <a:lnTo>
                    <a:pt x="6066473" y="3200400"/>
                  </a:lnTo>
                  <a:lnTo>
                    <a:pt x="6035040" y="3200400"/>
                  </a:lnTo>
                  <a:lnTo>
                    <a:pt x="6003608" y="3200400"/>
                  </a:lnTo>
                  <a:lnTo>
                    <a:pt x="5972175" y="3200400"/>
                  </a:lnTo>
                  <a:lnTo>
                    <a:pt x="5940742" y="3200400"/>
                  </a:lnTo>
                  <a:lnTo>
                    <a:pt x="5909310" y="3200400"/>
                  </a:lnTo>
                  <a:lnTo>
                    <a:pt x="5877878" y="3200400"/>
                  </a:lnTo>
                  <a:lnTo>
                    <a:pt x="5846445" y="3200400"/>
                  </a:lnTo>
                  <a:lnTo>
                    <a:pt x="5815013" y="3200400"/>
                  </a:lnTo>
                  <a:lnTo>
                    <a:pt x="5783580" y="3200400"/>
                  </a:lnTo>
                  <a:lnTo>
                    <a:pt x="5752147" y="3200400"/>
                  </a:lnTo>
                  <a:lnTo>
                    <a:pt x="5720715" y="3200400"/>
                  </a:lnTo>
                  <a:lnTo>
                    <a:pt x="5689283" y="3200400"/>
                  </a:lnTo>
                  <a:lnTo>
                    <a:pt x="5657850" y="3200400"/>
                  </a:lnTo>
                  <a:lnTo>
                    <a:pt x="5626418" y="3200400"/>
                  </a:lnTo>
                  <a:lnTo>
                    <a:pt x="5594985" y="3200400"/>
                  </a:lnTo>
                  <a:lnTo>
                    <a:pt x="5563553" y="3200400"/>
                  </a:lnTo>
                  <a:lnTo>
                    <a:pt x="5532120" y="3200400"/>
                  </a:lnTo>
                  <a:lnTo>
                    <a:pt x="5500688" y="3200400"/>
                  </a:lnTo>
                  <a:lnTo>
                    <a:pt x="5469255" y="3200400"/>
                  </a:lnTo>
                  <a:lnTo>
                    <a:pt x="5437823" y="3200400"/>
                  </a:lnTo>
                  <a:lnTo>
                    <a:pt x="5406390" y="3200400"/>
                  </a:lnTo>
                  <a:lnTo>
                    <a:pt x="5374958" y="3200400"/>
                  </a:lnTo>
                  <a:lnTo>
                    <a:pt x="5343525" y="3200400"/>
                  </a:lnTo>
                  <a:lnTo>
                    <a:pt x="5312093" y="3200400"/>
                  </a:lnTo>
                  <a:lnTo>
                    <a:pt x="5280660" y="3200400"/>
                  </a:lnTo>
                  <a:lnTo>
                    <a:pt x="5249228" y="3200400"/>
                  </a:lnTo>
                  <a:lnTo>
                    <a:pt x="5217795" y="3200400"/>
                  </a:lnTo>
                  <a:lnTo>
                    <a:pt x="5186363" y="3200400"/>
                  </a:lnTo>
                  <a:lnTo>
                    <a:pt x="5154930" y="3200400"/>
                  </a:lnTo>
                  <a:lnTo>
                    <a:pt x="5123498" y="3200400"/>
                  </a:lnTo>
                  <a:lnTo>
                    <a:pt x="5092065" y="3200400"/>
                  </a:lnTo>
                  <a:lnTo>
                    <a:pt x="5060633" y="3200400"/>
                  </a:lnTo>
                  <a:lnTo>
                    <a:pt x="5029200" y="3200400"/>
                  </a:lnTo>
                  <a:lnTo>
                    <a:pt x="4997767" y="3200400"/>
                  </a:lnTo>
                  <a:lnTo>
                    <a:pt x="4966335" y="3200400"/>
                  </a:lnTo>
                  <a:lnTo>
                    <a:pt x="4934903" y="3200400"/>
                  </a:lnTo>
                  <a:lnTo>
                    <a:pt x="4903470" y="3200400"/>
                  </a:lnTo>
                  <a:lnTo>
                    <a:pt x="4872038" y="3200400"/>
                  </a:lnTo>
                  <a:lnTo>
                    <a:pt x="4840605" y="3200400"/>
                  </a:lnTo>
                  <a:lnTo>
                    <a:pt x="4809172" y="3200400"/>
                  </a:lnTo>
                  <a:lnTo>
                    <a:pt x="4777740" y="3200400"/>
                  </a:lnTo>
                  <a:lnTo>
                    <a:pt x="4746308" y="3200400"/>
                  </a:lnTo>
                  <a:lnTo>
                    <a:pt x="4714875" y="3200400"/>
                  </a:lnTo>
                  <a:lnTo>
                    <a:pt x="4683443" y="3200400"/>
                  </a:lnTo>
                  <a:lnTo>
                    <a:pt x="4652010" y="3200400"/>
                  </a:lnTo>
                  <a:lnTo>
                    <a:pt x="4620578" y="3200400"/>
                  </a:lnTo>
                  <a:lnTo>
                    <a:pt x="4589145" y="3200400"/>
                  </a:lnTo>
                  <a:lnTo>
                    <a:pt x="4557713" y="3200400"/>
                  </a:lnTo>
                  <a:lnTo>
                    <a:pt x="4526280" y="3200400"/>
                  </a:lnTo>
                  <a:lnTo>
                    <a:pt x="4494848" y="3200400"/>
                  </a:lnTo>
                  <a:lnTo>
                    <a:pt x="4463415" y="3200400"/>
                  </a:lnTo>
                  <a:lnTo>
                    <a:pt x="4431983" y="3200400"/>
                  </a:lnTo>
                  <a:lnTo>
                    <a:pt x="4400550" y="3200400"/>
                  </a:lnTo>
                  <a:lnTo>
                    <a:pt x="4369118" y="3200400"/>
                  </a:lnTo>
                  <a:lnTo>
                    <a:pt x="4337685" y="3200400"/>
                  </a:lnTo>
                  <a:lnTo>
                    <a:pt x="4306253" y="3200400"/>
                  </a:lnTo>
                  <a:lnTo>
                    <a:pt x="4274820" y="3200400"/>
                  </a:lnTo>
                  <a:lnTo>
                    <a:pt x="4243388" y="3200400"/>
                  </a:lnTo>
                  <a:lnTo>
                    <a:pt x="4211955" y="3200400"/>
                  </a:lnTo>
                  <a:lnTo>
                    <a:pt x="4180523" y="3200400"/>
                  </a:lnTo>
                  <a:lnTo>
                    <a:pt x="4149090" y="3200400"/>
                  </a:lnTo>
                  <a:lnTo>
                    <a:pt x="4117658" y="3200400"/>
                  </a:lnTo>
                  <a:lnTo>
                    <a:pt x="4086225" y="3200400"/>
                  </a:lnTo>
                  <a:lnTo>
                    <a:pt x="4054792" y="3200400"/>
                  </a:lnTo>
                  <a:lnTo>
                    <a:pt x="4023360" y="3200400"/>
                  </a:lnTo>
                  <a:lnTo>
                    <a:pt x="3991927" y="3200400"/>
                  </a:lnTo>
                  <a:lnTo>
                    <a:pt x="3960495" y="3200400"/>
                  </a:lnTo>
                  <a:lnTo>
                    <a:pt x="3929063" y="3200400"/>
                  </a:lnTo>
                  <a:lnTo>
                    <a:pt x="3897630" y="3200400"/>
                  </a:lnTo>
                  <a:lnTo>
                    <a:pt x="3866197" y="3200400"/>
                  </a:lnTo>
                  <a:lnTo>
                    <a:pt x="3834765" y="3200400"/>
                  </a:lnTo>
                  <a:lnTo>
                    <a:pt x="3803333" y="3200400"/>
                  </a:lnTo>
                  <a:lnTo>
                    <a:pt x="3771900" y="3200400"/>
                  </a:lnTo>
                  <a:lnTo>
                    <a:pt x="3740468" y="3200400"/>
                  </a:lnTo>
                  <a:lnTo>
                    <a:pt x="3709035" y="3200400"/>
                  </a:lnTo>
                  <a:lnTo>
                    <a:pt x="3677602" y="3200400"/>
                  </a:lnTo>
                  <a:lnTo>
                    <a:pt x="3646170" y="3200400"/>
                  </a:lnTo>
                  <a:lnTo>
                    <a:pt x="3614738" y="3200400"/>
                  </a:lnTo>
                  <a:lnTo>
                    <a:pt x="3583305" y="3200400"/>
                  </a:lnTo>
                  <a:lnTo>
                    <a:pt x="3551873" y="3200400"/>
                  </a:lnTo>
                  <a:lnTo>
                    <a:pt x="3520440" y="3200400"/>
                  </a:lnTo>
                  <a:lnTo>
                    <a:pt x="3489008" y="3200400"/>
                  </a:lnTo>
                  <a:lnTo>
                    <a:pt x="3457575" y="3200400"/>
                  </a:lnTo>
                  <a:lnTo>
                    <a:pt x="3426142" y="3200400"/>
                  </a:lnTo>
                  <a:lnTo>
                    <a:pt x="3394710" y="3200400"/>
                  </a:lnTo>
                  <a:lnTo>
                    <a:pt x="3363277" y="3200400"/>
                  </a:lnTo>
                  <a:lnTo>
                    <a:pt x="3331845" y="3200400"/>
                  </a:lnTo>
                  <a:lnTo>
                    <a:pt x="3300413" y="3200400"/>
                  </a:lnTo>
                  <a:lnTo>
                    <a:pt x="3268980" y="3200400"/>
                  </a:lnTo>
                  <a:lnTo>
                    <a:pt x="3237548" y="3200400"/>
                  </a:lnTo>
                  <a:lnTo>
                    <a:pt x="3206115" y="3200400"/>
                  </a:lnTo>
                  <a:lnTo>
                    <a:pt x="3174683" y="3200400"/>
                  </a:lnTo>
                  <a:lnTo>
                    <a:pt x="3143250" y="3200400"/>
                  </a:lnTo>
                  <a:lnTo>
                    <a:pt x="3111817" y="3200400"/>
                  </a:lnTo>
                  <a:lnTo>
                    <a:pt x="3080385" y="3200400"/>
                  </a:lnTo>
                  <a:lnTo>
                    <a:pt x="3048953" y="3200400"/>
                  </a:lnTo>
                  <a:lnTo>
                    <a:pt x="3017520" y="3200400"/>
                  </a:lnTo>
                  <a:lnTo>
                    <a:pt x="2986088" y="3200400"/>
                  </a:lnTo>
                  <a:lnTo>
                    <a:pt x="2954655" y="3200400"/>
                  </a:lnTo>
                  <a:lnTo>
                    <a:pt x="2923223" y="3200400"/>
                  </a:lnTo>
                  <a:lnTo>
                    <a:pt x="2891790" y="3200400"/>
                  </a:lnTo>
                  <a:lnTo>
                    <a:pt x="2860358" y="3200400"/>
                  </a:lnTo>
                  <a:lnTo>
                    <a:pt x="2828925" y="3200400"/>
                  </a:lnTo>
                  <a:lnTo>
                    <a:pt x="2797493" y="3200400"/>
                  </a:lnTo>
                  <a:lnTo>
                    <a:pt x="2766060" y="3200400"/>
                  </a:lnTo>
                  <a:lnTo>
                    <a:pt x="2734627" y="3200400"/>
                  </a:lnTo>
                  <a:lnTo>
                    <a:pt x="2703195" y="3200400"/>
                  </a:lnTo>
                  <a:lnTo>
                    <a:pt x="2671763" y="3200400"/>
                  </a:lnTo>
                  <a:lnTo>
                    <a:pt x="2640330" y="3200400"/>
                  </a:lnTo>
                  <a:lnTo>
                    <a:pt x="2608898" y="3200400"/>
                  </a:lnTo>
                  <a:lnTo>
                    <a:pt x="2577465" y="3200400"/>
                  </a:lnTo>
                  <a:lnTo>
                    <a:pt x="2546033" y="3200400"/>
                  </a:lnTo>
                  <a:lnTo>
                    <a:pt x="2514600" y="3200400"/>
                  </a:lnTo>
                  <a:lnTo>
                    <a:pt x="2483168" y="3200400"/>
                  </a:lnTo>
                  <a:lnTo>
                    <a:pt x="2451735" y="3200400"/>
                  </a:lnTo>
                  <a:lnTo>
                    <a:pt x="2420303" y="3200400"/>
                  </a:lnTo>
                  <a:lnTo>
                    <a:pt x="2388870" y="3200400"/>
                  </a:lnTo>
                  <a:lnTo>
                    <a:pt x="2357438" y="3200400"/>
                  </a:lnTo>
                  <a:lnTo>
                    <a:pt x="2326005" y="3200400"/>
                  </a:lnTo>
                  <a:lnTo>
                    <a:pt x="2294573" y="3200400"/>
                  </a:lnTo>
                  <a:lnTo>
                    <a:pt x="2263140" y="3200400"/>
                  </a:lnTo>
                  <a:lnTo>
                    <a:pt x="2231708" y="3200400"/>
                  </a:lnTo>
                  <a:lnTo>
                    <a:pt x="2200275" y="3200400"/>
                  </a:lnTo>
                  <a:lnTo>
                    <a:pt x="2168842" y="3200400"/>
                  </a:lnTo>
                  <a:lnTo>
                    <a:pt x="2137410" y="3200400"/>
                  </a:lnTo>
                  <a:lnTo>
                    <a:pt x="2105978" y="3200400"/>
                  </a:lnTo>
                  <a:lnTo>
                    <a:pt x="2074545" y="3200400"/>
                  </a:lnTo>
                  <a:lnTo>
                    <a:pt x="2043113" y="3200400"/>
                  </a:lnTo>
                  <a:lnTo>
                    <a:pt x="2011680" y="3200400"/>
                  </a:lnTo>
                  <a:lnTo>
                    <a:pt x="1980248" y="3200400"/>
                  </a:lnTo>
                  <a:lnTo>
                    <a:pt x="1948815" y="3200400"/>
                  </a:lnTo>
                  <a:lnTo>
                    <a:pt x="1917382" y="3200400"/>
                  </a:lnTo>
                  <a:lnTo>
                    <a:pt x="1885950" y="3200400"/>
                  </a:lnTo>
                  <a:lnTo>
                    <a:pt x="1854518" y="3200400"/>
                  </a:lnTo>
                  <a:lnTo>
                    <a:pt x="1823085" y="3200400"/>
                  </a:lnTo>
                  <a:lnTo>
                    <a:pt x="1791652" y="3200400"/>
                  </a:lnTo>
                  <a:lnTo>
                    <a:pt x="1760220" y="3200400"/>
                  </a:lnTo>
                  <a:lnTo>
                    <a:pt x="1728788" y="3200400"/>
                  </a:lnTo>
                  <a:lnTo>
                    <a:pt x="1697355" y="3200400"/>
                  </a:lnTo>
                  <a:lnTo>
                    <a:pt x="1665922" y="3200400"/>
                  </a:lnTo>
                  <a:lnTo>
                    <a:pt x="1634490" y="3200400"/>
                  </a:lnTo>
                  <a:lnTo>
                    <a:pt x="1603057" y="3200400"/>
                  </a:lnTo>
                  <a:lnTo>
                    <a:pt x="1571625" y="3200400"/>
                  </a:lnTo>
                  <a:lnTo>
                    <a:pt x="1540193" y="3200400"/>
                  </a:lnTo>
                  <a:lnTo>
                    <a:pt x="1508760" y="3200400"/>
                  </a:lnTo>
                  <a:lnTo>
                    <a:pt x="1477328" y="3200400"/>
                  </a:lnTo>
                  <a:lnTo>
                    <a:pt x="1445895" y="3200400"/>
                  </a:lnTo>
                  <a:lnTo>
                    <a:pt x="1414463" y="3200400"/>
                  </a:lnTo>
                  <a:lnTo>
                    <a:pt x="1383030" y="3200400"/>
                  </a:lnTo>
                  <a:lnTo>
                    <a:pt x="1351598" y="3200400"/>
                  </a:lnTo>
                  <a:lnTo>
                    <a:pt x="1320165" y="3200400"/>
                  </a:lnTo>
                  <a:lnTo>
                    <a:pt x="1288733" y="3200400"/>
                  </a:lnTo>
                  <a:lnTo>
                    <a:pt x="1257300" y="3200400"/>
                  </a:lnTo>
                  <a:lnTo>
                    <a:pt x="1225868" y="3200400"/>
                  </a:lnTo>
                  <a:lnTo>
                    <a:pt x="1194435" y="3200400"/>
                  </a:lnTo>
                  <a:lnTo>
                    <a:pt x="1163003" y="3200400"/>
                  </a:lnTo>
                  <a:lnTo>
                    <a:pt x="1131570" y="3200400"/>
                  </a:lnTo>
                  <a:lnTo>
                    <a:pt x="1100138" y="3200400"/>
                  </a:lnTo>
                  <a:lnTo>
                    <a:pt x="1068705" y="3200400"/>
                  </a:lnTo>
                  <a:lnTo>
                    <a:pt x="1037273" y="3200400"/>
                  </a:lnTo>
                  <a:lnTo>
                    <a:pt x="1005840" y="3200400"/>
                  </a:lnTo>
                  <a:lnTo>
                    <a:pt x="974408" y="3200400"/>
                  </a:lnTo>
                  <a:lnTo>
                    <a:pt x="942975" y="3200400"/>
                  </a:lnTo>
                  <a:lnTo>
                    <a:pt x="911543" y="3200400"/>
                  </a:lnTo>
                  <a:lnTo>
                    <a:pt x="880110" y="3200400"/>
                  </a:lnTo>
                  <a:lnTo>
                    <a:pt x="848678" y="3200400"/>
                  </a:lnTo>
                  <a:lnTo>
                    <a:pt x="817245" y="3200400"/>
                  </a:lnTo>
                  <a:lnTo>
                    <a:pt x="785813" y="3200400"/>
                  </a:lnTo>
                  <a:lnTo>
                    <a:pt x="754380" y="3200400"/>
                  </a:lnTo>
                  <a:lnTo>
                    <a:pt x="722948" y="3200400"/>
                  </a:lnTo>
                  <a:lnTo>
                    <a:pt x="691515" y="3200400"/>
                  </a:lnTo>
                  <a:lnTo>
                    <a:pt x="660082" y="3200400"/>
                  </a:lnTo>
                  <a:lnTo>
                    <a:pt x="628650" y="3200400"/>
                  </a:lnTo>
                  <a:lnTo>
                    <a:pt x="597218" y="3200400"/>
                  </a:lnTo>
                  <a:lnTo>
                    <a:pt x="565785" y="3200400"/>
                  </a:lnTo>
                  <a:lnTo>
                    <a:pt x="534353" y="3200400"/>
                  </a:lnTo>
                  <a:lnTo>
                    <a:pt x="502920" y="3200400"/>
                  </a:lnTo>
                  <a:lnTo>
                    <a:pt x="471488" y="3200400"/>
                  </a:lnTo>
                  <a:lnTo>
                    <a:pt x="440055" y="3200400"/>
                  </a:lnTo>
                  <a:lnTo>
                    <a:pt x="408623" y="3200400"/>
                  </a:lnTo>
                  <a:lnTo>
                    <a:pt x="377190" y="3200400"/>
                  </a:lnTo>
                  <a:lnTo>
                    <a:pt x="345758" y="3200400"/>
                  </a:lnTo>
                  <a:lnTo>
                    <a:pt x="314325" y="3200400"/>
                  </a:lnTo>
                  <a:lnTo>
                    <a:pt x="282892" y="3200400"/>
                  </a:lnTo>
                  <a:lnTo>
                    <a:pt x="251460" y="3200400"/>
                  </a:lnTo>
                  <a:lnTo>
                    <a:pt x="220027" y="3200400"/>
                  </a:lnTo>
                  <a:lnTo>
                    <a:pt x="188595" y="3200400"/>
                  </a:lnTo>
                  <a:lnTo>
                    <a:pt x="157163" y="3200400"/>
                  </a:lnTo>
                  <a:lnTo>
                    <a:pt x="125730" y="3200400"/>
                  </a:lnTo>
                  <a:lnTo>
                    <a:pt x="94298" y="3200400"/>
                  </a:lnTo>
                  <a:lnTo>
                    <a:pt x="62865" y="3200400"/>
                  </a:lnTo>
                  <a:lnTo>
                    <a:pt x="31433" y="3200400"/>
                  </a:lnTo>
                  <a:lnTo>
                    <a:pt x="0" y="3200400"/>
                  </a:lnTo>
                  <a:close/>
                </a:path>
              </a:pathLst>
            </a:custGeom>
            <a:solidFill>
              <a:srgbClr val="CED7E6"/>
            </a:solidFill>
            <a:ln>
              <a:noFill/>
            </a:ln>
          </p:spPr>
        </p:sp>
        <p:sp>
          <p:nvSpPr>
            <p:cNvPr id="7" name="node01.series.source-002"/>
            <p:cNvSpPr/>
            <p:nvPr/>
          </p:nvSpPr>
          <p:spPr>
            <a:xfrm>
              <a:off x="723900" y="1600200"/>
              <a:ext cx="7543800" cy="3200400"/>
            </a:xfrm>
            <a:custGeom>
              <a:avLst/>
              <a:gdLst/>
              <a:ahLst/>
              <a:cxnLst/>
              <a:rect l="l" t="t" r="r" b="b"/>
              <a:pathLst>
                <a:path w="7543800" h="3200400">
                  <a:moveTo>
                    <a:pt x="0" y="2158648"/>
                  </a:moveTo>
                  <a:lnTo>
                    <a:pt x="31433" y="2150594"/>
                  </a:lnTo>
                  <a:lnTo>
                    <a:pt x="62865" y="2142212"/>
                  </a:lnTo>
                  <a:lnTo>
                    <a:pt x="94298" y="2133513"/>
                  </a:lnTo>
                  <a:lnTo>
                    <a:pt x="125730" y="2124507"/>
                  </a:lnTo>
                  <a:lnTo>
                    <a:pt x="157163" y="2115207"/>
                  </a:lnTo>
                  <a:lnTo>
                    <a:pt x="188595" y="2105630"/>
                  </a:lnTo>
                  <a:lnTo>
                    <a:pt x="220027" y="2095792"/>
                  </a:lnTo>
                  <a:lnTo>
                    <a:pt x="251460" y="2085711"/>
                  </a:lnTo>
                  <a:lnTo>
                    <a:pt x="282892" y="2075407"/>
                  </a:lnTo>
                  <a:lnTo>
                    <a:pt x="314325" y="2064902"/>
                  </a:lnTo>
                  <a:lnTo>
                    <a:pt x="345758" y="2054217"/>
                  </a:lnTo>
                  <a:lnTo>
                    <a:pt x="377190" y="2043376"/>
                  </a:lnTo>
                  <a:lnTo>
                    <a:pt x="408623" y="2032403"/>
                  </a:lnTo>
                  <a:lnTo>
                    <a:pt x="440055" y="2021323"/>
                  </a:lnTo>
                  <a:lnTo>
                    <a:pt x="471488" y="2010160"/>
                  </a:lnTo>
                  <a:lnTo>
                    <a:pt x="502920" y="1998940"/>
                  </a:lnTo>
                  <a:lnTo>
                    <a:pt x="534353" y="1987687"/>
                  </a:lnTo>
                  <a:lnTo>
                    <a:pt x="565785" y="1976427"/>
                  </a:lnTo>
                  <a:lnTo>
                    <a:pt x="597218" y="1965184"/>
                  </a:lnTo>
                  <a:lnTo>
                    <a:pt x="628650" y="1953980"/>
                  </a:lnTo>
                  <a:lnTo>
                    <a:pt x="660082" y="1942840"/>
                  </a:lnTo>
                  <a:lnTo>
                    <a:pt x="691515" y="1931783"/>
                  </a:lnTo>
                  <a:lnTo>
                    <a:pt x="722948" y="1920830"/>
                  </a:lnTo>
                  <a:lnTo>
                    <a:pt x="754380" y="1910000"/>
                  </a:lnTo>
                  <a:lnTo>
                    <a:pt x="785813" y="1899310"/>
                  </a:lnTo>
                  <a:lnTo>
                    <a:pt x="817245" y="1888775"/>
                  </a:lnTo>
                  <a:lnTo>
                    <a:pt x="848678" y="1878407"/>
                  </a:lnTo>
                  <a:lnTo>
                    <a:pt x="880110" y="1868220"/>
                  </a:lnTo>
                  <a:lnTo>
                    <a:pt x="911543" y="1858222"/>
                  </a:lnTo>
                  <a:lnTo>
                    <a:pt x="942975" y="1848418"/>
                  </a:lnTo>
                  <a:lnTo>
                    <a:pt x="974408" y="1838813"/>
                  </a:lnTo>
                  <a:lnTo>
                    <a:pt x="1005840" y="1829410"/>
                  </a:lnTo>
                  <a:lnTo>
                    <a:pt x="1037273" y="1820210"/>
                  </a:lnTo>
                  <a:lnTo>
                    <a:pt x="1068705" y="1811211"/>
                  </a:lnTo>
                  <a:lnTo>
                    <a:pt x="1100138" y="1802410"/>
                  </a:lnTo>
                  <a:lnTo>
                    <a:pt x="1131570" y="1793802"/>
                  </a:lnTo>
                  <a:lnTo>
                    <a:pt x="1163003" y="1785379"/>
                  </a:lnTo>
                  <a:lnTo>
                    <a:pt x="1194435" y="1777133"/>
                  </a:lnTo>
                  <a:lnTo>
                    <a:pt x="1225868" y="1769053"/>
                  </a:lnTo>
                  <a:lnTo>
                    <a:pt x="1257300" y="1761129"/>
                  </a:lnTo>
                  <a:lnTo>
                    <a:pt x="1288733" y="1753347"/>
                  </a:lnTo>
                  <a:lnTo>
                    <a:pt x="1320165" y="1745693"/>
                  </a:lnTo>
                  <a:lnTo>
                    <a:pt x="1351598" y="1738152"/>
                  </a:lnTo>
                  <a:lnTo>
                    <a:pt x="1383030" y="1730709"/>
                  </a:lnTo>
                  <a:lnTo>
                    <a:pt x="1414463" y="1723348"/>
                  </a:lnTo>
                  <a:lnTo>
                    <a:pt x="1445895" y="1716052"/>
                  </a:lnTo>
                  <a:lnTo>
                    <a:pt x="1477328" y="1708805"/>
                  </a:lnTo>
                  <a:lnTo>
                    <a:pt x="1508760" y="1701589"/>
                  </a:lnTo>
                  <a:lnTo>
                    <a:pt x="1540193" y="1694388"/>
                  </a:lnTo>
                  <a:lnTo>
                    <a:pt x="1571625" y="1687185"/>
                  </a:lnTo>
                  <a:lnTo>
                    <a:pt x="1603057" y="1679963"/>
                  </a:lnTo>
                  <a:lnTo>
                    <a:pt x="1634490" y="1672707"/>
                  </a:lnTo>
                  <a:lnTo>
                    <a:pt x="1665922" y="1665404"/>
                  </a:lnTo>
                  <a:lnTo>
                    <a:pt x="1697355" y="1658038"/>
                  </a:lnTo>
                  <a:lnTo>
                    <a:pt x="1728788" y="1650594"/>
                  </a:lnTo>
                  <a:lnTo>
                    <a:pt x="1760220" y="1643059"/>
                  </a:lnTo>
                  <a:lnTo>
                    <a:pt x="1791652" y="1635418"/>
                  </a:lnTo>
                  <a:lnTo>
                    <a:pt x="1823085" y="1627658"/>
                  </a:lnTo>
                  <a:lnTo>
                    <a:pt x="1854518" y="1619768"/>
                  </a:lnTo>
                  <a:lnTo>
                    <a:pt x="1885950" y="1611736"/>
                  </a:lnTo>
                  <a:lnTo>
                    <a:pt x="1917382" y="1603552"/>
                  </a:lnTo>
                  <a:lnTo>
                    <a:pt x="1948815" y="1595205"/>
                  </a:lnTo>
                  <a:lnTo>
                    <a:pt x="1980248" y="1586687"/>
                  </a:lnTo>
                  <a:lnTo>
                    <a:pt x="2011680" y="1577989"/>
                  </a:lnTo>
                  <a:lnTo>
                    <a:pt x="2043113" y="1569104"/>
                  </a:lnTo>
                  <a:lnTo>
                    <a:pt x="2074545" y="1560025"/>
                  </a:lnTo>
                  <a:lnTo>
                    <a:pt x="2105978" y="1550745"/>
                  </a:lnTo>
                  <a:lnTo>
                    <a:pt x="2137410" y="1541258"/>
                  </a:lnTo>
                  <a:lnTo>
                    <a:pt x="2168842" y="1531560"/>
                  </a:lnTo>
                  <a:lnTo>
                    <a:pt x="2200275" y="1521646"/>
                  </a:lnTo>
                  <a:lnTo>
                    <a:pt x="2231708" y="1511513"/>
                  </a:lnTo>
                  <a:lnTo>
                    <a:pt x="2263140" y="1501157"/>
                  </a:lnTo>
                  <a:lnTo>
                    <a:pt x="2294573" y="1490576"/>
                  </a:lnTo>
                  <a:lnTo>
                    <a:pt x="2326005" y="1479767"/>
                  </a:lnTo>
                  <a:lnTo>
                    <a:pt x="2357438" y="1468730"/>
                  </a:lnTo>
                  <a:lnTo>
                    <a:pt x="2388870" y="1457464"/>
                  </a:lnTo>
                  <a:lnTo>
                    <a:pt x="2420303" y="1445968"/>
                  </a:lnTo>
                  <a:lnTo>
                    <a:pt x="2451735" y="1434247"/>
                  </a:lnTo>
                  <a:lnTo>
                    <a:pt x="2483168" y="1422304"/>
                  </a:lnTo>
                  <a:lnTo>
                    <a:pt x="2514600" y="1410139"/>
                  </a:lnTo>
                  <a:lnTo>
                    <a:pt x="2546033" y="1397758"/>
                  </a:lnTo>
                  <a:lnTo>
                    <a:pt x="2577465" y="1385163"/>
                  </a:lnTo>
                  <a:lnTo>
                    <a:pt x="2608898" y="1372359"/>
                  </a:lnTo>
                  <a:lnTo>
                    <a:pt x="2640330" y="1359353"/>
                  </a:lnTo>
                  <a:lnTo>
                    <a:pt x="2671763" y="1346147"/>
                  </a:lnTo>
                  <a:lnTo>
                    <a:pt x="2703195" y="1332748"/>
                  </a:lnTo>
                  <a:lnTo>
                    <a:pt x="2734627" y="1319166"/>
                  </a:lnTo>
                  <a:lnTo>
                    <a:pt x="2766060" y="1305408"/>
                  </a:lnTo>
                  <a:lnTo>
                    <a:pt x="2797493" y="1291485"/>
                  </a:lnTo>
                  <a:lnTo>
                    <a:pt x="2828925" y="1277407"/>
                  </a:lnTo>
                  <a:lnTo>
                    <a:pt x="2860358" y="1263184"/>
                  </a:lnTo>
                  <a:lnTo>
                    <a:pt x="2891790" y="1248830"/>
                  </a:lnTo>
                  <a:lnTo>
                    <a:pt x="2923223" y="1234355"/>
                  </a:lnTo>
                  <a:lnTo>
                    <a:pt x="2954655" y="1219772"/>
                  </a:lnTo>
                  <a:lnTo>
                    <a:pt x="2986088" y="1205097"/>
                  </a:lnTo>
                  <a:lnTo>
                    <a:pt x="3017520" y="1190341"/>
                  </a:lnTo>
                  <a:lnTo>
                    <a:pt x="3048953" y="1175521"/>
                  </a:lnTo>
                  <a:lnTo>
                    <a:pt x="3080385" y="1160652"/>
                  </a:lnTo>
                  <a:lnTo>
                    <a:pt x="3111817" y="1145749"/>
                  </a:lnTo>
                  <a:lnTo>
                    <a:pt x="3143250" y="1130829"/>
                  </a:lnTo>
                  <a:lnTo>
                    <a:pt x="3174683" y="1115910"/>
                  </a:lnTo>
                  <a:lnTo>
                    <a:pt x="3206115" y="1101009"/>
                  </a:lnTo>
                  <a:lnTo>
                    <a:pt x="3237548" y="1086144"/>
                  </a:lnTo>
                  <a:lnTo>
                    <a:pt x="3268980" y="1071332"/>
                  </a:lnTo>
                  <a:lnTo>
                    <a:pt x="3300413" y="1056592"/>
                  </a:lnTo>
                  <a:lnTo>
                    <a:pt x="3331845" y="1041942"/>
                  </a:lnTo>
                  <a:lnTo>
                    <a:pt x="3363277" y="1027400"/>
                  </a:lnTo>
                  <a:lnTo>
                    <a:pt x="3394710" y="1012985"/>
                  </a:lnTo>
                  <a:lnTo>
                    <a:pt x="3426142" y="998716"/>
                  </a:lnTo>
                  <a:lnTo>
                    <a:pt x="3457575" y="984612"/>
                  </a:lnTo>
                  <a:lnTo>
                    <a:pt x="3489008" y="970690"/>
                  </a:lnTo>
                  <a:lnTo>
                    <a:pt x="3520440" y="956971"/>
                  </a:lnTo>
                  <a:lnTo>
                    <a:pt x="3551873" y="943471"/>
                  </a:lnTo>
                  <a:lnTo>
                    <a:pt x="3583305" y="930208"/>
                  </a:lnTo>
                  <a:lnTo>
                    <a:pt x="3614738" y="917201"/>
                  </a:lnTo>
                  <a:lnTo>
                    <a:pt x="3646170" y="904464"/>
                  </a:lnTo>
                  <a:lnTo>
                    <a:pt x="3677602" y="892015"/>
                  </a:lnTo>
                  <a:lnTo>
                    <a:pt x="3709035" y="879869"/>
                  </a:lnTo>
                  <a:lnTo>
                    <a:pt x="3740468" y="868040"/>
                  </a:lnTo>
                  <a:lnTo>
                    <a:pt x="3771900" y="856541"/>
                  </a:lnTo>
                  <a:lnTo>
                    <a:pt x="3803333" y="845384"/>
                  </a:lnTo>
                  <a:lnTo>
                    <a:pt x="3834765" y="834581"/>
                  </a:lnTo>
                  <a:lnTo>
                    <a:pt x="3866197" y="824141"/>
                  </a:lnTo>
                  <a:lnTo>
                    <a:pt x="3897630" y="814074"/>
                  </a:lnTo>
                  <a:lnTo>
                    <a:pt x="3929063" y="804386"/>
                  </a:lnTo>
                  <a:lnTo>
                    <a:pt x="3960495" y="795087"/>
                  </a:lnTo>
                  <a:lnTo>
                    <a:pt x="3991927" y="786184"/>
                  </a:lnTo>
                  <a:lnTo>
                    <a:pt x="4023360" y="777679"/>
                  </a:lnTo>
                  <a:lnTo>
                    <a:pt x="4054792" y="769577"/>
                  </a:lnTo>
                  <a:lnTo>
                    <a:pt x="4086225" y="761877"/>
                  </a:lnTo>
                  <a:lnTo>
                    <a:pt x="4117658" y="754581"/>
                  </a:lnTo>
                  <a:lnTo>
                    <a:pt x="4149090" y="747687"/>
                  </a:lnTo>
                  <a:lnTo>
                    <a:pt x="4180523" y="741194"/>
                  </a:lnTo>
                  <a:lnTo>
                    <a:pt x="4211955" y="735100"/>
                  </a:lnTo>
                  <a:lnTo>
                    <a:pt x="4243388" y="729400"/>
                  </a:lnTo>
                  <a:lnTo>
                    <a:pt x="4274820" y="724088"/>
                  </a:lnTo>
                  <a:lnTo>
                    <a:pt x="4306253" y="719160"/>
                  </a:lnTo>
                  <a:lnTo>
                    <a:pt x="4337685" y="714609"/>
                  </a:lnTo>
                  <a:lnTo>
                    <a:pt x="4369118" y="710429"/>
                  </a:lnTo>
                  <a:lnTo>
                    <a:pt x="4400550" y="706613"/>
                  </a:lnTo>
                  <a:lnTo>
                    <a:pt x="4431983" y="703154"/>
                  </a:lnTo>
                  <a:lnTo>
                    <a:pt x="4463415" y="700046"/>
                  </a:lnTo>
                  <a:lnTo>
                    <a:pt x="4494848" y="697282"/>
                  </a:lnTo>
                  <a:lnTo>
                    <a:pt x="4526280" y="694856"/>
                  </a:lnTo>
                  <a:lnTo>
                    <a:pt x="4557713" y="692763"/>
                  </a:lnTo>
                  <a:lnTo>
                    <a:pt x="4589145" y="690999"/>
                  </a:lnTo>
                  <a:lnTo>
                    <a:pt x="4620578" y="689558"/>
                  </a:lnTo>
                  <a:lnTo>
                    <a:pt x="4652010" y="688439"/>
                  </a:lnTo>
                  <a:lnTo>
                    <a:pt x="4683443" y="687638"/>
                  </a:lnTo>
                  <a:lnTo>
                    <a:pt x="4714875" y="687155"/>
                  </a:lnTo>
                  <a:lnTo>
                    <a:pt x="4746308" y="686991"/>
                  </a:lnTo>
                  <a:lnTo>
                    <a:pt x="4777740" y="687145"/>
                  </a:lnTo>
                  <a:lnTo>
                    <a:pt x="4809172" y="687622"/>
                  </a:lnTo>
                  <a:lnTo>
                    <a:pt x="4840605" y="688423"/>
                  </a:lnTo>
                  <a:lnTo>
                    <a:pt x="4872038" y="689555"/>
                  </a:lnTo>
                  <a:lnTo>
                    <a:pt x="4903470" y="691023"/>
                  </a:lnTo>
                  <a:lnTo>
                    <a:pt x="4934903" y="692834"/>
                  </a:lnTo>
                  <a:lnTo>
                    <a:pt x="4966335" y="695000"/>
                  </a:lnTo>
                  <a:lnTo>
                    <a:pt x="4997767" y="697530"/>
                  </a:lnTo>
                  <a:lnTo>
                    <a:pt x="5029200" y="700436"/>
                  </a:lnTo>
                  <a:lnTo>
                    <a:pt x="5060633" y="703728"/>
                  </a:lnTo>
                  <a:lnTo>
                    <a:pt x="5092065" y="707418"/>
                  </a:lnTo>
                  <a:lnTo>
                    <a:pt x="5123498" y="711520"/>
                  </a:lnTo>
                  <a:lnTo>
                    <a:pt x="5154930" y="716045"/>
                  </a:lnTo>
                  <a:lnTo>
                    <a:pt x="5186363" y="721007"/>
                  </a:lnTo>
                  <a:lnTo>
                    <a:pt x="5217795" y="726419"/>
                  </a:lnTo>
                  <a:lnTo>
                    <a:pt x="5249228" y="732295"/>
                  </a:lnTo>
                  <a:lnTo>
                    <a:pt x="5280660" y="738647"/>
                  </a:lnTo>
                  <a:lnTo>
                    <a:pt x="5312093" y="745489"/>
                  </a:lnTo>
                  <a:lnTo>
                    <a:pt x="5343525" y="752833"/>
                  </a:lnTo>
                  <a:lnTo>
                    <a:pt x="5374958" y="760689"/>
                  </a:lnTo>
                  <a:lnTo>
                    <a:pt x="5406390" y="769071"/>
                  </a:lnTo>
                  <a:lnTo>
                    <a:pt x="5437823" y="777987"/>
                  </a:lnTo>
                  <a:lnTo>
                    <a:pt x="5469255" y="787442"/>
                  </a:lnTo>
                  <a:lnTo>
                    <a:pt x="5500688" y="797444"/>
                  </a:lnTo>
                  <a:lnTo>
                    <a:pt x="5532120" y="808000"/>
                  </a:lnTo>
                  <a:lnTo>
                    <a:pt x="5563553" y="819115"/>
                  </a:lnTo>
                  <a:lnTo>
                    <a:pt x="5594985" y="830792"/>
                  </a:lnTo>
                  <a:lnTo>
                    <a:pt x="5626418" y="843036"/>
                  </a:lnTo>
                  <a:lnTo>
                    <a:pt x="5657850" y="855847"/>
                  </a:lnTo>
                  <a:lnTo>
                    <a:pt x="5689283" y="869223"/>
                  </a:lnTo>
                  <a:lnTo>
                    <a:pt x="5720715" y="883164"/>
                  </a:lnTo>
                  <a:lnTo>
                    <a:pt x="5752147" y="897668"/>
                  </a:lnTo>
                  <a:lnTo>
                    <a:pt x="5783580" y="912732"/>
                  </a:lnTo>
                  <a:lnTo>
                    <a:pt x="5815013" y="928353"/>
                  </a:lnTo>
                  <a:lnTo>
                    <a:pt x="5846445" y="944526"/>
                  </a:lnTo>
                  <a:lnTo>
                    <a:pt x="5877878" y="961244"/>
                  </a:lnTo>
                  <a:lnTo>
                    <a:pt x="5909310" y="978499"/>
                  </a:lnTo>
                  <a:lnTo>
                    <a:pt x="5940742" y="996285"/>
                  </a:lnTo>
                  <a:lnTo>
                    <a:pt x="5972175" y="1014586"/>
                  </a:lnTo>
                  <a:lnTo>
                    <a:pt x="6003608" y="1033393"/>
                  </a:lnTo>
                  <a:lnTo>
                    <a:pt x="6035040" y="1052692"/>
                  </a:lnTo>
                  <a:lnTo>
                    <a:pt x="6066473" y="1072472"/>
                  </a:lnTo>
                  <a:lnTo>
                    <a:pt x="6097905" y="1092716"/>
                  </a:lnTo>
                  <a:lnTo>
                    <a:pt x="6129338" y="1113410"/>
                  </a:lnTo>
                  <a:lnTo>
                    <a:pt x="6160770" y="1134537"/>
                  </a:lnTo>
                  <a:lnTo>
                    <a:pt x="6192203" y="1156079"/>
                  </a:lnTo>
                  <a:lnTo>
                    <a:pt x="6223635" y="1178016"/>
                  </a:lnTo>
                  <a:lnTo>
                    <a:pt x="6255068" y="1200330"/>
                  </a:lnTo>
                  <a:lnTo>
                    <a:pt x="6286500" y="1222997"/>
                  </a:lnTo>
                  <a:lnTo>
                    <a:pt x="6317933" y="1245995"/>
                  </a:lnTo>
                  <a:lnTo>
                    <a:pt x="6349365" y="1269299"/>
                  </a:lnTo>
                  <a:lnTo>
                    <a:pt x="6380798" y="1292884"/>
                  </a:lnTo>
                  <a:lnTo>
                    <a:pt x="6412230" y="1316723"/>
                  </a:lnTo>
                  <a:lnTo>
                    <a:pt x="6443663" y="1340787"/>
                  </a:lnTo>
                  <a:lnTo>
                    <a:pt x="6475095" y="1365047"/>
                  </a:lnTo>
                  <a:lnTo>
                    <a:pt x="6506528" y="1389470"/>
                  </a:lnTo>
                  <a:lnTo>
                    <a:pt x="6537960" y="1414026"/>
                  </a:lnTo>
                  <a:lnTo>
                    <a:pt x="6569392" y="1438678"/>
                  </a:lnTo>
                  <a:lnTo>
                    <a:pt x="6600825" y="1463394"/>
                  </a:lnTo>
                  <a:lnTo>
                    <a:pt x="6632258" y="1488137"/>
                  </a:lnTo>
                  <a:lnTo>
                    <a:pt x="6663690" y="1512870"/>
                  </a:lnTo>
                  <a:lnTo>
                    <a:pt x="6695122" y="1537555"/>
                  </a:lnTo>
                  <a:lnTo>
                    <a:pt x="6726555" y="1562154"/>
                  </a:lnTo>
                  <a:lnTo>
                    <a:pt x="6757988" y="1586629"/>
                  </a:lnTo>
                  <a:lnTo>
                    <a:pt x="6789420" y="1610940"/>
                  </a:lnTo>
                  <a:lnTo>
                    <a:pt x="6820853" y="1635049"/>
                  </a:lnTo>
                  <a:lnTo>
                    <a:pt x="6852285" y="1658916"/>
                  </a:lnTo>
                  <a:lnTo>
                    <a:pt x="6883717" y="1682505"/>
                  </a:lnTo>
                  <a:lnTo>
                    <a:pt x="6915150" y="1705776"/>
                  </a:lnTo>
                  <a:lnTo>
                    <a:pt x="6946583" y="1728693"/>
                  </a:lnTo>
                  <a:lnTo>
                    <a:pt x="6978015" y="1751221"/>
                  </a:lnTo>
                  <a:lnTo>
                    <a:pt x="7009448" y="1773325"/>
                  </a:lnTo>
                  <a:lnTo>
                    <a:pt x="7040880" y="1794972"/>
                  </a:lnTo>
                  <a:lnTo>
                    <a:pt x="7072313" y="1816132"/>
                  </a:lnTo>
                  <a:lnTo>
                    <a:pt x="7103745" y="1836776"/>
                  </a:lnTo>
                  <a:lnTo>
                    <a:pt x="7135177" y="1856876"/>
                  </a:lnTo>
                  <a:lnTo>
                    <a:pt x="7166610" y="1876408"/>
                  </a:lnTo>
                  <a:lnTo>
                    <a:pt x="7198042" y="1895346"/>
                  </a:lnTo>
                  <a:lnTo>
                    <a:pt x="7229475" y="1913672"/>
                  </a:lnTo>
                  <a:lnTo>
                    <a:pt x="7260908" y="1931368"/>
                  </a:lnTo>
                  <a:lnTo>
                    <a:pt x="7292340" y="1948421"/>
                  </a:lnTo>
                  <a:lnTo>
                    <a:pt x="7323772" y="1964820"/>
                  </a:lnTo>
                  <a:lnTo>
                    <a:pt x="7355205" y="1980558"/>
                  </a:lnTo>
                  <a:lnTo>
                    <a:pt x="7386638" y="1995627"/>
                  </a:lnTo>
                  <a:lnTo>
                    <a:pt x="7418070" y="2010026"/>
                  </a:lnTo>
                  <a:lnTo>
                    <a:pt x="7449503" y="2023754"/>
                  </a:lnTo>
                  <a:lnTo>
                    <a:pt x="7480935" y="2036813"/>
                  </a:lnTo>
                  <a:lnTo>
                    <a:pt x="7512367" y="2049208"/>
                  </a:lnTo>
                  <a:lnTo>
                    <a:pt x="7543800" y="2060947"/>
                  </a:lnTo>
                  <a:lnTo>
                    <a:pt x="7543800" y="2727467"/>
                  </a:lnTo>
                  <a:lnTo>
                    <a:pt x="7512367" y="2726728"/>
                  </a:lnTo>
                  <a:lnTo>
                    <a:pt x="7480935" y="2725922"/>
                  </a:lnTo>
                  <a:lnTo>
                    <a:pt x="7449503" y="2725047"/>
                  </a:lnTo>
                  <a:lnTo>
                    <a:pt x="7418070" y="2724097"/>
                  </a:lnTo>
                  <a:lnTo>
                    <a:pt x="7386638" y="2723071"/>
                  </a:lnTo>
                  <a:lnTo>
                    <a:pt x="7355205" y="2721965"/>
                  </a:lnTo>
                  <a:lnTo>
                    <a:pt x="7323772" y="2720776"/>
                  </a:lnTo>
                  <a:lnTo>
                    <a:pt x="7292340" y="2719501"/>
                  </a:lnTo>
                  <a:lnTo>
                    <a:pt x="7260908" y="2718137"/>
                  </a:lnTo>
                  <a:lnTo>
                    <a:pt x="7229475" y="2716682"/>
                  </a:lnTo>
                  <a:lnTo>
                    <a:pt x="7198042" y="2715135"/>
                  </a:lnTo>
                  <a:lnTo>
                    <a:pt x="7166610" y="2713492"/>
                  </a:lnTo>
                  <a:lnTo>
                    <a:pt x="7135177" y="2711753"/>
                  </a:lnTo>
                  <a:lnTo>
                    <a:pt x="7103745" y="2709918"/>
                  </a:lnTo>
                  <a:lnTo>
                    <a:pt x="7072313" y="2707985"/>
                  </a:lnTo>
                  <a:lnTo>
                    <a:pt x="7040880" y="2705954"/>
                  </a:lnTo>
                  <a:lnTo>
                    <a:pt x="7009448" y="2703827"/>
                  </a:lnTo>
                  <a:lnTo>
                    <a:pt x="6978015" y="2701602"/>
                  </a:lnTo>
                  <a:lnTo>
                    <a:pt x="6946583" y="2699281"/>
                  </a:lnTo>
                  <a:lnTo>
                    <a:pt x="6915150" y="2696865"/>
                  </a:lnTo>
                  <a:lnTo>
                    <a:pt x="6883717" y="2694355"/>
                  </a:lnTo>
                  <a:lnTo>
                    <a:pt x="6852285" y="2691755"/>
                  </a:lnTo>
                  <a:lnTo>
                    <a:pt x="6820853" y="2689066"/>
                  </a:lnTo>
                  <a:lnTo>
                    <a:pt x="6789420" y="2686291"/>
                  </a:lnTo>
                  <a:lnTo>
                    <a:pt x="6757988" y="2683434"/>
                  </a:lnTo>
                  <a:lnTo>
                    <a:pt x="6726555" y="2680497"/>
                  </a:lnTo>
                  <a:lnTo>
                    <a:pt x="6695122" y="2677485"/>
                  </a:lnTo>
                  <a:lnTo>
                    <a:pt x="6663690" y="2674402"/>
                  </a:lnTo>
                  <a:lnTo>
                    <a:pt x="6632258" y="2671251"/>
                  </a:lnTo>
                  <a:lnTo>
                    <a:pt x="6600825" y="2668039"/>
                  </a:lnTo>
                  <a:lnTo>
                    <a:pt x="6569392" y="2664769"/>
                  </a:lnTo>
                  <a:lnTo>
                    <a:pt x="6537960" y="2661447"/>
                  </a:lnTo>
                  <a:lnTo>
                    <a:pt x="6506528" y="2658079"/>
                  </a:lnTo>
                  <a:lnTo>
                    <a:pt x="6475095" y="2654668"/>
                  </a:lnTo>
                  <a:lnTo>
                    <a:pt x="6443663" y="2651223"/>
                  </a:lnTo>
                  <a:lnTo>
                    <a:pt x="6412230" y="2647747"/>
                  </a:lnTo>
                  <a:lnTo>
                    <a:pt x="6380798" y="2644247"/>
                  </a:lnTo>
                  <a:lnTo>
                    <a:pt x="6349365" y="2640729"/>
                  </a:lnTo>
                  <a:lnTo>
                    <a:pt x="6317933" y="2637199"/>
                  </a:lnTo>
                  <a:lnTo>
                    <a:pt x="6286500" y="2633663"/>
                  </a:lnTo>
                  <a:lnTo>
                    <a:pt x="6255068" y="2630126"/>
                  </a:lnTo>
                  <a:lnTo>
                    <a:pt x="6223635" y="2626596"/>
                  </a:lnTo>
                  <a:lnTo>
                    <a:pt x="6192203" y="2623078"/>
                  </a:lnTo>
                  <a:lnTo>
                    <a:pt x="6160770" y="2619578"/>
                  </a:lnTo>
                  <a:lnTo>
                    <a:pt x="6129338" y="2616102"/>
                  </a:lnTo>
                  <a:lnTo>
                    <a:pt x="6097905" y="2612657"/>
                  </a:lnTo>
                  <a:lnTo>
                    <a:pt x="6066473" y="2609246"/>
                  </a:lnTo>
                  <a:lnTo>
                    <a:pt x="6035040" y="2605878"/>
                  </a:lnTo>
                  <a:lnTo>
                    <a:pt x="6003608" y="2602556"/>
                  </a:lnTo>
                  <a:lnTo>
                    <a:pt x="5972175" y="2599286"/>
                  </a:lnTo>
                  <a:lnTo>
                    <a:pt x="5940742" y="2596074"/>
                  </a:lnTo>
                  <a:lnTo>
                    <a:pt x="5909310" y="2592923"/>
                  </a:lnTo>
                  <a:lnTo>
                    <a:pt x="5877878" y="2589840"/>
                  </a:lnTo>
                  <a:lnTo>
                    <a:pt x="5846445" y="2586828"/>
                  </a:lnTo>
                  <a:lnTo>
                    <a:pt x="5815013" y="2583891"/>
                  </a:lnTo>
                  <a:lnTo>
                    <a:pt x="5783580" y="2581034"/>
                  </a:lnTo>
                  <a:lnTo>
                    <a:pt x="5752147" y="2578259"/>
                  </a:lnTo>
                  <a:lnTo>
                    <a:pt x="5720715" y="2575570"/>
                  </a:lnTo>
                  <a:lnTo>
                    <a:pt x="5689283" y="2572970"/>
                  </a:lnTo>
                  <a:lnTo>
                    <a:pt x="5657850" y="2570460"/>
                  </a:lnTo>
                  <a:lnTo>
                    <a:pt x="5626418" y="2568044"/>
                  </a:lnTo>
                  <a:lnTo>
                    <a:pt x="5594985" y="2565723"/>
                  </a:lnTo>
                  <a:lnTo>
                    <a:pt x="5563553" y="2563498"/>
                  </a:lnTo>
                  <a:lnTo>
                    <a:pt x="5532120" y="2561371"/>
                  </a:lnTo>
                  <a:lnTo>
                    <a:pt x="5500688" y="2559340"/>
                  </a:lnTo>
                  <a:lnTo>
                    <a:pt x="5469255" y="2557407"/>
                  </a:lnTo>
                  <a:lnTo>
                    <a:pt x="5437823" y="2555572"/>
                  </a:lnTo>
                  <a:lnTo>
                    <a:pt x="5406390" y="2553833"/>
                  </a:lnTo>
                  <a:lnTo>
                    <a:pt x="5374958" y="2552190"/>
                  </a:lnTo>
                  <a:lnTo>
                    <a:pt x="5343525" y="2550643"/>
                  </a:lnTo>
                  <a:lnTo>
                    <a:pt x="5312093" y="2549188"/>
                  </a:lnTo>
                  <a:lnTo>
                    <a:pt x="5280660" y="2547824"/>
                  </a:lnTo>
                  <a:lnTo>
                    <a:pt x="5249228" y="2546549"/>
                  </a:lnTo>
                  <a:lnTo>
                    <a:pt x="5217795" y="2545360"/>
                  </a:lnTo>
                  <a:lnTo>
                    <a:pt x="5186363" y="2544254"/>
                  </a:lnTo>
                  <a:lnTo>
                    <a:pt x="5154930" y="2543228"/>
                  </a:lnTo>
                  <a:lnTo>
                    <a:pt x="5123498" y="2542278"/>
                  </a:lnTo>
                  <a:lnTo>
                    <a:pt x="5092065" y="2541403"/>
                  </a:lnTo>
                  <a:lnTo>
                    <a:pt x="5060633" y="2540597"/>
                  </a:lnTo>
                  <a:lnTo>
                    <a:pt x="5029200" y="2539858"/>
                  </a:lnTo>
                  <a:lnTo>
                    <a:pt x="4997767" y="2539182"/>
                  </a:lnTo>
                  <a:lnTo>
                    <a:pt x="4966335" y="2538565"/>
                  </a:lnTo>
                  <a:lnTo>
                    <a:pt x="4934903" y="2538004"/>
                  </a:lnTo>
                  <a:lnTo>
                    <a:pt x="4903470" y="2537496"/>
                  </a:lnTo>
                  <a:lnTo>
                    <a:pt x="4872038" y="2537036"/>
                  </a:lnTo>
                  <a:lnTo>
                    <a:pt x="4840605" y="2536622"/>
                  </a:lnTo>
                  <a:lnTo>
                    <a:pt x="4809172" y="2536250"/>
                  </a:lnTo>
                  <a:lnTo>
                    <a:pt x="4777740" y="2535916"/>
                  </a:lnTo>
                  <a:lnTo>
                    <a:pt x="4746308" y="2535619"/>
                  </a:lnTo>
                  <a:lnTo>
                    <a:pt x="4714875" y="2535354"/>
                  </a:lnTo>
                  <a:lnTo>
                    <a:pt x="4683443" y="2535119"/>
                  </a:lnTo>
                  <a:lnTo>
                    <a:pt x="4652010" y="2534911"/>
                  </a:lnTo>
                  <a:lnTo>
                    <a:pt x="4620578" y="2534728"/>
                  </a:lnTo>
                  <a:lnTo>
                    <a:pt x="4589145" y="2534568"/>
                  </a:lnTo>
                  <a:lnTo>
                    <a:pt x="4557713" y="2534427"/>
                  </a:lnTo>
                  <a:lnTo>
                    <a:pt x="4526280" y="2534305"/>
                  </a:lnTo>
                  <a:lnTo>
                    <a:pt x="4494848" y="2534199"/>
                  </a:lnTo>
                  <a:lnTo>
                    <a:pt x="4463415" y="2534107"/>
                  </a:lnTo>
                  <a:lnTo>
                    <a:pt x="4431983" y="2534028"/>
                  </a:lnTo>
                  <a:lnTo>
                    <a:pt x="4400550" y="2533961"/>
                  </a:lnTo>
                  <a:lnTo>
                    <a:pt x="4369118" y="2533903"/>
                  </a:lnTo>
                  <a:lnTo>
                    <a:pt x="4337685" y="2533854"/>
                  </a:lnTo>
                  <a:lnTo>
                    <a:pt x="4306253" y="2533813"/>
                  </a:lnTo>
                  <a:lnTo>
                    <a:pt x="4274820" y="2533778"/>
                  </a:lnTo>
                  <a:lnTo>
                    <a:pt x="4243388" y="2533750"/>
                  </a:lnTo>
                  <a:lnTo>
                    <a:pt x="4211955" y="2533726"/>
                  </a:lnTo>
                  <a:lnTo>
                    <a:pt x="4180523" y="2533707"/>
                  </a:lnTo>
                  <a:lnTo>
                    <a:pt x="4149090" y="2533691"/>
                  </a:lnTo>
                  <a:lnTo>
                    <a:pt x="4117658" y="2533679"/>
                  </a:lnTo>
                  <a:lnTo>
                    <a:pt x="4086225" y="2533669"/>
                  </a:lnTo>
                  <a:lnTo>
                    <a:pt x="4054792" y="2533662"/>
                  </a:lnTo>
                  <a:lnTo>
                    <a:pt x="4023360" y="2533657"/>
                  </a:lnTo>
                  <a:lnTo>
                    <a:pt x="3991927" y="2533653"/>
                  </a:lnTo>
                  <a:lnTo>
                    <a:pt x="3960495" y="2533651"/>
                  </a:lnTo>
                  <a:lnTo>
                    <a:pt x="3929063" y="2533650"/>
                  </a:lnTo>
                  <a:lnTo>
                    <a:pt x="3897630" y="2533650"/>
                  </a:lnTo>
                  <a:lnTo>
                    <a:pt x="3866197" y="2533650"/>
                  </a:lnTo>
                  <a:lnTo>
                    <a:pt x="3834765" y="2533650"/>
                  </a:lnTo>
                  <a:lnTo>
                    <a:pt x="3803333" y="2533650"/>
                  </a:lnTo>
                  <a:lnTo>
                    <a:pt x="3771900" y="2533650"/>
                  </a:lnTo>
                  <a:lnTo>
                    <a:pt x="3740468" y="2533650"/>
                  </a:lnTo>
                  <a:lnTo>
                    <a:pt x="3709035" y="2533650"/>
                  </a:lnTo>
                  <a:lnTo>
                    <a:pt x="3677602" y="2533650"/>
                  </a:lnTo>
                  <a:lnTo>
                    <a:pt x="3646170" y="2533650"/>
                  </a:lnTo>
                  <a:lnTo>
                    <a:pt x="3614738" y="2533650"/>
                  </a:lnTo>
                  <a:lnTo>
                    <a:pt x="3583305" y="2533650"/>
                  </a:lnTo>
                  <a:lnTo>
                    <a:pt x="3551873" y="2533650"/>
                  </a:lnTo>
                  <a:lnTo>
                    <a:pt x="3520440" y="2533650"/>
                  </a:lnTo>
                  <a:lnTo>
                    <a:pt x="3489008" y="2533650"/>
                  </a:lnTo>
                  <a:lnTo>
                    <a:pt x="3457575" y="2533650"/>
                  </a:lnTo>
                  <a:lnTo>
                    <a:pt x="3426142" y="2533650"/>
                  </a:lnTo>
                  <a:lnTo>
                    <a:pt x="3394710" y="2533650"/>
                  </a:lnTo>
                  <a:lnTo>
                    <a:pt x="3363277" y="2533650"/>
                  </a:lnTo>
                  <a:lnTo>
                    <a:pt x="3331845" y="2533650"/>
                  </a:lnTo>
                  <a:lnTo>
                    <a:pt x="3300413" y="2533650"/>
                  </a:lnTo>
                  <a:lnTo>
                    <a:pt x="3268980" y="2533650"/>
                  </a:lnTo>
                  <a:lnTo>
                    <a:pt x="3237548" y="2533650"/>
                  </a:lnTo>
                  <a:lnTo>
                    <a:pt x="3206115" y="2533650"/>
                  </a:lnTo>
                  <a:lnTo>
                    <a:pt x="3174683" y="2533650"/>
                  </a:lnTo>
                  <a:lnTo>
                    <a:pt x="3143250" y="2533650"/>
                  </a:lnTo>
                  <a:lnTo>
                    <a:pt x="3111817" y="2533650"/>
                  </a:lnTo>
                  <a:lnTo>
                    <a:pt x="3080385" y="2533650"/>
                  </a:lnTo>
                  <a:lnTo>
                    <a:pt x="3048953" y="2533650"/>
                  </a:lnTo>
                  <a:lnTo>
                    <a:pt x="3017520" y="2533650"/>
                  </a:lnTo>
                  <a:lnTo>
                    <a:pt x="2986088" y="2533650"/>
                  </a:lnTo>
                  <a:lnTo>
                    <a:pt x="2954655" y="2533650"/>
                  </a:lnTo>
                  <a:lnTo>
                    <a:pt x="2923223" y="2533650"/>
                  </a:lnTo>
                  <a:lnTo>
                    <a:pt x="2891790" y="2533650"/>
                  </a:lnTo>
                  <a:lnTo>
                    <a:pt x="2860358" y="2533650"/>
                  </a:lnTo>
                  <a:lnTo>
                    <a:pt x="2828925" y="2533650"/>
                  </a:lnTo>
                  <a:lnTo>
                    <a:pt x="2797493" y="2533650"/>
                  </a:lnTo>
                  <a:lnTo>
                    <a:pt x="2766060" y="2533650"/>
                  </a:lnTo>
                  <a:lnTo>
                    <a:pt x="2734627" y="2533650"/>
                  </a:lnTo>
                  <a:lnTo>
                    <a:pt x="2703195" y="2533650"/>
                  </a:lnTo>
                  <a:lnTo>
                    <a:pt x="2671763" y="2533650"/>
                  </a:lnTo>
                  <a:lnTo>
                    <a:pt x="2640330" y="2533650"/>
                  </a:lnTo>
                  <a:lnTo>
                    <a:pt x="2608898" y="2533650"/>
                  </a:lnTo>
                  <a:lnTo>
                    <a:pt x="2577465" y="2533650"/>
                  </a:lnTo>
                  <a:lnTo>
                    <a:pt x="2546033" y="2533650"/>
                  </a:lnTo>
                  <a:lnTo>
                    <a:pt x="2514600" y="2533650"/>
                  </a:lnTo>
                  <a:lnTo>
                    <a:pt x="2483168" y="2533650"/>
                  </a:lnTo>
                  <a:lnTo>
                    <a:pt x="2451735" y="2533650"/>
                  </a:lnTo>
                  <a:lnTo>
                    <a:pt x="2420303" y="2533650"/>
                  </a:lnTo>
                  <a:lnTo>
                    <a:pt x="2388870" y="2533650"/>
                  </a:lnTo>
                  <a:lnTo>
                    <a:pt x="2357438" y="2533650"/>
                  </a:lnTo>
                  <a:lnTo>
                    <a:pt x="2326005" y="2533650"/>
                  </a:lnTo>
                  <a:lnTo>
                    <a:pt x="2294573" y="2533650"/>
                  </a:lnTo>
                  <a:lnTo>
                    <a:pt x="2263140" y="2533650"/>
                  </a:lnTo>
                  <a:lnTo>
                    <a:pt x="2231708" y="2533650"/>
                  </a:lnTo>
                  <a:lnTo>
                    <a:pt x="2200275" y="2533650"/>
                  </a:lnTo>
                  <a:lnTo>
                    <a:pt x="2168842" y="2533650"/>
                  </a:lnTo>
                  <a:lnTo>
                    <a:pt x="2137410" y="2533650"/>
                  </a:lnTo>
                  <a:lnTo>
                    <a:pt x="2105978" y="2533650"/>
                  </a:lnTo>
                  <a:lnTo>
                    <a:pt x="2074545" y="2533650"/>
                  </a:lnTo>
                  <a:lnTo>
                    <a:pt x="2043113" y="2533650"/>
                  </a:lnTo>
                  <a:lnTo>
                    <a:pt x="2011680" y="2533650"/>
                  </a:lnTo>
                  <a:lnTo>
                    <a:pt x="1980248" y="2533650"/>
                  </a:lnTo>
                  <a:lnTo>
                    <a:pt x="1948815" y="2533650"/>
                  </a:lnTo>
                  <a:lnTo>
                    <a:pt x="1917382" y="2533650"/>
                  </a:lnTo>
                  <a:lnTo>
                    <a:pt x="1885950" y="2533650"/>
                  </a:lnTo>
                  <a:lnTo>
                    <a:pt x="1854518" y="2533650"/>
                  </a:lnTo>
                  <a:lnTo>
                    <a:pt x="1823085" y="2533650"/>
                  </a:lnTo>
                  <a:lnTo>
                    <a:pt x="1791652" y="2533650"/>
                  </a:lnTo>
                  <a:lnTo>
                    <a:pt x="1760220" y="2533650"/>
                  </a:lnTo>
                  <a:lnTo>
                    <a:pt x="1728788" y="2533650"/>
                  </a:lnTo>
                  <a:lnTo>
                    <a:pt x="1697355" y="2533650"/>
                  </a:lnTo>
                  <a:lnTo>
                    <a:pt x="1665922" y="2533650"/>
                  </a:lnTo>
                  <a:lnTo>
                    <a:pt x="1634490" y="2533650"/>
                  </a:lnTo>
                  <a:lnTo>
                    <a:pt x="1603057" y="2533650"/>
                  </a:lnTo>
                  <a:lnTo>
                    <a:pt x="1571625" y="2533650"/>
                  </a:lnTo>
                  <a:lnTo>
                    <a:pt x="1540193" y="2533650"/>
                  </a:lnTo>
                  <a:lnTo>
                    <a:pt x="1508760" y="2533650"/>
                  </a:lnTo>
                  <a:lnTo>
                    <a:pt x="1477328" y="2533650"/>
                  </a:lnTo>
                  <a:lnTo>
                    <a:pt x="1445895" y="2533650"/>
                  </a:lnTo>
                  <a:lnTo>
                    <a:pt x="1414463" y="2533650"/>
                  </a:lnTo>
                  <a:lnTo>
                    <a:pt x="1383030" y="2533650"/>
                  </a:lnTo>
                  <a:lnTo>
                    <a:pt x="1351598" y="2533650"/>
                  </a:lnTo>
                  <a:lnTo>
                    <a:pt x="1320165" y="2533650"/>
                  </a:lnTo>
                  <a:lnTo>
                    <a:pt x="1288733" y="2533650"/>
                  </a:lnTo>
                  <a:lnTo>
                    <a:pt x="1257300" y="2533650"/>
                  </a:lnTo>
                  <a:lnTo>
                    <a:pt x="1225868" y="2533650"/>
                  </a:lnTo>
                  <a:lnTo>
                    <a:pt x="1194435" y="2533650"/>
                  </a:lnTo>
                  <a:lnTo>
                    <a:pt x="1163003" y="2533650"/>
                  </a:lnTo>
                  <a:lnTo>
                    <a:pt x="1131570" y="2533650"/>
                  </a:lnTo>
                  <a:lnTo>
                    <a:pt x="1100138" y="2533650"/>
                  </a:lnTo>
                  <a:lnTo>
                    <a:pt x="1068705" y="2533650"/>
                  </a:lnTo>
                  <a:lnTo>
                    <a:pt x="1037273" y="2533650"/>
                  </a:lnTo>
                  <a:lnTo>
                    <a:pt x="1005840" y="2533650"/>
                  </a:lnTo>
                  <a:lnTo>
                    <a:pt x="974408" y="2533650"/>
                  </a:lnTo>
                  <a:lnTo>
                    <a:pt x="942975" y="2533650"/>
                  </a:lnTo>
                  <a:lnTo>
                    <a:pt x="911543" y="2533650"/>
                  </a:lnTo>
                  <a:lnTo>
                    <a:pt x="880110" y="2533650"/>
                  </a:lnTo>
                  <a:lnTo>
                    <a:pt x="848678" y="2533650"/>
                  </a:lnTo>
                  <a:lnTo>
                    <a:pt x="817245" y="2533650"/>
                  </a:lnTo>
                  <a:lnTo>
                    <a:pt x="785813" y="2533650"/>
                  </a:lnTo>
                  <a:lnTo>
                    <a:pt x="754380" y="2533650"/>
                  </a:lnTo>
                  <a:lnTo>
                    <a:pt x="722948" y="2533650"/>
                  </a:lnTo>
                  <a:lnTo>
                    <a:pt x="691515" y="2533650"/>
                  </a:lnTo>
                  <a:lnTo>
                    <a:pt x="660082" y="2533650"/>
                  </a:lnTo>
                  <a:lnTo>
                    <a:pt x="628650" y="2533650"/>
                  </a:lnTo>
                  <a:lnTo>
                    <a:pt x="597218" y="2533650"/>
                  </a:lnTo>
                  <a:lnTo>
                    <a:pt x="565785" y="2533650"/>
                  </a:lnTo>
                  <a:lnTo>
                    <a:pt x="534353" y="2533650"/>
                  </a:lnTo>
                  <a:lnTo>
                    <a:pt x="502920" y="2533650"/>
                  </a:lnTo>
                  <a:lnTo>
                    <a:pt x="471488" y="2533650"/>
                  </a:lnTo>
                  <a:lnTo>
                    <a:pt x="440055" y="2533650"/>
                  </a:lnTo>
                  <a:lnTo>
                    <a:pt x="408623" y="2533650"/>
                  </a:lnTo>
                  <a:lnTo>
                    <a:pt x="377190" y="2533650"/>
                  </a:lnTo>
                  <a:lnTo>
                    <a:pt x="345758" y="2533650"/>
                  </a:lnTo>
                  <a:lnTo>
                    <a:pt x="314325" y="2533650"/>
                  </a:lnTo>
                  <a:lnTo>
                    <a:pt x="282892" y="2533650"/>
                  </a:lnTo>
                  <a:lnTo>
                    <a:pt x="251460" y="2533650"/>
                  </a:lnTo>
                  <a:lnTo>
                    <a:pt x="220027" y="2533650"/>
                  </a:lnTo>
                  <a:lnTo>
                    <a:pt x="188595" y="2533650"/>
                  </a:lnTo>
                  <a:lnTo>
                    <a:pt x="157163" y="2533650"/>
                  </a:lnTo>
                  <a:lnTo>
                    <a:pt x="125730" y="2533650"/>
                  </a:lnTo>
                  <a:lnTo>
                    <a:pt x="94298" y="2533650"/>
                  </a:lnTo>
                  <a:lnTo>
                    <a:pt x="62865" y="2533650"/>
                  </a:lnTo>
                  <a:lnTo>
                    <a:pt x="31433" y="2533650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070154"/>
            </a:solidFill>
            <a:ln>
              <a:noFill/>
            </a:ln>
          </p:spPr>
        </p:sp>
        <p:sp>
          <p:nvSpPr>
            <p:cNvPr id="8" name="node01.series.source-003"/>
            <p:cNvSpPr/>
            <p:nvPr/>
          </p:nvSpPr>
          <p:spPr>
            <a:xfrm>
              <a:off x="723900" y="1600200"/>
              <a:ext cx="7543800" cy="3200400"/>
            </a:xfrm>
            <a:custGeom>
              <a:avLst/>
              <a:gdLst/>
              <a:ahLst/>
              <a:cxnLst/>
              <a:rect l="l" t="t" r="r" b="b"/>
              <a:pathLst>
                <a:path w="7543800" h="3200400">
                  <a:moveTo>
                    <a:pt x="0" y="1928621"/>
                  </a:moveTo>
                  <a:lnTo>
                    <a:pt x="31433" y="1920197"/>
                  </a:lnTo>
                  <a:lnTo>
                    <a:pt x="62865" y="1911416"/>
                  </a:lnTo>
                  <a:lnTo>
                    <a:pt x="94298" y="1902288"/>
                  </a:lnTo>
                  <a:lnTo>
                    <a:pt x="125730" y="1892822"/>
                  </a:lnTo>
                  <a:lnTo>
                    <a:pt x="157163" y="1883031"/>
                  </a:lnTo>
                  <a:lnTo>
                    <a:pt x="188595" y="1872932"/>
                  </a:lnTo>
                  <a:lnTo>
                    <a:pt x="220027" y="1862539"/>
                  </a:lnTo>
                  <a:lnTo>
                    <a:pt x="251460" y="1851871"/>
                  </a:lnTo>
                  <a:lnTo>
                    <a:pt x="282892" y="1840949"/>
                  </a:lnTo>
                  <a:lnTo>
                    <a:pt x="314325" y="1829794"/>
                  </a:lnTo>
                  <a:lnTo>
                    <a:pt x="345758" y="1818429"/>
                  </a:lnTo>
                  <a:lnTo>
                    <a:pt x="377190" y="1806879"/>
                  </a:lnTo>
                  <a:lnTo>
                    <a:pt x="408623" y="1795168"/>
                  </a:lnTo>
                  <a:lnTo>
                    <a:pt x="440055" y="1783322"/>
                  </a:lnTo>
                  <a:lnTo>
                    <a:pt x="471488" y="1771368"/>
                  </a:lnTo>
                  <a:lnTo>
                    <a:pt x="502920" y="1759333"/>
                  </a:lnTo>
                  <a:lnTo>
                    <a:pt x="534353" y="1747244"/>
                  </a:lnTo>
                  <a:lnTo>
                    <a:pt x="565785" y="1735128"/>
                  </a:lnTo>
                  <a:lnTo>
                    <a:pt x="597218" y="1723012"/>
                  </a:lnTo>
                  <a:lnTo>
                    <a:pt x="628650" y="1710921"/>
                  </a:lnTo>
                  <a:lnTo>
                    <a:pt x="660082" y="1698881"/>
                  </a:lnTo>
                  <a:lnTo>
                    <a:pt x="691515" y="1686916"/>
                  </a:lnTo>
                  <a:lnTo>
                    <a:pt x="722948" y="1675050"/>
                  </a:lnTo>
                  <a:lnTo>
                    <a:pt x="754380" y="1663303"/>
                  </a:lnTo>
                  <a:lnTo>
                    <a:pt x="785813" y="1651695"/>
                  </a:lnTo>
                  <a:lnTo>
                    <a:pt x="817245" y="1640246"/>
                  </a:lnTo>
                  <a:lnTo>
                    <a:pt x="848678" y="1628971"/>
                  </a:lnTo>
                  <a:lnTo>
                    <a:pt x="880110" y="1617884"/>
                  </a:lnTo>
                  <a:lnTo>
                    <a:pt x="911543" y="1606999"/>
                  </a:lnTo>
                  <a:lnTo>
                    <a:pt x="942975" y="1596321"/>
                  </a:lnTo>
                  <a:lnTo>
                    <a:pt x="974408" y="1585858"/>
                  </a:lnTo>
                  <a:lnTo>
                    <a:pt x="1005840" y="1575615"/>
                  </a:lnTo>
                  <a:lnTo>
                    <a:pt x="1037273" y="1565595"/>
                  </a:lnTo>
                  <a:lnTo>
                    <a:pt x="1068705" y="1555798"/>
                  </a:lnTo>
                  <a:lnTo>
                    <a:pt x="1100138" y="1546222"/>
                  </a:lnTo>
                  <a:lnTo>
                    <a:pt x="1131570" y="1536863"/>
                  </a:lnTo>
                  <a:lnTo>
                    <a:pt x="1163003" y="1527715"/>
                  </a:lnTo>
                  <a:lnTo>
                    <a:pt x="1194435" y="1518769"/>
                  </a:lnTo>
                  <a:lnTo>
                    <a:pt x="1225868" y="1510017"/>
                  </a:lnTo>
                  <a:lnTo>
                    <a:pt x="1257300" y="1501446"/>
                  </a:lnTo>
                  <a:lnTo>
                    <a:pt x="1288733" y="1493042"/>
                  </a:lnTo>
                  <a:lnTo>
                    <a:pt x="1320165" y="1484792"/>
                  </a:lnTo>
                  <a:lnTo>
                    <a:pt x="1351598" y="1476680"/>
                  </a:lnTo>
                  <a:lnTo>
                    <a:pt x="1383030" y="1468689"/>
                  </a:lnTo>
                  <a:lnTo>
                    <a:pt x="1414463" y="1460800"/>
                  </a:lnTo>
                  <a:lnTo>
                    <a:pt x="1445895" y="1452997"/>
                  </a:lnTo>
                  <a:lnTo>
                    <a:pt x="1477328" y="1445261"/>
                  </a:lnTo>
                  <a:lnTo>
                    <a:pt x="1508760" y="1437573"/>
                  </a:lnTo>
                  <a:lnTo>
                    <a:pt x="1540193" y="1429912"/>
                  </a:lnTo>
                  <a:lnTo>
                    <a:pt x="1571625" y="1422261"/>
                  </a:lnTo>
                  <a:lnTo>
                    <a:pt x="1603057" y="1414599"/>
                  </a:lnTo>
                  <a:lnTo>
                    <a:pt x="1634490" y="1406908"/>
                  </a:lnTo>
                  <a:lnTo>
                    <a:pt x="1665922" y="1399171"/>
                  </a:lnTo>
                  <a:lnTo>
                    <a:pt x="1697355" y="1391371"/>
                  </a:lnTo>
                  <a:lnTo>
                    <a:pt x="1728788" y="1383487"/>
                  </a:lnTo>
                  <a:lnTo>
                    <a:pt x="1760220" y="1375504"/>
                  </a:lnTo>
                  <a:lnTo>
                    <a:pt x="1791652" y="1367402"/>
                  </a:lnTo>
                  <a:lnTo>
                    <a:pt x="1823085" y="1359167"/>
                  </a:lnTo>
                  <a:lnTo>
                    <a:pt x="1854518" y="1350782"/>
                  </a:lnTo>
                  <a:lnTo>
                    <a:pt x="1885950" y="1342233"/>
                  </a:lnTo>
                  <a:lnTo>
                    <a:pt x="1917382" y="1333505"/>
                  </a:lnTo>
                  <a:lnTo>
                    <a:pt x="1948815" y="1324586"/>
                  </a:lnTo>
                  <a:lnTo>
                    <a:pt x="1980248" y="1315463"/>
                  </a:lnTo>
                  <a:lnTo>
                    <a:pt x="2011680" y="1306126"/>
                  </a:lnTo>
                  <a:lnTo>
                    <a:pt x="2043113" y="1296562"/>
                  </a:lnTo>
                  <a:lnTo>
                    <a:pt x="2074545" y="1286764"/>
                  </a:lnTo>
                  <a:lnTo>
                    <a:pt x="2105978" y="1276722"/>
                  </a:lnTo>
                  <a:lnTo>
                    <a:pt x="2137410" y="1266428"/>
                  </a:lnTo>
                  <a:lnTo>
                    <a:pt x="2168842" y="1255877"/>
                  </a:lnTo>
                  <a:lnTo>
                    <a:pt x="2200275" y="1245063"/>
                  </a:lnTo>
                  <a:lnTo>
                    <a:pt x="2231708" y="1233980"/>
                  </a:lnTo>
                  <a:lnTo>
                    <a:pt x="2263140" y="1222626"/>
                  </a:lnTo>
                  <a:lnTo>
                    <a:pt x="2294573" y="1210997"/>
                  </a:lnTo>
                  <a:lnTo>
                    <a:pt x="2326005" y="1199092"/>
                  </a:lnTo>
                  <a:lnTo>
                    <a:pt x="2357438" y="1186910"/>
                  </a:lnTo>
                  <a:lnTo>
                    <a:pt x="2388870" y="1174451"/>
                  </a:lnTo>
                  <a:lnTo>
                    <a:pt x="2420303" y="1161718"/>
                  </a:lnTo>
                  <a:lnTo>
                    <a:pt x="2451735" y="1148716"/>
                  </a:lnTo>
                  <a:lnTo>
                    <a:pt x="2483168" y="1135449"/>
                  </a:lnTo>
                  <a:lnTo>
                    <a:pt x="2514600" y="1121924"/>
                  </a:lnTo>
                  <a:lnTo>
                    <a:pt x="2546033" y="1108146"/>
                  </a:lnTo>
                  <a:lnTo>
                    <a:pt x="2577465" y="1094123"/>
                  </a:lnTo>
                  <a:lnTo>
                    <a:pt x="2608898" y="1079864"/>
                  </a:lnTo>
                  <a:lnTo>
                    <a:pt x="2640330" y="1065379"/>
                  </a:lnTo>
                  <a:lnTo>
                    <a:pt x="2671763" y="1050674"/>
                  </a:lnTo>
                  <a:lnTo>
                    <a:pt x="2703195" y="1035762"/>
                  </a:lnTo>
                  <a:lnTo>
                    <a:pt x="2734627" y="1020656"/>
                  </a:lnTo>
                  <a:lnTo>
                    <a:pt x="2766060" y="1005370"/>
                  </a:lnTo>
                  <a:lnTo>
                    <a:pt x="2797493" y="989919"/>
                  </a:lnTo>
                  <a:lnTo>
                    <a:pt x="2828925" y="974318"/>
                  </a:lnTo>
                  <a:lnTo>
                    <a:pt x="2860358" y="958582"/>
                  </a:lnTo>
                  <a:lnTo>
                    <a:pt x="2891790" y="942729"/>
                  </a:lnTo>
                  <a:lnTo>
                    <a:pt x="2923223" y="926775"/>
                  </a:lnTo>
                  <a:lnTo>
                    <a:pt x="2954655" y="910738"/>
                  </a:lnTo>
                  <a:lnTo>
                    <a:pt x="2986088" y="894635"/>
                  </a:lnTo>
                  <a:lnTo>
                    <a:pt x="3017520" y="878486"/>
                  </a:lnTo>
                  <a:lnTo>
                    <a:pt x="3048953" y="862308"/>
                  </a:lnTo>
                  <a:lnTo>
                    <a:pt x="3080385" y="846120"/>
                  </a:lnTo>
                  <a:lnTo>
                    <a:pt x="3111817" y="829941"/>
                  </a:lnTo>
                  <a:lnTo>
                    <a:pt x="3143250" y="813791"/>
                  </a:lnTo>
                  <a:lnTo>
                    <a:pt x="3174683" y="797689"/>
                  </a:lnTo>
                  <a:lnTo>
                    <a:pt x="3206115" y="781655"/>
                  </a:lnTo>
                  <a:lnTo>
                    <a:pt x="3237548" y="765707"/>
                  </a:lnTo>
                  <a:lnTo>
                    <a:pt x="3268980" y="749865"/>
                  </a:lnTo>
                  <a:lnTo>
                    <a:pt x="3300413" y="734148"/>
                  </a:lnTo>
                  <a:lnTo>
                    <a:pt x="3331845" y="718573"/>
                  </a:lnTo>
                  <a:lnTo>
                    <a:pt x="3363277" y="703160"/>
                  </a:lnTo>
                  <a:lnTo>
                    <a:pt x="3394710" y="687926"/>
                  </a:lnTo>
                  <a:lnTo>
                    <a:pt x="3426142" y="672891"/>
                  </a:lnTo>
                  <a:lnTo>
                    <a:pt x="3457575" y="658071"/>
                  </a:lnTo>
                  <a:lnTo>
                    <a:pt x="3489008" y="643485"/>
                  </a:lnTo>
                  <a:lnTo>
                    <a:pt x="3520440" y="629148"/>
                  </a:lnTo>
                  <a:lnTo>
                    <a:pt x="3551873" y="615079"/>
                  </a:lnTo>
                  <a:lnTo>
                    <a:pt x="3583305" y="601291"/>
                  </a:lnTo>
                  <a:lnTo>
                    <a:pt x="3614738" y="587802"/>
                  </a:lnTo>
                  <a:lnTo>
                    <a:pt x="3646170" y="574625"/>
                  </a:lnTo>
                  <a:lnTo>
                    <a:pt x="3677602" y="561774"/>
                  </a:lnTo>
                  <a:lnTo>
                    <a:pt x="3709035" y="549262"/>
                  </a:lnTo>
                  <a:lnTo>
                    <a:pt x="3740468" y="537102"/>
                  </a:lnTo>
                  <a:lnTo>
                    <a:pt x="3771900" y="525304"/>
                  </a:lnTo>
                  <a:lnTo>
                    <a:pt x="3803333" y="513878"/>
                  </a:lnTo>
                  <a:lnTo>
                    <a:pt x="3834765" y="502834"/>
                  </a:lnTo>
                  <a:lnTo>
                    <a:pt x="3866197" y="492179"/>
                  </a:lnTo>
                  <a:lnTo>
                    <a:pt x="3897630" y="481919"/>
                  </a:lnTo>
                  <a:lnTo>
                    <a:pt x="3929063" y="472060"/>
                  </a:lnTo>
                  <a:lnTo>
                    <a:pt x="3960495" y="462611"/>
                  </a:lnTo>
                  <a:lnTo>
                    <a:pt x="3991927" y="453576"/>
                  </a:lnTo>
                  <a:lnTo>
                    <a:pt x="4023360" y="444957"/>
                  </a:lnTo>
                  <a:lnTo>
                    <a:pt x="4054792" y="436755"/>
                  </a:lnTo>
                  <a:lnTo>
                    <a:pt x="4086225" y="428970"/>
                  </a:lnTo>
                  <a:lnTo>
                    <a:pt x="4117658" y="421601"/>
                  </a:lnTo>
                  <a:lnTo>
                    <a:pt x="4149090" y="414647"/>
                  </a:lnTo>
                  <a:lnTo>
                    <a:pt x="4180523" y="408106"/>
                  </a:lnTo>
                  <a:lnTo>
                    <a:pt x="4211955" y="401975"/>
                  </a:lnTo>
                  <a:lnTo>
                    <a:pt x="4243388" y="396247"/>
                  </a:lnTo>
                  <a:lnTo>
                    <a:pt x="4274820" y="390919"/>
                  </a:lnTo>
                  <a:lnTo>
                    <a:pt x="4306253" y="385983"/>
                  </a:lnTo>
                  <a:lnTo>
                    <a:pt x="4337685" y="381433"/>
                  </a:lnTo>
                  <a:lnTo>
                    <a:pt x="4369118" y="377263"/>
                  </a:lnTo>
                  <a:lnTo>
                    <a:pt x="4400550" y="373465"/>
                  </a:lnTo>
                  <a:lnTo>
                    <a:pt x="4431983" y="370035"/>
                  </a:lnTo>
                  <a:lnTo>
                    <a:pt x="4463415" y="366964"/>
                  </a:lnTo>
                  <a:lnTo>
                    <a:pt x="4494848" y="364248"/>
                  </a:lnTo>
                  <a:lnTo>
                    <a:pt x="4526280" y="361880"/>
                  </a:lnTo>
                  <a:lnTo>
                    <a:pt x="4557713" y="359856"/>
                  </a:lnTo>
                  <a:lnTo>
                    <a:pt x="4589145" y="358172"/>
                  </a:lnTo>
                  <a:lnTo>
                    <a:pt x="4620578" y="356825"/>
                  </a:lnTo>
                  <a:lnTo>
                    <a:pt x="4652010" y="355812"/>
                  </a:lnTo>
                  <a:lnTo>
                    <a:pt x="4683443" y="355133"/>
                  </a:lnTo>
                  <a:lnTo>
                    <a:pt x="4714875" y="354788"/>
                  </a:lnTo>
                  <a:lnTo>
                    <a:pt x="4746308" y="354777"/>
                  </a:lnTo>
                  <a:lnTo>
                    <a:pt x="4777740" y="355105"/>
                  </a:lnTo>
                  <a:lnTo>
                    <a:pt x="4809172" y="355774"/>
                  </a:lnTo>
                  <a:lnTo>
                    <a:pt x="4840605" y="356791"/>
                  </a:lnTo>
                  <a:lnTo>
                    <a:pt x="4872038" y="358161"/>
                  </a:lnTo>
                  <a:lnTo>
                    <a:pt x="4903470" y="359893"/>
                  </a:lnTo>
                  <a:lnTo>
                    <a:pt x="4934903" y="361996"/>
                  </a:lnTo>
                  <a:lnTo>
                    <a:pt x="4966335" y="364482"/>
                  </a:lnTo>
                  <a:lnTo>
                    <a:pt x="4997767" y="367363"/>
                  </a:lnTo>
                  <a:lnTo>
                    <a:pt x="5029200" y="370652"/>
                  </a:lnTo>
                  <a:lnTo>
                    <a:pt x="5060633" y="374361"/>
                  </a:lnTo>
                  <a:lnTo>
                    <a:pt x="5092065" y="378504"/>
                  </a:lnTo>
                  <a:lnTo>
                    <a:pt x="5123498" y="383094"/>
                  </a:lnTo>
                  <a:lnTo>
                    <a:pt x="5154930" y="388147"/>
                  </a:lnTo>
                  <a:lnTo>
                    <a:pt x="5186363" y="393678"/>
                  </a:lnTo>
                  <a:lnTo>
                    <a:pt x="5217795" y="399699"/>
                  </a:lnTo>
                  <a:lnTo>
                    <a:pt x="5249228" y="406226"/>
                  </a:lnTo>
                  <a:lnTo>
                    <a:pt x="5280660" y="413272"/>
                  </a:lnTo>
                  <a:lnTo>
                    <a:pt x="5312093" y="420852"/>
                  </a:lnTo>
                  <a:lnTo>
                    <a:pt x="5343525" y="428977"/>
                  </a:lnTo>
                  <a:lnTo>
                    <a:pt x="5374958" y="437660"/>
                  </a:lnTo>
                  <a:lnTo>
                    <a:pt x="5406390" y="446912"/>
                  </a:lnTo>
                  <a:lnTo>
                    <a:pt x="5437823" y="456743"/>
                  </a:lnTo>
                  <a:lnTo>
                    <a:pt x="5469255" y="467157"/>
                  </a:lnTo>
                  <a:lnTo>
                    <a:pt x="5500688" y="478161"/>
                  </a:lnTo>
                  <a:lnTo>
                    <a:pt x="5532120" y="489762"/>
                  </a:lnTo>
                  <a:lnTo>
                    <a:pt x="5563553" y="501963"/>
                  </a:lnTo>
                  <a:lnTo>
                    <a:pt x="5594985" y="514767"/>
                  </a:lnTo>
                  <a:lnTo>
                    <a:pt x="5626418" y="528175"/>
                  </a:lnTo>
                  <a:lnTo>
                    <a:pt x="5657850" y="542188"/>
                  </a:lnTo>
                  <a:lnTo>
                    <a:pt x="5689283" y="556800"/>
                  </a:lnTo>
                  <a:lnTo>
                    <a:pt x="5720715" y="572008"/>
                  </a:lnTo>
                  <a:lnTo>
                    <a:pt x="5752147" y="587810"/>
                  </a:lnTo>
                  <a:lnTo>
                    <a:pt x="5783580" y="604200"/>
                  </a:lnTo>
                  <a:lnTo>
                    <a:pt x="5815013" y="621171"/>
                  </a:lnTo>
                  <a:lnTo>
                    <a:pt x="5846445" y="638715"/>
                  </a:lnTo>
                  <a:lnTo>
                    <a:pt x="5877878" y="656824"/>
                  </a:lnTo>
                  <a:lnTo>
                    <a:pt x="5909310" y="675486"/>
                  </a:lnTo>
                  <a:lnTo>
                    <a:pt x="5940742" y="694691"/>
                  </a:lnTo>
                  <a:lnTo>
                    <a:pt x="5972175" y="714423"/>
                  </a:lnTo>
                  <a:lnTo>
                    <a:pt x="6003608" y="734667"/>
                  </a:lnTo>
                  <a:lnTo>
                    <a:pt x="6035040" y="755407"/>
                  </a:lnTo>
                  <a:lnTo>
                    <a:pt x="6066473" y="776629"/>
                  </a:lnTo>
                  <a:lnTo>
                    <a:pt x="6097905" y="798315"/>
                  </a:lnTo>
                  <a:lnTo>
                    <a:pt x="6129338" y="820447"/>
                  </a:lnTo>
                  <a:lnTo>
                    <a:pt x="6160770" y="843006"/>
                  </a:lnTo>
                  <a:lnTo>
                    <a:pt x="6192203" y="865972"/>
                  </a:lnTo>
                  <a:lnTo>
                    <a:pt x="6223635" y="889325"/>
                  </a:lnTo>
                  <a:lnTo>
                    <a:pt x="6255068" y="913042"/>
                  </a:lnTo>
                  <a:lnTo>
                    <a:pt x="6286500" y="937100"/>
                  </a:lnTo>
                  <a:lnTo>
                    <a:pt x="6317933" y="961475"/>
                  </a:lnTo>
                  <a:lnTo>
                    <a:pt x="6349365" y="986142"/>
                  </a:lnTo>
                  <a:lnTo>
                    <a:pt x="6380798" y="1011074"/>
                  </a:lnTo>
                  <a:lnTo>
                    <a:pt x="6412230" y="1036245"/>
                  </a:lnTo>
                  <a:lnTo>
                    <a:pt x="6443663" y="1061625"/>
                  </a:lnTo>
                  <a:lnTo>
                    <a:pt x="6475095" y="1087185"/>
                  </a:lnTo>
                  <a:lnTo>
                    <a:pt x="6506528" y="1112893"/>
                  </a:lnTo>
                  <a:lnTo>
                    <a:pt x="6537960" y="1138718"/>
                  </a:lnTo>
                  <a:lnTo>
                    <a:pt x="6569392" y="1164626"/>
                  </a:lnTo>
                  <a:lnTo>
                    <a:pt x="6600825" y="1190583"/>
                  </a:lnTo>
                  <a:lnTo>
                    <a:pt x="6632258" y="1216554"/>
                  </a:lnTo>
                  <a:lnTo>
                    <a:pt x="6663690" y="1242503"/>
                  </a:lnTo>
                  <a:lnTo>
                    <a:pt x="6695122" y="1268394"/>
                  </a:lnTo>
                  <a:lnTo>
                    <a:pt x="6726555" y="1294189"/>
                  </a:lnTo>
                  <a:lnTo>
                    <a:pt x="6757988" y="1319849"/>
                  </a:lnTo>
                  <a:lnTo>
                    <a:pt x="6789420" y="1345339"/>
                  </a:lnTo>
                  <a:lnTo>
                    <a:pt x="6820853" y="1370618"/>
                  </a:lnTo>
                  <a:lnTo>
                    <a:pt x="6852285" y="1395650"/>
                  </a:lnTo>
                  <a:lnTo>
                    <a:pt x="6883717" y="1420396"/>
                  </a:lnTo>
                  <a:lnTo>
                    <a:pt x="6915150" y="1444819"/>
                  </a:lnTo>
                  <a:lnTo>
                    <a:pt x="6946583" y="1468884"/>
                  </a:lnTo>
                  <a:lnTo>
                    <a:pt x="6978015" y="1492554"/>
                  </a:lnTo>
                  <a:lnTo>
                    <a:pt x="7009448" y="1515795"/>
                  </a:lnTo>
                  <a:lnTo>
                    <a:pt x="7040880" y="1538574"/>
                  </a:lnTo>
                  <a:lnTo>
                    <a:pt x="7072313" y="1560860"/>
                  </a:lnTo>
                  <a:lnTo>
                    <a:pt x="7103745" y="1582623"/>
                  </a:lnTo>
                  <a:lnTo>
                    <a:pt x="7135177" y="1603836"/>
                  </a:lnTo>
                  <a:lnTo>
                    <a:pt x="7166610" y="1624472"/>
                  </a:lnTo>
                  <a:lnTo>
                    <a:pt x="7198042" y="1644505"/>
                  </a:lnTo>
                  <a:lnTo>
                    <a:pt x="7229475" y="1663914"/>
                  </a:lnTo>
                  <a:lnTo>
                    <a:pt x="7260908" y="1682681"/>
                  </a:lnTo>
                  <a:lnTo>
                    <a:pt x="7292340" y="1700791"/>
                  </a:lnTo>
                  <a:lnTo>
                    <a:pt x="7323772" y="1718233"/>
                  </a:lnTo>
                  <a:lnTo>
                    <a:pt x="7355205" y="1734994"/>
                  </a:lnTo>
                  <a:lnTo>
                    <a:pt x="7386638" y="1751070"/>
                  </a:lnTo>
                  <a:lnTo>
                    <a:pt x="7418070" y="1766454"/>
                  </a:lnTo>
                  <a:lnTo>
                    <a:pt x="7449503" y="1781144"/>
                  </a:lnTo>
                  <a:lnTo>
                    <a:pt x="7480935" y="1795143"/>
                  </a:lnTo>
                  <a:lnTo>
                    <a:pt x="7512367" y="1808452"/>
                  </a:lnTo>
                  <a:lnTo>
                    <a:pt x="7543800" y="1821077"/>
                  </a:lnTo>
                  <a:lnTo>
                    <a:pt x="7543800" y="2060947"/>
                  </a:lnTo>
                  <a:lnTo>
                    <a:pt x="7512367" y="2049208"/>
                  </a:lnTo>
                  <a:lnTo>
                    <a:pt x="7480935" y="2036813"/>
                  </a:lnTo>
                  <a:lnTo>
                    <a:pt x="7449503" y="2023754"/>
                  </a:lnTo>
                  <a:lnTo>
                    <a:pt x="7418070" y="2010026"/>
                  </a:lnTo>
                  <a:lnTo>
                    <a:pt x="7386638" y="1995627"/>
                  </a:lnTo>
                  <a:lnTo>
                    <a:pt x="7355205" y="1980558"/>
                  </a:lnTo>
                  <a:lnTo>
                    <a:pt x="7323772" y="1964820"/>
                  </a:lnTo>
                  <a:lnTo>
                    <a:pt x="7292340" y="1948421"/>
                  </a:lnTo>
                  <a:lnTo>
                    <a:pt x="7260908" y="1931368"/>
                  </a:lnTo>
                  <a:lnTo>
                    <a:pt x="7229475" y="1913672"/>
                  </a:lnTo>
                  <a:lnTo>
                    <a:pt x="7198042" y="1895346"/>
                  </a:lnTo>
                  <a:lnTo>
                    <a:pt x="7166610" y="1876408"/>
                  </a:lnTo>
                  <a:lnTo>
                    <a:pt x="7135177" y="1856876"/>
                  </a:lnTo>
                  <a:lnTo>
                    <a:pt x="7103745" y="1836776"/>
                  </a:lnTo>
                  <a:lnTo>
                    <a:pt x="7072313" y="1816132"/>
                  </a:lnTo>
                  <a:lnTo>
                    <a:pt x="7040880" y="1794972"/>
                  </a:lnTo>
                  <a:lnTo>
                    <a:pt x="7009448" y="1773325"/>
                  </a:lnTo>
                  <a:lnTo>
                    <a:pt x="6978015" y="1751221"/>
                  </a:lnTo>
                  <a:lnTo>
                    <a:pt x="6946583" y="1728693"/>
                  </a:lnTo>
                  <a:lnTo>
                    <a:pt x="6915150" y="1705776"/>
                  </a:lnTo>
                  <a:lnTo>
                    <a:pt x="6883717" y="1682505"/>
                  </a:lnTo>
                  <a:lnTo>
                    <a:pt x="6852285" y="1658916"/>
                  </a:lnTo>
                  <a:lnTo>
                    <a:pt x="6820853" y="1635049"/>
                  </a:lnTo>
                  <a:lnTo>
                    <a:pt x="6789420" y="1610940"/>
                  </a:lnTo>
                  <a:lnTo>
                    <a:pt x="6757988" y="1586629"/>
                  </a:lnTo>
                  <a:lnTo>
                    <a:pt x="6726555" y="1562154"/>
                  </a:lnTo>
                  <a:lnTo>
                    <a:pt x="6695122" y="1537555"/>
                  </a:lnTo>
                  <a:lnTo>
                    <a:pt x="6663690" y="1512870"/>
                  </a:lnTo>
                  <a:lnTo>
                    <a:pt x="6632258" y="1488137"/>
                  </a:lnTo>
                  <a:lnTo>
                    <a:pt x="6600825" y="1463394"/>
                  </a:lnTo>
                  <a:lnTo>
                    <a:pt x="6569392" y="1438678"/>
                  </a:lnTo>
                  <a:lnTo>
                    <a:pt x="6537960" y="1414026"/>
                  </a:lnTo>
                  <a:lnTo>
                    <a:pt x="6506528" y="1389470"/>
                  </a:lnTo>
                  <a:lnTo>
                    <a:pt x="6475095" y="1365047"/>
                  </a:lnTo>
                  <a:lnTo>
                    <a:pt x="6443663" y="1340787"/>
                  </a:lnTo>
                  <a:lnTo>
                    <a:pt x="6412230" y="1316723"/>
                  </a:lnTo>
                  <a:lnTo>
                    <a:pt x="6380798" y="1292884"/>
                  </a:lnTo>
                  <a:lnTo>
                    <a:pt x="6349365" y="1269299"/>
                  </a:lnTo>
                  <a:lnTo>
                    <a:pt x="6317933" y="1245995"/>
                  </a:lnTo>
                  <a:lnTo>
                    <a:pt x="6286500" y="1222997"/>
                  </a:lnTo>
                  <a:lnTo>
                    <a:pt x="6255068" y="1200330"/>
                  </a:lnTo>
                  <a:lnTo>
                    <a:pt x="6223635" y="1178016"/>
                  </a:lnTo>
                  <a:lnTo>
                    <a:pt x="6192203" y="1156079"/>
                  </a:lnTo>
                  <a:lnTo>
                    <a:pt x="6160770" y="1134537"/>
                  </a:lnTo>
                  <a:lnTo>
                    <a:pt x="6129338" y="1113410"/>
                  </a:lnTo>
                  <a:lnTo>
                    <a:pt x="6097905" y="1092716"/>
                  </a:lnTo>
                  <a:lnTo>
                    <a:pt x="6066473" y="1072472"/>
                  </a:lnTo>
                  <a:lnTo>
                    <a:pt x="6035040" y="1052692"/>
                  </a:lnTo>
                  <a:lnTo>
                    <a:pt x="6003608" y="1033393"/>
                  </a:lnTo>
                  <a:lnTo>
                    <a:pt x="5972175" y="1014586"/>
                  </a:lnTo>
                  <a:lnTo>
                    <a:pt x="5940742" y="996285"/>
                  </a:lnTo>
                  <a:lnTo>
                    <a:pt x="5909310" y="978499"/>
                  </a:lnTo>
                  <a:lnTo>
                    <a:pt x="5877878" y="961244"/>
                  </a:lnTo>
                  <a:lnTo>
                    <a:pt x="5846445" y="944526"/>
                  </a:lnTo>
                  <a:lnTo>
                    <a:pt x="5815013" y="928353"/>
                  </a:lnTo>
                  <a:lnTo>
                    <a:pt x="5783580" y="912732"/>
                  </a:lnTo>
                  <a:lnTo>
                    <a:pt x="5752147" y="897668"/>
                  </a:lnTo>
                  <a:lnTo>
                    <a:pt x="5720715" y="883164"/>
                  </a:lnTo>
                  <a:lnTo>
                    <a:pt x="5689283" y="869223"/>
                  </a:lnTo>
                  <a:lnTo>
                    <a:pt x="5657850" y="855847"/>
                  </a:lnTo>
                  <a:lnTo>
                    <a:pt x="5626418" y="843036"/>
                  </a:lnTo>
                  <a:lnTo>
                    <a:pt x="5594985" y="830792"/>
                  </a:lnTo>
                  <a:lnTo>
                    <a:pt x="5563553" y="819115"/>
                  </a:lnTo>
                  <a:lnTo>
                    <a:pt x="5532120" y="808000"/>
                  </a:lnTo>
                  <a:lnTo>
                    <a:pt x="5500688" y="797444"/>
                  </a:lnTo>
                  <a:lnTo>
                    <a:pt x="5469255" y="787442"/>
                  </a:lnTo>
                  <a:lnTo>
                    <a:pt x="5437823" y="777987"/>
                  </a:lnTo>
                  <a:lnTo>
                    <a:pt x="5406390" y="769071"/>
                  </a:lnTo>
                  <a:lnTo>
                    <a:pt x="5374958" y="760689"/>
                  </a:lnTo>
                  <a:lnTo>
                    <a:pt x="5343525" y="752833"/>
                  </a:lnTo>
                  <a:lnTo>
                    <a:pt x="5312093" y="745489"/>
                  </a:lnTo>
                  <a:lnTo>
                    <a:pt x="5280660" y="738647"/>
                  </a:lnTo>
                  <a:lnTo>
                    <a:pt x="5249228" y="732295"/>
                  </a:lnTo>
                  <a:lnTo>
                    <a:pt x="5217795" y="726419"/>
                  </a:lnTo>
                  <a:lnTo>
                    <a:pt x="5186363" y="721007"/>
                  </a:lnTo>
                  <a:lnTo>
                    <a:pt x="5154930" y="716045"/>
                  </a:lnTo>
                  <a:lnTo>
                    <a:pt x="5123498" y="711520"/>
                  </a:lnTo>
                  <a:lnTo>
                    <a:pt x="5092065" y="707418"/>
                  </a:lnTo>
                  <a:lnTo>
                    <a:pt x="5060633" y="703728"/>
                  </a:lnTo>
                  <a:lnTo>
                    <a:pt x="5029200" y="700436"/>
                  </a:lnTo>
                  <a:lnTo>
                    <a:pt x="4997767" y="697530"/>
                  </a:lnTo>
                  <a:lnTo>
                    <a:pt x="4966335" y="695000"/>
                  </a:lnTo>
                  <a:lnTo>
                    <a:pt x="4934903" y="692834"/>
                  </a:lnTo>
                  <a:lnTo>
                    <a:pt x="4903470" y="691023"/>
                  </a:lnTo>
                  <a:lnTo>
                    <a:pt x="4872038" y="689555"/>
                  </a:lnTo>
                  <a:lnTo>
                    <a:pt x="4840605" y="688423"/>
                  </a:lnTo>
                  <a:lnTo>
                    <a:pt x="4809172" y="687622"/>
                  </a:lnTo>
                  <a:lnTo>
                    <a:pt x="4777740" y="687145"/>
                  </a:lnTo>
                  <a:lnTo>
                    <a:pt x="4746308" y="686991"/>
                  </a:lnTo>
                  <a:lnTo>
                    <a:pt x="4714875" y="687155"/>
                  </a:lnTo>
                  <a:lnTo>
                    <a:pt x="4683443" y="687638"/>
                  </a:lnTo>
                  <a:lnTo>
                    <a:pt x="4652010" y="688439"/>
                  </a:lnTo>
                  <a:lnTo>
                    <a:pt x="4620578" y="689558"/>
                  </a:lnTo>
                  <a:lnTo>
                    <a:pt x="4589145" y="690999"/>
                  </a:lnTo>
                  <a:lnTo>
                    <a:pt x="4557713" y="692763"/>
                  </a:lnTo>
                  <a:lnTo>
                    <a:pt x="4526280" y="694856"/>
                  </a:lnTo>
                  <a:lnTo>
                    <a:pt x="4494848" y="697282"/>
                  </a:lnTo>
                  <a:lnTo>
                    <a:pt x="4463415" y="700046"/>
                  </a:lnTo>
                  <a:lnTo>
                    <a:pt x="4431983" y="703154"/>
                  </a:lnTo>
                  <a:lnTo>
                    <a:pt x="4400550" y="706613"/>
                  </a:lnTo>
                  <a:lnTo>
                    <a:pt x="4369118" y="710429"/>
                  </a:lnTo>
                  <a:lnTo>
                    <a:pt x="4337685" y="714609"/>
                  </a:lnTo>
                  <a:lnTo>
                    <a:pt x="4306253" y="719160"/>
                  </a:lnTo>
                  <a:lnTo>
                    <a:pt x="4274820" y="724088"/>
                  </a:lnTo>
                  <a:lnTo>
                    <a:pt x="4243388" y="729400"/>
                  </a:lnTo>
                  <a:lnTo>
                    <a:pt x="4211955" y="735100"/>
                  </a:lnTo>
                  <a:lnTo>
                    <a:pt x="4180523" y="741194"/>
                  </a:lnTo>
                  <a:lnTo>
                    <a:pt x="4149090" y="747687"/>
                  </a:lnTo>
                  <a:lnTo>
                    <a:pt x="4117658" y="754581"/>
                  </a:lnTo>
                  <a:lnTo>
                    <a:pt x="4086225" y="761877"/>
                  </a:lnTo>
                  <a:lnTo>
                    <a:pt x="4054792" y="769577"/>
                  </a:lnTo>
                  <a:lnTo>
                    <a:pt x="4023360" y="777679"/>
                  </a:lnTo>
                  <a:lnTo>
                    <a:pt x="3991927" y="786184"/>
                  </a:lnTo>
                  <a:lnTo>
                    <a:pt x="3960495" y="795087"/>
                  </a:lnTo>
                  <a:lnTo>
                    <a:pt x="3929063" y="804386"/>
                  </a:lnTo>
                  <a:lnTo>
                    <a:pt x="3897630" y="814074"/>
                  </a:lnTo>
                  <a:lnTo>
                    <a:pt x="3866197" y="824141"/>
                  </a:lnTo>
                  <a:lnTo>
                    <a:pt x="3834765" y="834581"/>
                  </a:lnTo>
                  <a:lnTo>
                    <a:pt x="3803333" y="845384"/>
                  </a:lnTo>
                  <a:lnTo>
                    <a:pt x="3771900" y="856541"/>
                  </a:lnTo>
                  <a:lnTo>
                    <a:pt x="3740468" y="868040"/>
                  </a:lnTo>
                  <a:lnTo>
                    <a:pt x="3709035" y="879869"/>
                  </a:lnTo>
                  <a:lnTo>
                    <a:pt x="3677602" y="892015"/>
                  </a:lnTo>
                  <a:lnTo>
                    <a:pt x="3646170" y="904464"/>
                  </a:lnTo>
                  <a:lnTo>
                    <a:pt x="3614738" y="917201"/>
                  </a:lnTo>
                  <a:lnTo>
                    <a:pt x="3583305" y="930208"/>
                  </a:lnTo>
                  <a:lnTo>
                    <a:pt x="3551873" y="943471"/>
                  </a:lnTo>
                  <a:lnTo>
                    <a:pt x="3520440" y="956971"/>
                  </a:lnTo>
                  <a:lnTo>
                    <a:pt x="3489008" y="970690"/>
                  </a:lnTo>
                  <a:lnTo>
                    <a:pt x="3457575" y="984612"/>
                  </a:lnTo>
                  <a:lnTo>
                    <a:pt x="3426142" y="998716"/>
                  </a:lnTo>
                  <a:lnTo>
                    <a:pt x="3394710" y="1012985"/>
                  </a:lnTo>
                  <a:lnTo>
                    <a:pt x="3363277" y="1027400"/>
                  </a:lnTo>
                  <a:lnTo>
                    <a:pt x="3331845" y="1041942"/>
                  </a:lnTo>
                  <a:lnTo>
                    <a:pt x="3300413" y="1056592"/>
                  </a:lnTo>
                  <a:lnTo>
                    <a:pt x="3268980" y="1071332"/>
                  </a:lnTo>
                  <a:lnTo>
                    <a:pt x="3237548" y="1086144"/>
                  </a:lnTo>
                  <a:lnTo>
                    <a:pt x="3206115" y="1101009"/>
                  </a:lnTo>
                  <a:lnTo>
                    <a:pt x="3174683" y="1115910"/>
                  </a:lnTo>
                  <a:lnTo>
                    <a:pt x="3143250" y="1130829"/>
                  </a:lnTo>
                  <a:lnTo>
                    <a:pt x="3111817" y="1145749"/>
                  </a:lnTo>
                  <a:lnTo>
                    <a:pt x="3080385" y="1160652"/>
                  </a:lnTo>
                  <a:lnTo>
                    <a:pt x="3048953" y="1175521"/>
                  </a:lnTo>
                  <a:lnTo>
                    <a:pt x="3017520" y="1190341"/>
                  </a:lnTo>
                  <a:lnTo>
                    <a:pt x="2986088" y="1205097"/>
                  </a:lnTo>
                  <a:lnTo>
                    <a:pt x="2954655" y="1219772"/>
                  </a:lnTo>
                  <a:lnTo>
                    <a:pt x="2923223" y="1234355"/>
                  </a:lnTo>
                  <a:lnTo>
                    <a:pt x="2891790" y="1248830"/>
                  </a:lnTo>
                  <a:lnTo>
                    <a:pt x="2860358" y="1263184"/>
                  </a:lnTo>
                  <a:lnTo>
                    <a:pt x="2828925" y="1277407"/>
                  </a:lnTo>
                  <a:lnTo>
                    <a:pt x="2797493" y="1291485"/>
                  </a:lnTo>
                  <a:lnTo>
                    <a:pt x="2766060" y="1305408"/>
                  </a:lnTo>
                  <a:lnTo>
                    <a:pt x="2734627" y="1319166"/>
                  </a:lnTo>
                  <a:lnTo>
                    <a:pt x="2703195" y="1332748"/>
                  </a:lnTo>
                  <a:lnTo>
                    <a:pt x="2671763" y="1346147"/>
                  </a:lnTo>
                  <a:lnTo>
                    <a:pt x="2640330" y="1359353"/>
                  </a:lnTo>
                  <a:lnTo>
                    <a:pt x="2608898" y="1372359"/>
                  </a:lnTo>
                  <a:lnTo>
                    <a:pt x="2577465" y="1385163"/>
                  </a:lnTo>
                  <a:lnTo>
                    <a:pt x="2546033" y="1397758"/>
                  </a:lnTo>
                  <a:lnTo>
                    <a:pt x="2514600" y="1410139"/>
                  </a:lnTo>
                  <a:lnTo>
                    <a:pt x="2483168" y="1422304"/>
                  </a:lnTo>
                  <a:lnTo>
                    <a:pt x="2451735" y="1434247"/>
                  </a:lnTo>
                  <a:lnTo>
                    <a:pt x="2420303" y="1445968"/>
                  </a:lnTo>
                  <a:lnTo>
                    <a:pt x="2388870" y="1457464"/>
                  </a:lnTo>
                  <a:lnTo>
                    <a:pt x="2357438" y="1468730"/>
                  </a:lnTo>
                  <a:lnTo>
                    <a:pt x="2326005" y="1479767"/>
                  </a:lnTo>
                  <a:lnTo>
                    <a:pt x="2294573" y="1490576"/>
                  </a:lnTo>
                  <a:lnTo>
                    <a:pt x="2263140" y="1501157"/>
                  </a:lnTo>
                  <a:lnTo>
                    <a:pt x="2231708" y="1511513"/>
                  </a:lnTo>
                  <a:lnTo>
                    <a:pt x="2200275" y="1521646"/>
                  </a:lnTo>
                  <a:lnTo>
                    <a:pt x="2168842" y="1531560"/>
                  </a:lnTo>
                  <a:lnTo>
                    <a:pt x="2137410" y="1541258"/>
                  </a:lnTo>
                  <a:lnTo>
                    <a:pt x="2105978" y="1550745"/>
                  </a:lnTo>
                  <a:lnTo>
                    <a:pt x="2074545" y="1560025"/>
                  </a:lnTo>
                  <a:lnTo>
                    <a:pt x="2043113" y="1569104"/>
                  </a:lnTo>
                  <a:lnTo>
                    <a:pt x="2011680" y="1577989"/>
                  </a:lnTo>
                  <a:lnTo>
                    <a:pt x="1980248" y="1586687"/>
                  </a:lnTo>
                  <a:lnTo>
                    <a:pt x="1948815" y="1595205"/>
                  </a:lnTo>
                  <a:lnTo>
                    <a:pt x="1917382" y="1603552"/>
                  </a:lnTo>
                  <a:lnTo>
                    <a:pt x="1885950" y="1611736"/>
                  </a:lnTo>
                  <a:lnTo>
                    <a:pt x="1854518" y="1619768"/>
                  </a:lnTo>
                  <a:lnTo>
                    <a:pt x="1823085" y="1627658"/>
                  </a:lnTo>
                  <a:lnTo>
                    <a:pt x="1791652" y="1635418"/>
                  </a:lnTo>
                  <a:lnTo>
                    <a:pt x="1760220" y="1643059"/>
                  </a:lnTo>
                  <a:lnTo>
                    <a:pt x="1728788" y="1650594"/>
                  </a:lnTo>
                  <a:lnTo>
                    <a:pt x="1697355" y="1658038"/>
                  </a:lnTo>
                  <a:lnTo>
                    <a:pt x="1665922" y="1665404"/>
                  </a:lnTo>
                  <a:lnTo>
                    <a:pt x="1634490" y="1672707"/>
                  </a:lnTo>
                  <a:lnTo>
                    <a:pt x="1603057" y="1679963"/>
                  </a:lnTo>
                  <a:lnTo>
                    <a:pt x="1571625" y="1687185"/>
                  </a:lnTo>
                  <a:lnTo>
                    <a:pt x="1540193" y="1694388"/>
                  </a:lnTo>
                  <a:lnTo>
                    <a:pt x="1508760" y="1701589"/>
                  </a:lnTo>
                  <a:lnTo>
                    <a:pt x="1477328" y="1708805"/>
                  </a:lnTo>
                  <a:lnTo>
                    <a:pt x="1445895" y="1716052"/>
                  </a:lnTo>
                  <a:lnTo>
                    <a:pt x="1414463" y="1723348"/>
                  </a:lnTo>
                  <a:lnTo>
                    <a:pt x="1383030" y="1730709"/>
                  </a:lnTo>
                  <a:lnTo>
                    <a:pt x="1351598" y="1738152"/>
                  </a:lnTo>
                  <a:lnTo>
                    <a:pt x="1320165" y="1745693"/>
                  </a:lnTo>
                  <a:lnTo>
                    <a:pt x="1288733" y="1753347"/>
                  </a:lnTo>
                  <a:lnTo>
                    <a:pt x="1257300" y="1761129"/>
                  </a:lnTo>
                  <a:lnTo>
                    <a:pt x="1225868" y="1769053"/>
                  </a:lnTo>
                  <a:lnTo>
                    <a:pt x="1194435" y="1777133"/>
                  </a:lnTo>
                  <a:lnTo>
                    <a:pt x="1163003" y="1785379"/>
                  </a:lnTo>
                  <a:lnTo>
                    <a:pt x="1131570" y="1793802"/>
                  </a:lnTo>
                  <a:lnTo>
                    <a:pt x="1100138" y="1802410"/>
                  </a:lnTo>
                  <a:lnTo>
                    <a:pt x="1068705" y="1811211"/>
                  </a:lnTo>
                  <a:lnTo>
                    <a:pt x="1037273" y="1820210"/>
                  </a:lnTo>
                  <a:lnTo>
                    <a:pt x="1005840" y="1829410"/>
                  </a:lnTo>
                  <a:lnTo>
                    <a:pt x="974408" y="1838813"/>
                  </a:lnTo>
                  <a:lnTo>
                    <a:pt x="942975" y="1848418"/>
                  </a:lnTo>
                  <a:lnTo>
                    <a:pt x="911543" y="1858222"/>
                  </a:lnTo>
                  <a:lnTo>
                    <a:pt x="880110" y="1868220"/>
                  </a:lnTo>
                  <a:lnTo>
                    <a:pt x="848678" y="1878407"/>
                  </a:lnTo>
                  <a:lnTo>
                    <a:pt x="817245" y="1888775"/>
                  </a:lnTo>
                  <a:lnTo>
                    <a:pt x="785813" y="1899310"/>
                  </a:lnTo>
                  <a:lnTo>
                    <a:pt x="754380" y="1910000"/>
                  </a:lnTo>
                  <a:lnTo>
                    <a:pt x="722948" y="1920830"/>
                  </a:lnTo>
                  <a:lnTo>
                    <a:pt x="691515" y="1931783"/>
                  </a:lnTo>
                  <a:lnTo>
                    <a:pt x="660082" y="1942840"/>
                  </a:lnTo>
                  <a:lnTo>
                    <a:pt x="628650" y="1953980"/>
                  </a:lnTo>
                  <a:lnTo>
                    <a:pt x="597218" y="1965184"/>
                  </a:lnTo>
                  <a:lnTo>
                    <a:pt x="565785" y="1976427"/>
                  </a:lnTo>
                  <a:lnTo>
                    <a:pt x="534353" y="1987687"/>
                  </a:lnTo>
                  <a:lnTo>
                    <a:pt x="502920" y="1998940"/>
                  </a:lnTo>
                  <a:lnTo>
                    <a:pt x="471488" y="2010160"/>
                  </a:lnTo>
                  <a:lnTo>
                    <a:pt x="440055" y="2021323"/>
                  </a:lnTo>
                  <a:lnTo>
                    <a:pt x="408623" y="2032403"/>
                  </a:lnTo>
                  <a:lnTo>
                    <a:pt x="377190" y="2043376"/>
                  </a:lnTo>
                  <a:lnTo>
                    <a:pt x="345758" y="2054217"/>
                  </a:lnTo>
                  <a:lnTo>
                    <a:pt x="314325" y="2064902"/>
                  </a:lnTo>
                  <a:lnTo>
                    <a:pt x="282892" y="2075407"/>
                  </a:lnTo>
                  <a:lnTo>
                    <a:pt x="251460" y="2085711"/>
                  </a:lnTo>
                  <a:lnTo>
                    <a:pt x="220027" y="2095792"/>
                  </a:lnTo>
                  <a:lnTo>
                    <a:pt x="188595" y="2105630"/>
                  </a:lnTo>
                  <a:lnTo>
                    <a:pt x="157163" y="2115207"/>
                  </a:lnTo>
                  <a:lnTo>
                    <a:pt x="125730" y="2124507"/>
                  </a:lnTo>
                  <a:lnTo>
                    <a:pt x="94298" y="2133513"/>
                  </a:lnTo>
                  <a:lnTo>
                    <a:pt x="62865" y="2142212"/>
                  </a:lnTo>
                  <a:lnTo>
                    <a:pt x="31433" y="2150594"/>
                  </a:lnTo>
                  <a:lnTo>
                    <a:pt x="0" y="2158648"/>
                  </a:lnTo>
                  <a:close/>
                </a:path>
              </a:pathLst>
            </a:custGeom>
            <a:solidFill>
              <a:srgbClr val="0047FF"/>
            </a:solidFill>
            <a:ln>
              <a:noFill/>
            </a:ln>
          </p:spPr>
        </p:sp>
        <p:sp>
          <p:nvSpPr>
            <p:cNvPr id="9" name="node01.phases.source-001.label"/>
            <p:cNvSpPr/>
            <p:nvPr/>
          </p:nvSpPr>
          <p:spPr>
            <a:xfrm>
              <a:off x="83820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MOBILIZE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phases.source-001.sub"/>
            <p:cNvSpPr/>
            <p:nvPr/>
          </p:nvSpPr>
          <p:spPr>
            <a:xfrm>
              <a:off x="83820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1–2: core team and client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phases.source-002.rule"/>
            <p:cNvSpPr/>
            <p:nvPr/>
          </p:nvSpPr>
          <p:spPr>
            <a:xfrm>
              <a:off x="2609850" y="1600200"/>
              <a:ext cx="0" cy="4114800"/>
            </a:xfrm>
            <a:prstGeom prst="line">
              <a:avLst/>
            </a:prstGeom>
            <a:noFill/>
            <a:ln w="9525">
              <a:solidFill>
                <a:srgbClr val="97A4BA"/>
              </a:solidFill>
              <a:prstDash val="solid"/>
            </a:ln>
          </p:spPr>
        </p:sp>
        <p:sp>
          <p:nvSpPr>
            <p:cNvPr id="12" name="node01.phases.source-002.label"/>
            <p:cNvSpPr/>
            <p:nvPr/>
          </p:nvSpPr>
          <p:spPr>
            <a:xfrm>
              <a:off x="272415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DESIGN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hases.source-002.sub"/>
            <p:cNvSpPr/>
            <p:nvPr/>
          </p:nvSpPr>
          <p:spPr>
            <a:xfrm>
              <a:off x="272415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3–6: BAs and architect at full load.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phases.source-003.rule"/>
            <p:cNvSpPr/>
            <p:nvPr/>
          </p:nvSpPr>
          <p:spPr>
            <a:xfrm>
              <a:off x="4495800" y="1600200"/>
              <a:ext cx="0" cy="4114800"/>
            </a:xfrm>
            <a:prstGeom prst="line">
              <a:avLst/>
            </a:prstGeom>
            <a:noFill/>
            <a:ln w="9525">
              <a:solidFill>
                <a:srgbClr val="97A4BA"/>
              </a:solidFill>
              <a:prstDash val="solid"/>
            </a:ln>
          </p:spPr>
        </p:sp>
        <p:sp>
          <p:nvSpPr>
            <p:cNvPr id="15" name="node01.phases.source-003.label"/>
            <p:cNvSpPr/>
            <p:nvPr/>
          </p:nvSpPr>
          <p:spPr>
            <a:xfrm>
              <a:off x="461010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BUILD AND TEST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phases.source-003.sub"/>
            <p:cNvSpPr/>
            <p:nvPr/>
          </p:nvSpPr>
          <p:spPr>
            <a:xfrm>
              <a:off x="461010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7–12: developers and QA join.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phases.source-004.rule"/>
            <p:cNvSpPr/>
            <p:nvPr/>
          </p:nvSpPr>
          <p:spPr>
            <a:xfrm>
              <a:off x="6381750" y="1600200"/>
              <a:ext cx="0" cy="4114800"/>
            </a:xfrm>
            <a:prstGeom prst="line">
              <a:avLst/>
            </a:prstGeom>
            <a:noFill/>
            <a:ln w="9525">
              <a:solidFill>
                <a:srgbClr val="97A4BA"/>
              </a:solidFill>
              <a:prstDash val="solid"/>
            </a:ln>
          </p:spPr>
        </p:sp>
        <p:sp>
          <p:nvSpPr>
            <p:cNvPr id="18" name="node01.phases.source-004.label"/>
            <p:cNvSpPr/>
            <p:nvPr/>
          </p:nvSpPr>
          <p:spPr>
            <a:xfrm>
              <a:off x="649605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LAUNCH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hases.source-004.sub"/>
            <p:cNvSpPr/>
            <p:nvPr/>
          </p:nvSpPr>
          <p:spPr>
            <a:xfrm>
              <a:off x="649605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13–16: ramp-off to support.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1.series.source-001.label"/>
            <p:cNvSpPr/>
            <p:nvPr/>
          </p:nvSpPr>
          <p:spPr>
            <a:xfrm>
              <a:off x="1470660" y="4365625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series.source-002.label"/>
            <p:cNvSpPr/>
            <p:nvPr/>
          </p:nvSpPr>
          <p:spPr>
            <a:xfrm>
              <a:off x="5494020" y="3183285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series.source-003.label"/>
            <p:cNvSpPr/>
            <p:nvPr/>
          </p:nvSpPr>
          <p:spPr>
            <a:xfrm>
              <a:off x="4991100" y="2034144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CLIENT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2" name="node02"/>
          <p:cNvGrpSpPr/>
          <p:nvPr/>
        </p:nvGrpSpPr>
        <p:grpSpPr>
          <a:xfrm>
            <a:off x="8572500" y="1600200"/>
            <a:ext cx="2895600" cy="802069"/>
            <a:chOff x="8572500" y="1600200"/>
            <a:chExt cx="2895600" cy="802069"/>
          </a:xfrm>
        </p:grpSpPr>
        <p:sp>
          <p:nvSpPr>
            <p:cNvPr id="23" name="node02.value"/>
            <p:cNvSpPr/>
            <p:nvPr/>
          </p:nvSpPr>
          <p:spPr>
            <a:xfrm>
              <a:off x="8572500" y="1600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10.8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2.label"/>
            <p:cNvSpPr/>
            <p:nvPr/>
          </p:nvSpPr>
          <p:spPr>
            <a:xfrm>
              <a:off x="8572500" y="2186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peak team size, weeks 7–10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3" name="node03"/>
          <p:cNvGrpSpPr/>
          <p:nvPr/>
        </p:nvGrpSpPr>
        <p:grpSpPr>
          <a:xfrm>
            <a:off x="8572500" y="2743200"/>
            <a:ext cx="2895600" cy="802069"/>
            <a:chOff x="8572500" y="2743200"/>
            <a:chExt cx="2895600" cy="802069"/>
          </a:xfrm>
        </p:grpSpPr>
        <p:sp>
          <p:nvSpPr>
            <p:cNvPr id="25" name="node03.value"/>
            <p:cNvSpPr/>
            <p:nvPr/>
          </p:nvSpPr>
          <p:spPr>
            <a:xfrm>
              <a:off x="8572500" y="2743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7.9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3.label"/>
            <p:cNvSpPr/>
            <p:nvPr/>
          </p:nvSpPr>
          <p:spPr>
            <a:xfrm>
              <a:off x="8572500" y="3329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average over 16 weeks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4" name="node04"/>
          <p:cNvGrpSpPr/>
          <p:nvPr/>
        </p:nvGrpSpPr>
        <p:grpSpPr>
          <a:xfrm>
            <a:off x="8572500" y="3886200"/>
            <a:ext cx="2895600" cy="802069"/>
            <a:chOff x="8572500" y="3886200"/>
            <a:chExt cx="2895600" cy="802069"/>
          </a:xfrm>
        </p:grpSpPr>
        <p:sp>
          <p:nvSpPr>
            <p:cNvPr id="27" name="node04.value"/>
            <p:cNvSpPr/>
            <p:nvPr/>
          </p:nvSpPr>
          <p:spPr>
            <a:xfrm>
              <a:off x="8572500" y="3886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4.6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4.label"/>
            <p:cNvSpPr/>
            <p:nvPr/>
          </p:nvSpPr>
          <p:spPr>
            <a:xfrm>
              <a:off x="8572500" y="4472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 week 16, handing over to run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5" name="node05"/>
          <p:cNvGrpSpPr/>
          <p:nvPr/>
        </p:nvGrpSpPr>
        <p:grpSpPr>
          <a:xfrm>
            <a:off x="8572500" y="5029200"/>
            <a:ext cx="2895600" cy="802069"/>
            <a:chOff x="8572500" y="5029200"/>
            <a:chExt cx="2895600" cy="802069"/>
          </a:xfrm>
        </p:grpSpPr>
        <p:sp>
          <p:nvSpPr>
            <p:cNvPr id="29" name="node05.value"/>
            <p:cNvSpPr/>
            <p:nvPr/>
          </p:nvSpPr>
          <p:spPr>
            <a:xfrm>
              <a:off x="8572500" y="5029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1.2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5.label"/>
            <p:cNvSpPr/>
            <p:nvPr/>
          </p:nvSpPr>
          <p:spPr>
            <a:xfrm>
              <a:off x="8572500" y="5615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client team at peak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 firm team of up to 9.5 FTE delivers in 16 weeks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9" name="node01"/>
          <p:cNvGrpSpPr/>
          <p:nvPr/>
        </p:nvGrpSpPr>
        <p:grpSpPr>
          <a:xfrm>
            <a:off x="723900" y="1600200"/>
            <a:ext cx="7086600" cy="3556000"/>
            <a:chOff x="723900" y="1600200"/>
            <a:chExt cx="7086600" cy="3556000"/>
          </a:xfrm>
        </p:grpSpPr>
        <p:sp>
          <p:nvSpPr>
            <p:cNvPr id="7" name="node01.row.item-001.m0.heat-gap"/>
            <p:cNvSpPr/>
            <p:nvPr/>
          </p:nvSpPr>
          <p:spPr>
            <a:xfrm>
              <a:off x="29337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m0.heat"/>
            <p:cNvSpPr/>
            <p:nvPr/>
          </p:nvSpPr>
          <p:spPr>
            <a:xfrm>
              <a:off x="29527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" name="node01.row.item-001.m1.heat-gap"/>
            <p:cNvSpPr/>
            <p:nvPr/>
          </p:nvSpPr>
          <p:spPr>
            <a:xfrm>
              <a:off x="41529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m1.heat"/>
            <p:cNvSpPr/>
            <p:nvPr/>
          </p:nvSpPr>
          <p:spPr>
            <a:xfrm>
              <a:off x="41719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m2.heat-gap"/>
            <p:cNvSpPr/>
            <p:nvPr/>
          </p:nvSpPr>
          <p:spPr>
            <a:xfrm>
              <a:off x="53721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m2.heat"/>
            <p:cNvSpPr/>
            <p:nvPr/>
          </p:nvSpPr>
          <p:spPr>
            <a:xfrm>
              <a:off x="53911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m3.heat-gap"/>
            <p:cNvSpPr/>
            <p:nvPr/>
          </p:nvSpPr>
          <p:spPr>
            <a:xfrm>
              <a:off x="65913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m3.heat"/>
            <p:cNvSpPr/>
            <p:nvPr/>
          </p:nvSpPr>
          <p:spPr>
            <a:xfrm>
              <a:off x="66103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2.m0.heat-gap"/>
            <p:cNvSpPr/>
            <p:nvPr/>
          </p:nvSpPr>
          <p:spPr>
            <a:xfrm>
              <a:off x="29337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2.m0.heat"/>
            <p:cNvSpPr/>
            <p:nvPr/>
          </p:nvSpPr>
          <p:spPr>
            <a:xfrm>
              <a:off x="29527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m1.heat-gap"/>
            <p:cNvSpPr/>
            <p:nvPr/>
          </p:nvSpPr>
          <p:spPr>
            <a:xfrm>
              <a:off x="41529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m1.heat"/>
            <p:cNvSpPr/>
            <p:nvPr/>
          </p:nvSpPr>
          <p:spPr>
            <a:xfrm>
              <a:off x="41719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m2.heat-gap"/>
            <p:cNvSpPr/>
            <p:nvPr/>
          </p:nvSpPr>
          <p:spPr>
            <a:xfrm>
              <a:off x="53721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m2.heat"/>
            <p:cNvSpPr/>
            <p:nvPr/>
          </p:nvSpPr>
          <p:spPr>
            <a:xfrm>
              <a:off x="53911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01.row.item-002.m3.heat-gap"/>
            <p:cNvSpPr/>
            <p:nvPr/>
          </p:nvSpPr>
          <p:spPr>
            <a:xfrm>
              <a:off x="65913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m3.heat"/>
            <p:cNvSpPr/>
            <p:nvPr/>
          </p:nvSpPr>
          <p:spPr>
            <a:xfrm>
              <a:off x="66103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3.m0.heat-gap"/>
            <p:cNvSpPr/>
            <p:nvPr/>
          </p:nvSpPr>
          <p:spPr>
            <a:xfrm>
              <a:off x="29337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3.m0.heat"/>
            <p:cNvSpPr/>
            <p:nvPr/>
          </p:nvSpPr>
          <p:spPr>
            <a:xfrm>
              <a:off x="2952750" y="2686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3.m1.heat-gap"/>
            <p:cNvSpPr/>
            <p:nvPr/>
          </p:nvSpPr>
          <p:spPr>
            <a:xfrm>
              <a:off x="41529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3.m1.heat"/>
            <p:cNvSpPr/>
            <p:nvPr/>
          </p:nvSpPr>
          <p:spPr>
            <a:xfrm>
              <a:off x="4171950" y="2686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7" name="node01.row.item-003.m2.heat-gap"/>
            <p:cNvSpPr/>
            <p:nvPr/>
          </p:nvSpPr>
          <p:spPr>
            <a:xfrm>
              <a:off x="53721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m2.heat"/>
            <p:cNvSpPr/>
            <p:nvPr/>
          </p:nvSpPr>
          <p:spPr>
            <a:xfrm>
              <a:off x="5391150" y="2686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m3.heat-gap"/>
            <p:cNvSpPr/>
            <p:nvPr/>
          </p:nvSpPr>
          <p:spPr>
            <a:xfrm>
              <a:off x="65913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m3.heat"/>
            <p:cNvSpPr/>
            <p:nvPr/>
          </p:nvSpPr>
          <p:spPr>
            <a:xfrm>
              <a:off x="6610350" y="2686050"/>
              <a:ext cx="1181100" cy="317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4.m0.heat-gap"/>
            <p:cNvSpPr/>
            <p:nvPr/>
          </p:nvSpPr>
          <p:spPr>
            <a:xfrm>
              <a:off x="29337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4.m0.heat"/>
            <p:cNvSpPr/>
            <p:nvPr/>
          </p:nvSpPr>
          <p:spPr>
            <a:xfrm>
              <a:off x="29527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4.m1.heat-gap"/>
            <p:cNvSpPr/>
            <p:nvPr/>
          </p:nvSpPr>
          <p:spPr>
            <a:xfrm>
              <a:off x="41529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4.m1.heat"/>
            <p:cNvSpPr/>
            <p:nvPr/>
          </p:nvSpPr>
          <p:spPr>
            <a:xfrm>
              <a:off x="41719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4.m2.heat-gap"/>
            <p:cNvSpPr/>
            <p:nvPr/>
          </p:nvSpPr>
          <p:spPr>
            <a:xfrm>
              <a:off x="53721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4.m2.heat"/>
            <p:cNvSpPr/>
            <p:nvPr/>
          </p:nvSpPr>
          <p:spPr>
            <a:xfrm>
              <a:off x="53911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m3.heat-gap"/>
            <p:cNvSpPr/>
            <p:nvPr/>
          </p:nvSpPr>
          <p:spPr>
            <a:xfrm>
              <a:off x="65913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m3.heat"/>
            <p:cNvSpPr/>
            <p:nvPr/>
          </p:nvSpPr>
          <p:spPr>
            <a:xfrm>
              <a:off x="66103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5.m0.heat-gap"/>
            <p:cNvSpPr/>
            <p:nvPr/>
          </p:nvSpPr>
          <p:spPr>
            <a:xfrm>
              <a:off x="29337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5.m0.heat"/>
            <p:cNvSpPr/>
            <p:nvPr/>
          </p:nvSpPr>
          <p:spPr>
            <a:xfrm>
              <a:off x="2952750" y="3397250"/>
              <a:ext cx="1181100" cy="317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1.row.item-005.m1.heat-gap"/>
            <p:cNvSpPr/>
            <p:nvPr/>
          </p:nvSpPr>
          <p:spPr>
            <a:xfrm>
              <a:off x="41529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5.m1.heat"/>
            <p:cNvSpPr/>
            <p:nvPr/>
          </p:nvSpPr>
          <p:spPr>
            <a:xfrm>
              <a:off x="4171950" y="3397250"/>
              <a:ext cx="1181100" cy="317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3" name="node01.row.item-005.m2.heat-gap"/>
            <p:cNvSpPr/>
            <p:nvPr/>
          </p:nvSpPr>
          <p:spPr>
            <a:xfrm>
              <a:off x="53721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5.m2.heat"/>
            <p:cNvSpPr/>
            <p:nvPr/>
          </p:nvSpPr>
          <p:spPr>
            <a:xfrm>
              <a:off x="5391150" y="33972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5.m3.heat-gap"/>
            <p:cNvSpPr/>
            <p:nvPr/>
          </p:nvSpPr>
          <p:spPr>
            <a:xfrm>
              <a:off x="65913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5.m3.heat"/>
            <p:cNvSpPr/>
            <p:nvPr/>
          </p:nvSpPr>
          <p:spPr>
            <a:xfrm>
              <a:off x="6610350" y="33972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7" name="node01.row.item-006.m0.heat-gap"/>
            <p:cNvSpPr/>
            <p:nvPr/>
          </p:nvSpPr>
          <p:spPr>
            <a:xfrm>
              <a:off x="29337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6.m0.heat"/>
            <p:cNvSpPr/>
            <p:nvPr/>
          </p:nvSpPr>
          <p:spPr>
            <a:xfrm>
              <a:off x="2952750" y="3752850"/>
              <a:ext cx="1181100" cy="317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1.row.item-006.m1.heat-gap"/>
            <p:cNvSpPr/>
            <p:nvPr/>
          </p:nvSpPr>
          <p:spPr>
            <a:xfrm>
              <a:off x="41529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6.m1.heat"/>
            <p:cNvSpPr/>
            <p:nvPr/>
          </p:nvSpPr>
          <p:spPr>
            <a:xfrm>
              <a:off x="4171950" y="37528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.item-006.m2.heat-gap"/>
            <p:cNvSpPr/>
            <p:nvPr/>
          </p:nvSpPr>
          <p:spPr>
            <a:xfrm>
              <a:off x="53721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6.m2.heat"/>
            <p:cNvSpPr/>
            <p:nvPr/>
          </p:nvSpPr>
          <p:spPr>
            <a:xfrm>
              <a:off x="5391150" y="37528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1.row.item-006.m3.heat-gap"/>
            <p:cNvSpPr/>
            <p:nvPr/>
          </p:nvSpPr>
          <p:spPr>
            <a:xfrm>
              <a:off x="65913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6.m3.heat"/>
            <p:cNvSpPr/>
            <p:nvPr/>
          </p:nvSpPr>
          <p:spPr>
            <a:xfrm>
              <a:off x="6610350" y="3752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7.m0.heat-gap"/>
            <p:cNvSpPr/>
            <p:nvPr/>
          </p:nvSpPr>
          <p:spPr>
            <a:xfrm>
              <a:off x="29337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7.m0.heat"/>
            <p:cNvSpPr/>
            <p:nvPr/>
          </p:nvSpPr>
          <p:spPr>
            <a:xfrm>
              <a:off x="2952750" y="4108450"/>
              <a:ext cx="1181100" cy="317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7" name="node01.row.item-007.m1.heat-gap"/>
            <p:cNvSpPr/>
            <p:nvPr/>
          </p:nvSpPr>
          <p:spPr>
            <a:xfrm>
              <a:off x="41529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7.m1.heat"/>
            <p:cNvSpPr/>
            <p:nvPr/>
          </p:nvSpPr>
          <p:spPr>
            <a:xfrm>
              <a:off x="4171950" y="4108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7.m2.heat-gap"/>
            <p:cNvSpPr/>
            <p:nvPr/>
          </p:nvSpPr>
          <p:spPr>
            <a:xfrm>
              <a:off x="53721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7.m2.heat"/>
            <p:cNvSpPr/>
            <p:nvPr/>
          </p:nvSpPr>
          <p:spPr>
            <a:xfrm>
              <a:off x="5391150" y="4108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7.m3.heat-gap"/>
            <p:cNvSpPr/>
            <p:nvPr/>
          </p:nvSpPr>
          <p:spPr>
            <a:xfrm>
              <a:off x="65913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7.m3.heat"/>
            <p:cNvSpPr/>
            <p:nvPr/>
          </p:nvSpPr>
          <p:spPr>
            <a:xfrm>
              <a:off x="6610350" y="4108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8.m0.heat-gap"/>
            <p:cNvSpPr/>
            <p:nvPr/>
          </p:nvSpPr>
          <p:spPr>
            <a:xfrm>
              <a:off x="29337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8.m0.heat"/>
            <p:cNvSpPr/>
            <p:nvPr/>
          </p:nvSpPr>
          <p:spPr>
            <a:xfrm>
              <a:off x="29527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5" name="node01.row.item-008.m1.heat-gap"/>
            <p:cNvSpPr/>
            <p:nvPr/>
          </p:nvSpPr>
          <p:spPr>
            <a:xfrm>
              <a:off x="41529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8.m1.heat"/>
            <p:cNvSpPr/>
            <p:nvPr/>
          </p:nvSpPr>
          <p:spPr>
            <a:xfrm>
              <a:off x="41719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7" name="node01.row.item-008.m2.heat-gap"/>
            <p:cNvSpPr/>
            <p:nvPr/>
          </p:nvSpPr>
          <p:spPr>
            <a:xfrm>
              <a:off x="53721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8.m2.heat"/>
            <p:cNvSpPr/>
            <p:nvPr/>
          </p:nvSpPr>
          <p:spPr>
            <a:xfrm>
              <a:off x="53911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8.m3.heat-gap"/>
            <p:cNvSpPr/>
            <p:nvPr/>
          </p:nvSpPr>
          <p:spPr>
            <a:xfrm>
              <a:off x="65913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8.m3.heat"/>
            <p:cNvSpPr/>
            <p:nvPr/>
          </p:nvSpPr>
          <p:spPr>
            <a:xfrm>
              <a:off x="66103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1.row.item-009.m0.heat-gap"/>
            <p:cNvSpPr/>
            <p:nvPr/>
          </p:nvSpPr>
          <p:spPr>
            <a:xfrm>
              <a:off x="29337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2" name="node01.row.item-009.m0.heat"/>
            <p:cNvSpPr/>
            <p:nvPr/>
          </p:nvSpPr>
          <p:spPr>
            <a:xfrm>
              <a:off x="29527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01.row.item-009.m1.heat-gap"/>
            <p:cNvSpPr/>
            <p:nvPr/>
          </p:nvSpPr>
          <p:spPr>
            <a:xfrm>
              <a:off x="41529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4" name="node01.row.item-009.m1.heat"/>
            <p:cNvSpPr/>
            <p:nvPr/>
          </p:nvSpPr>
          <p:spPr>
            <a:xfrm>
              <a:off x="41719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01.row.item-009.m2.heat-gap"/>
            <p:cNvSpPr/>
            <p:nvPr/>
          </p:nvSpPr>
          <p:spPr>
            <a:xfrm>
              <a:off x="53721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6" name="node01.row.item-009.m2.heat"/>
            <p:cNvSpPr/>
            <p:nvPr/>
          </p:nvSpPr>
          <p:spPr>
            <a:xfrm>
              <a:off x="53911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01.row.item-009.m3.heat-gap"/>
            <p:cNvSpPr/>
            <p:nvPr/>
          </p:nvSpPr>
          <p:spPr>
            <a:xfrm>
              <a:off x="65913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8" name="node01.row.item-009.m3.heat"/>
            <p:cNvSpPr/>
            <p:nvPr/>
          </p:nvSpPr>
          <p:spPr>
            <a:xfrm>
              <a:off x="66103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79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7086600" cy="35560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1219200"/>
                  <a:gridCol w="1219200"/>
                  <a:gridCol w="12192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 (FIRM FTE)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1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3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 (2)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 (3)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Total firm FTE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5.5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9.5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9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5.75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90" name="node02"/>
          <p:cNvGrpSpPr/>
          <p:nvPr/>
        </p:nvGrpSpPr>
        <p:grpSpPr>
          <a:xfrm>
            <a:off x="8039100" y="1600200"/>
            <a:ext cx="3429000" cy="1600200"/>
            <a:chOff x="8039100" y="1600200"/>
            <a:chExt cx="3429000" cy="1600200"/>
          </a:xfrm>
        </p:grpSpPr>
        <p:sp>
          <p:nvSpPr>
            <p:cNvPr id="80" name="node02.container"/>
            <p:cNvSpPr/>
            <p:nvPr/>
          </p:nvSpPr>
          <p:spPr>
            <a:xfrm>
              <a:off x="8039100" y="16002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1" name="node02.label"/>
            <p:cNvSpPr/>
            <p:nvPr/>
          </p:nvSpPr>
          <p:spPr>
            <a:xfrm>
              <a:off x="8267700" y="18288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KEY ASSUMPTIONS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2" name="node02.body.item-001.bullets.item-001.marker"/>
            <p:cNvSpPr/>
            <p:nvPr/>
          </p:nvSpPr>
          <p:spPr>
            <a:xfrm>
              <a:off x="8267700" y="2133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3" name="node02.body.item-001.bullets.item-001.text"/>
            <p:cNvSpPr/>
            <p:nvPr/>
          </p:nvSpPr>
          <p:spPr>
            <a:xfrm>
              <a:off x="8420100" y="20447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Client leads are named by week 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4" name="node02.body.item-001.bullets.item-002.marker"/>
            <p:cNvSpPr/>
            <p:nvPr/>
          </p:nvSpPr>
          <p:spPr>
            <a:xfrm>
              <a:off x="8267700" y="2387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5" name="node02.body.item-001.bullets.item-002.text"/>
            <p:cNvSpPr/>
            <p:nvPr/>
          </p:nvSpPr>
          <p:spPr>
            <a:xfrm>
              <a:off x="8420100" y="22987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Developers start in week 5.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6" name="node02.body.item-001.bullets.item-003.marker"/>
            <p:cNvSpPr/>
            <p:nvPr/>
          </p:nvSpPr>
          <p:spPr>
            <a:xfrm>
              <a:off x="8267700" y="2641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7" name="node02.body.item-001.bullets.item-003.text"/>
            <p:cNvSpPr/>
            <p:nvPr/>
          </p:nvSpPr>
          <p:spPr>
            <a:xfrm>
              <a:off x="8420100" y="25527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Two-thirds of build is onshore.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03"/>
          <p:cNvGrpSpPr/>
          <p:nvPr/>
        </p:nvGrpSpPr>
        <p:grpSpPr>
          <a:xfrm>
            <a:off x="8039100" y="3429000"/>
            <a:ext cx="3429000" cy="2133600"/>
            <a:chOff x="8039100" y="3429000"/>
            <a:chExt cx="3429000" cy="2133600"/>
          </a:xfrm>
        </p:grpSpPr>
        <p:graphicFrame>
          <p:nvGraphicFramePr>
            <p:cNvPr id="88" name="node0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3429000"/>
            <a:ext cx="3429000" cy="2133600"/>
          </p:xfrm>
          <a:graphic>
            <a:graphicData uri="http://schemas.openxmlformats.org/drawingml/2006/table">
              <a:tbl>
                <a:tblPr/>
                <a:tblGrid>
                  <a:gridCol w="1447800"/>
                  <a:gridCol w="1981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PHASE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TEAM RUN RATE / MO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Mobilize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$190K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Design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$310K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Build and test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$460K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Launch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$330K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Peak monthly run rate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$460K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Roles join as work needs them and roll off early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0" name="node01"/>
          <p:cNvGrpSpPr/>
          <p:nvPr/>
        </p:nvGrpSpPr>
        <p:grpSpPr>
          <a:xfrm>
            <a:off x="723900" y="1600200"/>
            <a:ext cx="10744200" cy="4254500"/>
            <a:chOff x="723900" y="1600200"/>
            <a:chExt cx="10744200" cy="4254500"/>
          </a:xfrm>
        </p:grpSpPr>
        <p:sp>
          <p:nvSpPr>
            <p:cNvPr id="6" name="node01.period-header"/>
            <p:cNvSpPr/>
            <p:nvPr/>
          </p:nvSpPr>
          <p:spPr>
            <a:xfrm>
              <a:off x="723900" y="1981200"/>
              <a:ext cx="107442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sidebar-heading"/>
            <p:cNvSpPr/>
            <p:nvPr/>
          </p:nvSpPr>
          <p:spPr>
            <a:xfrm>
              <a:off x="800100" y="206375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WORKSTREAM · ACTIVITY</a:t>
              </a:r>
              <a:endParaRPr lang="en-US" sz="800" spc="48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periods.slot-001.label"/>
            <p:cNvSpPr/>
            <p:nvPr/>
          </p:nvSpPr>
          <p:spPr>
            <a:xfrm>
              <a:off x="33909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periods.slot-002.label"/>
            <p:cNvSpPr/>
            <p:nvPr/>
          </p:nvSpPr>
          <p:spPr>
            <a:xfrm>
              <a:off x="38957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periods.slot-003.label"/>
            <p:cNvSpPr/>
            <p:nvPr/>
          </p:nvSpPr>
          <p:spPr>
            <a:xfrm>
              <a:off x="44005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periods.slot-004.label"/>
            <p:cNvSpPr/>
            <p:nvPr/>
          </p:nvSpPr>
          <p:spPr>
            <a:xfrm>
              <a:off x="49053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periods.slot-005.label"/>
            <p:cNvSpPr/>
            <p:nvPr/>
          </p:nvSpPr>
          <p:spPr>
            <a:xfrm>
              <a:off x="54102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eriods.slot-006.label"/>
            <p:cNvSpPr/>
            <p:nvPr/>
          </p:nvSpPr>
          <p:spPr>
            <a:xfrm>
              <a:off x="59150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periods.slot-007.label"/>
            <p:cNvSpPr/>
            <p:nvPr/>
          </p:nvSpPr>
          <p:spPr>
            <a:xfrm>
              <a:off x="64198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W7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periods.slot-008.label"/>
            <p:cNvSpPr/>
            <p:nvPr/>
          </p:nvSpPr>
          <p:spPr>
            <a:xfrm>
              <a:off x="69246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W8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periods.slot-009.label"/>
            <p:cNvSpPr/>
            <p:nvPr/>
          </p:nvSpPr>
          <p:spPr>
            <a:xfrm>
              <a:off x="74295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W9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periods.slot-010.label"/>
            <p:cNvSpPr/>
            <p:nvPr/>
          </p:nvSpPr>
          <p:spPr>
            <a:xfrm>
              <a:off x="79343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W10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periods.slot-011.label"/>
            <p:cNvSpPr/>
            <p:nvPr/>
          </p:nvSpPr>
          <p:spPr>
            <a:xfrm>
              <a:off x="84391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eriods.slot-012.label"/>
            <p:cNvSpPr/>
            <p:nvPr/>
          </p:nvSpPr>
          <p:spPr>
            <a:xfrm>
              <a:off x="89439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periods.slot-013.label"/>
            <p:cNvSpPr/>
            <p:nvPr/>
          </p:nvSpPr>
          <p:spPr>
            <a:xfrm>
              <a:off x="94488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periods.slot-014.label"/>
            <p:cNvSpPr/>
            <p:nvPr/>
          </p:nvSpPr>
          <p:spPr>
            <a:xfrm>
              <a:off x="99536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periods.slot-015.label"/>
            <p:cNvSpPr/>
            <p:nvPr/>
          </p:nvSpPr>
          <p:spPr>
            <a:xfrm>
              <a:off x="104584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periods.slot-016.label"/>
            <p:cNvSpPr/>
            <p:nvPr/>
          </p:nvSpPr>
          <p:spPr>
            <a:xfrm>
              <a:off x="109632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phases.slot-001.rule"/>
            <p:cNvSpPr/>
            <p:nvPr/>
          </p:nvSpPr>
          <p:spPr>
            <a:xfrm>
              <a:off x="3403600" y="1676400"/>
              <a:ext cx="984250" cy="38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5" name="node01.phases.slot-001.label"/>
            <p:cNvSpPr/>
            <p:nvPr/>
          </p:nvSpPr>
          <p:spPr>
            <a:xfrm>
              <a:off x="3467100" y="1714500"/>
              <a:ext cx="908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MOBILIZE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phases.slot-002.rule"/>
            <p:cNvSpPr/>
            <p:nvPr/>
          </p:nvSpPr>
          <p:spPr>
            <a:xfrm>
              <a:off x="4413250" y="1676400"/>
              <a:ext cx="19939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1.phases.slot-002.label"/>
            <p:cNvSpPr/>
            <p:nvPr/>
          </p:nvSpPr>
          <p:spPr>
            <a:xfrm>
              <a:off x="4476750" y="1714500"/>
              <a:ext cx="19177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DESIGN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phases.slot-003.rule"/>
            <p:cNvSpPr/>
            <p:nvPr/>
          </p:nvSpPr>
          <p:spPr>
            <a:xfrm>
              <a:off x="6432550" y="1676400"/>
              <a:ext cx="3003550" cy="38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1.phases.slot-003.label"/>
            <p:cNvSpPr/>
            <p:nvPr/>
          </p:nvSpPr>
          <p:spPr>
            <a:xfrm>
              <a:off x="6496050" y="1714500"/>
              <a:ext cx="29273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BUILD AND TEST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phases.slot-004.rule"/>
            <p:cNvSpPr/>
            <p:nvPr/>
          </p:nvSpPr>
          <p:spPr>
            <a:xfrm>
              <a:off x="9461500" y="1676400"/>
              <a:ext cx="1993900" cy="38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1" name="node01.phases.slot-004.label"/>
            <p:cNvSpPr/>
            <p:nvPr/>
          </p:nvSpPr>
          <p:spPr>
            <a:xfrm>
              <a:off x="9525000" y="1714500"/>
              <a:ext cx="19177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LAUNCH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grid-1"/>
            <p:cNvSpPr/>
            <p:nvPr/>
          </p:nvSpPr>
          <p:spPr>
            <a:xfrm>
              <a:off x="38957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3" name="node01.grid-2"/>
            <p:cNvSpPr/>
            <p:nvPr/>
          </p:nvSpPr>
          <p:spPr>
            <a:xfrm>
              <a:off x="44005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4" name="node01.grid-3"/>
            <p:cNvSpPr/>
            <p:nvPr/>
          </p:nvSpPr>
          <p:spPr>
            <a:xfrm>
              <a:off x="49053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5" name="node01.grid-4"/>
            <p:cNvSpPr/>
            <p:nvPr/>
          </p:nvSpPr>
          <p:spPr>
            <a:xfrm>
              <a:off x="541020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6" name="node01.grid-5"/>
            <p:cNvSpPr/>
            <p:nvPr/>
          </p:nvSpPr>
          <p:spPr>
            <a:xfrm>
              <a:off x="59150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7" name="node01.grid-6"/>
            <p:cNvSpPr/>
            <p:nvPr/>
          </p:nvSpPr>
          <p:spPr>
            <a:xfrm>
              <a:off x="64198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8" name="node01.grid-7"/>
            <p:cNvSpPr/>
            <p:nvPr/>
          </p:nvSpPr>
          <p:spPr>
            <a:xfrm>
              <a:off x="69246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9" name="node01.grid-8"/>
            <p:cNvSpPr/>
            <p:nvPr/>
          </p:nvSpPr>
          <p:spPr>
            <a:xfrm>
              <a:off x="742950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0" name="node01.grid-9"/>
            <p:cNvSpPr/>
            <p:nvPr/>
          </p:nvSpPr>
          <p:spPr>
            <a:xfrm>
              <a:off x="79343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1" name="node01.grid-10"/>
            <p:cNvSpPr/>
            <p:nvPr/>
          </p:nvSpPr>
          <p:spPr>
            <a:xfrm>
              <a:off x="84391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2" name="node01.grid-11"/>
            <p:cNvSpPr/>
            <p:nvPr/>
          </p:nvSpPr>
          <p:spPr>
            <a:xfrm>
              <a:off x="89439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3" name="node01.grid-12"/>
            <p:cNvSpPr/>
            <p:nvPr/>
          </p:nvSpPr>
          <p:spPr>
            <a:xfrm>
              <a:off x="944880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4" name="node01.grid-13"/>
            <p:cNvSpPr/>
            <p:nvPr/>
          </p:nvSpPr>
          <p:spPr>
            <a:xfrm>
              <a:off x="99536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5" name="node01.grid-14"/>
            <p:cNvSpPr/>
            <p:nvPr/>
          </p:nvSpPr>
          <p:spPr>
            <a:xfrm>
              <a:off x="104584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6" name="node01.grid-15"/>
            <p:cNvSpPr/>
            <p:nvPr/>
          </p:nvSpPr>
          <p:spPr>
            <a:xfrm>
              <a:off x="109632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7" name="node01.timeline-left"/>
            <p:cNvSpPr/>
            <p:nvPr/>
          </p:nvSpPr>
          <p:spPr>
            <a:xfrm>
              <a:off x="3390900" y="1600200"/>
              <a:ext cx="0" cy="3886200"/>
            </a:xfrm>
            <a:custGeom>
              <a:avLst/>
              <a:gdLst/>
              <a:ahLst/>
              <a:cxnLst/>
              <a:rect l="l" t="t" r="r" b="b"/>
              <a:pathLst>
                <a:path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8" name="node01.groups.slot-001.tab"/>
            <p:cNvSpPr/>
            <p:nvPr/>
          </p:nvSpPr>
          <p:spPr>
            <a:xfrm>
              <a:off x="723900" y="2324100"/>
              <a:ext cx="304800" cy="990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9" name="node01.groups.slot-001.label"/>
            <p:cNvSpPr/>
            <p:nvPr/>
          </p:nvSpPr>
          <p:spPr>
            <a:xfrm rot="-5400000">
              <a:off x="419100" y="2743200"/>
              <a:ext cx="914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94" name="node01.groups.slot-001.lanes.slot-001.icon"/>
            <p:cNvGrpSpPr/>
            <p:nvPr/>
          </p:nvGrpSpPr>
          <p:grpSpPr>
            <a:xfrm>
              <a:off x="1143000" y="2438400"/>
              <a:ext cx="228600" cy="228600"/>
              <a:chOff x="1143000" y="2438400"/>
              <a:chExt cx="228600" cy="228600"/>
            </a:xfrm>
          </p:grpSpPr>
          <p:pic>
            <p:nvPicPr>
              <p:cNvPr id="50" name="node01.groups.slot-001.lanes.slot-001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43000" y="2438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51" name="node01.groups.slot-001.lanes.slot-001.title"/>
            <p:cNvSpPr/>
            <p:nvPr/>
          </p:nvSpPr>
          <p:spPr>
            <a:xfrm>
              <a:off x="1485900" y="24574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Engagement lead and PM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1.groups.slot-001.lanes.slot-001.separator"/>
            <p:cNvSpPr/>
            <p:nvPr/>
          </p:nvSpPr>
          <p:spPr>
            <a:xfrm>
              <a:off x="1028700" y="28146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95" name="node01.groups.slot-001.lanes.slot-001.items.slot-001"/>
            <p:cNvGrpSpPr/>
            <p:nvPr/>
          </p:nvGrpSpPr>
          <p:grpSpPr>
            <a:xfrm>
              <a:off x="3390900" y="2413000"/>
              <a:ext cx="8077200" cy="279400"/>
              <a:chOff x="3390900" y="2413000"/>
              <a:chExt cx="8077200" cy="279400"/>
            </a:xfrm>
          </p:grpSpPr>
          <p:sp>
            <p:nvSpPr>
              <p:cNvPr id="53" name="node01.groups.slot-001.lanes.slot-001.items.slot-001.segment-0"/>
              <p:cNvSpPr/>
              <p:nvPr/>
            </p:nvSpPr>
            <p:spPr>
              <a:xfrm>
                <a:off x="3390900" y="2413000"/>
                <a:ext cx="80772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54" name="node01.groups.slot-001.lanes.slot-001.items.slot-001.label"/>
              <p:cNvSpPr/>
              <p:nvPr/>
            </p:nvSpPr>
            <p:spPr>
              <a:xfrm>
                <a:off x="3479800" y="2457450"/>
                <a:ext cx="5397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1.5 FTE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96" name="node01.groups.slot-001.lanes.slot-002.icon"/>
            <p:cNvGrpSpPr/>
            <p:nvPr/>
          </p:nvGrpSpPr>
          <p:grpSpPr>
            <a:xfrm>
              <a:off x="1143000" y="2971800"/>
              <a:ext cx="228600" cy="228600"/>
              <a:chOff x="1143000" y="2971800"/>
              <a:chExt cx="228600" cy="228600"/>
            </a:xfrm>
          </p:grpSpPr>
          <p:pic>
            <p:nvPicPr>
              <p:cNvPr id="55" name="node01.groups.slot-001.lanes.slot-002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43000" y="29718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56" name="node01.groups.slot-001.lanes.slot-002.title"/>
            <p:cNvSpPr/>
            <p:nvPr/>
          </p:nvSpPr>
          <p:spPr>
            <a:xfrm>
              <a:off x="1485900" y="29908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 architect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01.groups.slot-001.lanes.slot-002.separator"/>
            <p:cNvSpPr/>
            <p:nvPr/>
          </p:nvSpPr>
          <p:spPr>
            <a:xfrm>
              <a:off x="723900" y="33464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97" name="node01.groups.slot-001.lanes.slot-002.items.slot-001"/>
            <p:cNvGrpSpPr/>
            <p:nvPr/>
          </p:nvGrpSpPr>
          <p:grpSpPr>
            <a:xfrm>
              <a:off x="3390900" y="2946400"/>
              <a:ext cx="6057900" cy="279400"/>
              <a:chOff x="3390900" y="2946400"/>
              <a:chExt cx="6057900" cy="279400"/>
            </a:xfrm>
          </p:grpSpPr>
          <p:sp>
            <p:nvSpPr>
              <p:cNvPr id="58" name="node01.groups.slot-001.lanes.slot-002.items.slot-001.segment-0"/>
              <p:cNvSpPr/>
              <p:nvPr/>
            </p:nvSpPr>
            <p:spPr>
              <a:xfrm>
                <a:off x="3390900" y="2946400"/>
                <a:ext cx="605790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59" name="node01.groups.slot-001.lanes.slot-002.items.slot-001.label"/>
              <p:cNvSpPr/>
              <p:nvPr/>
            </p:nvSpPr>
            <p:spPr>
              <a:xfrm>
                <a:off x="3479800" y="2990850"/>
                <a:ext cx="5397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1.0 FTE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98" name="node01.groups.slot-001.lanes.slot-002.items.slot-002"/>
            <p:cNvGrpSpPr/>
            <p:nvPr/>
          </p:nvGrpSpPr>
          <p:grpSpPr>
            <a:xfrm>
              <a:off x="9460865" y="2990850"/>
              <a:ext cx="828675" cy="190500"/>
              <a:chOff x="9460865" y="2990850"/>
              <a:chExt cx="828675" cy="190500"/>
            </a:xfrm>
          </p:grpSpPr>
          <p:sp>
            <p:nvSpPr>
              <p:cNvPr id="60" name="node01.groups.slot-001.lanes.slot-002.items.slot-002.marker"/>
              <p:cNvSpPr/>
              <p:nvPr/>
            </p:nvSpPr>
            <p:spPr>
              <a:xfrm>
                <a:off x="9460865" y="2997200"/>
                <a:ext cx="177800" cy="177800"/>
              </a:xfrm>
              <a:prstGeom prst="diamond">
                <a:avLst/>
              </a:prstGeom>
              <a:solidFill>
                <a:srgbClr val="0047FF"/>
              </a:solidFill>
              <a:ln>
                <a:noFill/>
              </a:ln>
            </p:spPr>
          </p:sp>
          <p:sp>
            <p:nvSpPr>
              <p:cNvPr id="61" name="node01.groups.slot-001.lanes.slot-002.items.slot-002.label"/>
              <p:cNvSpPr/>
              <p:nvPr/>
            </p:nvSpPr>
            <p:spPr>
              <a:xfrm>
                <a:off x="9689465" y="2990850"/>
                <a:ext cx="6000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UAT exit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sp>
          <p:nvSpPr>
            <p:cNvPr id="62" name="node01.groups.slot-002.tab"/>
            <p:cNvSpPr/>
            <p:nvPr/>
          </p:nvSpPr>
          <p:spPr>
            <a:xfrm>
              <a:off x="723900" y="3390900"/>
              <a:ext cx="304800" cy="20574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63" name="node01.groups.slot-002.label"/>
            <p:cNvSpPr/>
            <p:nvPr/>
          </p:nvSpPr>
          <p:spPr>
            <a:xfrm rot="-5400000">
              <a:off x="-114300" y="4343400"/>
              <a:ext cx="1981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99" name="node01.groups.slot-002.lanes.slot-001.icon"/>
            <p:cNvGrpSpPr/>
            <p:nvPr/>
          </p:nvGrpSpPr>
          <p:grpSpPr>
            <a:xfrm>
              <a:off x="1143000" y="3505200"/>
              <a:ext cx="228600" cy="228600"/>
              <a:chOff x="1143000" y="3505200"/>
              <a:chExt cx="228600" cy="228600"/>
            </a:xfrm>
          </p:grpSpPr>
          <p:pic>
            <p:nvPicPr>
              <p:cNvPr id="64" name="node01.groups.slot-002.lanes.slot-001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43000" y="35052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65" name="node01.groups.slot-002.lanes.slot-001.title"/>
            <p:cNvSpPr/>
            <p:nvPr/>
          </p:nvSpPr>
          <p:spPr>
            <a:xfrm>
              <a:off x="1485900" y="35242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engineer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6" name="node01.groups.slot-002.lanes.slot-001.separator"/>
            <p:cNvSpPr/>
            <p:nvPr/>
          </p:nvSpPr>
          <p:spPr>
            <a:xfrm>
              <a:off x="1028700" y="38814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00" name="node01.groups.slot-002.lanes.slot-001.items.slot-001"/>
            <p:cNvGrpSpPr/>
            <p:nvPr/>
          </p:nvGrpSpPr>
          <p:grpSpPr>
            <a:xfrm>
              <a:off x="3895725" y="3479800"/>
              <a:ext cx="6562725" cy="279400"/>
              <a:chOff x="3895725" y="3479800"/>
              <a:chExt cx="6562725" cy="279400"/>
            </a:xfrm>
          </p:grpSpPr>
          <p:sp>
            <p:nvSpPr>
              <p:cNvPr id="67" name="node01.groups.slot-002.lanes.slot-001.items.slot-001.segment-0"/>
              <p:cNvSpPr/>
              <p:nvPr/>
            </p:nvSpPr>
            <p:spPr>
              <a:xfrm>
                <a:off x="3895725" y="3479800"/>
                <a:ext cx="6562725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68" name="node01.groups.slot-002.lanes.slot-001.items.slot-001.label"/>
              <p:cNvSpPr/>
              <p:nvPr/>
            </p:nvSpPr>
            <p:spPr>
              <a:xfrm>
                <a:off x="3984625" y="3524250"/>
                <a:ext cx="9477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0.5 to 1.0 FTE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01" name="node01.groups.slot-002.lanes.slot-002.icon"/>
            <p:cNvGrpSpPr/>
            <p:nvPr/>
          </p:nvGrpSpPr>
          <p:grpSpPr>
            <a:xfrm>
              <a:off x="1143000" y="4038600"/>
              <a:ext cx="228600" cy="228600"/>
              <a:chOff x="1143000" y="4038600"/>
              <a:chExt cx="228600" cy="228600"/>
            </a:xfrm>
          </p:grpSpPr>
          <p:pic>
            <p:nvPicPr>
              <p:cNvPr id="69" name="node01.groups.slot-002.lanes.slot-002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43000" y="40386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70" name="node01.groups.slot-002.lanes.slot-002.title"/>
            <p:cNvSpPr/>
            <p:nvPr/>
          </p:nvSpPr>
          <p:spPr>
            <a:xfrm>
              <a:off x="1485900" y="40576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Business analysts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1" name="node01.groups.slot-002.lanes.slot-002.separator"/>
            <p:cNvSpPr/>
            <p:nvPr/>
          </p:nvSpPr>
          <p:spPr>
            <a:xfrm>
              <a:off x="1028700" y="44148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02" name="node01.groups.slot-002.lanes.slot-002.items.slot-001"/>
            <p:cNvGrpSpPr/>
            <p:nvPr/>
          </p:nvGrpSpPr>
          <p:grpSpPr>
            <a:xfrm>
              <a:off x="3390900" y="4013200"/>
              <a:ext cx="7067550" cy="279400"/>
              <a:chOff x="3390900" y="4013200"/>
              <a:chExt cx="7067550" cy="279400"/>
            </a:xfrm>
          </p:grpSpPr>
          <p:sp>
            <p:nvSpPr>
              <p:cNvPr id="72" name="node01.groups.slot-002.lanes.slot-002.items.slot-001.segment-0"/>
              <p:cNvSpPr/>
              <p:nvPr/>
            </p:nvSpPr>
            <p:spPr>
              <a:xfrm>
                <a:off x="3390900" y="4013200"/>
                <a:ext cx="7067550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73" name="node01.groups.slot-002.lanes.slot-002.items.slot-001.label"/>
              <p:cNvSpPr/>
              <p:nvPr/>
            </p:nvSpPr>
            <p:spPr>
              <a:xfrm>
                <a:off x="3479800" y="4057650"/>
                <a:ext cx="5397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2.0 FTE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03" name="node01.groups.slot-002.lanes.slot-003.icon"/>
            <p:cNvGrpSpPr/>
            <p:nvPr/>
          </p:nvGrpSpPr>
          <p:grpSpPr>
            <a:xfrm>
              <a:off x="1143000" y="4572000"/>
              <a:ext cx="228600" cy="228600"/>
              <a:chOff x="1143000" y="4572000"/>
              <a:chExt cx="228600" cy="228600"/>
            </a:xfrm>
          </p:grpSpPr>
          <p:pic>
            <p:nvPicPr>
              <p:cNvPr id="74" name="node01.groups.slot-002.lanes.slot-003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43000" y="45720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75" name="node01.groups.slot-002.lanes.slot-003.title"/>
            <p:cNvSpPr/>
            <p:nvPr/>
          </p:nvSpPr>
          <p:spPr>
            <a:xfrm>
              <a:off x="1485900" y="45910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Developers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6" name="node01.groups.slot-002.lanes.slot-003.separator"/>
            <p:cNvSpPr/>
            <p:nvPr/>
          </p:nvSpPr>
          <p:spPr>
            <a:xfrm>
              <a:off x="1028700" y="49482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grpSp>
          <p:nvGrpSpPr>
            <p:cNvPr id="104" name="node01.groups.slot-002.lanes.slot-003.items.slot-002"/>
            <p:cNvGrpSpPr/>
            <p:nvPr/>
          </p:nvGrpSpPr>
          <p:grpSpPr>
            <a:xfrm>
              <a:off x="3554413" y="4591050"/>
              <a:ext cx="739775" cy="190500"/>
              <a:chOff x="3554413" y="4591050"/>
              <a:chExt cx="739775" cy="190500"/>
            </a:xfrm>
          </p:grpSpPr>
          <p:sp>
            <p:nvSpPr>
              <p:cNvPr id="77" name="node01.groups.slot-002.lanes.slot-003.items.slot-002.marker"/>
              <p:cNvSpPr/>
              <p:nvPr/>
            </p:nvSpPr>
            <p:spPr>
              <a:xfrm>
                <a:off x="3554413" y="4597400"/>
                <a:ext cx="177800" cy="177800"/>
              </a:xfrm>
              <a:prstGeom prst="diamond">
                <a:avLst/>
              </a:prstGeom>
              <a:solidFill>
                <a:srgbClr val="0047FF"/>
              </a:solidFill>
              <a:ln>
                <a:noFill/>
              </a:ln>
            </p:spPr>
          </p:sp>
          <p:sp>
            <p:nvSpPr>
              <p:cNvPr id="78" name="node01.groups.slot-002.lanes.slot-003.items.slot-002.label"/>
              <p:cNvSpPr/>
              <p:nvPr/>
            </p:nvSpPr>
            <p:spPr>
              <a:xfrm>
                <a:off x="3783013" y="4591050"/>
                <a:ext cx="5111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Kickoff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05" name="node01.groups.slot-002.lanes.slot-003.items.slot-001"/>
            <p:cNvGrpSpPr/>
            <p:nvPr/>
          </p:nvGrpSpPr>
          <p:grpSpPr>
            <a:xfrm>
              <a:off x="5410200" y="4546600"/>
              <a:ext cx="5553075" cy="279400"/>
              <a:chOff x="5410200" y="4546600"/>
              <a:chExt cx="5553075" cy="279400"/>
            </a:xfrm>
          </p:grpSpPr>
          <p:sp>
            <p:nvSpPr>
              <p:cNvPr id="79" name="node01.groups.slot-002.lanes.slot-003.items.slot-001.segment-0"/>
              <p:cNvSpPr/>
              <p:nvPr/>
            </p:nvSpPr>
            <p:spPr>
              <a:xfrm>
                <a:off x="5410200" y="4546600"/>
                <a:ext cx="5553075" cy="2794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0" name="node01.groups.slot-002.lanes.slot-003.items.slot-001.label"/>
              <p:cNvSpPr/>
              <p:nvPr/>
            </p:nvSpPr>
            <p:spPr>
              <a:xfrm>
                <a:off x="5499100" y="4591050"/>
                <a:ext cx="5397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rPr>
                  <a:t>3.0 FTE</a:t>
                </a:r>
                <a:endPara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06" name="node01.groups.slot-002.lanes.slot-004.icon"/>
            <p:cNvGrpSpPr/>
            <p:nvPr/>
          </p:nvGrpSpPr>
          <p:grpSpPr>
            <a:xfrm>
              <a:off x="1143000" y="5105400"/>
              <a:ext cx="228600" cy="228600"/>
              <a:chOff x="1143000" y="5105400"/>
              <a:chExt cx="228600" cy="228600"/>
            </a:xfrm>
          </p:grpSpPr>
          <p:pic>
            <p:nvPicPr>
              <p:cNvPr id="81" name="node01.groups.slot-002.lanes.slot-004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43000" y="5105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82" name="node01.groups.slot-002.lanes.slot-004.title"/>
            <p:cNvSpPr/>
            <p:nvPr/>
          </p:nvSpPr>
          <p:spPr>
            <a:xfrm>
              <a:off x="1485900" y="51244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QA lead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3" name="node01.groups.slot-002.lanes.slot-004.separator"/>
            <p:cNvSpPr/>
            <p:nvPr/>
          </p:nvSpPr>
          <p:spPr>
            <a:xfrm>
              <a:off x="723900" y="54800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grpSp>
          <p:nvGrpSpPr>
            <p:cNvPr id="107" name="node01.groups.slot-002.lanes.slot-004.items.slot-002"/>
            <p:cNvGrpSpPr/>
            <p:nvPr/>
          </p:nvGrpSpPr>
          <p:grpSpPr>
            <a:xfrm>
              <a:off x="5065395" y="5124450"/>
              <a:ext cx="1241425" cy="190500"/>
              <a:chOff x="5065395" y="5124450"/>
              <a:chExt cx="1241425" cy="190500"/>
            </a:xfrm>
          </p:grpSpPr>
          <p:sp>
            <p:nvSpPr>
              <p:cNvPr id="84" name="node01.groups.slot-002.lanes.slot-004.items.slot-002.marker"/>
              <p:cNvSpPr/>
              <p:nvPr/>
            </p:nvSpPr>
            <p:spPr>
              <a:xfrm>
                <a:off x="6129020" y="5130800"/>
                <a:ext cx="177800" cy="177800"/>
              </a:xfrm>
              <a:prstGeom prst="diamond">
                <a:avLst/>
              </a:prstGeom>
              <a:solidFill>
                <a:srgbClr val="0047FF"/>
              </a:solidFill>
              <a:ln>
                <a:noFill/>
              </a:ln>
            </p:spPr>
          </p:sp>
          <p:sp>
            <p:nvSpPr>
              <p:cNvPr id="85" name="node01.groups.slot-002.lanes.slot-004.items.slot-002.label"/>
              <p:cNvSpPr/>
              <p:nvPr/>
            </p:nvSpPr>
            <p:spPr>
              <a:xfrm>
                <a:off x="5065395" y="5124450"/>
                <a:ext cx="10255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Design sign-off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08" name="node01.groups.slot-002.lanes.slot-004.items.slot-001"/>
            <p:cNvGrpSpPr/>
            <p:nvPr/>
          </p:nvGrpSpPr>
          <p:grpSpPr>
            <a:xfrm>
              <a:off x="6419850" y="5080000"/>
              <a:ext cx="5048250" cy="279400"/>
              <a:chOff x="6419850" y="5080000"/>
              <a:chExt cx="5048250" cy="279400"/>
            </a:xfrm>
          </p:grpSpPr>
          <p:sp>
            <p:nvSpPr>
              <p:cNvPr id="86" name="node01.groups.slot-002.lanes.slot-004.items.slot-001.segment-0"/>
              <p:cNvSpPr/>
              <p:nvPr/>
            </p:nvSpPr>
            <p:spPr>
              <a:xfrm>
                <a:off x="6419850" y="5080000"/>
                <a:ext cx="5048250" cy="2794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7" name="node01.groups.slot-002.lanes.slot-004.items.slot-001.label"/>
              <p:cNvSpPr/>
              <p:nvPr/>
            </p:nvSpPr>
            <p:spPr>
              <a:xfrm>
                <a:off x="6508750" y="5124450"/>
                <a:ext cx="947737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0.5 to 1.0 FTE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</p:grpSp>
        <p:grpSp>
          <p:nvGrpSpPr>
            <p:cNvPr id="109" name="node01.legend"/>
            <p:cNvGrpSpPr/>
            <p:nvPr/>
          </p:nvGrpSpPr>
          <p:grpSpPr>
            <a:xfrm>
              <a:off x="3390900" y="5664200"/>
              <a:ext cx="4286250" cy="190500"/>
              <a:chOff x="3390900" y="5664200"/>
              <a:chExt cx="4286250" cy="190500"/>
            </a:xfrm>
          </p:grpSpPr>
          <p:sp>
            <p:nvSpPr>
              <p:cNvPr id="88" name="node01.legend.items.kind-core.swatch"/>
              <p:cNvSpPr/>
              <p:nvPr/>
            </p:nvSpPr>
            <p:spPr>
              <a:xfrm>
                <a:off x="3390900" y="5695950"/>
                <a:ext cx="127000" cy="1270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9" name="node01.legend.items.kind-core.text"/>
              <p:cNvSpPr/>
              <p:nvPr/>
            </p:nvSpPr>
            <p:spPr>
              <a:xfrm>
                <a:off x="3581400" y="5664200"/>
                <a:ext cx="13335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Full or near full-time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90" name="node01.legend.items.kind-support.swatch"/>
              <p:cNvSpPr/>
              <p:nvPr/>
            </p:nvSpPr>
            <p:spPr>
              <a:xfrm>
                <a:off x="5143500" y="5695950"/>
                <a:ext cx="127000" cy="1270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1" name="node01.legend.items.kind-support.text"/>
              <p:cNvSpPr/>
              <p:nvPr/>
            </p:nvSpPr>
            <p:spPr>
              <a:xfrm>
                <a:off x="5334000" y="5664200"/>
                <a:ext cx="12350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Part-time, ramping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92" name="node01.legend.items.event-diamond.swatch"/>
              <p:cNvSpPr/>
              <p:nvPr/>
            </p:nvSpPr>
            <p:spPr>
              <a:xfrm>
                <a:off x="6797675" y="5683250"/>
                <a:ext cx="152400" cy="152400"/>
              </a:xfrm>
              <a:prstGeom prst="diamond">
                <a:avLst/>
              </a:prstGeom>
              <a:solidFill>
                <a:srgbClr val="0047FF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3" name="node01.legend.items.event-diamond.text"/>
              <p:cNvSpPr/>
              <p:nvPr/>
            </p:nvSpPr>
            <p:spPr>
              <a:xfrm>
                <a:off x="7013575" y="5664200"/>
                <a:ext cx="6635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Milestone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Nine named people are in place by February 16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1" name="node01"/>
          <p:cNvGrpSpPr/>
          <p:nvPr/>
        </p:nvGrpSpPr>
        <p:grpSpPr>
          <a:xfrm>
            <a:off x="723900" y="1600200"/>
            <a:ext cx="3429000" cy="1143000"/>
            <a:chOff x="723900" y="1600200"/>
            <a:chExt cx="3429000" cy="1143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62" name="node02"/>
          <p:cNvGrpSpPr/>
          <p:nvPr/>
        </p:nvGrpSpPr>
        <p:grpSpPr>
          <a:xfrm>
            <a:off x="952500" y="1828800"/>
            <a:ext cx="2971800" cy="457200"/>
            <a:chOff x="952500" y="1828800"/>
            <a:chExt cx="2971800" cy="457200"/>
          </a:xfrm>
        </p:grpSpPr>
        <p:sp>
          <p:nvSpPr>
            <p:cNvPr id="7" name="node02.avatar"/>
            <p:cNvSpPr/>
            <p:nvPr/>
          </p:nvSpPr>
          <p:spPr>
            <a:xfrm>
              <a:off x="952500" y="18288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2.initials"/>
            <p:cNvSpPr/>
            <p:nvPr/>
          </p:nvSpPr>
          <p:spPr>
            <a:xfrm>
              <a:off x="952500" y="19494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MR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2.name"/>
            <p:cNvSpPr/>
            <p:nvPr/>
          </p:nvSpPr>
          <p:spPr>
            <a:xfrm>
              <a:off x="1562100" y="18351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Mara R.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node02.role"/>
            <p:cNvSpPr/>
            <p:nvPr/>
          </p:nvSpPr>
          <p:spPr>
            <a:xfrm>
              <a:off x="1562100" y="20891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Engagement lead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3"/>
          <p:cNvGrpSpPr/>
          <p:nvPr/>
        </p:nvGrpSpPr>
        <p:grpSpPr>
          <a:xfrm>
            <a:off x="952500" y="2438400"/>
            <a:ext cx="2971800" cy="139700"/>
            <a:chOff x="952500" y="2438400"/>
            <a:chExt cx="2971800" cy="139700"/>
          </a:xfrm>
        </p:grpSpPr>
        <p:sp>
          <p:nvSpPr>
            <p:cNvPr id="11" name="node03.text"/>
            <p:cNvSpPr/>
            <p:nvPr/>
          </p:nvSpPr>
          <p:spPr>
            <a:xfrm>
              <a:off x="952500" y="2438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· JAN 5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4" name="node04"/>
          <p:cNvGrpSpPr/>
          <p:nvPr/>
        </p:nvGrpSpPr>
        <p:grpSpPr>
          <a:xfrm>
            <a:off x="4381500" y="1600200"/>
            <a:ext cx="3429000" cy="1143000"/>
            <a:chOff x="4381500" y="1600200"/>
            <a:chExt cx="3429000" cy="1143000"/>
          </a:xfrm>
        </p:grpSpPr>
        <p:sp>
          <p:nvSpPr>
            <p:cNvPr id="12" name="node04.container"/>
            <p:cNvSpPr/>
            <p:nvPr/>
          </p:nvSpPr>
          <p:spPr>
            <a:xfrm>
              <a:off x="4381500" y="16002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65" name="node05"/>
          <p:cNvGrpSpPr/>
          <p:nvPr/>
        </p:nvGrpSpPr>
        <p:grpSpPr>
          <a:xfrm>
            <a:off x="4610100" y="1828800"/>
            <a:ext cx="2971800" cy="457200"/>
            <a:chOff x="4610100" y="1828800"/>
            <a:chExt cx="2971800" cy="457200"/>
          </a:xfrm>
        </p:grpSpPr>
        <p:sp>
          <p:nvSpPr>
            <p:cNvPr id="13" name="node05.avatar"/>
            <p:cNvSpPr/>
            <p:nvPr/>
          </p:nvSpPr>
          <p:spPr>
            <a:xfrm>
              <a:off x="4610100" y="18288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5.initials"/>
            <p:cNvSpPr/>
            <p:nvPr/>
          </p:nvSpPr>
          <p:spPr>
            <a:xfrm>
              <a:off x="4610100" y="19494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DK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" name="node05.name"/>
            <p:cNvSpPr/>
            <p:nvPr/>
          </p:nvSpPr>
          <p:spPr>
            <a:xfrm>
              <a:off x="5219700" y="18351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Devon K.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6" name="node05.role"/>
            <p:cNvSpPr/>
            <p:nvPr/>
          </p:nvSpPr>
          <p:spPr>
            <a:xfrm>
              <a:off x="5219700" y="20891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Product manager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06"/>
          <p:cNvGrpSpPr/>
          <p:nvPr/>
        </p:nvGrpSpPr>
        <p:grpSpPr>
          <a:xfrm>
            <a:off x="4610100" y="2438400"/>
            <a:ext cx="2971800" cy="139700"/>
            <a:chOff x="4610100" y="2438400"/>
            <a:chExt cx="2971800" cy="139700"/>
          </a:xfrm>
        </p:grpSpPr>
        <p:sp>
          <p:nvSpPr>
            <p:cNvPr id="17" name="node06.text"/>
            <p:cNvSpPr/>
            <p:nvPr/>
          </p:nvSpPr>
          <p:spPr>
            <a:xfrm>
              <a:off x="4610100" y="2438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JAN 5 – APR 17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7" name="node07"/>
          <p:cNvGrpSpPr/>
          <p:nvPr/>
        </p:nvGrpSpPr>
        <p:grpSpPr>
          <a:xfrm>
            <a:off x="8039100" y="1600200"/>
            <a:ext cx="3429000" cy="1143000"/>
            <a:chOff x="8039100" y="1600200"/>
            <a:chExt cx="3429000" cy="1143000"/>
          </a:xfrm>
        </p:grpSpPr>
        <p:sp>
          <p:nvSpPr>
            <p:cNvPr id="18" name="node07.container"/>
            <p:cNvSpPr/>
            <p:nvPr/>
          </p:nvSpPr>
          <p:spPr>
            <a:xfrm>
              <a:off x="8039100" y="16002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68" name="node08"/>
          <p:cNvGrpSpPr/>
          <p:nvPr/>
        </p:nvGrpSpPr>
        <p:grpSpPr>
          <a:xfrm>
            <a:off x="8267700" y="1828800"/>
            <a:ext cx="2971800" cy="457200"/>
            <a:chOff x="8267700" y="1828800"/>
            <a:chExt cx="2971800" cy="457200"/>
          </a:xfrm>
        </p:grpSpPr>
        <p:sp>
          <p:nvSpPr>
            <p:cNvPr id="19" name="node08.avatar"/>
            <p:cNvSpPr/>
            <p:nvPr/>
          </p:nvSpPr>
          <p:spPr>
            <a:xfrm>
              <a:off x="8267700" y="18288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8.initials"/>
            <p:cNvSpPr/>
            <p:nvPr/>
          </p:nvSpPr>
          <p:spPr>
            <a:xfrm>
              <a:off x="8267700" y="19494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SP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1" name="node08.name"/>
            <p:cNvSpPr/>
            <p:nvPr/>
          </p:nvSpPr>
          <p:spPr>
            <a:xfrm>
              <a:off x="8877300" y="18351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Sasha P.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2" name="node08.role"/>
            <p:cNvSpPr/>
            <p:nvPr/>
          </p:nvSpPr>
          <p:spPr>
            <a:xfrm>
              <a:off x="8877300" y="20891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Solution architect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9" name="node09"/>
          <p:cNvGrpSpPr/>
          <p:nvPr/>
        </p:nvGrpSpPr>
        <p:grpSpPr>
          <a:xfrm>
            <a:off x="8267700" y="2438400"/>
            <a:ext cx="2971800" cy="139700"/>
            <a:chOff x="8267700" y="2438400"/>
            <a:chExt cx="2971800" cy="139700"/>
          </a:xfrm>
        </p:grpSpPr>
        <p:sp>
          <p:nvSpPr>
            <p:cNvPr id="23" name="node09.text"/>
            <p:cNvSpPr/>
            <p:nvPr/>
          </p:nvSpPr>
          <p:spPr>
            <a:xfrm>
              <a:off x="8267700" y="2438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TO 25% · JAN 5 – MAR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0" name="node10"/>
          <p:cNvGrpSpPr/>
          <p:nvPr/>
        </p:nvGrpSpPr>
        <p:grpSpPr>
          <a:xfrm>
            <a:off x="723900" y="2971800"/>
            <a:ext cx="3429000" cy="1143000"/>
            <a:chOff x="723900" y="2971800"/>
            <a:chExt cx="3429000" cy="1143000"/>
          </a:xfrm>
        </p:grpSpPr>
        <p:sp>
          <p:nvSpPr>
            <p:cNvPr id="24" name="node10.container"/>
            <p:cNvSpPr/>
            <p:nvPr/>
          </p:nvSpPr>
          <p:spPr>
            <a:xfrm>
              <a:off x="723900" y="29718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1" name="node11"/>
          <p:cNvGrpSpPr/>
          <p:nvPr/>
        </p:nvGrpSpPr>
        <p:grpSpPr>
          <a:xfrm>
            <a:off x="952500" y="3200400"/>
            <a:ext cx="2971800" cy="457200"/>
            <a:chOff x="952500" y="3200400"/>
            <a:chExt cx="2971800" cy="457200"/>
          </a:xfrm>
        </p:grpSpPr>
        <p:sp>
          <p:nvSpPr>
            <p:cNvPr id="25" name="node11.avatar"/>
            <p:cNvSpPr/>
            <p:nvPr/>
          </p:nvSpPr>
          <p:spPr>
            <a:xfrm>
              <a:off x="952500" y="32004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11.initials"/>
            <p:cNvSpPr/>
            <p:nvPr/>
          </p:nvSpPr>
          <p:spPr>
            <a:xfrm>
              <a:off x="952500" y="33210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TL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11.name"/>
            <p:cNvSpPr/>
            <p:nvPr/>
          </p:nvSpPr>
          <p:spPr>
            <a:xfrm>
              <a:off x="1562100" y="32067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Tariq L.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11.role"/>
            <p:cNvSpPr/>
            <p:nvPr/>
          </p:nvSpPr>
          <p:spPr>
            <a:xfrm>
              <a:off x="1562100" y="34607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Data engineer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12"/>
          <p:cNvGrpSpPr/>
          <p:nvPr/>
        </p:nvGrpSpPr>
        <p:grpSpPr>
          <a:xfrm>
            <a:off x="952500" y="3810000"/>
            <a:ext cx="2971800" cy="139700"/>
            <a:chOff x="952500" y="3810000"/>
            <a:chExt cx="2971800" cy="139700"/>
          </a:xfrm>
        </p:grpSpPr>
        <p:sp>
          <p:nvSpPr>
            <p:cNvPr id="29" name="node12.text"/>
            <p:cNvSpPr/>
            <p:nvPr/>
          </p:nvSpPr>
          <p:spPr>
            <a:xfrm>
              <a:off x="952500" y="3810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TO 100% · JAN 12 – APR 10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3" name="node13"/>
          <p:cNvGrpSpPr/>
          <p:nvPr/>
        </p:nvGrpSpPr>
        <p:grpSpPr>
          <a:xfrm>
            <a:off x="4381500" y="2971800"/>
            <a:ext cx="3429000" cy="1143000"/>
            <a:chOff x="4381500" y="2971800"/>
            <a:chExt cx="3429000" cy="1143000"/>
          </a:xfrm>
        </p:grpSpPr>
        <p:sp>
          <p:nvSpPr>
            <p:cNvPr id="30" name="node13.container"/>
            <p:cNvSpPr/>
            <p:nvPr/>
          </p:nvSpPr>
          <p:spPr>
            <a:xfrm>
              <a:off x="4381500" y="29718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4" name="node14"/>
          <p:cNvGrpSpPr/>
          <p:nvPr/>
        </p:nvGrpSpPr>
        <p:grpSpPr>
          <a:xfrm>
            <a:off x="4610100" y="3200400"/>
            <a:ext cx="2971800" cy="457200"/>
            <a:chOff x="4610100" y="3200400"/>
            <a:chExt cx="2971800" cy="457200"/>
          </a:xfrm>
        </p:grpSpPr>
        <p:sp>
          <p:nvSpPr>
            <p:cNvPr id="31" name="node14.avatar"/>
            <p:cNvSpPr/>
            <p:nvPr/>
          </p:nvSpPr>
          <p:spPr>
            <a:xfrm>
              <a:off x="4610100" y="32004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4.initials"/>
            <p:cNvSpPr/>
            <p:nvPr/>
          </p:nvSpPr>
          <p:spPr>
            <a:xfrm>
              <a:off x="4610100" y="33210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AN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14.name"/>
            <p:cNvSpPr/>
            <p:nvPr/>
          </p:nvSpPr>
          <p:spPr>
            <a:xfrm>
              <a:off x="5219700" y="32067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Anya N.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14.role"/>
            <p:cNvSpPr/>
            <p:nvPr/>
          </p:nvSpPr>
          <p:spPr>
            <a:xfrm>
              <a:off x="5219700" y="34607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analyst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15"/>
          <p:cNvGrpSpPr/>
          <p:nvPr/>
        </p:nvGrpSpPr>
        <p:grpSpPr>
          <a:xfrm>
            <a:off x="4610100" y="3810000"/>
            <a:ext cx="2971800" cy="139700"/>
            <a:chOff x="4610100" y="3810000"/>
            <a:chExt cx="2971800" cy="139700"/>
          </a:xfrm>
        </p:grpSpPr>
        <p:sp>
          <p:nvSpPr>
            <p:cNvPr id="35" name="node15.text"/>
            <p:cNvSpPr/>
            <p:nvPr/>
          </p:nvSpPr>
          <p:spPr>
            <a:xfrm>
              <a:off x="4610100" y="3810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JAN 5 – APR 10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16"/>
          <p:cNvGrpSpPr/>
          <p:nvPr/>
        </p:nvGrpSpPr>
        <p:grpSpPr>
          <a:xfrm>
            <a:off x="8039100" y="2971800"/>
            <a:ext cx="3429000" cy="1143000"/>
            <a:chOff x="8039100" y="2971800"/>
            <a:chExt cx="3429000" cy="1143000"/>
          </a:xfrm>
        </p:grpSpPr>
        <p:sp>
          <p:nvSpPr>
            <p:cNvPr id="36" name="node16.container"/>
            <p:cNvSpPr/>
            <p:nvPr/>
          </p:nvSpPr>
          <p:spPr>
            <a:xfrm>
              <a:off x="8039100" y="29718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7" name="node17"/>
          <p:cNvGrpSpPr/>
          <p:nvPr/>
        </p:nvGrpSpPr>
        <p:grpSpPr>
          <a:xfrm>
            <a:off x="8267700" y="3200400"/>
            <a:ext cx="2971800" cy="457200"/>
            <a:chOff x="8267700" y="3200400"/>
            <a:chExt cx="2971800" cy="457200"/>
          </a:xfrm>
        </p:grpSpPr>
        <p:sp>
          <p:nvSpPr>
            <p:cNvPr id="37" name="node17.avatar"/>
            <p:cNvSpPr/>
            <p:nvPr/>
          </p:nvSpPr>
          <p:spPr>
            <a:xfrm>
              <a:off x="8267700" y="32004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17.initials"/>
            <p:cNvSpPr/>
            <p:nvPr/>
          </p:nvSpPr>
          <p:spPr>
            <a:xfrm>
              <a:off x="8267700" y="33210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JO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17.name"/>
            <p:cNvSpPr/>
            <p:nvPr/>
          </p:nvSpPr>
          <p:spPr>
            <a:xfrm>
              <a:off x="8877300" y="32067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Jonas O.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17.role"/>
            <p:cNvSpPr/>
            <p:nvPr/>
          </p:nvSpPr>
          <p:spPr>
            <a:xfrm>
              <a:off x="8877300" y="34607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analyst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18"/>
          <p:cNvGrpSpPr/>
          <p:nvPr/>
        </p:nvGrpSpPr>
        <p:grpSpPr>
          <a:xfrm>
            <a:off x="8267700" y="3810000"/>
            <a:ext cx="2971800" cy="139700"/>
            <a:chOff x="8267700" y="3810000"/>
            <a:chExt cx="2971800" cy="139700"/>
          </a:xfrm>
        </p:grpSpPr>
        <p:sp>
          <p:nvSpPr>
            <p:cNvPr id="41" name="node18.text"/>
            <p:cNvSpPr/>
            <p:nvPr/>
          </p:nvSpPr>
          <p:spPr>
            <a:xfrm>
              <a:off x="8267700" y="3810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JAN 5 – APR 10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9" name="node19"/>
          <p:cNvGrpSpPr/>
          <p:nvPr/>
        </p:nvGrpSpPr>
        <p:grpSpPr>
          <a:xfrm>
            <a:off x="723900" y="4343400"/>
            <a:ext cx="3429000" cy="1143000"/>
            <a:chOff x="723900" y="4343400"/>
            <a:chExt cx="3429000" cy="1143000"/>
          </a:xfrm>
        </p:grpSpPr>
        <p:sp>
          <p:nvSpPr>
            <p:cNvPr id="42" name="node19.container"/>
            <p:cNvSpPr/>
            <p:nvPr/>
          </p:nvSpPr>
          <p:spPr>
            <a:xfrm>
              <a:off x="723900" y="43434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0" name="node20"/>
          <p:cNvGrpSpPr/>
          <p:nvPr/>
        </p:nvGrpSpPr>
        <p:grpSpPr>
          <a:xfrm>
            <a:off x="952500" y="4572000"/>
            <a:ext cx="2971800" cy="457200"/>
            <a:chOff x="952500" y="4572000"/>
            <a:chExt cx="2971800" cy="457200"/>
          </a:xfrm>
        </p:grpSpPr>
        <p:sp>
          <p:nvSpPr>
            <p:cNvPr id="43" name="node20.avatar"/>
            <p:cNvSpPr/>
            <p:nvPr/>
          </p:nvSpPr>
          <p:spPr>
            <a:xfrm>
              <a:off x="952500" y="45720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20.initials"/>
            <p:cNvSpPr/>
            <p:nvPr/>
          </p:nvSpPr>
          <p:spPr>
            <a:xfrm>
              <a:off x="952500" y="46926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PC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20.name"/>
            <p:cNvSpPr/>
            <p:nvPr/>
          </p:nvSpPr>
          <p:spPr>
            <a:xfrm>
              <a:off x="1562100" y="45783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Priya C.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6" name="node20.role"/>
            <p:cNvSpPr/>
            <p:nvPr/>
          </p:nvSpPr>
          <p:spPr>
            <a:xfrm>
              <a:off x="1562100" y="48323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Lead developer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21"/>
          <p:cNvGrpSpPr/>
          <p:nvPr/>
        </p:nvGrpSpPr>
        <p:grpSpPr>
          <a:xfrm>
            <a:off x="952500" y="5181600"/>
            <a:ext cx="2971800" cy="139700"/>
            <a:chOff x="952500" y="5181600"/>
            <a:chExt cx="2971800" cy="139700"/>
          </a:xfrm>
        </p:grpSpPr>
        <p:sp>
          <p:nvSpPr>
            <p:cNvPr id="47" name="node21.text"/>
            <p:cNvSpPr/>
            <p:nvPr/>
          </p:nvSpPr>
          <p:spPr>
            <a:xfrm>
              <a:off x="952500" y="5181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FEB 2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2" name="node22"/>
          <p:cNvGrpSpPr/>
          <p:nvPr/>
        </p:nvGrpSpPr>
        <p:grpSpPr>
          <a:xfrm>
            <a:off x="4381500" y="4343400"/>
            <a:ext cx="3429000" cy="1143000"/>
            <a:chOff x="4381500" y="4343400"/>
            <a:chExt cx="3429000" cy="1143000"/>
          </a:xfrm>
        </p:grpSpPr>
        <p:sp>
          <p:nvSpPr>
            <p:cNvPr id="48" name="node22.container"/>
            <p:cNvSpPr/>
            <p:nvPr/>
          </p:nvSpPr>
          <p:spPr>
            <a:xfrm>
              <a:off x="4381500" y="43434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3" name="node23"/>
          <p:cNvGrpSpPr/>
          <p:nvPr/>
        </p:nvGrpSpPr>
        <p:grpSpPr>
          <a:xfrm>
            <a:off x="4610100" y="4572000"/>
            <a:ext cx="2971800" cy="457200"/>
            <a:chOff x="4610100" y="4572000"/>
            <a:chExt cx="2971800" cy="457200"/>
          </a:xfrm>
        </p:grpSpPr>
        <p:sp>
          <p:nvSpPr>
            <p:cNvPr id="49" name="node23.avatar"/>
            <p:cNvSpPr/>
            <p:nvPr/>
          </p:nvSpPr>
          <p:spPr>
            <a:xfrm>
              <a:off x="4610100" y="45720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23.initials"/>
            <p:cNvSpPr/>
            <p:nvPr/>
          </p:nvSpPr>
          <p:spPr>
            <a:xfrm>
              <a:off x="4610100" y="46926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RB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23.name"/>
            <p:cNvSpPr/>
            <p:nvPr/>
          </p:nvSpPr>
          <p:spPr>
            <a:xfrm>
              <a:off x="5219700" y="45783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Rowan B.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23.role"/>
            <p:cNvSpPr/>
            <p:nvPr/>
          </p:nvSpPr>
          <p:spPr>
            <a:xfrm>
              <a:off x="5219700" y="48323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QA lead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24"/>
          <p:cNvGrpSpPr/>
          <p:nvPr/>
        </p:nvGrpSpPr>
        <p:grpSpPr>
          <a:xfrm>
            <a:off x="4610100" y="5181600"/>
            <a:ext cx="2971800" cy="139700"/>
            <a:chOff x="4610100" y="5181600"/>
            <a:chExt cx="2971800" cy="139700"/>
          </a:xfrm>
        </p:grpSpPr>
        <p:sp>
          <p:nvSpPr>
            <p:cNvPr id="53" name="node24.text"/>
            <p:cNvSpPr/>
            <p:nvPr/>
          </p:nvSpPr>
          <p:spPr>
            <a:xfrm>
              <a:off x="4610100" y="5181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TO 100% · FEB 16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25"/>
          <p:cNvGrpSpPr/>
          <p:nvPr/>
        </p:nvGrpSpPr>
        <p:grpSpPr>
          <a:xfrm>
            <a:off x="8039100" y="4343400"/>
            <a:ext cx="3429000" cy="1143000"/>
            <a:chOff x="8039100" y="4343400"/>
            <a:chExt cx="3429000" cy="1143000"/>
          </a:xfrm>
        </p:grpSpPr>
        <p:sp>
          <p:nvSpPr>
            <p:cNvPr id="54" name="node25.container"/>
            <p:cNvSpPr/>
            <p:nvPr/>
          </p:nvSpPr>
          <p:spPr>
            <a:xfrm>
              <a:off x="8039100" y="43434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6" name="node26"/>
          <p:cNvGrpSpPr/>
          <p:nvPr/>
        </p:nvGrpSpPr>
        <p:grpSpPr>
          <a:xfrm>
            <a:off x="8267700" y="4572000"/>
            <a:ext cx="2971800" cy="457200"/>
            <a:chOff x="8267700" y="4572000"/>
            <a:chExt cx="2971800" cy="457200"/>
          </a:xfrm>
        </p:grpSpPr>
        <p:sp>
          <p:nvSpPr>
            <p:cNvPr id="55" name="node26.avatar"/>
            <p:cNvSpPr/>
            <p:nvPr/>
          </p:nvSpPr>
          <p:spPr>
            <a:xfrm>
              <a:off x="8267700" y="45720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26.initials"/>
            <p:cNvSpPr/>
            <p:nvPr/>
          </p:nvSpPr>
          <p:spPr>
            <a:xfrm>
              <a:off x="8267700" y="46926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EH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26.name"/>
            <p:cNvSpPr/>
            <p:nvPr/>
          </p:nvSpPr>
          <p:spPr>
            <a:xfrm>
              <a:off x="8877300" y="45783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Elena H.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8" name="node26.role"/>
            <p:cNvSpPr/>
            <p:nvPr/>
          </p:nvSpPr>
          <p:spPr>
            <a:xfrm>
              <a:off x="8877300" y="48323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Change lead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27"/>
          <p:cNvGrpSpPr/>
          <p:nvPr/>
        </p:nvGrpSpPr>
        <p:grpSpPr>
          <a:xfrm>
            <a:off x="8267700" y="5181600"/>
            <a:ext cx="2971800" cy="139700"/>
            <a:chOff x="8267700" y="5181600"/>
            <a:chExt cx="2971800" cy="139700"/>
          </a:xfrm>
        </p:grpSpPr>
        <p:sp>
          <p:nvSpPr>
            <p:cNvPr id="59" name="node27.text"/>
            <p:cNvSpPr/>
            <p:nvPr/>
          </p:nvSpPr>
          <p:spPr>
            <a:xfrm>
              <a:off x="8267700" y="5181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TO 100% · JAN 19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8" name="node28"/>
          <p:cNvGrpSpPr/>
          <p:nvPr/>
        </p:nvGrpSpPr>
        <p:grpSpPr>
          <a:xfrm>
            <a:off x="723900" y="5638800"/>
            <a:ext cx="10744200" cy="215900"/>
            <a:chOff x="723900" y="5638800"/>
            <a:chExt cx="10744200" cy="215900"/>
          </a:xfrm>
        </p:grpSpPr>
        <p:sp>
          <p:nvSpPr>
            <p:cNvPr id="60" name="node28.text"/>
            <p:cNvSpPr/>
            <p:nvPr/>
          </p:nvSpPr>
          <p:spPr>
            <a:xfrm>
              <a:off x="723900" y="5638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Allocation is a share of a 40-hour week; ranges show ramp-up or ramp-down.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Offshore share grows as the build scales up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2" name="node01"/>
          <p:cNvGrpSpPr/>
          <p:nvPr/>
        </p:nvGrpSpPr>
        <p:grpSpPr>
          <a:xfrm>
            <a:off x="2324100" y="1600200"/>
            <a:ext cx="1600200" cy="304800"/>
            <a:chOff x="2324100" y="1600200"/>
            <a:chExt cx="1600200" cy="304800"/>
          </a:xfrm>
        </p:grpSpPr>
        <p:sp>
          <p:nvSpPr>
            <p:cNvPr id="7" name="node01.surface"/>
            <p:cNvSpPr/>
            <p:nvPr/>
          </p:nvSpPr>
          <p:spPr>
            <a:xfrm>
              <a:off x="2324100" y="1600200"/>
              <a:ext cx="1600200" cy="304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2476500" y="1682750"/>
              <a:ext cx="1295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ONSHORE</a:t>
              </a:r>
              <a:endParaRPr lang="en-US" sz="800" spc="48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3" name="node02"/>
          <p:cNvGrpSpPr/>
          <p:nvPr/>
        </p:nvGrpSpPr>
        <p:grpSpPr>
          <a:xfrm>
            <a:off x="4152900" y="1600200"/>
            <a:ext cx="1600200" cy="304800"/>
            <a:chOff x="4152900" y="1600200"/>
            <a:chExt cx="1600200" cy="304800"/>
          </a:xfrm>
        </p:grpSpPr>
        <p:sp>
          <p:nvSpPr>
            <p:cNvPr id="9" name="node02.surface"/>
            <p:cNvSpPr/>
            <p:nvPr/>
          </p:nvSpPr>
          <p:spPr>
            <a:xfrm>
              <a:off x="4152900" y="1600200"/>
              <a:ext cx="1600200" cy="304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0" name="node02.text"/>
            <p:cNvSpPr/>
            <p:nvPr/>
          </p:nvSpPr>
          <p:spPr>
            <a:xfrm>
              <a:off x="4305300" y="1682750"/>
              <a:ext cx="1295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NEARSHORE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4" name="node03"/>
          <p:cNvGrpSpPr/>
          <p:nvPr/>
        </p:nvGrpSpPr>
        <p:grpSpPr>
          <a:xfrm>
            <a:off x="5981700" y="1600200"/>
            <a:ext cx="1600200" cy="304800"/>
            <a:chOff x="5981700" y="1600200"/>
            <a:chExt cx="1600200" cy="304800"/>
          </a:xfrm>
        </p:grpSpPr>
        <p:sp>
          <p:nvSpPr>
            <p:cNvPr id="11" name="node03.surface"/>
            <p:cNvSpPr/>
            <p:nvPr/>
          </p:nvSpPr>
          <p:spPr>
            <a:xfrm>
              <a:off x="5981700" y="1600200"/>
              <a:ext cx="16002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" name="node03.text"/>
            <p:cNvSpPr/>
            <p:nvPr/>
          </p:nvSpPr>
          <p:spPr>
            <a:xfrm>
              <a:off x="6134100" y="1682750"/>
              <a:ext cx="1295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OFFSHORE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5" name="node04"/>
          <p:cNvGrpSpPr/>
          <p:nvPr/>
        </p:nvGrpSpPr>
        <p:grpSpPr>
          <a:xfrm>
            <a:off x="723900" y="2057400"/>
            <a:ext cx="1600200" cy="266700"/>
            <a:chOff x="723900" y="2057400"/>
            <a:chExt cx="1600200" cy="266700"/>
          </a:xfrm>
        </p:grpSpPr>
        <p:sp>
          <p:nvSpPr>
            <p:cNvPr id="13" name="node04.text"/>
            <p:cNvSpPr/>
            <p:nvPr/>
          </p:nvSpPr>
          <p:spPr>
            <a:xfrm>
              <a:off x="723900" y="20574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6" name="node05"/>
          <p:cNvGrpSpPr/>
          <p:nvPr/>
        </p:nvGrpSpPr>
        <p:grpSpPr>
          <a:xfrm>
            <a:off x="723900" y="2362200"/>
            <a:ext cx="1600200" cy="139700"/>
            <a:chOff x="723900" y="2362200"/>
            <a:chExt cx="1600200" cy="139700"/>
          </a:xfrm>
        </p:grpSpPr>
        <p:sp>
          <p:nvSpPr>
            <p:cNvPr id="14" name="node05.text"/>
            <p:cNvSpPr/>
            <p:nvPr/>
          </p:nvSpPr>
          <p:spPr>
            <a:xfrm>
              <a:off x="723900" y="23622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1–2 · 5.5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7" name="node06"/>
          <p:cNvGrpSpPr/>
          <p:nvPr/>
        </p:nvGrpSpPr>
        <p:grpSpPr>
          <a:xfrm>
            <a:off x="723900" y="2971800"/>
            <a:ext cx="1600200" cy="266700"/>
            <a:chOff x="723900" y="2971800"/>
            <a:chExt cx="1600200" cy="266700"/>
          </a:xfrm>
        </p:grpSpPr>
        <p:sp>
          <p:nvSpPr>
            <p:cNvPr id="15" name="node06.text"/>
            <p:cNvSpPr/>
            <p:nvPr/>
          </p:nvSpPr>
          <p:spPr>
            <a:xfrm>
              <a:off x="723900" y="29718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8" name="node07"/>
          <p:cNvGrpSpPr/>
          <p:nvPr/>
        </p:nvGrpSpPr>
        <p:grpSpPr>
          <a:xfrm>
            <a:off x="723900" y="3276600"/>
            <a:ext cx="1600200" cy="139700"/>
            <a:chOff x="723900" y="3276600"/>
            <a:chExt cx="1600200" cy="139700"/>
          </a:xfrm>
        </p:grpSpPr>
        <p:sp>
          <p:nvSpPr>
            <p:cNvPr id="16" name="node07.text"/>
            <p:cNvSpPr/>
            <p:nvPr/>
          </p:nvSpPr>
          <p:spPr>
            <a:xfrm>
              <a:off x="723900" y="3276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3–6 · 8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9" name="node08"/>
          <p:cNvGrpSpPr/>
          <p:nvPr/>
        </p:nvGrpSpPr>
        <p:grpSpPr>
          <a:xfrm>
            <a:off x="723900" y="3886200"/>
            <a:ext cx="1600200" cy="266700"/>
            <a:chOff x="723900" y="3886200"/>
            <a:chExt cx="1600200" cy="266700"/>
          </a:xfrm>
        </p:grpSpPr>
        <p:sp>
          <p:nvSpPr>
            <p:cNvPr id="17" name="node08.text"/>
            <p:cNvSpPr/>
            <p:nvPr/>
          </p:nvSpPr>
          <p:spPr>
            <a:xfrm>
              <a:off x="723900" y="38862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and test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0" name="node09"/>
          <p:cNvGrpSpPr/>
          <p:nvPr/>
        </p:nvGrpSpPr>
        <p:grpSpPr>
          <a:xfrm>
            <a:off x="723900" y="4191000"/>
            <a:ext cx="1600200" cy="139700"/>
            <a:chOff x="723900" y="4191000"/>
            <a:chExt cx="1600200" cy="139700"/>
          </a:xfrm>
        </p:grpSpPr>
        <p:sp>
          <p:nvSpPr>
            <p:cNvPr id="18" name="node09.text"/>
            <p:cNvSpPr/>
            <p:nvPr/>
          </p:nvSpPr>
          <p:spPr>
            <a:xfrm>
              <a:off x="723900" y="41910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7–12 · 10.8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10"/>
          <p:cNvGrpSpPr/>
          <p:nvPr/>
        </p:nvGrpSpPr>
        <p:grpSpPr>
          <a:xfrm>
            <a:off x="723900" y="4800600"/>
            <a:ext cx="1600200" cy="266700"/>
            <a:chOff x="723900" y="4800600"/>
            <a:chExt cx="1600200" cy="266700"/>
          </a:xfrm>
        </p:grpSpPr>
        <p:sp>
          <p:nvSpPr>
            <p:cNvPr id="19" name="node10.text"/>
            <p:cNvSpPr/>
            <p:nvPr/>
          </p:nvSpPr>
          <p:spPr>
            <a:xfrm>
              <a:off x="723900" y="48006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Launch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2" name="node11"/>
          <p:cNvGrpSpPr/>
          <p:nvPr/>
        </p:nvGrpSpPr>
        <p:grpSpPr>
          <a:xfrm>
            <a:off x="723900" y="5105400"/>
            <a:ext cx="1600200" cy="139700"/>
            <a:chOff x="723900" y="5105400"/>
            <a:chExt cx="1600200" cy="139700"/>
          </a:xfrm>
        </p:grpSpPr>
        <p:sp>
          <p:nvSpPr>
            <p:cNvPr id="20" name="node11.text"/>
            <p:cNvSpPr/>
            <p:nvPr/>
          </p:nvSpPr>
          <p:spPr>
            <a:xfrm>
              <a:off x="723900" y="51054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13–16 · 7.5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3" name="node12"/>
          <p:cNvGrpSpPr/>
          <p:nvPr/>
        </p:nvGrpSpPr>
        <p:grpSpPr>
          <a:xfrm>
            <a:off x="2324100" y="2057400"/>
            <a:ext cx="4343400" cy="685800"/>
            <a:chOff x="2324100" y="2057400"/>
            <a:chExt cx="4343400" cy="685800"/>
          </a:xfrm>
        </p:grpSpPr>
        <p:sp>
          <p:nvSpPr>
            <p:cNvPr id="21" name="node12.surface"/>
            <p:cNvSpPr/>
            <p:nvPr/>
          </p:nvSpPr>
          <p:spPr>
            <a:xfrm>
              <a:off x="2324100" y="2057400"/>
              <a:ext cx="43434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12.text"/>
            <p:cNvSpPr/>
            <p:nvPr/>
          </p:nvSpPr>
          <p:spPr>
            <a:xfrm>
              <a:off x="2476500" y="2266950"/>
              <a:ext cx="4038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80%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4" name="node13"/>
          <p:cNvGrpSpPr/>
          <p:nvPr/>
        </p:nvGrpSpPr>
        <p:grpSpPr>
          <a:xfrm>
            <a:off x="6667500" y="2057400"/>
            <a:ext cx="1143000" cy="685800"/>
            <a:chOff x="6667500" y="2057400"/>
            <a:chExt cx="1143000" cy="685800"/>
          </a:xfrm>
        </p:grpSpPr>
        <p:sp>
          <p:nvSpPr>
            <p:cNvPr id="23" name="node13.surface"/>
            <p:cNvSpPr/>
            <p:nvPr/>
          </p:nvSpPr>
          <p:spPr>
            <a:xfrm>
              <a:off x="6667500" y="2057400"/>
              <a:ext cx="11430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4" name="node13.text"/>
            <p:cNvSpPr/>
            <p:nvPr/>
          </p:nvSpPr>
          <p:spPr>
            <a:xfrm>
              <a:off x="6819900" y="2266950"/>
              <a:ext cx="838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20%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5" name="node14"/>
          <p:cNvGrpSpPr/>
          <p:nvPr/>
        </p:nvGrpSpPr>
        <p:grpSpPr>
          <a:xfrm>
            <a:off x="2324100" y="2971800"/>
            <a:ext cx="3200400" cy="685800"/>
            <a:chOff x="2324100" y="2971800"/>
            <a:chExt cx="3200400" cy="685800"/>
          </a:xfrm>
        </p:grpSpPr>
        <p:sp>
          <p:nvSpPr>
            <p:cNvPr id="25" name="node14.surface"/>
            <p:cNvSpPr/>
            <p:nvPr/>
          </p:nvSpPr>
          <p:spPr>
            <a:xfrm>
              <a:off x="2324100" y="2971800"/>
              <a:ext cx="32004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14.text"/>
            <p:cNvSpPr/>
            <p:nvPr/>
          </p:nvSpPr>
          <p:spPr>
            <a:xfrm>
              <a:off x="2476500" y="3181350"/>
              <a:ext cx="2895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60%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6" name="node15"/>
          <p:cNvGrpSpPr/>
          <p:nvPr/>
        </p:nvGrpSpPr>
        <p:grpSpPr>
          <a:xfrm>
            <a:off x="5524500" y="2971800"/>
            <a:ext cx="1600200" cy="685800"/>
            <a:chOff x="5524500" y="2971800"/>
            <a:chExt cx="1600200" cy="685800"/>
          </a:xfrm>
        </p:grpSpPr>
        <p:sp>
          <p:nvSpPr>
            <p:cNvPr id="27" name="node15.surface"/>
            <p:cNvSpPr/>
            <p:nvPr/>
          </p:nvSpPr>
          <p:spPr>
            <a:xfrm>
              <a:off x="5524500" y="2971800"/>
              <a:ext cx="16002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8" name="node15.text"/>
            <p:cNvSpPr/>
            <p:nvPr/>
          </p:nvSpPr>
          <p:spPr>
            <a:xfrm>
              <a:off x="5676900" y="3181350"/>
              <a:ext cx="1295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30%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7" name="node16"/>
          <p:cNvGrpSpPr/>
          <p:nvPr/>
        </p:nvGrpSpPr>
        <p:grpSpPr>
          <a:xfrm>
            <a:off x="7124700" y="2971800"/>
            <a:ext cx="685800" cy="685800"/>
            <a:chOff x="7124700" y="2971800"/>
            <a:chExt cx="685800" cy="685800"/>
          </a:xfrm>
        </p:grpSpPr>
        <p:sp>
          <p:nvSpPr>
            <p:cNvPr id="29" name="node16.surface"/>
            <p:cNvSpPr/>
            <p:nvPr/>
          </p:nvSpPr>
          <p:spPr>
            <a:xfrm>
              <a:off x="7124700" y="2971800"/>
              <a:ext cx="6858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0" name="node16.text"/>
            <p:cNvSpPr/>
            <p:nvPr/>
          </p:nvSpPr>
          <p:spPr>
            <a:xfrm>
              <a:off x="7200900" y="3181350"/>
              <a:ext cx="533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10%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17"/>
          <p:cNvGrpSpPr/>
          <p:nvPr/>
        </p:nvGrpSpPr>
        <p:grpSpPr>
          <a:xfrm>
            <a:off x="2324100" y="3886200"/>
            <a:ext cx="2286000" cy="685800"/>
            <a:chOff x="2324100" y="3886200"/>
            <a:chExt cx="2286000" cy="685800"/>
          </a:xfrm>
        </p:grpSpPr>
        <p:sp>
          <p:nvSpPr>
            <p:cNvPr id="31" name="node17.surface"/>
            <p:cNvSpPr/>
            <p:nvPr/>
          </p:nvSpPr>
          <p:spPr>
            <a:xfrm>
              <a:off x="2324100" y="3886200"/>
              <a:ext cx="22860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7.text"/>
            <p:cNvSpPr/>
            <p:nvPr/>
          </p:nvSpPr>
          <p:spPr>
            <a:xfrm>
              <a:off x="2476500" y="4095750"/>
              <a:ext cx="1981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40%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9" name="node18"/>
          <p:cNvGrpSpPr/>
          <p:nvPr/>
        </p:nvGrpSpPr>
        <p:grpSpPr>
          <a:xfrm>
            <a:off x="4610100" y="3886200"/>
            <a:ext cx="2057400" cy="685800"/>
            <a:chOff x="4610100" y="3886200"/>
            <a:chExt cx="2057400" cy="685800"/>
          </a:xfrm>
        </p:grpSpPr>
        <p:sp>
          <p:nvSpPr>
            <p:cNvPr id="33" name="node18.surface"/>
            <p:cNvSpPr/>
            <p:nvPr/>
          </p:nvSpPr>
          <p:spPr>
            <a:xfrm>
              <a:off x="4610100" y="3886200"/>
              <a:ext cx="20574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4" name="node18.text"/>
            <p:cNvSpPr/>
            <p:nvPr/>
          </p:nvSpPr>
          <p:spPr>
            <a:xfrm>
              <a:off x="4762500" y="4095750"/>
              <a:ext cx="1752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35%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0" name="node19"/>
          <p:cNvGrpSpPr/>
          <p:nvPr/>
        </p:nvGrpSpPr>
        <p:grpSpPr>
          <a:xfrm>
            <a:off x="6667500" y="3886200"/>
            <a:ext cx="1143000" cy="685800"/>
            <a:chOff x="6667500" y="3886200"/>
            <a:chExt cx="1143000" cy="685800"/>
          </a:xfrm>
        </p:grpSpPr>
        <p:sp>
          <p:nvSpPr>
            <p:cNvPr id="35" name="node19.surface"/>
            <p:cNvSpPr/>
            <p:nvPr/>
          </p:nvSpPr>
          <p:spPr>
            <a:xfrm>
              <a:off x="6667500" y="3886200"/>
              <a:ext cx="11430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6" name="node19.text"/>
            <p:cNvSpPr/>
            <p:nvPr/>
          </p:nvSpPr>
          <p:spPr>
            <a:xfrm>
              <a:off x="6819900" y="4095750"/>
              <a:ext cx="838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25%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1" name="node20"/>
          <p:cNvGrpSpPr/>
          <p:nvPr/>
        </p:nvGrpSpPr>
        <p:grpSpPr>
          <a:xfrm>
            <a:off x="2324100" y="4800600"/>
            <a:ext cx="2971800" cy="685800"/>
            <a:chOff x="2324100" y="4800600"/>
            <a:chExt cx="2971800" cy="685800"/>
          </a:xfrm>
        </p:grpSpPr>
        <p:sp>
          <p:nvSpPr>
            <p:cNvPr id="37" name="node20.surface"/>
            <p:cNvSpPr/>
            <p:nvPr/>
          </p:nvSpPr>
          <p:spPr>
            <a:xfrm>
              <a:off x="2324100" y="4800600"/>
              <a:ext cx="29718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20.text"/>
            <p:cNvSpPr/>
            <p:nvPr/>
          </p:nvSpPr>
          <p:spPr>
            <a:xfrm>
              <a:off x="2476500" y="501015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55%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2" name="node21"/>
          <p:cNvGrpSpPr/>
          <p:nvPr/>
        </p:nvGrpSpPr>
        <p:grpSpPr>
          <a:xfrm>
            <a:off x="5295900" y="4800600"/>
            <a:ext cx="1600200" cy="685800"/>
            <a:chOff x="5295900" y="4800600"/>
            <a:chExt cx="1600200" cy="685800"/>
          </a:xfrm>
        </p:grpSpPr>
        <p:sp>
          <p:nvSpPr>
            <p:cNvPr id="39" name="node21.surface"/>
            <p:cNvSpPr/>
            <p:nvPr/>
          </p:nvSpPr>
          <p:spPr>
            <a:xfrm>
              <a:off x="5295900" y="4800600"/>
              <a:ext cx="16002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0" name="node21.text"/>
            <p:cNvSpPr/>
            <p:nvPr/>
          </p:nvSpPr>
          <p:spPr>
            <a:xfrm>
              <a:off x="5448300" y="5010150"/>
              <a:ext cx="1295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30%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3" name="node22"/>
          <p:cNvGrpSpPr/>
          <p:nvPr/>
        </p:nvGrpSpPr>
        <p:grpSpPr>
          <a:xfrm>
            <a:off x="6896100" y="4800600"/>
            <a:ext cx="914400" cy="685800"/>
            <a:chOff x="6896100" y="4800600"/>
            <a:chExt cx="914400" cy="685800"/>
          </a:xfrm>
        </p:grpSpPr>
        <p:sp>
          <p:nvSpPr>
            <p:cNvPr id="41" name="node22.surface"/>
            <p:cNvSpPr/>
            <p:nvPr/>
          </p:nvSpPr>
          <p:spPr>
            <a:xfrm>
              <a:off x="6896100" y="4800600"/>
              <a:ext cx="9144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2" name="node22.text"/>
            <p:cNvSpPr/>
            <p:nvPr/>
          </p:nvSpPr>
          <p:spPr>
            <a:xfrm>
              <a:off x="7048500" y="501015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15%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4" name="node23"/>
          <p:cNvGrpSpPr/>
          <p:nvPr/>
        </p:nvGrpSpPr>
        <p:grpSpPr>
          <a:xfrm>
            <a:off x="8039100" y="1600200"/>
            <a:ext cx="3429000" cy="1422400"/>
            <a:chOff x="8039100" y="1600200"/>
            <a:chExt cx="3429000" cy="1422400"/>
          </a:xfrm>
        </p:grpSpPr>
        <p:graphicFrame>
          <p:nvGraphicFramePr>
            <p:cNvPr id="43" name="node2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1600200"/>
            <a:ext cx="3429000" cy="1422400"/>
          </p:xfrm>
          <a:graphic>
            <a:graphicData uri="http://schemas.openxmlformats.org/drawingml/2006/table">
              <a:tbl>
                <a:tblPr/>
                <a:tblGrid>
                  <a:gridCol w="1600200"/>
                  <a:gridCol w="1828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LOCATION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OVERLAP WITH ET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Onshore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 hours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Nearshore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7 to 8 hours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Offshore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3.5 hours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75" name="node24"/>
          <p:cNvGrpSpPr/>
          <p:nvPr/>
        </p:nvGrpSpPr>
        <p:grpSpPr>
          <a:xfrm>
            <a:off x="8039100" y="3200400"/>
            <a:ext cx="3429000" cy="2286000"/>
            <a:chOff x="8039100" y="3200400"/>
            <a:chExt cx="3429000" cy="2286000"/>
          </a:xfrm>
        </p:grpSpPr>
        <p:sp>
          <p:nvSpPr>
            <p:cNvPr id="44" name="node24.container"/>
            <p:cNvSpPr/>
            <p:nvPr/>
          </p:nvSpPr>
          <p:spPr>
            <a:xfrm>
              <a:off x="8039100" y="32004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5" name="node24.label"/>
            <p:cNvSpPr/>
            <p:nvPr/>
          </p:nvSpPr>
          <p:spPr>
            <a:xfrm>
              <a:off x="8267700" y="3429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TIME-ZONE OVERLAP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6" name="node24.body.item-001.bullets.item-001.marker"/>
            <p:cNvSpPr/>
            <p:nvPr/>
          </p:nvSpPr>
          <p:spPr>
            <a:xfrm>
              <a:off x="8267700" y="3733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24.body.item-001.bullets.item-001.text"/>
            <p:cNvSpPr/>
            <p:nvPr/>
          </p:nvSpPr>
          <p:spPr>
            <a:xfrm>
              <a:off x="8420100" y="3644900"/>
              <a:ext cx="28194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Offshore overlaps 8:00 to 11:30 ET, so reviews and decisions sit in the morning.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24.body.item-001.bullets.item-002.marker"/>
            <p:cNvSpPr/>
            <p:nvPr/>
          </p:nvSpPr>
          <p:spPr>
            <a:xfrm>
              <a:off x="8267700" y="4203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9" name="node24.body.item-001.bullets.item-002.text"/>
            <p:cNvSpPr/>
            <p:nvPr/>
          </p:nvSpPr>
          <p:spPr>
            <a:xfrm>
              <a:off x="8420100" y="4114800"/>
              <a:ext cx="28194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Hand-offs run overnight: offshore builds, onshore reviews next day.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24.body.item-001.bullets.item-003.marker"/>
            <p:cNvSpPr/>
            <p:nvPr/>
          </p:nvSpPr>
          <p:spPr>
            <a:xfrm>
              <a:off x="8267700" y="4673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24.body.item-001.bullets.item-003.text"/>
            <p:cNvSpPr/>
            <p:nvPr/>
          </p:nvSpPr>
          <p:spPr>
            <a:xfrm>
              <a:off x="8420100" y="4584700"/>
              <a:ext cx="28194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Client ceremonies stay inside the shared window.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Loading peaks in weeks 7–8 and eases through launch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06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sp>
          <p:nvSpPr>
            <p:cNvPr id="6" name="node01.row.item-001.w0.heat-gap"/>
            <p:cNvSpPr/>
            <p:nvPr/>
          </p:nvSpPr>
          <p:spPr>
            <a:xfrm>
              <a:off x="33147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node01.row.item-001.w0.heat"/>
            <p:cNvSpPr/>
            <p:nvPr/>
          </p:nvSpPr>
          <p:spPr>
            <a:xfrm>
              <a:off x="33337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" name="node01.row.item-001.w1.heat-gap"/>
            <p:cNvSpPr/>
            <p:nvPr/>
          </p:nvSpPr>
          <p:spPr>
            <a:xfrm>
              <a:off x="42291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node01.row.item-001.w1.heat"/>
            <p:cNvSpPr/>
            <p:nvPr/>
          </p:nvSpPr>
          <p:spPr>
            <a:xfrm>
              <a:off x="42481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" name="node01.row.item-001.w2.heat-gap"/>
            <p:cNvSpPr/>
            <p:nvPr/>
          </p:nvSpPr>
          <p:spPr>
            <a:xfrm>
              <a:off x="51435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node01.row.item-001.w2.heat"/>
            <p:cNvSpPr/>
            <p:nvPr/>
          </p:nvSpPr>
          <p:spPr>
            <a:xfrm>
              <a:off x="51625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" name="node01.row.item-001.w3.heat-gap"/>
            <p:cNvSpPr/>
            <p:nvPr/>
          </p:nvSpPr>
          <p:spPr>
            <a:xfrm>
              <a:off x="60579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node01.row.item-001.w3.heat"/>
            <p:cNvSpPr/>
            <p:nvPr/>
          </p:nvSpPr>
          <p:spPr>
            <a:xfrm>
              <a:off x="60769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4" name="node01.row.item-001.w4.heat-gap"/>
            <p:cNvSpPr/>
            <p:nvPr/>
          </p:nvSpPr>
          <p:spPr>
            <a:xfrm>
              <a:off x="69723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node01.row.item-001.w4.heat"/>
            <p:cNvSpPr/>
            <p:nvPr/>
          </p:nvSpPr>
          <p:spPr>
            <a:xfrm>
              <a:off x="69913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" name="node01.row.item-001.w5.heat-gap"/>
            <p:cNvSpPr/>
            <p:nvPr/>
          </p:nvSpPr>
          <p:spPr>
            <a:xfrm>
              <a:off x="78867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node01.row.item-001.w5.heat"/>
            <p:cNvSpPr/>
            <p:nvPr/>
          </p:nvSpPr>
          <p:spPr>
            <a:xfrm>
              <a:off x="79057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8" name="node01.row.item-001.w6.heat-gap"/>
            <p:cNvSpPr/>
            <p:nvPr/>
          </p:nvSpPr>
          <p:spPr>
            <a:xfrm>
              <a:off x="88011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node01.row.item-001.w6.heat"/>
            <p:cNvSpPr/>
            <p:nvPr/>
          </p:nvSpPr>
          <p:spPr>
            <a:xfrm>
              <a:off x="88201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0" name="node01.row.item-001.w7.heat-gap"/>
            <p:cNvSpPr/>
            <p:nvPr/>
          </p:nvSpPr>
          <p:spPr>
            <a:xfrm>
              <a:off x="97155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node01.row.item-001.w7.heat"/>
            <p:cNvSpPr/>
            <p:nvPr/>
          </p:nvSpPr>
          <p:spPr>
            <a:xfrm>
              <a:off x="97345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2" name="node01.row.item-002.w0.heat-gap"/>
            <p:cNvSpPr/>
            <p:nvPr/>
          </p:nvSpPr>
          <p:spPr>
            <a:xfrm>
              <a:off x="33147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node01.row.item-002.w0.heat"/>
            <p:cNvSpPr/>
            <p:nvPr/>
          </p:nvSpPr>
          <p:spPr>
            <a:xfrm>
              <a:off x="33337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4" name="node01.row.item-002.w1.heat-gap"/>
            <p:cNvSpPr/>
            <p:nvPr/>
          </p:nvSpPr>
          <p:spPr>
            <a:xfrm>
              <a:off x="42291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node01.row.item-002.w1.heat"/>
            <p:cNvSpPr/>
            <p:nvPr/>
          </p:nvSpPr>
          <p:spPr>
            <a:xfrm>
              <a:off x="42481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6" name="node01.row.item-002.w2.heat-gap"/>
            <p:cNvSpPr/>
            <p:nvPr/>
          </p:nvSpPr>
          <p:spPr>
            <a:xfrm>
              <a:off x="51435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node01.row.item-002.w2.heat"/>
            <p:cNvSpPr/>
            <p:nvPr/>
          </p:nvSpPr>
          <p:spPr>
            <a:xfrm>
              <a:off x="51625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8" name="node01.row.item-002.w3.heat-gap"/>
            <p:cNvSpPr/>
            <p:nvPr/>
          </p:nvSpPr>
          <p:spPr>
            <a:xfrm>
              <a:off x="60579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node01.row.item-002.w3.heat"/>
            <p:cNvSpPr/>
            <p:nvPr/>
          </p:nvSpPr>
          <p:spPr>
            <a:xfrm>
              <a:off x="60769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0" name="node01.row.item-002.w4.heat-gap"/>
            <p:cNvSpPr/>
            <p:nvPr/>
          </p:nvSpPr>
          <p:spPr>
            <a:xfrm>
              <a:off x="69723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node01.row.item-002.w4.heat"/>
            <p:cNvSpPr/>
            <p:nvPr/>
          </p:nvSpPr>
          <p:spPr>
            <a:xfrm>
              <a:off x="69913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2" name="node01.row.item-002.w5.heat-gap"/>
            <p:cNvSpPr/>
            <p:nvPr/>
          </p:nvSpPr>
          <p:spPr>
            <a:xfrm>
              <a:off x="78867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node01.row.item-002.w5.heat"/>
            <p:cNvSpPr/>
            <p:nvPr/>
          </p:nvSpPr>
          <p:spPr>
            <a:xfrm>
              <a:off x="79057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4" name="node01.row.item-002.w6.heat-gap"/>
            <p:cNvSpPr/>
            <p:nvPr/>
          </p:nvSpPr>
          <p:spPr>
            <a:xfrm>
              <a:off x="88011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node01.row.item-002.w6.heat"/>
            <p:cNvSpPr/>
            <p:nvPr/>
          </p:nvSpPr>
          <p:spPr>
            <a:xfrm>
              <a:off x="88201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6" name="node01.row.item-002.w7.heat-gap"/>
            <p:cNvSpPr/>
            <p:nvPr/>
          </p:nvSpPr>
          <p:spPr>
            <a:xfrm>
              <a:off x="97155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node01.row.item-002.w7.heat"/>
            <p:cNvSpPr/>
            <p:nvPr/>
          </p:nvSpPr>
          <p:spPr>
            <a:xfrm>
              <a:off x="97345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8" name="node01.row.item-003.w0.heat-gap"/>
            <p:cNvSpPr/>
            <p:nvPr/>
          </p:nvSpPr>
          <p:spPr>
            <a:xfrm>
              <a:off x="33147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node01.row.item-003.w0.heat"/>
            <p:cNvSpPr/>
            <p:nvPr/>
          </p:nvSpPr>
          <p:spPr>
            <a:xfrm>
              <a:off x="33337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0" name="node01.row.item-003.w1.heat-gap"/>
            <p:cNvSpPr/>
            <p:nvPr/>
          </p:nvSpPr>
          <p:spPr>
            <a:xfrm>
              <a:off x="42291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node01.row.item-003.w1.heat"/>
            <p:cNvSpPr/>
            <p:nvPr/>
          </p:nvSpPr>
          <p:spPr>
            <a:xfrm>
              <a:off x="42481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2" name="node01.row.item-003.w2.heat-gap"/>
            <p:cNvSpPr/>
            <p:nvPr/>
          </p:nvSpPr>
          <p:spPr>
            <a:xfrm>
              <a:off x="51435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node01.row.item-003.w2.heat"/>
            <p:cNvSpPr/>
            <p:nvPr/>
          </p:nvSpPr>
          <p:spPr>
            <a:xfrm>
              <a:off x="51625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4" name="node01.row.item-003.w3.heat-gap"/>
            <p:cNvSpPr/>
            <p:nvPr/>
          </p:nvSpPr>
          <p:spPr>
            <a:xfrm>
              <a:off x="60579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node01.row.item-003.w3.heat"/>
            <p:cNvSpPr/>
            <p:nvPr/>
          </p:nvSpPr>
          <p:spPr>
            <a:xfrm>
              <a:off x="60769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6" name="node01.row.item-003.w4.heat-gap"/>
            <p:cNvSpPr/>
            <p:nvPr/>
          </p:nvSpPr>
          <p:spPr>
            <a:xfrm>
              <a:off x="69723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node01.row.item-003.w4.heat"/>
            <p:cNvSpPr/>
            <p:nvPr/>
          </p:nvSpPr>
          <p:spPr>
            <a:xfrm>
              <a:off x="69913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8" name="node01.row.item-003.w5.heat-gap"/>
            <p:cNvSpPr/>
            <p:nvPr/>
          </p:nvSpPr>
          <p:spPr>
            <a:xfrm>
              <a:off x="78867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node01.row.item-003.w5.heat"/>
            <p:cNvSpPr/>
            <p:nvPr/>
          </p:nvSpPr>
          <p:spPr>
            <a:xfrm>
              <a:off x="79057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0" name="node01.row.item-003.w6.heat-gap"/>
            <p:cNvSpPr/>
            <p:nvPr/>
          </p:nvSpPr>
          <p:spPr>
            <a:xfrm>
              <a:off x="88011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node01.row.item-003.w6.heat"/>
            <p:cNvSpPr/>
            <p:nvPr/>
          </p:nvSpPr>
          <p:spPr>
            <a:xfrm>
              <a:off x="8820150" y="25844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2" name="node01.row.item-003.w7.heat-gap"/>
            <p:cNvSpPr/>
            <p:nvPr/>
          </p:nvSpPr>
          <p:spPr>
            <a:xfrm>
              <a:off x="97155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node01.row.item-003.w7.heat"/>
            <p:cNvSpPr/>
            <p:nvPr/>
          </p:nvSpPr>
          <p:spPr>
            <a:xfrm>
              <a:off x="9734550" y="25844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4" name="node01.row.item-004.w0.heat-gap"/>
            <p:cNvSpPr/>
            <p:nvPr/>
          </p:nvSpPr>
          <p:spPr>
            <a:xfrm>
              <a:off x="33147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node01.row.item-004.w0.heat"/>
            <p:cNvSpPr/>
            <p:nvPr/>
          </p:nvSpPr>
          <p:spPr>
            <a:xfrm>
              <a:off x="33337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6" name="node01.row.item-004.w1.heat-gap"/>
            <p:cNvSpPr/>
            <p:nvPr/>
          </p:nvSpPr>
          <p:spPr>
            <a:xfrm>
              <a:off x="42291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node01.row.item-004.w1.heat"/>
            <p:cNvSpPr/>
            <p:nvPr/>
          </p:nvSpPr>
          <p:spPr>
            <a:xfrm>
              <a:off x="42481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8" name="node01.row.item-004.w2.heat-gap"/>
            <p:cNvSpPr/>
            <p:nvPr/>
          </p:nvSpPr>
          <p:spPr>
            <a:xfrm>
              <a:off x="51435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node01.row.item-004.w2.heat"/>
            <p:cNvSpPr/>
            <p:nvPr/>
          </p:nvSpPr>
          <p:spPr>
            <a:xfrm>
              <a:off x="51625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0" name="node01.row.item-004.w3.heat-gap"/>
            <p:cNvSpPr/>
            <p:nvPr/>
          </p:nvSpPr>
          <p:spPr>
            <a:xfrm>
              <a:off x="60579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node01.row.item-004.w3.heat"/>
            <p:cNvSpPr/>
            <p:nvPr/>
          </p:nvSpPr>
          <p:spPr>
            <a:xfrm>
              <a:off x="60769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2" name="node01.row.item-004.w4.heat-gap"/>
            <p:cNvSpPr/>
            <p:nvPr/>
          </p:nvSpPr>
          <p:spPr>
            <a:xfrm>
              <a:off x="69723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node01.row.item-004.w4.heat"/>
            <p:cNvSpPr/>
            <p:nvPr/>
          </p:nvSpPr>
          <p:spPr>
            <a:xfrm>
              <a:off x="69913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4" name="node01.row.item-004.w5.heat-gap"/>
            <p:cNvSpPr/>
            <p:nvPr/>
          </p:nvSpPr>
          <p:spPr>
            <a:xfrm>
              <a:off x="78867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node01.row.item-004.w5.heat"/>
            <p:cNvSpPr/>
            <p:nvPr/>
          </p:nvSpPr>
          <p:spPr>
            <a:xfrm>
              <a:off x="79057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6" name="node01.row.item-004.w6.heat-gap"/>
            <p:cNvSpPr/>
            <p:nvPr/>
          </p:nvSpPr>
          <p:spPr>
            <a:xfrm>
              <a:off x="88011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node01.row.item-004.w6.heat"/>
            <p:cNvSpPr/>
            <p:nvPr/>
          </p:nvSpPr>
          <p:spPr>
            <a:xfrm>
              <a:off x="88201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8" name="node01.row.item-004.w7.heat-gap"/>
            <p:cNvSpPr/>
            <p:nvPr/>
          </p:nvSpPr>
          <p:spPr>
            <a:xfrm>
              <a:off x="97155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node01.row.item-004.w7.heat"/>
            <p:cNvSpPr/>
            <p:nvPr/>
          </p:nvSpPr>
          <p:spPr>
            <a:xfrm>
              <a:off x="97345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0" name="node01.row.item-005.w0.heat-gap"/>
            <p:cNvSpPr/>
            <p:nvPr/>
          </p:nvSpPr>
          <p:spPr>
            <a:xfrm>
              <a:off x="33147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node01.row.item-005.w0.heat"/>
            <p:cNvSpPr/>
            <p:nvPr/>
          </p:nvSpPr>
          <p:spPr>
            <a:xfrm>
              <a:off x="33337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2" name="node01.row.item-005.w1.heat-gap"/>
            <p:cNvSpPr/>
            <p:nvPr/>
          </p:nvSpPr>
          <p:spPr>
            <a:xfrm>
              <a:off x="42291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node01.row.item-005.w1.heat"/>
            <p:cNvSpPr/>
            <p:nvPr/>
          </p:nvSpPr>
          <p:spPr>
            <a:xfrm>
              <a:off x="42481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4" name="node01.row.item-005.w2.heat-gap"/>
            <p:cNvSpPr/>
            <p:nvPr/>
          </p:nvSpPr>
          <p:spPr>
            <a:xfrm>
              <a:off x="51435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node01.row.item-005.w2.heat"/>
            <p:cNvSpPr/>
            <p:nvPr/>
          </p:nvSpPr>
          <p:spPr>
            <a:xfrm>
              <a:off x="51625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6" name="node01.row.item-005.w3.heat-gap"/>
            <p:cNvSpPr/>
            <p:nvPr/>
          </p:nvSpPr>
          <p:spPr>
            <a:xfrm>
              <a:off x="60579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node01.row.item-005.w3.heat"/>
            <p:cNvSpPr/>
            <p:nvPr/>
          </p:nvSpPr>
          <p:spPr>
            <a:xfrm>
              <a:off x="60769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8" name="node01.row.item-005.w4.heat-gap"/>
            <p:cNvSpPr/>
            <p:nvPr/>
          </p:nvSpPr>
          <p:spPr>
            <a:xfrm>
              <a:off x="69723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node01.row.item-005.w4.heat"/>
            <p:cNvSpPr/>
            <p:nvPr/>
          </p:nvSpPr>
          <p:spPr>
            <a:xfrm>
              <a:off x="69913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0" name="node01.row.item-005.w5.heat-gap"/>
            <p:cNvSpPr/>
            <p:nvPr/>
          </p:nvSpPr>
          <p:spPr>
            <a:xfrm>
              <a:off x="78867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node01.row.item-005.w5.heat"/>
            <p:cNvSpPr/>
            <p:nvPr/>
          </p:nvSpPr>
          <p:spPr>
            <a:xfrm>
              <a:off x="79057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2" name="node01.row.item-005.w6.heat-gap"/>
            <p:cNvSpPr/>
            <p:nvPr/>
          </p:nvSpPr>
          <p:spPr>
            <a:xfrm>
              <a:off x="88011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node01.row.item-005.w6.heat"/>
            <p:cNvSpPr/>
            <p:nvPr/>
          </p:nvSpPr>
          <p:spPr>
            <a:xfrm>
              <a:off x="88201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4" name="node01.row.item-005.w7.heat-gap"/>
            <p:cNvSpPr/>
            <p:nvPr/>
          </p:nvSpPr>
          <p:spPr>
            <a:xfrm>
              <a:off x="97155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node01.row.item-005.w7.heat"/>
            <p:cNvSpPr/>
            <p:nvPr/>
          </p:nvSpPr>
          <p:spPr>
            <a:xfrm>
              <a:off x="97345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6" name="node01.row.item-006.w0.heat-gap"/>
            <p:cNvSpPr/>
            <p:nvPr/>
          </p:nvSpPr>
          <p:spPr>
            <a:xfrm>
              <a:off x="33147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node01.row.item-006.w0.heat"/>
            <p:cNvSpPr/>
            <p:nvPr/>
          </p:nvSpPr>
          <p:spPr>
            <a:xfrm>
              <a:off x="3333750" y="3498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8" name="node01.row.item-006.w1.heat-gap"/>
            <p:cNvSpPr/>
            <p:nvPr/>
          </p:nvSpPr>
          <p:spPr>
            <a:xfrm>
              <a:off x="42291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node01.row.item-006.w1.heat"/>
            <p:cNvSpPr/>
            <p:nvPr/>
          </p:nvSpPr>
          <p:spPr>
            <a:xfrm>
              <a:off x="4248150" y="3498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0" name="node01.row.item-006.w2.heat-gap"/>
            <p:cNvSpPr/>
            <p:nvPr/>
          </p:nvSpPr>
          <p:spPr>
            <a:xfrm>
              <a:off x="51435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node01.row.item-006.w2.heat"/>
            <p:cNvSpPr/>
            <p:nvPr/>
          </p:nvSpPr>
          <p:spPr>
            <a:xfrm>
              <a:off x="5162550" y="34988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2" name="node01.row.item-006.w3.heat-gap"/>
            <p:cNvSpPr/>
            <p:nvPr/>
          </p:nvSpPr>
          <p:spPr>
            <a:xfrm>
              <a:off x="60579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node01.row.item-006.w3.heat"/>
            <p:cNvSpPr/>
            <p:nvPr/>
          </p:nvSpPr>
          <p:spPr>
            <a:xfrm>
              <a:off x="6076950" y="34988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4" name="node01.row.item-006.w4.heat-gap"/>
            <p:cNvSpPr/>
            <p:nvPr/>
          </p:nvSpPr>
          <p:spPr>
            <a:xfrm>
              <a:off x="69723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node01.row.item-006.w4.heat"/>
            <p:cNvSpPr/>
            <p:nvPr/>
          </p:nvSpPr>
          <p:spPr>
            <a:xfrm>
              <a:off x="6991350" y="34988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6" name="node01.row.item-006.w5.heat-gap"/>
            <p:cNvSpPr/>
            <p:nvPr/>
          </p:nvSpPr>
          <p:spPr>
            <a:xfrm>
              <a:off x="78867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node01.row.item-006.w5.heat"/>
            <p:cNvSpPr/>
            <p:nvPr/>
          </p:nvSpPr>
          <p:spPr>
            <a:xfrm>
              <a:off x="7905750" y="34988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8" name="node01.row.item-006.w6.heat-gap"/>
            <p:cNvSpPr/>
            <p:nvPr/>
          </p:nvSpPr>
          <p:spPr>
            <a:xfrm>
              <a:off x="88011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9" name="node01.row.item-006.w6.heat"/>
            <p:cNvSpPr/>
            <p:nvPr/>
          </p:nvSpPr>
          <p:spPr>
            <a:xfrm>
              <a:off x="8820150" y="34988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0" name="node01.row.item-006.w7.heat-gap"/>
            <p:cNvSpPr/>
            <p:nvPr/>
          </p:nvSpPr>
          <p:spPr>
            <a:xfrm>
              <a:off x="97155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node01.row.item-006.w7.heat"/>
            <p:cNvSpPr/>
            <p:nvPr/>
          </p:nvSpPr>
          <p:spPr>
            <a:xfrm>
              <a:off x="9734550" y="3498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2" name="node01.row.item-007.w0.heat-gap"/>
            <p:cNvSpPr/>
            <p:nvPr/>
          </p:nvSpPr>
          <p:spPr>
            <a:xfrm>
              <a:off x="33147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node01.row.item-007.w0.heat"/>
            <p:cNvSpPr/>
            <p:nvPr/>
          </p:nvSpPr>
          <p:spPr>
            <a:xfrm>
              <a:off x="3333750" y="38036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4" name="node01.row.item-007.w1.heat-gap"/>
            <p:cNvSpPr/>
            <p:nvPr/>
          </p:nvSpPr>
          <p:spPr>
            <a:xfrm>
              <a:off x="42291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node01.row.item-007.w1.heat"/>
            <p:cNvSpPr/>
            <p:nvPr/>
          </p:nvSpPr>
          <p:spPr>
            <a:xfrm>
              <a:off x="4248150" y="38036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6" name="node01.row.item-007.w2.heat-gap"/>
            <p:cNvSpPr/>
            <p:nvPr/>
          </p:nvSpPr>
          <p:spPr>
            <a:xfrm>
              <a:off x="51435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node01.row.item-007.w2.heat"/>
            <p:cNvSpPr/>
            <p:nvPr/>
          </p:nvSpPr>
          <p:spPr>
            <a:xfrm>
              <a:off x="51625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8" name="node01.row.item-007.w3.heat-gap"/>
            <p:cNvSpPr/>
            <p:nvPr/>
          </p:nvSpPr>
          <p:spPr>
            <a:xfrm>
              <a:off x="60579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" name="node01.row.item-007.w3.heat"/>
            <p:cNvSpPr/>
            <p:nvPr/>
          </p:nvSpPr>
          <p:spPr>
            <a:xfrm>
              <a:off x="60769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0" name="node01.row.item-007.w4.heat-gap"/>
            <p:cNvSpPr/>
            <p:nvPr/>
          </p:nvSpPr>
          <p:spPr>
            <a:xfrm>
              <a:off x="69723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1" name="node01.row.item-007.w4.heat"/>
            <p:cNvSpPr/>
            <p:nvPr/>
          </p:nvSpPr>
          <p:spPr>
            <a:xfrm>
              <a:off x="69913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2" name="node01.row.item-007.w5.heat-gap"/>
            <p:cNvSpPr/>
            <p:nvPr/>
          </p:nvSpPr>
          <p:spPr>
            <a:xfrm>
              <a:off x="78867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" name="node01.row.item-007.w5.heat"/>
            <p:cNvSpPr/>
            <p:nvPr/>
          </p:nvSpPr>
          <p:spPr>
            <a:xfrm>
              <a:off x="79057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4" name="node01.row.item-007.w6.heat-gap"/>
            <p:cNvSpPr/>
            <p:nvPr/>
          </p:nvSpPr>
          <p:spPr>
            <a:xfrm>
              <a:off x="88011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" name="node01.row.item-007.w6.heat"/>
            <p:cNvSpPr/>
            <p:nvPr/>
          </p:nvSpPr>
          <p:spPr>
            <a:xfrm>
              <a:off x="88201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6" name="node01.row.item-007.w7.heat-gap"/>
            <p:cNvSpPr/>
            <p:nvPr/>
          </p:nvSpPr>
          <p:spPr>
            <a:xfrm>
              <a:off x="97155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node01.row.item-007.w7.heat"/>
            <p:cNvSpPr/>
            <p:nvPr/>
          </p:nvSpPr>
          <p:spPr>
            <a:xfrm>
              <a:off x="97345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8" name="node01.row.item-008.w0.heat-gap"/>
            <p:cNvSpPr/>
            <p:nvPr/>
          </p:nvSpPr>
          <p:spPr>
            <a:xfrm>
              <a:off x="33147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" name="node01.row.item-008.w0.heat"/>
            <p:cNvSpPr/>
            <p:nvPr/>
          </p:nvSpPr>
          <p:spPr>
            <a:xfrm>
              <a:off x="33337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0" name="node01.row.item-008.w1.heat-gap"/>
            <p:cNvSpPr/>
            <p:nvPr/>
          </p:nvSpPr>
          <p:spPr>
            <a:xfrm>
              <a:off x="42291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" name="node01.row.item-008.w1.heat"/>
            <p:cNvSpPr/>
            <p:nvPr/>
          </p:nvSpPr>
          <p:spPr>
            <a:xfrm>
              <a:off x="42481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2" name="node01.row.item-008.w2.heat-gap"/>
            <p:cNvSpPr/>
            <p:nvPr/>
          </p:nvSpPr>
          <p:spPr>
            <a:xfrm>
              <a:off x="51435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" name="node01.row.item-008.w2.heat"/>
            <p:cNvSpPr/>
            <p:nvPr/>
          </p:nvSpPr>
          <p:spPr>
            <a:xfrm>
              <a:off x="51625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4" name="node01.row.item-008.w3.heat-gap"/>
            <p:cNvSpPr/>
            <p:nvPr/>
          </p:nvSpPr>
          <p:spPr>
            <a:xfrm>
              <a:off x="60579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" name="node01.row.item-008.w3.heat"/>
            <p:cNvSpPr/>
            <p:nvPr/>
          </p:nvSpPr>
          <p:spPr>
            <a:xfrm>
              <a:off x="60769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6" name="node01.row.item-008.w4.heat-gap"/>
            <p:cNvSpPr/>
            <p:nvPr/>
          </p:nvSpPr>
          <p:spPr>
            <a:xfrm>
              <a:off x="69723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" name="node01.row.item-008.w4.heat"/>
            <p:cNvSpPr/>
            <p:nvPr/>
          </p:nvSpPr>
          <p:spPr>
            <a:xfrm>
              <a:off x="69913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8" name="node01.row.item-008.w5.heat-gap"/>
            <p:cNvSpPr/>
            <p:nvPr/>
          </p:nvSpPr>
          <p:spPr>
            <a:xfrm>
              <a:off x="78867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" name="node01.row.item-008.w5.heat"/>
            <p:cNvSpPr/>
            <p:nvPr/>
          </p:nvSpPr>
          <p:spPr>
            <a:xfrm>
              <a:off x="79057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0" name="node01.row.item-008.w6.heat-gap"/>
            <p:cNvSpPr/>
            <p:nvPr/>
          </p:nvSpPr>
          <p:spPr>
            <a:xfrm>
              <a:off x="88011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1" name="node01.row.item-008.w6.heat"/>
            <p:cNvSpPr/>
            <p:nvPr/>
          </p:nvSpPr>
          <p:spPr>
            <a:xfrm>
              <a:off x="88201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2" name="node01.row.item-008.w7.heat-gap"/>
            <p:cNvSpPr/>
            <p:nvPr/>
          </p:nvSpPr>
          <p:spPr>
            <a:xfrm>
              <a:off x="97155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3" name="node01.row.item-008.w7.heat"/>
            <p:cNvSpPr/>
            <p:nvPr/>
          </p:nvSpPr>
          <p:spPr>
            <a:xfrm>
              <a:off x="97345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4" name="node01.row.item-009.w0.heat-gap"/>
            <p:cNvSpPr/>
            <p:nvPr/>
          </p:nvSpPr>
          <p:spPr>
            <a:xfrm>
              <a:off x="33147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5" name="node01.row.item-009.w0.heat"/>
            <p:cNvSpPr/>
            <p:nvPr/>
          </p:nvSpPr>
          <p:spPr>
            <a:xfrm>
              <a:off x="33337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6" name="node01.row.item-009.w1.heat-gap"/>
            <p:cNvSpPr/>
            <p:nvPr/>
          </p:nvSpPr>
          <p:spPr>
            <a:xfrm>
              <a:off x="42291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7" name="node01.row.item-009.w1.heat"/>
            <p:cNvSpPr/>
            <p:nvPr/>
          </p:nvSpPr>
          <p:spPr>
            <a:xfrm>
              <a:off x="42481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8" name="node01.row.item-009.w2.heat-gap"/>
            <p:cNvSpPr/>
            <p:nvPr/>
          </p:nvSpPr>
          <p:spPr>
            <a:xfrm>
              <a:off x="51435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9" name="node01.row.item-009.w2.heat"/>
            <p:cNvSpPr/>
            <p:nvPr/>
          </p:nvSpPr>
          <p:spPr>
            <a:xfrm>
              <a:off x="51625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0" name="node01.row.item-009.w3.heat-gap"/>
            <p:cNvSpPr/>
            <p:nvPr/>
          </p:nvSpPr>
          <p:spPr>
            <a:xfrm>
              <a:off x="60579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1" name="node01.row.item-009.w3.heat"/>
            <p:cNvSpPr/>
            <p:nvPr/>
          </p:nvSpPr>
          <p:spPr>
            <a:xfrm>
              <a:off x="60769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2" name="node01.row.item-009.w4.heat-gap"/>
            <p:cNvSpPr/>
            <p:nvPr/>
          </p:nvSpPr>
          <p:spPr>
            <a:xfrm>
              <a:off x="69723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3" name="node01.row.item-009.w4.heat"/>
            <p:cNvSpPr/>
            <p:nvPr/>
          </p:nvSpPr>
          <p:spPr>
            <a:xfrm>
              <a:off x="69913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4" name="node01.row.item-009.w5.heat-gap"/>
            <p:cNvSpPr/>
            <p:nvPr/>
          </p:nvSpPr>
          <p:spPr>
            <a:xfrm>
              <a:off x="78867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5" name="node01.row.item-009.w5.heat"/>
            <p:cNvSpPr/>
            <p:nvPr/>
          </p:nvSpPr>
          <p:spPr>
            <a:xfrm>
              <a:off x="79057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6" name="node01.row.item-009.w6.heat-gap"/>
            <p:cNvSpPr/>
            <p:nvPr/>
          </p:nvSpPr>
          <p:spPr>
            <a:xfrm>
              <a:off x="88011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7" name="node01.row.item-009.w6.heat"/>
            <p:cNvSpPr/>
            <p:nvPr/>
          </p:nvSpPr>
          <p:spPr>
            <a:xfrm>
              <a:off x="88201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8" name="node01.row.item-009.w7.heat-gap"/>
            <p:cNvSpPr/>
            <p:nvPr/>
          </p:nvSpPr>
          <p:spPr>
            <a:xfrm>
              <a:off x="97155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9" name="node01.row.item-009.w7.heat"/>
            <p:cNvSpPr/>
            <p:nvPr/>
          </p:nvSpPr>
          <p:spPr>
            <a:xfrm>
              <a:off x="97345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50" name="node01.row.item-010.w0.heat-gap"/>
            <p:cNvSpPr/>
            <p:nvPr/>
          </p:nvSpPr>
          <p:spPr>
            <a:xfrm>
              <a:off x="33147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1" name="node01.row.item-010.w0.heat"/>
            <p:cNvSpPr/>
            <p:nvPr/>
          </p:nvSpPr>
          <p:spPr>
            <a:xfrm>
              <a:off x="33337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2" name="node01.row.item-010.w1.heat-gap"/>
            <p:cNvSpPr/>
            <p:nvPr/>
          </p:nvSpPr>
          <p:spPr>
            <a:xfrm>
              <a:off x="42291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3" name="node01.row.item-010.w1.heat"/>
            <p:cNvSpPr/>
            <p:nvPr/>
          </p:nvSpPr>
          <p:spPr>
            <a:xfrm>
              <a:off x="42481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4" name="node01.row.item-010.w2.heat-gap"/>
            <p:cNvSpPr/>
            <p:nvPr/>
          </p:nvSpPr>
          <p:spPr>
            <a:xfrm>
              <a:off x="51435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5" name="node01.row.item-010.w2.heat"/>
            <p:cNvSpPr/>
            <p:nvPr/>
          </p:nvSpPr>
          <p:spPr>
            <a:xfrm>
              <a:off x="51625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6" name="node01.row.item-010.w3.heat-gap"/>
            <p:cNvSpPr/>
            <p:nvPr/>
          </p:nvSpPr>
          <p:spPr>
            <a:xfrm>
              <a:off x="60579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7" name="node01.row.item-010.w3.heat"/>
            <p:cNvSpPr/>
            <p:nvPr/>
          </p:nvSpPr>
          <p:spPr>
            <a:xfrm>
              <a:off x="60769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8" name="node01.row.item-010.w4.heat-gap"/>
            <p:cNvSpPr/>
            <p:nvPr/>
          </p:nvSpPr>
          <p:spPr>
            <a:xfrm>
              <a:off x="69723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9" name="node01.row.item-010.w4.heat"/>
            <p:cNvSpPr/>
            <p:nvPr/>
          </p:nvSpPr>
          <p:spPr>
            <a:xfrm>
              <a:off x="69913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0" name="node01.row.item-010.w5.heat-gap"/>
            <p:cNvSpPr/>
            <p:nvPr/>
          </p:nvSpPr>
          <p:spPr>
            <a:xfrm>
              <a:off x="78867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1" name="node01.row.item-010.w5.heat"/>
            <p:cNvSpPr/>
            <p:nvPr/>
          </p:nvSpPr>
          <p:spPr>
            <a:xfrm>
              <a:off x="79057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2" name="node01.row.item-010.w6.heat-gap"/>
            <p:cNvSpPr/>
            <p:nvPr/>
          </p:nvSpPr>
          <p:spPr>
            <a:xfrm>
              <a:off x="88011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3" name="node01.row.item-010.w6.heat"/>
            <p:cNvSpPr/>
            <p:nvPr/>
          </p:nvSpPr>
          <p:spPr>
            <a:xfrm>
              <a:off x="88201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4" name="node01.row.item-010.w7.heat-gap"/>
            <p:cNvSpPr/>
            <p:nvPr/>
          </p:nvSpPr>
          <p:spPr>
            <a:xfrm>
              <a:off x="97155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5" name="node01.row.item-010.w7.heat"/>
            <p:cNvSpPr/>
            <p:nvPr/>
          </p:nvSpPr>
          <p:spPr>
            <a:xfrm>
              <a:off x="97345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6" name="node01.row.item-011.w0.heat-gap"/>
            <p:cNvSpPr/>
            <p:nvPr/>
          </p:nvSpPr>
          <p:spPr>
            <a:xfrm>
              <a:off x="33147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7" name="node01.row.item-011.w0.heat"/>
            <p:cNvSpPr/>
            <p:nvPr/>
          </p:nvSpPr>
          <p:spPr>
            <a:xfrm>
              <a:off x="33337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68" name="node01.row.item-011.w1.heat-gap"/>
            <p:cNvSpPr/>
            <p:nvPr/>
          </p:nvSpPr>
          <p:spPr>
            <a:xfrm>
              <a:off x="42291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9" name="node01.row.item-011.w1.heat"/>
            <p:cNvSpPr/>
            <p:nvPr/>
          </p:nvSpPr>
          <p:spPr>
            <a:xfrm>
              <a:off x="42481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70" name="node01.row.item-011.w2.heat-gap"/>
            <p:cNvSpPr/>
            <p:nvPr/>
          </p:nvSpPr>
          <p:spPr>
            <a:xfrm>
              <a:off x="51435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1" name="node01.row.item-011.w2.heat"/>
            <p:cNvSpPr/>
            <p:nvPr/>
          </p:nvSpPr>
          <p:spPr>
            <a:xfrm>
              <a:off x="51625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2" name="node01.row.item-011.w3.heat-gap"/>
            <p:cNvSpPr/>
            <p:nvPr/>
          </p:nvSpPr>
          <p:spPr>
            <a:xfrm>
              <a:off x="60579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3" name="node01.row.item-011.w3.heat"/>
            <p:cNvSpPr/>
            <p:nvPr/>
          </p:nvSpPr>
          <p:spPr>
            <a:xfrm>
              <a:off x="60769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4" name="node01.row.item-011.w4.heat-gap"/>
            <p:cNvSpPr/>
            <p:nvPr/>
          </p:nvSpPr>
          <p:spPr>
            <a:xfrm>
              <a:off x="69723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5" name="node01.row.item-011.w4.heat"/>
            <p:cNvSpPr/>
            <p:nvPr/>
          </p:nvSpPr>
          <p:spPr>
            <a:xfrm>
              <a:off x="69913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6" name="node01.row.item-011.w5.heat-gap"/>
            <p:cNvSpPr/>
            <p:nvPr/>
          </p:nvSpPr>
          <p:spPr>
            <a:xfrm>
              <a:off x="78867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7" name="node01.row.item-011.w5.heat"/>
            <p:cNvSpPr/>
            <p:nvPr/>
          </p:nvSpPr>
          <p:spPr>
            <a:xfrm>
              <a:off x="79057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8" name="node01.row.item-011.w6.heat-gap"/>
            <p:cNvSpPr/>
            <p:nvPr/>
          </p:nvSpPr>
          <p:spPr>
            <a:xfrm>
              <a:off x="88011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9" name="node01.row.item-011.w6.heat"/>
            <p:cNvSpPr/>
            <p:nvPr/>
          </p:nvSpPr>
          <p:spPr>
            <a:xfrm>
              <a:off x="88201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0" name="node01.row.item-011.w7.heat-gap"/>
            <p:cNvSpPr/>
            <p:nvPr/>
          </p:nvSpPr>
          <p:spPr>
            <a:xfrm>
              <a:off x="97155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1" name="node01.row.item-011.w7.heat"/>
            <p:cNvSpPr/>
            <p:nvPr/>
          </p:nvSpPr>
          <p:spPr>
            <a:xfrm>
              <a:off x="97345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2" name="node01.row.item-012.w0.heat-gap"/>
            <p:cNvSpPr/>
            <p:nvPr/>
          </p:nvSpPr>
          <p:spPr>
            <a:xfrm>
              <a:off x="33147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3" name="node01.row.item-012.w0.heat"/>
            <p:cNvSpPr/>
            <p:nvPr/>
          </p:nvSpPr>
          <p:spPr>
            <a:xfrm>
              <a:off x="33337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4" name="node01.row.item-012.w1.heat-gap"/>
            <p:cNvSpPr/>
            <p:nvPr/>
          </p:nvSpPr>
          <p:spPr>
            <a:xfrm>
              <a:off x="42291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5" name="node01.row.item-012.w1.heat"/>
            <p:cNvSpPr/>
            <p:nvPr/>
          </p:nvSpPr>
          <p:spPr>
            <a:xfrm>
              <a:off x="42481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6" name="node01.row.item-012.w2.heat-gap"/>
            <p:cNvSpPr/>
            <p:nvPr/>
          </p:nvSpPr>
          <p:spPr>
            <a:xfrm>
              <a:off x="51435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7" name="node01.row.item-012.w2.heat"/>
            <p:cNvSpPr/>
            <p:nvPr/>
          </p:nvSpPr>
          <p:spPr>
            <a:xfrm>
              <a:off x="51625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8" name="node01.row.item-012.w3.heat-gap"/>
            <p:cNvSpPr/>
            <p:nvPr/>
          </p:nvSpPr>
          <p:spPr>
            <a:xfrm>
              <a:off x="60579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9" name="node01.row.item-012.w3.heat"/>
            <p:cNvSpPr/>
            <p:nvPr/>
          </p:nvSpPr>
          <p:spPr>
            <a:xfrm>
              <a:off x="60769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0" name="node01.row.item-012.w4.heat-gap"/>
            <p:cNvSpPr/>
            <p:nvPr/>
          </p:nvSpPr>
          <p:spPr>
            <a:xfrm>
              <a:off x="69723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1" name="node01.row.item-012.w4.heat"/>
            <p:cNvSpPr/>
            <p:nvPr/>
          </p:nvSpPr>
          <p:spPr>
            <a:xfrm>
              <a:off x="69913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2" name="node01.row.item-012.w5.heat-gap"/>
            <p:cNvSpPr/>
            <p:nvPr/>
          </p:nvSpPr>
          <p:spPr>
            <a:xfrm>
              <a:off x="78867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3" name="node01.row.item-012.w5.heat"/>
            <p:cNvSpPr/>
            <p:nvPr/>
          </p:nvSpPr>
          <p:spPr>
            <a:xfrm>
              <a:off x="79057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4" name="node01.row.item-012.w6.heat-gap"/>
            <p:cNvSpPr/>
            <p:nvPr/>
          </p:nvSpPr>
          <p:spPr>
            <a:xfrm>
              <a:off x="88011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5" name="node01.row.item-012.w6.heat"/>
            <p:cNvSpPr/>
            <p:nvPr/>
          </p:nvSpPr>
          <p:spPr>
            <a:xfrm>
              <a:off x="88201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6" name="node01.row.item-012.w7.heat-gap"/>
            <p:cNvSpPr/>
            <p:nvPr/>
          </p:nvSpPr>
          <p:spPr>
            <a:xfrm>
              <a:off x="97155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7" name="node01.row.item-012.w7.heat"/>
            <p:cNvSpPr/>
            <p:nvPr/>
          </p:nvSpPr>
          <p:spPr>
            <a:xfrm>
              <a:off x="97345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198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914400"/>
                  <a:gridCol w="914400"/>
                  <a:gridCol w="914400"/>
                  <a:gridCol w="914400"/>
                  <a:gridCol w="914400"/>
                  <a:gridCol w="914400"/>
                  <a:gridCol w="914400"/>
                  <a:gridCol w="914400"/>
                  <a:gridCol w="838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W1–2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W3–4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W5–6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W7–8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W9–10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W11–12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W13–14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W15–16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AVG FTE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0.94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0.69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 (2)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 (3)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0.62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Executive sponsor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owner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IT integration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0.38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Total FTE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9.6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8.1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8.47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99" name="node01.row-group.source-001.fill"/>
            <p:cNvSpPr/>
            <p:nvPr/>
          </p:nvSpPr>
          <p:spPr>
            <a:xfrm>
              <a:off x="723900" y="1974850"/>
              <a:ext cx="304800" cy="876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0" name="node01.row-group.source-001.label"/>
            <p:cNvSpPr/>
            <p:nvPr/>
          </p:nvSpPr>
          <p:spPr>
            <a:xfrm rot="-5400000">
              <a:off x="438150" y="23431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1" name="node01.row-group.source-002.fill"/>
            <p:cNvSpPr/>
            <p:nvPr/>
          </p:nvSpPr>
          <p:spPr>
            <a:xfrm>
              <a:off x="723900" y="2889250"/>
              <a:ext cx="304800" cy="1485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02" name="node01.row-group.source-002.label"/>
            <p:cNvSpPr/>
            <p:nvPr/>
          </p:nvSpPr>
          <p:spPr>
            <a:xfrm rot="-5400000">
              <a:off x="133350" y="3562350"/>
              <a:ext cx="1485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3" name="node01.row-group.source-003.fill"/>
            <p:cNvSpPr/>
            <p:nvPr/>
          </p:nvSpPr>
          <p:spPr>
            <a:xfrm>
              <a:off x="723900" y="4413250"/>
              <a:ext cx="304800" cy="8763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04" name="node01.row-group.source-003.label"/>
            <p:cNvSpPr/>
            <p:nvPr/>
          </p:nvSpPr>
          <p:spPr>
            <a:xfrm rot="-5400000">
              <a:off x="438150" y="47815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CLIENT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07" name="node02"/>
          <p:cNvGrpSpPr/>
          <p:nvPr/>
        </p:nvGrpSpPr>
        <p:grpSpPr>
          <a:xfrm>
            <a:off x="723900" y="5638800"/>
            <a:ext cx="10744200" cy="215900"/>
            <a:chOff x="723900" y="5638800"/>
            <a:chExt cx="10744200" cy="215900"/>
          </a:xfrm>
        </p:grpSpPr>
        <p:sp>
          <p:nvSpPr>
            <p:cNvPr id="205" name="node02.text"/>
            <p:cNvSpPr/>
            <p:nvPr/>
          </p:nvSpPr>
          <p:spPr>
            <a:xfrm>
              <a:off x="723900" y="5638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Peak fortnight is weeks 7–8 at 10.6 FTE; client counterparts hold near 1 FTE throughout.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pic>
        <p:nvPicPr>
          <p:cNvPr id="4" name="title.mark-002-001" descr="highlight-1; canonical SHA256=b0048aa39744978d339a9910f5cc1482814a8a0eae4c5a63e1f80d6a2885b3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882" y="733532"/>
            <a:ext cx="3714333" cy="374904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Staffing peaks at </a:t>
            </a:r>
            <a:r>
              <a:rPr lang="en-US" sz="3200" spc="-59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 </a:t>
            </a: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10.6 FTE in month 2</a:t>
            </a:r>
            <a:r>
              <a:rPr lang="en-US" sz="3200" spc="-59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 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1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sp>
          <p:nvSpPr>
            <p:cNvPr id="7" name="node01.row.item-001.m0.heat-gap"/>
            <p:cNvSpPr/>
            <p:nvPr/>
          </p:nvSpPr>
          <p:spPr>
            <a:xfrm>
              <a:off x="4152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m0.heat"/>
            <p:cNvSpPr/>
            <p:nvPr/>
          </p:nvSpPr>
          <p:spPr>
            <a:xfrm>
              <a:off x="4171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" name="node01.row.item-001.m1.heat-gap"/>
            <p:cNvSpPr/>
            <p:nvPr/>
          </p:nvSpPr>
          <p:spPr>
            <a:xfrm>
              <a:off x="5676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m1.heat"/>
            <p:cNvSpPr/>
            <p:nvPr/>
          </p:nvSpPr>
          <p:spPr>
            <a:xfrm>
              <a:off x="5695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m2.heat-gap"/>
            <p:cNvSpPr/>
            <p:nvPr/>
          </p:nvSpPr>
          <p:spPr>
            <a:xfrm>
              <a:off x="7200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m2.heat"/>
            <p:cNvSpPr/>
            <p:nvPr/>
          </p:nvSpPr>
          <p:spPr>
            <a:xfrm>
              <a:off x="7219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m3.heat-gap"/>
            <p:cNvSpPr/>
            <p:nvPr/>
          </p:nvSpPr>
          <p:spPr>
            <a:xfrm>
              <a:off x="8724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m3.heat"/>
            <p:cNvSpPr/>
            <p:nvPr/>
          </p:nvSpPr>
          <p:spPr>
            <a:xfrm>
              <a:off x="8743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2.m0.heat-gap"/>
            <p:cNvSpPr/>
            <p:nvPr/>
          </p:nvSpPr>
          <p:spPr>
            <a:xfrm>
              <a:off x="4152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2.m0.heat"/>
            <p:cNvSpPr/>
            <p:nvPr/>
          </p:nvSpPr>
          <p:spPr>
            <a:xfrm>
              <a:off x="4171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m1.heat-gap"/>
            <p:cNvSpPr/>
            <p:nvPr/>
          </p:nvSpPr>
          <p:spPr>
            <a:xfrm>
              <a:off x="5676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m1.heat"/>
            <p:cNvSpPr/>
            <p:nvPr/>
          </p:nvSpPr>
          <p:spPr>
            <a:xfrm>
              <a:off x="5695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m2.heat-gap"/>
            <p:cNvSpPr/>
            <p:nvPr/>
          </p:nvSpPr>
          <p:spPr>
            <a:xfrm>
              <a:off x="7200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m2.heat"/>
            <p:cNvSpPr/>
            <p:nvPr/>
          </p:nvSpPr>
          <p:spPr>
            <a:xfrm>
              <a:off x="7219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01.row.item-002.m3.heat-gap"/>
            <p:cNvSpPr/>
            <p:nvPr/>
          </p:nvSpPr>
          <p:spPr>
            <a:xfrm>
              <a:off x="8724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m3.heat"/>
            <p:cNvSpPr/>
            <p:nvPr/>
          </p:nvSpPr>
          <p:spPr>
            <a:xfrm>
              <a:off x="8743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3.m0.heat-gap"/>
            <p:cNvSpPr/>
            <p:nvPr/>
          </p:nvSpPr>
          <p:spPr>
            <a:xfrm>
              <a:off x="4152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3.m0.heat"/>
            <p:cNvSpPr/>
            <p:nvPr/>
          </p:nvSpPr>
          <p:spPr>
            <a:xfrm>
              <a:off x="4171950" y="2584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3.m1.heat-gap"/>
            <p:cNvSpPr/>
            <p:nvPr/>
          </p:nvSpPr>
          <p:spPr>
            <a:xfrm>
              <a:off x="5676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3.m1.heat"/>
            <p:cNvSpPr/>
            <p:nvPr/>
          </p:nvSpPr>
          <p:spPr>
            <a:xfrm>
              <a:off x="5695950" y="2584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7" name="node01.row.item-003.m2.heat-gap"/>
            <p:cNvSpPr/>
            <p:nvPr/>
          </p:nvSpPr>
          <p:spPr>
            <a:xfrm>
              <a:off x="7200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m2.heat"/>
            <p:cNvSpPr/>
            <p:nvPr/>
          </p:nvSpPr>
          <p:spPr>
            <a:xfrm>
              <a:off x="7219950" y="2584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m3.heat-gap"/>
            <p:cNvSpPr/>
            <p:nvPr/>
          </p:nvSpPr>
          <p:spPr>
            <a:xfrm>
              <a:off x="8724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m3.heat"/>
            <p:cNvSpPr/>
            <p:nvPr/>
          </p:nvSpPr>
          <p:spPr>
            <a:xfrm>
              <a:off x="8743950" y="25844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4.m0.heat-gap"/>
            <p:cNvSpPr/>
            <p:nvPr/>
          </p:nvSpPr>
          <p:spPr>
            <a:xfrm>
              <a:off x="4152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4.m0.heat"/>
            <p:cNvSpPr/>
            <p:nvPr/>
          </p:nvSpPr>
          <p:spPr>
            <a:xfrm>
              <a:off x="4171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4.m1.heat-gap"/>
            <p:cNvSpPr/>
            <p:nvPr/>
          </p:nvSpPr>
          <p:spPr>
            <a:xfrm>
              <a:off x="5676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4.m1.heat"/>
            <p:cNvSpPr/>
            <p:nvPr/>
          </p:nvSpPr>
          <p:spPr>
            <a:xfrm>
              <a:off x="5695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4.m2.heat-gap"/>
            <p:cNvSpPr/>
            <p:nvPr/>
          </p:nvSpPr>
          <p:spPr>
            <a:xfrm>
              <a:off x="7200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4.m2.heat"/>
            <p:cNvSpPr/>
            <p:nvPr/>
          </p:nvSpPr>
          <p:spPr>
            <a:xfrm>
              <a:off x="7219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m3.heat-gap"/>
            <p:cNvSpPr/>
            <p:nvPr/>
          </p:nvSpPr>
          <p:spPr>
            <a:xfrm>
              <a:off x="8724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m3.heat"/>
            <p:cNvSpPr/>
            <p:nvPr/>
          </p:nvSpPr>
          <p:spPr>
            <a:xfrm>
              <a:off x="8743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5.m0.heat-gap"/>
            <p:cNvSpPr/>
            <p:nvPr/>
          </p:nvSpPr>
          <p:spPr>
            <a:xfrm>
              <a:off x="4152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5.m0.heat"/>
            <p:cNvSpPr/>
            <p:nvPr/>
          </p:nvSpPr>
          <p:spPr>
            <a:xfrm>
              <a:off x="4171950" y="3194050"/>
              <a:ext cx="14859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1.row.item-005.m1.heat-gap"/>
            <p:cNvSpPr/>
            <p:nvPr/>
          </p:nvSpPr>
          <p:spPr>
            <a:xfrm>
              <a:off x="5676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5.m1.heat"/>
            <p:cNvSpPr/>
            <p:nvPr/>
          </p:nvSpPr>
          <p:spPr>
            <a:xfrm>
              <a:off x="5695950" y="3194050"/>
              <a:ext cx="14859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3" name="node01.row.item-005.m2.heat-gap"/>
            <p:cNvSpPr/>
            <p:nvPr/>
          </p:nvSpPr>
          <p:spPr>
            <a:xfrm>
              <a:off x="7200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5.m2.heat"/>
            <p:cNvSpPr/>
            <p:nvPr/>
          </p:nvSpPr>
          <p:spPr>
            <a:xfrm>
              <a:off x="7219950" y="3194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5.m3.heat-gap"/>
            <p:cNvSpPr/>
            <p:nvPr/>
          </p:nvSpPr>
          <p:spPr>
            <a:xfrm>
              <a:off x="8724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5.m3.heat"/>
            <p:cNvSpPr/>
            <p:nvPr/>
          </p:nvSpPr>
          <p:spPr>
            <a:xfrm>
              <a:off x="8743950" y="3194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7" name="node01.row.item-006.m0.heat-gap"/>
            <p:cNvSpPr/>
            <p:nvPr/>
          </p:nvSpPr>
          <p:spPr>
            <a:xfrm>
              <a:off x="4152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6.m0.heat"/>
            <p:cNvSpPr/>
            <p:nvPr/>
          </p:nvSpPr>
          <p:spPr>
            <a:xfrm>
              <a:off x="4171950" y="34988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1.row.item-006.m1.heat-gap"/>
            <p:cNvSpPr/>
            <p:nvPr/>
          </p:nvSpPr>
          <p:spPr>
            <a:xfrm>
              <a:off x="5676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6.m1.heat"/>
            <p:cNvSpPr/>
            <p:nvPr/>
          </p:nvSpPr>
          <p:spPr>
            <a:xfrm>
              <a:off x="5695950" y="34988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.item-006.m2.heat-gap"/>
            <p:cNvSpPr/>
            <p:nvPr/>
          </p:nvSpPr>
          <p:spPr>
            <a:xfrm>
              <a:off x="7200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6.m2.heat"/>
            <p:cNvSpPr/>
            <p:nvPr/>
          </p:nvSpPr>
          <p:spPr>
            <a:xfrm>
              <a:off x="7219950" y="34988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1.row.item-006.m3.heat-gap"/>
            <p:cNvSpPr/>
            <p:nvPr/>
          </p:nvSpPr>
          <p:spPr>
            <a:xfrm>
              <a:off x="8724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6.m3.heat"/>
            <p:cNvSpPr/>
            <p:nvPr/>
          </p:nvSpPr>
          <p:spPr>
            <a:xfrm>
              <a:off x="8743950" y="3498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7.m0.heat-gap"/>
            <p:cNvSpPr/>
            <p:nvPr/>
          </p:nvSpPr>
          <p:spPr>
            <a:xfrm>
              <a:off x="4152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7.m0.heat"/>
            <p:cNvSpPr/>
            <p:nvPr/>
          </p:nvSpPr>
          <p:spPr>
            <a:xfrm>
              <a:off x="4171950" y="38036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7" name="node01.row.item-007.m1.heat-gap"/>
            <p:cNvSpPr/>
            <p:nvPr/>
          </p:nvSpPr>
          <p:spPr>
            <a:xfrm>
              <a:off x="5676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7.m1.heat"/>
            <p:cNvSpPr/>
            <p:nvPr/>
          </p:nvSpPr>
          <p:spPr>
            <a:xfrm>
              <a:off x="5695950" y="3803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7.m2.heat-gap"/>
            <p:cNvSpPr/>
            <p:nvPr/>
          </p:nvSpPr>
          <p:spPr>
            <a:xfrm>
              <a:off x="7200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7.m2.heat"/>
            <p:cNvSpPr/>
            <p:nvPr/>
          </p:nvSpPr>
          <p:spPr>
            <a:xfrm>
              <a:off x="7219950" y="3803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7.m3.heat-gap"/>
            <p:cNvSpPr/>
            <p:nvPr/>
          </p:nvSpPr>
          <p:spPr>
            <a:xfrm>
              <a:off x="8724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7.m3.heat"/>
            <p:cNvSpPr/>
            <p:nvPr/>
          </p:nvSpPr>
          <p:spPr>
            <a:xfrm>
              <a:off x="8743950" y="3803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8.m0.heat-gap"/>
            <p:cNvSpPr/>
            <p:nvPr/>
          </p:nvSpPr>
          <p:spPr>
            <a:xfrm>
              <a:off x="4152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8.m0.heat"/>
            <p:cNvSpPr/>
            <p:nvPr/>
          </p:nvSpPr>
          <p:spPr>
            <a:xfrm>
              <a:off x="4171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5" name="node01.row.item-008.m1.heat-gap"/>
            <p:cNvSpPr/>
            <p:nvPr/>
          </p:nvSpPr>
          <p:spPr>
            <a:xfrm>
              <a:off x="5676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8.m1.heat"/>
            <p:cNvSpPr/>
            <p:nvPr/>
          </p:nvSpPr>
          <p:spPr>
            <a:xfrm>
              <a:off x="5695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7" name="node01.row.item-008.m2.heat-gap"/>
            <p:cNvSpPr/>
            <p:nvPr/>
          </p:nvSpPr>
          <p:spPr>
            <a:xfrm>
              <a:off x="7200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8.m2.heat"/>
            <p:cNvSpPr/>
            <p:nvPr/>
          </p:nvSpPr>
          <p:spPr>
            <a:xfrm>
              <a:off x="7219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8.m3.heat-gap"/>
            <p:cNvSpPr/>
            <p:nvPr/>
          </p:nvSpPr>
          <p:spPr>
            <a:xfrm>
              <a:off x="8724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8.m3.heat"/>
            <p:cNvSpPr/>
            <p:nvPr/>
          </p:nvSpPr>
          <p:spPr>
            <a:xfrm>
              <a:off x="8743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1.row.item-009.m0.heat-gap"/>
            <p:cNvSpPr/>
            <p:nvPr/>
          </p:nvSpPr>
          <p:spPr>
            <a:xfrm>
              <a:off x="4152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9.m0.heat"/>
            <p:cNvSpPr/>
            <p:nvPr/>
          </p:nvSpPr>
          <p:spPr>
            <a:xfrm>
              <a:off x="4171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3" name="node01.row.item-009.m1.heat-gap"/>
            <p:cNvSpPr/>
            <p:nvPr/>
          </p:nvSpPr>
          <p:spPr>
            <a:xfrm>
              <a:off x="5676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9.m1.heat"/>
            <p:cNvSpPr/>
            <p:nvPr/>
          </p:nvSpPr>
          <p:spPr>
            <a:xfrm>
              <a:off x="5695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5" name="node01.row.item-009.m2.heat-gap"/>
            <p:cNvSpPr/>
            <p:nvPr/>
          </p:nvSpPr>
          <p:spPr>
            <a:xfrm>
              <a:off x="7200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9.m2.heat"/>
            <p:cNvSpPr/>
            <p:nvPr/>
          </p:nvSpPr>
          <p:spPr>
            <a:xfrm>
              <a:off x="7219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7" name="node01.row.item-009.m3.heat-gap"/>
            <p:cNvSpPr/>
            <p:nvPr/>
          </p:nvSpPr>
          <p:spPr>
            <a:xfrm>
              <a:off x="8724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9.m3.heat"/>
            <p:cNvSpPr/>
            <p:nvPr/>
          </p:nvSpPr>
          <p:spPr>
            <a:xfrm>
              <a:off x="8743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9" name="node01.row.item-010.m0.heat-gap"/>
            <p:cNvSpPr/>
            <p:nvPr/>
          </p:nvSpPr>
          <p:spPr>
            <a:xfrm>
              <a:off x="4152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10.m0.heat"/>
            <p:cNvSpPr/>
            <p:nvPr/>
          </p:nvSpPr>
          <p:spPr>
            <a:xfrm>
              <a:off x="4171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1" name="node01.row.item-010.m1.heat-gap"/>
            <p:cNvSpPr/>
            <p:nvPr/>
          </p:nvSpPr>
          <p:spPr>
            <a:xfrm>
              <a:off x="5676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10.m1.heat"/>
            <p:cNvSpPr/>
            <p:nvPr/>
          </p:nvSpPr>
          <p:spPr>
            <a:xfrm>
              <a:off x="5695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3" name="node01.row.item-010.m2.heat-gap"/>
            <p:cNvSpPr/>
            <p:nvPr/>
          </p:nvSpPr>
          <p:spPr>
            <a:xfrm>
              <a:off x="7200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10.m2.heat"/>
            <p:cNvSpPr/>
            <p:nvPr/>
          </p:nvSpPr>
          <p:spPr>
            <a:xfrm>
              <a:off x="7219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5" name="node01.row.item-010.m3.heat-gap"/>
            <p:cNvSpPr/>
            <p:nvPr/>
          </p:nvSpPr>
          <p:spPr>
            <a:xfrm>
              <a:off x="8724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10.m3.heat"/>
            <p:cNvSpPr/>
            <p:nvPr/>
          </p:nvSpPr>
          <p:spPr>
            <a:xfrm>
              <a:off x="8743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7" name="node01.row.item-011.m0.heat-gap"/>
            <p:cNvSpPr/>
            <p:nvPr/>
          </p:nvSpPr>
          <p:spPr>
            <a:xfrm>
              <a:off x="4152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11.m0.heat"/>
            <p:cNvSpPr/>
            <p:nvPr/>
          </p:nvSpPr>
          <p:spPr>
            <a:xfrm>
              <a:off x="4171950" y="50228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9" name="node01.row.item-011.m1.heat-gap"/>
            <p:cNvSpPr/>
            <p:nvPr/>
          </p:nvSpPr>
          <p:spPr>
            <a:xfrm>
              <a:off x="5676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11.m1.heat"/>
            <p:cNvSpPr/>
            <p:nvPr/>
          </p:nvSpPr>
          <p:spPr>
            <a:xfrm>
              <a:off x="5695950" y="5022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1" name="node01.row.item-011.m2.heat-gap"/>
            <p:cNvSpPr/>
            <p:nvPr/>
          </p:nvSpPr>
          <p:spPr>
            <a:xfrm>
              <a:off x="7200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11.m2.heat"/>
            <p:cNvSpPr/>
            <p:nvPr/>
          </p:nvSpPr>
          <p:spPr>
            <a:xfrm>
              <a:off x="7219950" y="5022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3" name="node01.row.item-011.m3.heat-gap"/>
            <p:cNvSpPr/>
            <p:nvPr/>
          </p:nvSpPr>
          <p:spPr>
            <a:xfrm>
              <a:off x="8724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11.m3.heat"/>
            <p:cNvSpPr/>
            <p:nvPr/>
          </p:nvSpPr>
          <p:spPr>
            <a:xfrm>
              <a:off x="8743950" y="50228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5" name="node01.row.item-012.m0.heat-gap"/>
            <p:cNvSpPr/>
            <p:nvPr/>
          </p:nvSpPr>
          <p:spPr>
            <a:xfrm>
              <a:off x="4152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6" name="node01.row.item-012.m0.heat"/>
            <p:cNvSpPr/>
            <p:nvPr/>
          </p:nvSpPr>
          <p:spPr>
            <a:xfrm>
              <a:off x="4171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7" name="node01.row.item-012.m1.heat-gap"/>
            <p:cNvSpPr/>
            <p:nvPr/>
          </p:nvSpPr>
          <p:spPr>
            <a:xfrm>
              <a:off x="5676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8" name="node01.row.item-012.m1.heat"/>
            <p:cNvSpPr/>
            <p:nvPr/>
          </p:nvSpPr>
          <p:spPr>
            <a:xfrm>
              <a:off x="5695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9" name="node01.row.item-012.m2.heat-gap"/>
            <p:cNvSpPr/>
            <p:nvPr/>
          </p:nvSpPr>
          <p:spPr>
            <a:xfrm>
              <a:off x="7200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0" name="node01.row.item-012.m2.heat"/>
            <p:cNvSpPr/>
            <p:nvPr/>
          </p:nvSpPr>
          <p:spPr>
            <a:xfrm>
              <a:off x="7219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1" name="node01.row.item-012.m3.heat-gap"/>
            <p:cNvSpPr/>
            <p:nvPr/>
          </p:nvSpPr>
          <p:spPr>
            <a:xfrm>
              <a:off x="8724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2" name="node01.row.item-012.m3.heat"/>
            <p:cNvSpPr/>
            <p:nvPr/>
          </p:nvSpPr>
          <p:spPr>
            <a:xfrm>
              <a:off x="8743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103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3048000"/>
                  <a:gridCol w="1524000"/>
                  <a:gridCol w="1524000"/>
                  <a:gridCol w="1524000"/>
                  <a:gridCol w="15240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1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3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AVG FTE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 (2)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2.0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2.0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 (3)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3.0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3.0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Executive sponsor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owner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IT integration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Total FTE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04" name="node01.row-group.source-001.fill"/>
            <p:cNvSpPr/>
            <p:nvPr/>
          </p:nvSpPr>
          <p:spPr>
            <a:xfrm>
              <a:off x="723900" y="1974850"/>
              <a:ext cx="304800" cy="876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5" name="node01.row-group.source-001.label"/>
            <p:cNvSpPr/>
            <p:nvPr/>
          </p:nvSpPr>
          <p:spPr>
            <a:xfrm rot="-5400000">
              <a:off x="438150" y="23431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6" name="node01.row-group.source-002.fill"/>
            <p:cNvSpPr/>
            <p:nvPr/>
          </p:nvSpPr>
          <p:spPr>
            <a:xfrm>
              <a:off x="723900" y="2889250"/>
              <a:ext cx="304800" cy="1485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07" name="node01.row-group.source-002.label"/>
            <p:cNvSpPr/>
            <p:nvPr/>
          </p:nvSpPr>
          <p:spPr>
            <a:xfrm rot="-5400000">
              <a:off x="133350" y="3562350"/>
              <a:ext cx="1485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8" name="node01.row-group.source-003.fill"/>
            <p:cNvSpPr/>
            <p:nvPr/>
          </p:nvSpPr>
          <p:spPr>
            <a:xfrm>
              <a:off x="723900" y="4413250"/>
              <a:ext cx="304800" cy="8763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09" name="node01.row-group.source-003.label"/>
            <p:cNvSpPr/>
            <p:nvPr/>
          </p:nvSpPr>
          <p:spPr>
            <a:xfrm rot="-5400000">
              <a:off x="438150" y="47815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CLIENT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12" name="node02"/>
          <p:cNvGrpSpPr/>
          <p:nvPr/>
        </p:nvGrpSpPr>
        <p:grpSpPr>
          <a:xfrm>
            <a:off x="723900" y="5638800"/>
            <a:ext cx="10744200" cy="215900"/>
            <a:chOff x="723900" y="5638800"/>
            <a:chExt cx="10744200" cy="215900"/>
          </a:xfrm>
        </p:grpSpPr>
        <p:sp>
          <p:nvSpPr>
            <p:cNvPr id="110" name="node02.text"/>
            <p:cNvSpPr/>
            <p:nvPr/>
          </p:nvSpPr>
          <p:spPr>
            <a:xfrm>
              <a:off x="723900" y="5638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Peak is month 2: 10.6 FTE, of which the client team provides 1.1.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bet names its assumption and its decision date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8" name="node01"/>
          <p:cNvGrpSpPr/>
          <p:nvPr/>
        </p:nvGrpSpPr>
        <p:grpSpPr>
          <a:xfrm>
            <a:off x="723900" y="1600200"/>
            <a:ext cx="10744200" cy="3975100"/>
            <a:chOff x="723900" y="1600200"/>
            <a:chExt cx="10744200" cy="39751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975100"/>
          </p:xfrm>
          <a:graphic>
            <a:graphicData uri="http://schemas.openxmlformats.org/drawingml/2006/table">
              <a:tbl>
                <a:tblPr/>
                <a:tblGrid>
                  <a:gridCol w="914400"/>
                  <a:gridCol w="1752600"/>
                  <a:gridCol w="3200400"/>
                  <a:gridCol w="2438400"/>
                  <a:gridCol w="2438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STRATEGIC BET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ASSUMPTION TO VALIDATE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SIGNAL OF SUCCESS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DECISION POINT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Matching rules reach 6% duplicates without manual review at every site.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Duplicates under 8% at two hospitals by Q1 27.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Mar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Buy a matching service if above 9%.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Patients and staff accept one identity without a second login.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70% of active patients enrolled within 90 days.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Jun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Fall back to staff-assisted enrolment.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Patients book online when slots are real time and complete.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30% of primary care visits booked online.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Sep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Pivot to staff-assisted booking if under 20%.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Patients finish forms and insurance before they arrive.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60% complete intake before the visit.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Dec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 to insurance capture only if under 40%.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Price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Estimates within 10% of the final bill build trust.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Front-end denials under 6%.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Jun 2028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Narrow to scheduled procedures if misses persist.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p.priority.fill"/>
            <p:cNvSpPr/>
            <p:nvPr/>
          </p:nvSpPr>
          <p:spPr>
            <a:xfrm>
              <a:off x="927100" y="22225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p.priority"/>
            <p:cNvSpPr/>
            <p:nvPr/>
          </p:nvSpPr>
          <p:spPr>
            <a:xfrm>
              <a:off x="1028700" y="22479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2.p.priority.fill"/>
            <p:cNvSpPr/>
            <p:nvPr/>
          </p:nvSpPr>
          <p:spPr>
            <a:xfrm>
              <a:off x="927100" y="29464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p.priority"/>
            <p:cNvSpPr/>
            <p:nvPr/>
          </p:nvSpPr>
          <p:spPr>
            <a:xfrm>
              <a:off x="1028700" y="29718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p.priority.fill"/>
            <p:cNvSpPr/>
            <p:nvPr/>
          </p:nvSpPr>
          <p:spPr>
            <a:xfrm>
              <a:off x="927100" y="36703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p.priority"/>
            <p:cNvSpPr/>
            <p:nvPr/>
          </p:nvSpPr>
          <p:spPr>
            <a:xfrm>
              <a:off x="1028700" y="36957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p.priority.fill"/>
            <p:cNvSpPr/>
            <p:nvPr/>
          </p:nvSpPr>
          <p:spPr>
            <a:xfrm>
              <a:off x="927100" y="43942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4.p.priority"/>
            <p:cNvSpPr/>
            <p:nvPr/>
          </p:nvSpPr>
          <p:spPr>
            <a:xfrm>
              <a:off x="1028700" y="44196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.item-005.p.priority.fill"/>
            <p:cNvSpPr/>
            <p:nvPr/>
          </p:nvSpPr>
          <p:spPr>
            <a:xfrm>
              <a:off x="900748" y="5118100"/>
              <a:ext cx="560704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5.p.priority"/>
            <p:cNvSpPr/>
            <p:nvPr/>
          </p:nvSpPr>
          <p:spPr>
            <a:xfrm>
              <a:off x="1002348" y="5143500"/>
              <a:ext cx="357504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bets carry the vision into a sequenced roadmap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3429000" cy="139700"/>
            <a:chOff x="723900" y="1600200"/>
            <a:chExt cx="3429000" cy="139700"/>
          </a:xfrm>
        </p:grpSpPr>
        <p:sp>
          <p:nvSpPr>
            <p:cNvPr id="7" name="node01.text"/>
            <p:cNvSpPr/>
            <p:nvPr/>
          </p:nvSpPr>
          <p:spPr>
            <a:xfrm>
              <a:off x="723900" y="16002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PRODUCT VISION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7" name="node02"/>
          <p:cNvGrpSpPr/>
          <p:nvPr/>
        </p:nvGrpSpPr>
        <p:grpSpPr>
          <a:xfrm>
            <a:off x="723900" y="1828800"/>
            <a:ext cx="10744200" cy="457200"/>
            <a:chOff x="723900" y="1828800"/>
            <a:chExt cx="10744200" cy="457200"/>
          </a:xfrm>
        </p:grpSpPr>
        <p:sp>
          <p:nvSpPr>
            <p:cNvPr id="8" name="node02.surface"/>
            <p:cNvSpPr/>
            <p:nvPr/>
          </p:nvSpPr>
          <p:spPr>
            <a:xfrm>
              <a:off x="723900" y="1828800"/>
              <a:ext cx="10744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2.text"/>
            <p:cNvSpPr/>
            <p:nvPr/>
          </p:nvSpPr>
          <p:spPr>
            <a:xfrm>
              <a:off x="876300" y="1924050"/>
              <a:ext cx="10439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Every Northfield patient reaches, books and pays for care in one digital front door.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8" name="node03"/>
          <p:cNvGrpSpPr/>
          <p:nvPr/>
        </p:nvGrpSpPr>
        <p:grpSpPr>
          <a:xfrm>
            <a:off x="723900" y="2514600"/>
            <a:ext cx="3429000" cy="457200"/>
            <a:chOff x="723900" y="2514600"/>
            <a:chExt cx="3429000" cy="457200"/>
          </a:xfrm>
        </p:grpSpPr>
        <p:sp>
          <p:nvSpPr>
            <p:cNvPr id="10" name="node03.surface"/>
            <p:cNvSpPr/>
            <p:nvPr/>
          </p:nvSpPr>
          <p:spPr>
            <a:xfrm>
              <a:off x="723900" y="2514600"/>
              <a:ext cx="3429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1" name="node03.text"/>
            <p:cNvSpPr/>
            <p:nvPr/>
          </p:nvSpPr>
          <p:spPr>
            <a:xfrm>
              <a:off x="876300" y="26098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1 · Know every patient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9" name="node04"/>
          <p:cNvGrpSpPr/>
          <p:nvPr/>
        </p:nvGrpSpPr>
        <p:grpSpPr>
          <a:xfrm>
            <a:off x="723900" y="3200400"/>
            <a:ext cx="3429000" cy="1028700"/>
            <a:chOff x="723900" y="3200400"/>
            <a:chExt cx="3429000" cy="1028700"/>
          </a:xfrm>
        </p:grpSpPr>
        <p:sp>
          <p:nvSpPr>
            <p:cNvPr id="12" name="node04.container"/>
            <p:cNvSpPr/>
            <p:nvPr/>
          </p:nvSpPr>
          <p:spPr>
            <a:xfrm>
              <a:off x="723900" y="3200400"/>
              <a:ext cx="34290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" name="node04.label"/>
            <p:cNvSpPr/>
            <p:nvPr/>
          </p:nvSpPr>
          <p:spPr>
            <a:xfrm>
              <a:off x="838200" y="33147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OUTCOME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4" name="node04.title"/>
            <p:cNvSpPr/>
            <p:nvPr/>
          </p:nvSpPr>
          <p:spPr>
            <a:xfrm>
              <a:off x="838200" y="35306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Duplicate records 11% → 6%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4.body.item-001.paragraph"/>
            <p:cNvSpPr/>
            <p:nvPr/>
          </p:nvSpPr>
          <p:spPr>
            <a:xfrm>
              <a:off x="838200" y="38989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One record, one sign-in everywhere.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5"/>
          <p:cNvGrpSpPr/>
          <p:nvPr/>
        </p:nvGrpSpPr>
        <p:grpSpPr>
          <a:xfrm>
            <a:off x="723900" y="4343400"/>
            <a:ext cx="3429000" cy="342900"/>
            <a:chOff x="723900" y="4343400"/>
            <a:chExt cx="3429000" cy="342900"/>
          </a:xfrm>
        </p:grpSpPr>
        <p:sp>
          <p:nvSpPr>
            <p:cNvPr id="16" name="node05.surface"/>
            <p:cNvSpPr/>
            <p:nvPr/>
          </p:nvSpPr>
          <p:spPr>
            <a:xfrm>
              <a:off x="723900" y="4343400"/>
              <a:ext cx="3429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5.text"/>
            <p:cNvSpPr/>
            <p:nvPr/>
          </p:nvSpPr>
          <p:spPr>
            <a:xfrm>
              <a:off x="876300" y="44069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Now · Master patient index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06"/>
          <p:cNvGrpSpPr/>
          <p:nvPr/>
        </p:nvGrpSpPr>
        <p:grpSpPr>
          <a:xfrm>
            <a:off x="723900" y="4800600"/>
            <a:ext cx="3429000" cy="342900"/>
            <a:chOff x="723900" y="4800600"/>
            <a:chExt cx="3429000" cy="342900"/>
          </a:xfrm>
        </p:grpSpPr>
        <p:sp>
          <p:nvSpPr>
            <p:cNvPr id="18" name="node06.surface"/>
            <p:cNvSpPr/>
            <p:nvPr/>
          </p:nvSpPr>
          <p:spPr>
            <a:xfrm>
              <a:off x="723900" y="4800600"/>
              <a:ext cx="3429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9" name="node06.text"/>
            <p:cNvSpPr/>
            <p:nvPr/>
          </p:nvSpPr>
          <p:spPr>
            <a:xfrm>
              <a:off x="876300" y="48641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Next · 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2" name="node07"/>
          <p:cNvGrpSpPr/>
          <p:nvPr/>
        </p:nvGrpSpPr>
        <p:grpSpPr>
          <a:xfrm>
            <a:off x="723900" y="5257800"/>
            <a:ext cx="3429000" cy="342900"/>
            <a:chOff x="723900" y="5257800"/>
            <a:chExt cx="3429000" cy="342900"/>
          </a:xfrm>
        </p:grpSpPr>
        <p:sp>
          <p:nvSpPr>
            <p:cNvPr id="20" name="node07.surface"/>
            <p:cNvSpPr/>
            <p:nvPr/>
          </p:nvSpPr>
          <p:spPr>
            <a:xfrm>
              <a:off x="730250" y="5264150"/>
              <a:ext cx="3416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1" name="node07.text"/>
            <p:cNvSpPr/>
            <p:nvPr/>
          </p:nvSpPr>
          <p:spPr>
            <a:xfrm>
              <a:off x="876300" y="53213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Later · Shared patient data store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3" name="node08"/>
          <p:cNvGrpSpPr/>
          <p:nvPr/>
        </p:nvGrpSpPr>
        <p:grpSpPr>
          <a:xfrm>
            <a:off x="4381500" y="2514600"/>
            <a:ext cx="3429000" cy="457200"/>
            <a:chOff x="4381500" y="2514600"/>
            <a:chExt cx="3429000" cy="457200"/>
          </a:xfrm>
        </p:grpSpPr>
        <p:sp>
          <p:nvSpPr>
            <p:cNvPr id="22" name="node08.surface"/>
            <p:cNvSpPr/>
            <p:nvPr/>
          </p:nvSpPr>
          <p:spPr>
            <a:xfrm>
              <a:off x="4381500" y="2514600"/>
              <a:ext cx="3429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3" name="node08.text"/>
            <p:cNvSpPr/>
            <p:nvPr/>
          </p:nvSpPr>
          <p:spPr>
            <a:xfrm>
              <a:off x="4533900" y="26098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2 · Open the door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4" name="node09"/>
          <p:cNvGrpSpPr/>
          <p:nvPr/>
        </p:nvGrpSpPr>
        <p:grpSpPr>
          <a:xfrm>
            <a:off x="4381500" y="3200400"/>
            <a:ext cx="3429000" cy="1028700"/>
            <a:chOff x="4381500" y="3200400"/>
            <a:chExt cx="3429000" cy="1028700"/>
          </a:xfrm>
        </p:grpSpPr>
        <p:sp>
          <p:nvSpPr>
            <p:cNvPr id="24" name="node09.container"/>
            <p:cNvSpPr/>
            <p:nvPr/>
          </p:nvSpPr>
          <p:spPr>
            <a:xfrm>
              <a:off x="4381500" y="3200400"/>
              <a:ext cx="34290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5" name="node09.label"/>
            <p:cNvSpPr/>
            <p:nvPr/>
          </p:nvSpPr>
          <p:spPr>
            <a:xfrm>
              <a:off x="4495800" y="33147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OUTCOME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6" name="node09.title"/>
            <p:cNvSpPr/>
            <p:nvPr/>
          </p:nvSpPr>
          <p:spPr>
            <a:xfrm>
              <a:off x="4495800" y="35306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Visits booked online 8% → 60%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9.body.item-001.paragraph"/>
            <p:cNvSpPr/>
            <p:nvPr/>
          </p:nvSpPr>
          <p:spPr>
            <a:xfrm>
              <a:off x="4495800" y="38989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Patients book and arrive ready, no call.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5" name="node10"/>
          <p:cNvGrpSpPr/>
          <p:nvPr/>
        </p:nvGrpSpPr>
        <p:grpSpPr>
          <a:xfrm>
            <a:off x="4381500" y="4343400"/>
            <a:ext cx="3429000" cy="342900"/>
            <a:chOff x="4381500" y="4343400"/>
            <a:chExt cx="3429000" cy="342900"/>
          </a:xfrm>
        </p:grpSpPr>
        <p:sp>
          <p:nvSpPr>
            <p:cNvPr id="28" name="node10.surface"/>
            <p:cNvSpPr/>
            <p:nvPr/>
          </p:nvSpPr>
          <p:spPr>
            <a:xfrm>
              <a:off x="4381500" y="4343400"/>
              <a:ext cx="3429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10.text"/>
            <p:cNvSpPr/>
            <p:nvPr/>
          </p:nvSpPr>
          <p:spPr>
            <a:xfrm>
              <a:off x="4533900" y="44069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Now · Self-scheduling, primary care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11"/>
          <p:cNvGrpSpPr/>
          <p:nvPr/>
        </p:nvGrpSpPr>
        <p:grpSpPr>
          <a:xfrm>
            <a:off x="4381500" y="4800600"/>
            <a:ext cx="3429000" cy="342900"/>
            <a:chOff x="4381500" y="4800600"/>
            <a:chExt cx="3429000" cy="342900"/>
          </a:xfrm>
        </p:grpSpPr>
        <p:sp>
          <p:nvSpPr>
            <p:cNvPr id="30" name="node11.surface"/>
            <p:cNvSpPr/>
            <p:nvPr/>
          </p:nvSpPr>
          <p:spPr>
            <a:xfrm>
              <a:off x="4381500" y="4800600"/>
              <a:ext cx="3429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1" name="node11.text"/>
            <p:cNvSpPr/>
            <p:nvPr/>
          </p:nvSpPr>
          <p:spPr>
            <a:xfrm>
              <a:off x="4533900" y="48641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Next · 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7" name="node12"/>
          <p:cNvGrpSpPr/>
          <p:nvPr/>
        </p:nvGrpSpPr>
        <p:grpSpPr>
          <a:xfrm>
            <a:off x="4381500" y="5257800"/>
            <a:ext cx="3429000" cy="342900"/>
            <a:chOff x="4381500" y="5257800"/>
            <a:chExt cx="3429000" cy="342900"/>
          </a:xfrm>
        </p:grpSpPr>
        <p:sp>
          <p:nvSpPr>
            <p:cNvPr id="32" name="node12.surface"/>
            <p:cNvSpPr/>
            <p:nvPr/>
          </p:nvSpPr>
          <p:spPr>
            <a:xfrm>
              <a:off x="4387850" y="5264150"/>
              <a:ext cx="3416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3" name="node12.text"/>
            <p:cNvSpPr/>
            <p:nvPr/>
          </p:nvSpPr>
          <p:spPr>
            <a:xfrm>
              <a:off x="4533900" y="53213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Later · Multilingual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13"/>
          <p:cNvGrpSpPr/>
          <p:nvPr/>
        </p:nvGrpSpPr>
        <p:grpSpPr>
          <a:xfrm>
            <a:off x="8039100" y="2514600"/>
            <a:ext cx="3429000" cy="457200"/>
            <a:chOff x="8039100" y="2514600"/>
            <a:chExt cx="3429000" cy="457200"/>
          </a:xfrm>
        </p:grpSpPr>
        <p:sp>
          <p:nvSpPr>
            <p:cNvPr id="34" name="node13.surface"/>
            <p:cNvSpPr/>
            <p:nvPr/>
          </p:nvSpPr>
          <p:spPr>
            <a:xfrm>
              <a:off x="8039100" y="2514600"/>
              <a:ext cx="3429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35" name="node13.text"/>
            <p:cNvSpPr/>
            <p:nvPr/>
          </p:nvSpPr>
          <p:spPr>
            <a:xfrm>
              <a:off x="8191500" y="26098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3 · Pay and track with confidence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9" name="node14"/>
          <p:cNvGrpSpPr/>
          <p:nvPr/>
        </p:nvGrpSpPr>
        <p:grpSpPr>
          <a:xfrm>
            <a:off x="8039100" y="3200400"/>
            <a:ext cx="3429000" cy="1028700"/>
            <a:chOff x="8039100" y="3200400"/>
            <a:chExt cx="3429000" cy="1028700"/>
          </a:xfrm>
        </p:grpSpPr>
        <p:sp>
          <p:nvSpPr>
            <p:cNvPr id="36" name="node14.container"/>
            <p:cNvSpPr/>
            <p:nvPr/>
          </p:nvSpPr>
          <p:spPr>
            <a:xfrm>
              <a:off x="8039100" y="3200400"/>
              <a:ext cx="34290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7" name="node14.label"/>
            <p:cNvSpPr/>
            <p:nvPr/>
          </p:nvSpPr>
          <p:spPr>
            <a:xfrm>
              <a:off x="8153400" y="33147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OUTCOME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8" name="node14.title"/>
            <p:cNvSpPr/>
            <p:nvPr/>
          </p:nvSpPr>
          <p:spPr>
            <a:xfrm>
              <a:off x="8153400" y="35306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Front-end denials 9% → 5%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4.body.item-001.paragraph"/>
            <p:cNvSpPr/>
            <p:nvPr/>
          </p:nvSpPr>
          <p:spPr>
            <a:xfrm>
              <a:off x="8153400" y="38989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Price and eligibility known up front.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15"/>
          <p:cNvGrpSpPr/>
          <p:nvPr/>
        </p:nvGrpSpPr>
        <p:grpSpPr>
          <a:xfrm>
            <a:off x="8039100" y="4343400"/>
            <a:ext cx="3429000" cy="342900"/>
            <a:chOff x="8039100" y="4343400"/>
            <a:chExt cx="3429000" cy="342900"/>
          </a:xfrm>
        </p:grpSpPr>
        <p:sp>
          <p:nvSpPr>
            <p:cNvPr id="40" name="node15.surface"/>
            <p:cNvSpPr/>
            <p:nvPr/>
          </p:nvSpPr>
          <p:spPr>
            <a:xfrm>
              <a:off x="8039100" y="4343400"/>
              <a:ext cx="3429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15.text"/>
            <p:cNvSpPr/>
            <p:nvPr/>
          </p:nvSpPr>
          <p:spPr>
            <a:xfrm>
              <a:off x="8191500" y="44069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Now · Eligibility checks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1" name="node16"/>
          <p:cNvGrpSpPr/>
          <p:nvPr/>
        </p:nvGrpSpPr>
        <p:grpSpPr>
          <a:xfrm>
            <a:off x="8039100" y="4800600"/>
            <a:ext cx="3429000" cy="342900"/>
            <a:chOff x="8039100" y="4800600"/>
            <a:chExt cx="3429000" cy="342900"/>
          </a:xfrm>
        </p:grpSpPr>
        <p:sp>
          <p:nvSpPr>
            <p:cNvPr id="42" name="node16.surface"/>
            <p:cNvSpPr/>
            <p:nvPr/>
          </p:nvSpPr>
          <p:spPr>
            <a:xfrm>
              <a:off x="8039100" y="4800600"/>
              <a:ext cx="3429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3" name="node16.text"/>
            <p:cNvSpPr/>
            <p:nvPr/>
          </p:nvSpPr>
          <p:spPr>
            <a:xfrm>
              <a:off x="8191500" y="48641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Next · 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17"/>
          <p:cNvGrpSpPr/>
          <p:nvPr/>
        </p:nvGrpSpPr>
        <p:grpSpPr>
          <a:xfrm>
            <a:off x="8039100" y="5257800"/>
            <a:ext cx="3429000" cy="342900"/>
            <a:chOff x="8039100" y="5257800"/>
            <a:chExt cx="3429000" cy="342900"/>
          </a:xfrm>
        </p:grpSpPr>
        <p:sp>
          <p:nvSpPr>
            <p:cNvPr id="44" name="node17.surface"/>
            <p:cNvSpPr/>
            <p:nvPr/>
          </p:nvSpPr>
          <p:spPr>
            <a:xfrm>
              <a:off x="8045450" y="5264150"/>
              <a:ext cx="3416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5" name="node17.text"/>
            <p:cNvSpPr/>
            <p:nvPr/>
          </p:nvSpPr>
          <p:spPr>
            <a:xfrm>
              <a:off x="8191500" y="53213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Later · 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initiative traces back to the vision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6769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2" name="node01"/>
          <p:cNvGrpSpPr/>
          <p:nvPr/>
        </p:nvGrpSpPr>
        <p:grpSpPr>
          <a:xfrm>
            <a:off x="723900" y="2286000"/>
            <a:ext cx="3429000" cy="139700"/>
            <a:chOff x="723900" y="2286000"/>
            <a:chExt cx="3429000" cy="139700"/>
          </a:xfrm>
        </p:grpSpPr>
        <p:sp>
          <p:nvSpPr>
            <p:cNvPr id="7" name="node01.text"/>
            <p:cNvSpPr/>
            <p:nvPr/>
          </p:nvSpPr>
          <p:spPr>
            <a:xfrm>
              <a:off x="7239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PRODUCT VISION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3" name="node02"/>
          <p:cNvGrpSpPr/>
          <p:nvPr/>
        </p:nvGrpSpPr>
        <p:grpSpPr>
          <a:xfrm>
            <a:off x="723900" y="2514600"/>
            <a:ext cx="3429000" cy="508000"/>
            <a:chOff x="723900" y="2514600"/>
            <a:chExt cx="3429000" cy="508000"/>
          </a:xfrm>
        </p:grpSpPr>
        <p:sp>
          <p:nvSpPr>
            <p:cNvPr id="8" name="node02.text"/>
            <p:cNvSpPr/>
            <p:nvPr/>
          </p:nvSpPr>
          <p:spPr>
            <a:xfrm>
              <a:off x="723900" y="2514600"/>
              <a:ext cx="3429000" cy="5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Every Northfield patient reaches, books and pays for care in one digital front door.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9" name="node03"/>
          <p:cNvSpPr/>
          <p:nvPr/>
        </p:nvSpPr>
        <p:spPr>
          <a:xfrm>
            <a:off x="723900" y="3657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4" name="node04"/>
          <p:cNvGrpSpPr/>
          <p:nvPr/>
        </p:nvGrpSpPr>
        <p:grpSpPr>
          <a:xfrm>
            <a:off x="723900" y="3886200"/>
            <a:ext cx="3429000" cy="139700"/>
            <a:chOff x="723900" y="3886200"/>
            <a:chExt cx="3429000" cy="139700"/>
          </a:xfrm>
        </p:grpSpPr>
        <p:sp>
          <p:nvSpPr>
            <p:cNvPr id="10" name="node04.text"/>
            <p:cNvSpPr/>
            <p:nvPr/>
          </p:nvSpPr>
          <p:spPr>
            <a:xfrm>
              <a:off x="723900" y="38862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NORTH STAR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5" name="node05"/>
          <p:cNvGrpSpPr/>
          <p:nvPr/>
        </p:nvGrpSpPr>
        <p:grpSpPr>
          <a:xfrm>
            <a:off x="723900" y="4114800"/>
            <a:ext cx="3429000" cy="533400"/>
            <a:chOff x="723900" y="4114800"/>
            <a:chExt cx="3429000" cy="533400"/>
          </a:xfrm>
        </p:grpSpPr>
        <p:sp>
          <p:nvSpPr>
            <p:cNvPr id="11" name="node05.text"/>
            <p:cNvSpPr/>
            <p:nvPr/>
          </p:nvSpPr>
          <p:spPr>
            <a:xfrm>
              <a:off x="723900" y="4114800"/>
              <a:ext cx="34290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80% of patients complete access online by 2028.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6" name="node06"/>
          <p:cNvGrpSpPr/>
          <p:nvPr/>
        </p:nvGrpSpPr>
        <p:grpSpPr>
          <a:xfrm>
            <a:off x="723900" y="5029200"/>
            <a:ext cx="3429000" cy="215900"/>
            <a:chOff x="723900" y="5029200"/>
            <a:chExt cx="3429000" cy="215900"/>
          </a:xfrm>
        </p:grpSpPr>
        <p:sp>
          <p:nvSpPr>
            <p:cNvPr id="12" name="node06.text"/>
            <p:cNvSpPr/>
            <p:nvPr/>
          </p:nvSpPr>
          <p:spPr>
            <a:xfrm>
              <a:off x="723900" y="5029200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Baselines are 2026 averages across six hospitals.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" name="node07"/>
          <p:cNvGrpSpPr/>
          <p:nvPr/>
        </p:nvGrpSpPr>
        <p:grpSpPr>
          <a:xfrm>
            <a:off x="4381500" y="457200"/>
            <a:ext cx="7086600" cy="5003800"/>
            <a:chOff x="4381500" y="457200"/>
            <a:chExt cx="7086600" cy="5003800"/>
          </a:xfrm>
        </p:grpSpPr>
        <p:graphicFrame>
          <p:nvGraphicFramePr>
            <p:cNvPr id="13" name="node07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762500" y="457200"/>
            <a:ext cx="6705600" cy="5003800"/>
          </p:xfrm>
          <a:graphic>
            <a:graphicData uri="http://schemas.openxmlformats.org/drawingml/2006/table">
              <a:tbl>
                <a:tblPr/>
                <a:tblGrid>
                  <a:gridCol w="1981200"/>
                  <a:gridCol w="1371600"/>
                  <a:gridCol w="2362200"/>
                  <a:gridCol w="990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OUTCOME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BASELINE → TARGET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INITIATIVES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Duplicate patient records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11% → 6%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Sites on one sign-in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0 → 6 of 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Visits booked online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8% → 60%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Self-scheduling; 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Calls to the access center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100% → 75%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Waitlist;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Front-end denials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9% → 5%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 checks; price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Referrals completed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61% → 85%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 tracking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4" name="node07.row.item-001.p.priority.fill"/>
            <p:cNvSpPr/>
            <p:nvPr/>
          </p:nvSpPr>
          <p:spPr>
            <a:xfrm>
              <a:off x="10718800" y="11049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7.row.item-001.p.priority"/>
            <p:cNvSpPr/>
            <p:nvPr/>
          </p:nvSpPr>
          <p:spPr>
            <a:xfrm>
              <a:off x="10820400" y="11303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7.row.item-002.p.priority.fill"/>
            <p:cNvSpPr/>
            <p:nvPr/>
          </p:nvSpPr>
          <p:spPr>
            <a:xfrm>
              <a:off x="10718800" y="18796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7.row.item-002.p.priority"/>
            <p:cNvSpPr/>
            <p:nvPr/>
          </p:nvSpPr>
          <p:spPr>
            <a:xfrm>
              <a:off x="10820400" y="19050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7.row.item-003.p.priority.fill"/>
            <p:cNvSpPr/>
            <p:nvPr/>
          </p:nvSpPr>
          <p:spPr>
            <a:xfrm>
              <a:off x="10718800" y="26543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7.row.item-003.p.priority"/>
            <p:cNvSpPr/>
            <p:nvPr/>
          </p:nvSpPr>
          <p:spPr>
            <a:xfrm>
              <a:off x="10820400" y="26797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7.row.item-004.p.priority.fill"/>
            <p:cNvSpPr/>
            <p:nvPr/>
          </p:nvSpPr>
          <p:spPr>
            <a:xfrm>
              <a:off x="10718800" y="34290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7.row.item-004.p.priority"/>
            <p:cNvSpPr/>
            <p:nvPr/>
          </p:nvSpPr>
          <p:spPr>
            <a:xfrm>
              <a:off x="10820400" y="34544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7.row.item-005.p.priority.fill"/>
            <p:cNvSpPr/>
            <p:nvPr/>
          </p:nvSpPr>
          <p:spPr>
            <a:xfrm>
              <a:off x="10692448" y="4203700"/>
              <a:ext cx="560704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7.row.item-005.p.priority"/>
            <p:cNvSpPr/>
            <p:nvPr/>
          </p:nvSpPr>
          <p:spPr>
            <a:xfrm>
              <a:off x="10794048" y="4229100"/>
              <a:ext cx="357504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7.row.item-006.p.priority.fill"/>
            <p:cNvSpPr/>
            <p:nvPr/>
          </p:nvSpPr>
          <p:spPr>
            <a:xfrm>
              <a:off x="10692448" y="4978400"/>
              <a:ext cx="560704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7.row.item-006.p.priority"/>
            <p:cNvSpPr/>
            <p:nvPr/>
          </p:nvSpPr>
          <p:spPr>
            <a:xfrm>
              <a:off x="10794048" y="5003800"/>
              <a:ext cx="357504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7.row-group.source-001.fill"/>
            <p:cNvSpPr/>
            <p:nvPr/>
          </p:nvSpPr>
          <p:spPr>
            <a:xfrm>
              <a:off x="4381500" y="831850"/>
              <a:ext cx="304800" cy="1511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7.row-group.source-001.label"/>
            <p:cNvSpPr/>
            <p:nvPr/>
          </p:nvSpPr>
          <p:spPr>
            <a:xfrm rot="-5400000">
              <a:off x="3778250" y="1517650"/>
              <a:ext cx="1511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KNOW THE PATIENT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7.row-group.source-002.fill"/>
            <p:cNvSpPr/>
            <p:nvPr/>
          </p:nvSpPr>
          <p:spPr>
            <a:xfrm>
              <a:off x="4381500" y="2381250"/>
              <a:ext cx="304800" cy="15113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9" name="node07.row-group.source-002.label"/>
            <p:cNvSpPr/>
            <p:nvPr/>
          </p:nvSpPr>
          <p:spPr>
            <a:xfrm rot="-5400000">
              <a:off x="3778250" y="3067050"/>
              <a:ext cx="1511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OPEN THE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7.row-group.source-003.fill"/>
            <p:cNvSpPr/>
            <p:nvPr/>
          </p:nvSpPr>
          <p:spPr>
            <a:xfrm>
              <a:off x="4381500" y="3930650"/>
              <a:ext cx="304800" cy="15113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31" name="node07.row-group.source-003.label"/>
            <p:cNvSpPr/>
            <p:nvPr/>
          </p:nvSpPr>
          <p:spPr>
            <a:xfrm rot="-5400000">
              <a:off x="3778250" y="4616450"/>
              <a:ext cx="1511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PAY AND TRACK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Strategy to roadmap: pillars, bets and decision gates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nav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7" name="nav.label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VISION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8" name="nav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9" name="nav.label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SEGMENTS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nav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1" name="nav.label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BETS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2" name="nav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3" name="nav.label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4" name="nav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5" name="nav.label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MEASURES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3" name="node01"/>
          <p:cNvGrpSpPr/>
          <p:nvPr/>
        </p:nvGrpSpPr>
        <p:grpSpPr>
          <a:xfrm>
            <a:off x="723900" y="1714500"/>
            <a:ext cx="2514600" cy="139700"/>
            <a:chOff x="723900" y="1714500"/>
            <a:chExt cx="2514600" cy="139700"/>
          </a:xfrm>
        </p:grpSpPr>
        <p:sp>
          <p:nvSpPr>
            <p:cNvPr id="17" name="node01.text"/>
            <p:cNvSpPr/>
            <p:nvPr/>
          </p:nvSpPr>
          <p:spPr>
            <a:xfrm>
              <a:off x="723900" y="17145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STRATEGIC PILLAR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4" name="node02"/>
          <p:cNvGrpSpPr/>
          <p:nvPr/>
        </p:nvGrpSpPr>
        <p:grpSpPr>
          <a:xfrm>
            <a:off x="3467100" y="1600200"/>
            <a:ext cx="2514600" cy="457200"/>
            <a:chOff x="3467100" y="1600200"/>
            <a:chExt cx="2514600" cy="457200"/>
          </a:xfrm>
        </p:grpSpPr>
        <p:sp>
          <p:nvSpPr>
            <p:cNvPr id="18" name="node02.surface"/>
            <p:cNvSpPr/>
            <p:nvPr/>
          </p:nvSpPr>
          <p:spPr>
            <a:xfrm>
              <a:off x="3467100" y="16002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0" y="0"/>
                  </a:moveTo>
                  <a:lnTo>
                    <a:pt x="2362200" y="0"/>
                  </a:lnTo>
                  <a:lnTo>
                    <a:pt x="2514600" y="228600"/>
                  </a:lnTo>
                  <a:lnTo>
                    <a:pt x="2362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70154"/>
            </a:solidFill>
            <a:ln>
              <a:noFill/>
            </a:ln>
          </p:spPr>
        </p:sp>
        <p:sp>
          <p:nvSpPr>
            <p:cNvPr id="19" name="node02.text"/>
            <p:cNvSpPr/>
            <p:nvPr/>
          </p:nvSpPr>
          <p:spPr>
            <a:xfrm>
              <a:off x="3619500" y="1695450"/>
              <a:ext cx="2133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Now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03"/>
          <p:cNvGrpSpPr/>
          <p:nvPr/>
        </p:nvGrpSpPr>
        <p:grpSpPr>
          <a:xfrm>
            <a:off x="6210300" y="1600200"/>
            <a:ext cx="2514600" cy="457200"/>
            <a:chOff x="6210300" y="1600200"/>
            <a:chExt cx="2514600" cy="457200"/>
          </a:xfrm>
        </p:grpSpPr>
        <p:sp>
          <p:nvSpPr>
            <p:cNvPr id="20" name="node03.surface"/>
            <p:cNvSpPr/>
            <p:nvPr/>
          </p:nvSpPr>
          <p:spPr>
            <a:xfrm>
              <a:off x="6210300" y="16002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0" y="0"/>
                  </a:moveTo>
                  <a:lnTo>
                    <a:pt x="2362200" y="0"/>
                  </a:lnTo>
                  <a:lnTo>
                    <a:pt x="2514600" y="228600"/>
                  </a:lnTo>
                  <a:lnTo>
                    <a:pt x="23622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CED7E6"/>
            </a:solidFill>
            <a:ln>
              <a:noFill/>
            </a:ln>
          </p:spPr>
        </p:sp>
        <p:sp>
          <p:nvSpPr>
            <p:cNvPr id="21" name="node03.text"/>
            <p:cNvSpPr/>
            <p:nvPr/>
          </p:nvSpPr>
          <p:spPr>
            <a:xfrm>
              <a:off x="6515100" y="1695450"/>
              <a:ext cx="1981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Next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6" name="node04"/>
          <p:cNvGrpSpPr/>
          <p:nvPr/>
        </p:nvGrpSpPr>
        <p:grpSpPr>
          <a:xfrm>
            <a:off x="8953500" y="1600200"/>
            <a:ext cx="2514600" cy="457200"/>
            <a:chOff x="8953500" y="1600200"/>
            <a:chExt cx="2514600" cy="457200"/>
          </a:xfrm>
        </p:grpSpPr>
        <p:sp>
          <p:nvSpPr>
            <p:cNvPr id="22" name="node04.surface"/>
            <p:cNvSpPr/>
            <p:nvPr/>
          </p:nvSpPr>
          <p:spPr>
            <a:xfrm>
              <a:off x="8953500" y="16002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0" y="0"/>
                  </a:moveTo>
                  <a:lnTo>
                    <a:pt x="2362200" y="0"/>
                  </a:lnTo>
                  <a:lnTo>
                    <a:pt x="2514600" y="228600"/>
                  </a:lnTo>
                  <a:lnTo>
                    <a:pt x="23622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</p:spPr>
        </p:sp>
        <p:sp>
          <p:nvSpPr>
            <p:cNvPr id="23" name="node04.text"/>
            <p:cNvSpPr/>
            <p:nvPr/>
          </p:nvSpPr>
          <p:spPr>
            <a:xfrm>
              <a:off x="9258300" y="1695450"/>
              <a:ext cx="1981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Later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7" name="node05"/>
          <p:cNvGrpSpPr/>
          <p:nvPr/>
        </p:nvGrpSpPr>
        <p:grpSpPr>
          <a:xfrm>
            <a:off x="723900" y="2286000"/>
            <a:ext cx="2514600" cy="1028700"/>
            <a:chOff x="723900" y="2286000"/>
            <a:chExt cx="2514600" cy="1028700"/>
          </a:xfrm>
        </p:grpSpPr>
        <p:sp>
          <p:nvSpPr>
            <p:cNvPr id="24" name="node05.container"/>
            <p:cNvSpPr/>
            <p:nvPr/>
          </p:nvSpPr>
          <p:spPr>
            <a:xfrm>
              <a:off x="723900" y="2286000"/>
              <a:ext cx="2514600" cy="10287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5" name="node05.label"/>
            <p:cNvSpPr/>
            <p:nvPr/>
          </p:nvSpPr>
          <p:spPr>
            <a:xfrm>
              <a:off x="838200" y="2400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OUTCOME · 11% → 6% DUPLICATES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6" name="node05.title"/>
            <p:cNvSpPr/>
            <p:nvPr/>
          </p:nvSpPr>
          <p:spPr>
            <a:xfrm>
              <a:off x="838200" y="2616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Know every patient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5.body.item-001.paragraph"/>
            <p:cNvSpPr/>
            <p:nvPr/>
          </p:nvSpPr>
          <p:spPr>
            <a:xfrm>
              <a:off x="838200" y="2984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Owner: chief data officer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06"/>
          <p:cNvGrpSpPr/>
          <p:nvPr/>
        </p:nvGrpSpPr>
        <p:grpSpPr>
          <a:xfrm>
            <a:off x="3467100" y="2286000"/>
            <a:ext cx="2514600" cy="1028700"/>
            <a:chOff x="3467100" y="2286000"/>
            <a:chExt cx="2514600" cy="1028700"/>
          </a:xfrm>
        </p:grpSpPr>
        <p:sp>
          <p:nvSpPr>
            <p:cNvPr id="28" name="node06.container"/>
            <p:cNvSpPr/>
            <p:nvPr/>
          </p:nvSpPr>
          <p:spPr>
            <a:xfrm>
              <a:off x="3467100" y="2286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9" name="node06.label"/>
            <p:cNvSpPr/>
            <p:nvPr/>
          </p:nvSpPr>
          <p:spPr>
            <a:xfrm>
              <a:off x="3581400" y="2400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· MAR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0" name="node06.title"/>
            <p:cNvSpPr/>
            <p:nvPr/>
          </p:nvSpPr>
          <p:spPr>
            <a:xfrm>
              <a:off x="3581400" y="2616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Master patient index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6.body.item-001.paragraph"/>
            <p:cNvSpPr/>
            <p:nvPr/>
          </p:nvSpPr>
          <p:spPr>
            <a:xfrm>
              <a:off x="3581400" y="2984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duplicates under 8%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07"/>
          <p:cNvGrpSpPr/>
          <p:nvPr/>
        </p:nvGrpSpPr>
        <p:grpSpPr>
          <a:xfrm>
            <a:off x="6210300" y="2286000"/>
            <a:ext cx="2514600" cy="1028700"/>
            <a:chOff x="6210300" y="2286000"/>
            <a:chExt cx="2514600" cy="1028700"/>
          </a:xfrm>
        </p:grpSpPr>
        <p:sp>
          <p:nvSpPr>
            <p:cNvPr id="32" name="node07.container"/>
            <p:cNvSpPr/>
            <p:nvPr/>
          </p:nvSpPr>
          <p:spPr>
            <a:xfrm>
              <a:off x="6210300" y="2286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3" name="node07.label"/>
            <p:cNvSpPr/>
            <p:nvPr/>
          </p:nvSpPr>
          <p:spPr>
            <a:xfrm>
              <a:off x="6324600" y="2400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· JUN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4" name="node07.title"/>
            <p:cNvSpPr/>
            <p:nvPr/>
          </p:nvSpPr>
          <p:spPr>
            <a:xfrm>
              <a:off x="6324600" y="2616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7.body.item-001.paragraph"/>
            <p:cNvSpPr/>
            <p:nvPr/>
          </p:nvSpPr>
          <p:spPr>
            <a:xfrm>
              <a:off x="6324600" y="2984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70% enrolled in 90 days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08"/>
          <p:cNvGrpSpPr/>
          <p:nvPr/>
        </p:nvGrpSpPr>
        <p:grpSpPr>
          <a:xfrm>
            <a:off x="8953500" y="2286000"/>
            <a:ext cx="2514600" cy="1028700"/>
            <a:chOff x="8953500" y="2286000"/>
            <a:chExt cx="2514600" cy="1028700"/>
          </a:xfrm>
        </p:grpSpPr>
        <p:sp>
          <p:nvSpPr>
            <p:cNvPr id="36" name="node08.container"/>
            <p:cNvSpPr/>
            <p:nvPr/>
          </p:nvSpPr>
          <p:spPr>
            <a:xfrm>
              <a:off x="8959850" y="2292350"/>
              <a:ext cx="2501900" cy="101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7" name="node08.label"/>
            <p:cNvSpPr/>
            <p:nvPr/>
          </p:nvSpPr>
          <p:spPr>
            <a:xfrm>
              <a:off x="9067800" y="2400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GATE · 2028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8" name="node08.title"/>
            <p:cNvSpPr/>
            <p:nvPr/>
          </p:nvSpPr>
          <p:spPr>
            <a:xfrm>
              <a:off x="9067800" y="2616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data store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8.body.item-001.paragraph"/>
            <p:cNvSpPr/>
            <p:nvPr/>
          </p:nvSpPr>
          <p:spPr>
            <a:xfrm>
              <a:off x="9067800" y="2984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Waits for index and sign-in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09"/>
          <p:cNvGrpSpPr/>
          <p:nvPr/>
        </p:nvGrpSpPr>
        <p:grpSpPr>
          <a:xfrm>
            <a:off x="723900" y="3429000"/>
            <a:ext cx="2514600" cy="1028700"/>
            <a:chOff x="723900" y="3429000"/>
            <a:chExt cx="2514600" cy="1028700"/>
          </a:xfrm>
        </p:grpSpPr>
        <p:sp>
          <p:nvSpPr>
            <p:cNvPr id="40" name="node09.container"/>
            <p:cNvSpPr/>
            <p:nvPr/>
          </p:nvSpPr>
          <p:spPr>
            <a:xfrm>
              <a:off x="723900" y="3429000"/>
              <a:ext cx="2514600" cy="10287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1" name="node09.label"/>
            <p:cNvSpPr/>
            <p:nvPr/>
          </p:nvSpPr>
          <p:spPr>
            <a:xfrm>
              <a:off x="838200" y="3543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OUTCOME · 8% → 60% BOOKED ONLINE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2" name="node09.title"/>
            <p:cNvSpPr/>
            <p:nvPr/>
          </p:nvSpPr>
          <p:spPr>
            <a:xfrm>
              <a:off x="838200" y="3759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 the door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9.body.item-001.paragraph"/>
            <p:cNvSpPr/>
            <p:nvPr/>
          </p:nvSpPr>
          <p:spPr>
            <a:xfrm>
              <a:off x="838200" y="4127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Owner: patient access officer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10"/>
          <p:cNvGrpSpPr/>
          <p:nvPr/>
        </p:nvGrpSpPr>
        <p:grpSpPr>
          <a:xfrm>
            <a:off x="3467100" y="3429000"/>
            <a:ext cx="2514600" cy="1028700"/>
            <a:chOff x="3467100" y="3429000"/>
            <a:chExt cx="2514600" cy="1028700"/>
          </a:xfrm>
        </p:grpSpPr>
        <p:sp>
          <p:nvSpPr>
            <p:cNvPr id="44" name="node10.container"/>
            <p:cNvSpPr/>
            <p:nvPr/>
          </p:nvSpPr>
          <p:spPr>
            <a:xfrm>
              <a:off x="3467100" y="3429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5" name="node10.edge"/>
            <p:cNvSpPr/>
            <p:nvPr/>
          </p:nvSpPr>
          <p:spPr>
            <a:xfrm>
              <a:off x="3467100" y="3429000"/>
              <a:ext cx="76200" cy="10287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6" name="node10.label"/>
            <p:cNvSpPr/>
            <p:nvPr/>
          </p:nvSpPr>
          <p:spPr>
            <a:xfrm>
              <a:off x="3657600" y="3543300"/>
              <a:ext cx="2209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· SEP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10.title"/>
            <p:cNvSpPr/>
            <p:nvPr/>
          </p:nvSpPr>
          <p:spPr>
            <a:xfrm>
              <a:off x="3657600" y="3759200"/>
              <a:ext cx="2209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Self-scheduling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10.body.item-001.paragraph"/>
            <p:cNvSpPr/>
            <p:nvPr/>
          </p:nvSpPr>
          <p:spPr>
            <a:xfrm>
              <a:off x="3657600" y="4127500"/>
              <a:ext cx="2209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30% of visits online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3" name="node11"/>
          <p:cNvGrpSpPr/>
          <p:nvPr/>
        </p:nvGrpSpPr>
        <p:grpSpPr>
          <a:xfrm>
            <a:off x="6210300" y="3429000"/>
            <a:ext cx="2514600" cy="1028700"/>
            <a:chOff x="6210300" y="3429000"/>
            <a:chExt cx="2514600" cy="1028700"/>
          </a:xfrm>
        </p:grpSpPr>
        <p:sp>
          <p:nvSpPr>
            <p:cNvPr id="49" name="node11.container"/>
            <p:cNvSpPr/>
            <p:nvPr/>
          </p:nvSpPr>
          <p:spPr>
            <a:xfrm>
              <a:off x="6210300" y="3429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0" name="node11.label"/>
            <p:cNvSpPr/>
            <p:nvPr/>
          </p:nvSpPr>
          <p:spPr>
            <a:xfrm>
              <a:off x="6324600" y="3543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· DEC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11.title"/>
            <p:cNvSpPr/>
            <p:nvPr/>
          </p:nvSpPr>
          <p:spPr>
            <a:xfrm>
              <a:off x="6324600" y="3759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1.body.item-001.paragraph"/>
            <p:cNvSpPr/>
            <p:nvPr/>
          </p:nvSpPr>
          <p:spPr>
            <a:xfrm>
              <a:off x="6324600" y="4127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60% intake before visit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12"/>
          <p:cNvGrpSpPr/>
          <p:nvPr/>
        </p:nvGrpSpPr>
        <p:grpSpPr>
          <a:xfrm>
            <a:off x="8953500" y="3429000"/>
            <a:ext cx="2514600" cy="1028700"/>
            <a:chOff x="8953500" y="3429000"/>
            <a:chExt cx="2514600" cy="1028700"/>
          </a:xfrm>
        </p:grpSpPr>
        <p:sp>
          <p:nvSpPr>
            <p:cNvPr id="53" name="node12.container"/>
            <p:cNvSpPr/>
            <p:nvPr/>
          </p:nvSpPr>
          <p:spPr>
            <a:xfrm>
              <a:off x="8959850" y="3435350"/>
              <a:ext cx="2501900" cy="101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54" name="node12.label"/>
            <p:cNvSpPr/>
            <p:nvPr/>
          </p:nvSpPr>
          <p:spPr>
            <a:xfrm>
              <a:off x="9067800" y="3543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GATE · 2028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5" name="node12.title"/>
            <p:cNvSpPr/>
            <p:nvPr/>
          </p:nvSpPr>
          <p:spPr>
            <a:xfrm>
              <a:off x="9067800" y="3759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Multilingual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12.body.item-001.paragraph"/>
            <p:cNvSpPr/>
            <p:nvPr/>
          </p:nvSpPr>
          <p:spPr>
            <a:xfrm>
              <a:off x="9067800" y="4127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Booking in every language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13"/>
          <p:cNvGrpSpPr/>
          <p:nvPr/>
        </p:nvGrpSpPr>
        <p:grpSpPr>
          <a:xfrm>
            <a:off x="723900" y="4572000"/>
            <a:ext cx="2514600" cy="1028700"/>
            <a:chOff x="723900" y="4572000"/>
            <a:chExt cx="2514600" cy="1028700"/>
          </a:xfrm>
        </p:grpSpPr>
        <p:sp>
          <p:nvSpPr>
            <p:cNvPr id="57" name="node13.container"/>
            <p:cNvSpPr/>
            <p:nvPr/>
          </p:nvSpPr>
          <p:spPr>
            <a:xfrm>
              <a:off x="723900" y="4572000"/>
              <a:ext cx="2514600" cy="10287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8" name="node13.label"/>
            <p:cNvSpPr/>
            <p:nvPr/>
          </p:nvSpPr>
          <p:spPr>
            <a:xfrm>
              <a:off x="838200" y="4686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OUTCOME · 9% → 5% DENIALS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13.title"/>
            <p:cNvSpPr/>
            <p:nvPr/>
          </p:nvSpPr>
          <p:spPr>
            <a:xfrm>
              <a:off x="838200" y="4902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and track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13.body.item-001.paragraph"/>
            <p:cNvSpPr/>
            <p:nvPr/>
          </p:nvSpPr>
          <p:spPr>
            <a:xfrm>
              <a:off x="838200" y="5270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Owner: VP revenue cycle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14"/>
          <p:cNvGrpSpPr/>
          <p:nvPr/>
        </p:nvGrpSpPr>
        <p:grpSpPr>
          <a:xfrm>
            <a:off x="3467100" y="4572000"/>
            <a:ext cx="2514600" cy="1028700"/>
            <a:chOff x="3467100" y="4572000"/>
            <a:chExt cx="2514600" cy="1028700"/>
          </a:xfrm>
        </p:grpSpPr>
        <p:sp>
          <p:nvSpPr>
            <p:cNvPr id="61" name="node14.container"/>
            <p:cNvSpPr/>
            <p:nvPr/>
          </p:nvSpPr>
          <p:spPr>
            <a:xfrm>
              <a:off x="3467100" y="4572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2" name="node14.label"/>
            <p:cNvSpPr/>
            <p:nvPr/>
          </p:nvSpPr>
          <p:spPr>
            <a:xfrm>
              <a:off x="3581400" y="4686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GATE · Q2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3" name="node14.title"/>
            <p:cNvSpPr/>
            <p:nvPr/>
          </p:nvSpPr>
          <p:spPr>
            <a:xfrm>
              <a:off x="3581400" y="4902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Eligibility checks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14.body.item-001.paragraph"/>
            <p:cNvSpPr/>
            <p:nvPr/>
          </p:nvSpPr>
          <p:spPr>
            <a:xfrm>
              <a:off x="3581400" y="5270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denials under 7%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15"/>
          <p:cNvGrpSpPr/>
          <p:nvPr/>
        </p:nvGrpSpPr>
        <p:grpSpPr>
          <a:xfrm>
            <a:off x="6210300" y="4572000"/>
            <a:ext cx="2514600" cy="1028700"/>
            <a:chOff x="6210300" y="4572000"/>
            <a:chExt cx="2514600" cy="1028700"/>
          </a:xfrm>
        </p:grpSpPr>
        <p:sp>
          <p:nvSpPr>
            <p:cNvPr id="65" name="node15.container"/>
            <p:cNvSpPr/>
            <p:nvPr/>
          </p:nvSpPr>
          <p:spPr>
            <a:xfrm>
              <a:off x="6210300" y="4572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6" name="node15.label"/>
            <p:cNvSpPr/>
            <p:nvPr/>
          </p:nvSpPr>
          <p:spPr>
            <a:xfrm>
              <a:off x="6324600" y="4686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· JUN 28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7" name="node15.title"/>
            <p:cNvSpPr/>
            <p:nvPr/>
          </p:nvSpPr>
          <p:spPr>
            <a:xfrm>
              <a:off x="6324600" y="4902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8" name="node15.body.item-001.paragraph"/>
            <p:cNvSpPr/>
            <p:nvPr/>
          </p:nvSpPr>
          <p:spPr>
            <a:xfrm>
              <a:off x="6324600" y="5270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estimates within 10%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16"/>
          <p:cNvGrpSpPr/>
          <p:nvPr/>
        </p:nvGrpSpPr>
        <p:grpSpPr>
          <a:xfrm>
            <a:off x="8953500" y="4572000"/>
            <a:ext cx="2514600" cy="1028700"/>
            <a:chOff x="8953500" y="4572000"/>
            <a:chExt cx="2514600" cy="1028700"/>
          </a:xfrm>
        </p:grpSpPr>
        <p:sp>
          <p:nvSpPr>
            <p:cNvPr id="69" name="node16.container"/>
            <p:cNvSpPr/>
            <p:nvPr/>
          </p:nvSpPr>
          <p:spPr>
            <a:xfrm>
              <a:off x="8959850" y="4578350"/>
              <a:ext cx="2501900" cy="101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70" name="node16.label"/>
            <p:cNvSpPr/>
            <p:nvPr/>
          </p:nvSpPr>
          <p:spPr>
            <a:xfrm>
              <a:off x="9067800" y="4686300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GATE · 2028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1" name="node16.title"/>
            <p:cNvSpPr/>
            <p:nvPr/>
          </p:nvSpPr>
          <p:spPr>
            <a:xfrm>
              <a:off x="9067800" y="49022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2" name="node16.body.item-001.paragraph"/>
            <p:cNvSpPr/>
            <p:nvPr/>
          </p:nvSpPr>
          <p:spPr>
            <a:xfrm>
              <a:off x="9067800" y="5270500"/>
              <a:ext cx="2286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One status view, order to visit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north star, four inputs, the bets that move them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5" name="node01"/>
          <p:cNvGrpSpPr/>
          <p:nvPr/>
        </p:nvGrpSpPr>
        <p:grpSpPr>
          <a:xfrm>
            <a:off x="723900" y="1600200"/>
            <a:ext cx="10744200" cy="685800"/>
            <a:chOff x="723900" y="1600200"/>
            <a:chExt cx="10744200" cy="6858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107442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797050"/>
              <a:ext cx="10439400" cy="292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300"/>
                </a:lnSpc>
                <a:buNone/>
              </a:pPr>
              <a:r>
                <a:rPr lang="en-US" sz="1800" spc="-27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North star · patients who complete access online, 24% → 80% by 2028</a:t>
              </a:r>
              <a:endParaRPr lang="en-US" sz="1800" spc="-27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6" name="node02"/>
          <p:cNvGrpSpPr/>
          <p:nvPr/>
        </p:nvGrpSpPr>
        <p:grpSpPr>
          <a:xfrm>
            <a:off x="1938579" y="2286000"/>
            <a:ext cx="85242" cy="228600"/>
            <a:chOff x="1938579" y="2286000"/>
            <a:chExt cx="85242" cy="228600"/>
          </a:xfrm>
        </p:grpSpPr>
        <p:sp>
          <p:nvSpPr>
            <p:cNvPr id="9" name="node02.segment-1"/>
            <p:cNvSpPr/>
            <p:nvPr/>
          </p:nvSpPr>
          <p:spPr>
            <a:xfrm>
              <a:off x="19812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2.head-end.0"/>
            <p:cNvSpPr/>
            <p:nvPr/>
          </p:nvSpPr>
          <p:spPr>
            <a:xfrm>
              <a:off x="19385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2.head-end.1"/>
            <p:cNvSpPr/>
            <p:nvPr/>
          </p:nvSpPr>
          <p:spPr>
            <a:xfrm>
              <a:off x="19812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67" name="node03"/>
          <p:cNvGrpSpPr/>
          <p:nvPr/>
        </p:nvGrpSpPr>
        <p:grpSpPr>
          <a:xfrm>
            <a:off x="723900" y="2514600"/>
            <a:ext cx="2514600" cy="457200"/>
            <a:chOff x="723900" y="2514600"/>
            <a:chExt cx="2514600" cy="457200"/>
          </a:xfrm>
        </p:grpSpPr>
        <p:sp>
          <p:nvSpPr>
            <p:cNvPr id="12" name="node03.surface"/>
            <p:cNvSpPr/>
            <p:nvPr/>
          </p:nvSpPr>
          <p:spPr>
            <a:xfrm>
              <a:off x="7239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3" name="node03.text"/>
            <p:cNvSpPr/>
            <p:nvPr/>
          </p:nvSpPr>
          <p:spPr>
            <a:xfrm>
              <a:off x="8763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Identity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04"/>
          <p:cNvGrpSpPr/>
          <p:nvPr/>
        </p:nvGrpSpPr>
        <p:grpSpPr>
          <a:xfrm>
            <a:off x="723900" y="3086100"/>
            <a:ext cx="2514600" cy="127000"/>
            <a:chOff x="723900" y="3086100"/>
            <a:chExt cx="2514600" cy="127000"/>
          </a:xfrm>
        </p:grpSpPr>
        <p:sp>
          <p:nvSpPr>
            <p:cNvPr id="14" name="node04.text"/>
            <p:cNvSpPr/>
            <p:nvPr/>
          </p:nvSpPr>
          <p:spPr>
            <a:xfrm>
              <a:off x="7239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DUPLICATE RECORDS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9" name="node05"/>
          <p:cNvGrpSpPr/>
          <p:nvPr/>
        </p:nvGrpSpPr>
        <p:grpSpPr>
          <a:xfrm>
            <a:off x="723900" y="3314700"/>
            <a:ext cx="2514600" cy="305943"/>
            <a:chOff x="723900" y="3314700"/>
            <a:chExt cx="2514600" cy="305943"/>
          </a:xfrm>
        </p:grpSpPr>
        <p:sp>
          <p:nvSpPr>
            <p:cNvPr id="15" name="node05.text"/>
            <p:cNvSpPr/>
            <p:nvPr/>
          </p:nvSpPr>
          <p:spPr>
            <a:xfrm>
              <a:off x="7239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11% → 6%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0" name="node06"/>
          <p:cNvGrpSpPr/>
          <p:nvPr/>
        </p:nvGrpSpPr>
        <p:grpSpPr>
          <a:xfrm>
            <a:off x="723900" y="3886200"/>
            <a:ext cx="2514600" cy="127000"/>
            <a:chOff x="723900" y="3886200"/>
            <a:chExt cx="2514600" cy="127000"/>
          </a:xfrm>
        </p:grpSpPr>
        <p:sp>
          <p:nvSpPr>
            <p:cNvPr id="16" name="node06.text"/>
            <p:cNvSpPr/>
            <p:nvPr/>
          </p:nvSpPr>
          <p:spPr>
            <a:xfrm>
              <a:off x="7239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1" name="node07"/>
          <p:cNvGrpSpPr/>
          <p:nvPr/>
        </p:nvGrpSpPr>
        <p:grpSpPr>
          <a:xfrm>
            <a:off x="723900" y="4114800"/>
            <a:ext cx="2514600" cy="571500"/>
            <a:chOff x="723900" y="4114800"/>
            <a:chExt cx="2514600" cy="571500"/>
          </a:xfrm>
        </p:grpSpPr>
        <p:sp>
          <p:nvSpPr>
            <p:cNvPr id="17" name="node07.container"/>
            <p:cNvSpPr/>
            <p:nvPr/>
          </p:nvSpPr>
          <p:spPr>
            <a:xfrm>
              <a:off x="7239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" name="node07.label"/>
            <p:cNvSpPr/>
            <p:nvPr/>
          </p:nvSpPr>
          <p:spPr>
            <a:xfrm>
              <a:off x="8001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NOW · Q4 26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9" name="node07.title"/>
            <p:cNvSpPr/>
            <p:nvPr/>
          </p:nvSpPr>
          <p:spPr>
            <a:xfrm>
              <a:off x="8001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Master patient index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08"/>
          <p:cNvGrpSpPr/>
          <p:nvPr/>
        </p:nvGrpSpPr>
        <p:grpSpPr>
          <a:xfrm>
            <a:off x="723900" y="4800600"/>
            <a:ext cx="2514600" cy="571500"/>
            <a:chOff x="723900" y="4800600"/>
            <a:chExt cx="2514600" cy="571500"/>
          </a:xfrm>
        </p:grpSpPr>
        <p:sp>
          <p:nvSpPr>
            <p:cNvPr id="20" name="node08.container"/>
            <p:cNvSpPr/>
            <p:nvPr/>
          </p:nvSpPr>
          <p:spPr>
            <a:xfrm>
              <a:off x="723900" y="48006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1" name="node08.label"/>
            <p:cNvSpPr/>
            <p:nvPr/>
          </p:nvSpPr>
          <p:spPr>
            <a:xfrm>
              <a:off x="8001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Q1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08.title"/>
            <p:cNvSpPr/>
            <p:nvPr/>
          </p:nvSpPr>
          <p:spPr>
            <a:xfrm>
              <a:off x="8001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Single sign-in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09"/>
          <p:cNvGrpSpPr/>
          <p:nvPr/>
        </p:nvGrpSpPr>
        <p:grpSpPr>
          <a:xfrm>
            <a:off x="4681779" y="2286000"/>
            <a:ext cx="85242" cy="228600"/>
            <a:chOff x="4681779" y="2286000"/>
            <a:chExt cx="85242" cy="228600"/>
          </a:xfrm>
        </p:grpSpPr>
        <p:sp>
          <p:nvSpPr>
            <p:cNvPr id="23" name="node09.segment-1"/>
            <p:cNvSpPr/>
            <p:nvPr/>
          </p:nvSpPr>
          <p:spPr>
            <a:xfrm>
              <a:off x="47244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9.head-end.0"/>
            <p:cNvSpPr/>
            <p:nvPr/>
          </p:nvSpPr>
          <p:spPr>
            <a:xfrm>
              <a:off x="46817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9.head-end.1"/>
            <p:cNvSpPr/>
            <p:nvPr/>
          </p:nvSpPr>
          <p:spPr>
            <a:xfrm>
              <a:off x="47244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74" name="node10"/>
          <p:cNvGrpSpPr/>
          <p:nvPr/>
        </p:nvGrpSpPr>
        <p:grpSpPr>
          <a:xfrm>
            <a:off x="3467100" y="2514600"/>
            <a:ext cx="2514600" cy="457200"/>
            <a:chOff x="3467100" y="2514600"/>
            <a:chExt cx="2514600" cy="457200"/>
          </a:xfrm>
        </p:grpSpPr>
        <p:sp>
          <p:nvSpPr>
            <p:cNvPr id="26" name="node10.surface"/>
            <p:cNvSpPr/>
            <p:nvPr/>
          </p:nvSpPr>
          <p:spPr>
            <a:xfrm>
              <a:off x="34671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10.text"/>
            <p:cNvSpPr/>
            <p:nvPr/>
          </p:nvSpPr>
          <p:spPr>
            <a:xfrm>
              <a:off x="36195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Booking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11"/>
          <p:cNvGrpSpPr/>
          <p:nvPr/>
        </p:nvGrpSpPr>
        <p:grpSpPr>
          <a:xfrm>
            <a:off x="3467100" y="3086100"/>
            <a:ext cx="2514600" cy="127000"/>
            <a:chOff x="3467100" y="3086100"/>
            <a:chExt cx="2514600" cy="127000"/>
          </a:xfrm>
        </p:grpSpPr>
        <p:sp>
          <p:nvSpPr>
            <p:cNvPr id="28" name="node11.text"/>
            <p:cNvSpPr/>
            <p:nvPr/>
          </p:nvSpPr>
          <p:spPr>
            <a:xfrm>
              <a:off x="34671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VISITS BOOKED ONLINE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12"/>
          <p:cNvGrpSpPr/>
          <p:nvPr/>
        </p:nvGrpSpPr>
        <p:grpSpPr>
          <a:xfrm>
            <a:off x="3467100" y="3314700"/>
            <a:ext cx="2514600" cy="305943"/>
            <a:chOff x="3467100" y="3314700"/>
            <a:chExt cx="2514600" cy="305943"/>
          </a:xfrm>
        </p:grpSpPr>
        <p:sp>
          <p:nvSpPr>
            <p:cNvPr id="29" name="node12.text"/>
            <p:cNvSpPr/>
            <p:nvPr/>
          </p:nvSpPr>
          <p:spPr>
            <a:xfrm>
              <a:off x="34671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8% → 60%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7" name="node13"/>
          <p:cNvGrpSpPr/>
          <p:nvPr/>
        </p:nvGrpSpPr>
        <p:grpSpPr>
          <a:xfrm>
            <a:off x="3467100" y="3886200"/>
            <a:ext cx="2514600" cy="127000"/>
            <a:chOff x="3467100" y="3886200"/>
            <a:chExt cx="2514600" cy="127000"/>
          </a:xfrm>
        </p:grpSpPr>
        <p:sp>
          <p:nvSpPr>
            <p:cNvPr id="30" name="node13.text"/>
            <p:cNvSpPr/>
            <p:nvPr/>
          </p:nvSpPr>
          <p:spPr>
            <a:xfrm>
              <a:off x="34671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8" name="node14"/>
          <p:cNvGrpSpPr/>
          <p:nvPr/>
        </p:nvGrpSpPr>
        <p:grpSpPr>
          <a:xfrm>
            <a:off x="3467100" y="4114800"/>
            <a:ext cx="2514600" cy="571500"/>
            <a:chOff x="3467100" y="4114800"/>
            <a:chExt cx="2514600" cy="571500"/>
          </a:xfrm>
        </p:grpSpPr>
        <p:sp>
          <p:nvSpPr>
            <p:cNvPr id="31" name="node14.container"/>
            <p:cNvSpPr/>
            <p:nvPr/>
          </p:nvSpPr>
          <p:spPr>
            <a:xfrm>
              <a:off x="34671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2" name="node14.label"/>
            <p:cNvSpPr/>
            <p:nvPr/>
          </p:nvSpPr>
          <p:spPr>
            <a:xfrm>
              <a:off x="35433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NOW · Q1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3" name="node14.title"/>
            <p:cNvSpPr/>
            <p:nvPr/>
          </p:nvSpPr>
          <p:spPr>
            <a:xfrm>
              <a:off x="35433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Self-scheduling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15"/>
          <p:cNvGrpSpPr/>
          <p:nvPr/>
        </p:nvGrpSpPr>
        <p:grpSpPr>
          <a:xfrm>
            <a:off x="3467100" y="4800600"/>
            <a:ext cx="2514600" cy="571500"/>
            <a:chOff x="3467100" y="4800600"/>
            <a:chExt cx="2514600" cy="571500"/>
          </a:xfrm>
        </p:grpSpPr>
        <p:sp>
          <p:nvSpPr>
            <p:cNvPr id="34" name="node15.container"/>
            <p:cNvSpPr/>
            <p:nvPr/>
          </p:nvSpPr>
          <p:spPr>
            <a:xfrm>
              <a:off x="3473450" y="4806950"/>
              <a:ext cx="2501900" cy="55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5" name="node15.label"/>
            <p:cNvSpPr/>
            <p:nvPr/>
          </p:nvSpPr>
          <p:spPr>
            <a:xfrm>
              <a:off x="35433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LATER · 2028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15.title"/>
            <p:cNvSpPr/>
            <p:nvPr/>
          </p:nvSpPr>
          <p:spPr>
            <a:xfrm>
              <a:off x="35433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Multilingual booking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16"/>
          <p:cNvGrpSpPr/>
          <p:nvPr/>
        </p:nvGrpSpPr>
        <p:grpSpPr>
          <a:xfrm>
            <a:off x="7424979" y="2286000"/>
            <a:ext cx="85242" cy="228600"/>
            <a:chOff x="7424979" y="2286000"/>
            <a:chExt cx="85242" cy="228600"/>
          </a:xfrm>
        </p:grpSpPr>
        <p:sp>
          <p:nvSpPr>
            <p:cNvPr id="37" name="node16.segment-1"/>
            <p:cNvSpPr/>
            <p:nvPr/>
          </p:nvSpPr>
          <p:spPr>
            <a:xfrm>
              <a:off x="74676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8" name="node16.head-end.0"/>
            <p:cNvSpPr/>
            <p:nvPr/>
          </p:nvSpPr>
          <p:spPr>
            <a:xfrm>
              <a:off x="74249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9" name="node16.head-end.1"/>
            <p:cNvSpPr/>
            <p:nvPr/>
          </p:nvSpPr>
          <p:spPr>
            <a:xfrm>
              <a:off x="74676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81" name="node17"/>
          <p:cNvGrpSpPr/>
          <p:nvPr/>
        </p:nvGrpSpPr>
        <p:grpSpPr>
          <a:xfrm>
            <a:off x="6210300" y="2514600"/>
            <a:ext cx="2514600" cy="457200"/>
            <a:chOff x="6210300" y="2514600"/>
            <a:chExt cx="2514600" cy="457200"/>
          </a:xfrm>
        </p:grpSpPr>
        <p:sp>
          <p:nvSpPr>
            <p:cNvPr id="40" name="node17.surface"/>
            <p:cNvSpPr/>
            <p:nvPr/>
          </p:nvSpPr>
          <p:spPr>
            <a:xfrm>
              <a:off x="62103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1" name="node17.text"/>
            <p:cNvSpPr/>
            <p:nvPr/>
          </p:nvSpPr>
          <p:spPr>
            <a:xfrm>
              <a:off x="63627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Readiness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2" name="node18"/>
          <p:cNvGrpSpPr/>
          <p:nvPr/>
        </p:nvGrpSpPr>
        <p:grpSpPr>
          <a:xfrm>
            <a:off x="6210300" y="3086100"/>
            <a:ext cx="2514600" cy="127000"/>
            <a:chOff x="6210300" y="3086100"/>
            <a:chExt cx="2514600" cy="127000"/>
          </a:xfrm>
        </p:grpSpPr>
        <p:sp>
          <p:nvSpPr>
            <p:cNvPr id="42" name="node18.text"/>
            <p:cNvSpPr/>
            <p:nvPr/>
          </p:nvSpPr>
          <p:spPr>
            <a:xfrm>
              <a:off x="62103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INTAKE DONE BEFORE ARRIVAL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3" name="node19"/>
          <p:cNvGrpSpPr/>
          <p:nvPr/>
        </p:nvGrpSpPr>
        <p:grpSpPr>
          <a:xfrm>
            <a:off x="6210300" y="3314700"/>
            <a:ext cx="2514600" cy="305943"/>
            <a:chOff x="6210300" y="3314700"/>
            <a:chExt cx="2514600" cy="305943"/>
          </a:xfrm>
        </p:grpSpPr>
        <p:sp>
          <p:nvSpPr>
            <p:cNvPr id="43" name="node19.text"/>
            <p:cNvSpPr/>
            <p:nvPr/>
          </p:nvSpPr>
          <p:spPr>
            <a:xfrm>
              <a:off x="62103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15% → 70%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4" name="node20"/>
          <p:cNvGrpSpPr/>
          <p:nvPr/>
        </p:nvGrpSpPr>
        <p:grpSpPr>
          <a:xfrm>
            <a:off x="6210300" y="3886200"/>
            <a:ext cx="2514600" cy="127000"/>
            <a:chOff x="6210300" y="3886200"/>
            <a:chExt cx="2514600" cy="127000"/>
          </a:xfrm>
        </p:grpSpPr>
        <p:sp>
          <p:nvSpPr>
            <p:cNvPr id="44" name="node20.text"/>
            <p:cNvSpPr/>
            <p:nvPr/>
          </p:nvSpPr>
          <p:spPr>
            <a:xfrm>
              <a:off x="62103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21"/>
          <p:cNvGrpSpPr/>
          <p:nvPr/>
        </p:nvGrpSpPr>
        <p:grpSpPr>
          <a:xfrm>
            <a:off x="6210300" y="4114800"/>
            <a:ext cx="2514600" cy="571500"/>
            <a:chOff x="6210300" y="4114800"/>
            <a:chExt cx="2514600" cy="571500"/>
          </a:xfrm>
        </p:grpSpPr>
        <p:sp>
          <p:nvSpPr>
            <p:cNvPr id="45" name="node21.container"/>
            <p:cNvSpPr/>
            <p:nvPr/>
          </p:nvSpPr>
          <p:spPr>
            <a:xfrm>
              <a:off x="62103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6" name="node21.label"/>
            <p:cNvSpPr/>
            <p:nvPr/>
          </p:nvSpPr>
          <p:spPr>
            <a:xfrm>
              <a:off x="62865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Q2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21.title"/>
            <p:cNvSpPr/>
            <p:nvPr/>
          </p:nvSpPr>
          <p:spPr>
            <a:xfrm>
              <a:off x="62865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Digital intake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22"/>
          <p:cNvGrpSpPr/>
          <p:nvPr/>
        </p:nvGrpSpPr>
        <p:grpSpPr>
          <a:xfrm>
            <a:off x="6210300" y="4800600"/>
            <a:ext cx="2514600" cy="571500"/>
            <a:chOff x="6210300" y="4800600"/>
            <a:chExt cx="2514600" cy="571500"/>
          </a:xfrm>
        </p:grpSpPr>
        <p:sp>
          <p:nvSpPr>
            <p:cNvPr id="48" name="node22.container"/>
            <p:cNvSpPr/>
            <p:nvPr/>
          </p:nvSpPr>
          <p:spPr>
            <a:xfrm>
              <a:off x="6210300" y="48006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22.label"/>
            <p:cNvSpPr/>
            <p:nvPr/>
          </p:nvSpPr>
          <p:spPr>
            <a:xfrm>
              <a:off x="62865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Q3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0" name="node22.title"/>
            <p:cNvSpPr/>
            <p:nvPr/>
          </p:nvSpPr>
          <p:spPr>
            <a:xfrm>
              <a:off x="62865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Smart reminders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23"/>
          <p:cNvGrpSpPr/>
          <p:nvPr/>
        </p:nvGrpSpPr>
        <p:grpSpPr>
          <a:xfrm>
            <a:off x="10168179" y="2286000"/>
            <a:ext cx="85242" cy="228600"/>
            <a:chOff x="10168179" y="2286000"/>
            <a:chExt cx="85242" cy="228600"/>
          </a:xfrm>
        </p:grpSpPr>
        <p:sp>
          <p:nvSpPr>
            <p:cNvPr id="51" name="node23.segment-1"/>
            <p:cNvSpPr/>
            <p:nvPr/>
          </p:nvSpPr>
          <p:spPr>
            <a:xfrm>
              <a:off x="102108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2" name="node23.head-end.0"/>
            <p:cNvSpPr/>
            <p:nvPr/>
          </p:nvSpPr>
          <p:spPr>
            <a:xfrm>
              <a:off x="101681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3" name="node23.head-end.1"/>
            <p:cNvSpPr/>
            <p:nvPr/>
          </p:nvSpPr>
          <p:spPr>
            <a:xfrm>
              <a:off x="102108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88" name="node24"/>
          <p:cNvGrpSpPr/>
          <p:nvPr/>
        </p:nvGrpSpPr>
        <p:grpSpPr>
          <a:xfrm>
            <a:off x="8953500" y="2514600"/>
            <a:ext cx="2514600" cy="457200"/>
            <a:chOff x="8953500" y="2514600"/>
            <a:chExt cx="2514600" cy="457200"/>
          </a:xfrm>
        </p:grpSpPr>
        <p:sp>
          <p:nvSpPr>
            <p:cNvPr id="54" name="node24.surface"/>
            <p:cNvSpPr/>
            <p:nvPr/>
          </p:nvSpPr>
          <p:spPr>
            <a:xfrm>
              <a:off x="89535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5" name="node24.text"/>
            <p:cNvSpPr/>
            <p:nvPr/>
          </p:nvSpPr>
          <p:spPr>
            <a:xfrm>
              <a:off x="91059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Price clarity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9" name="node25"/>
          <p:cNvGrpSpPr/>
          <p:nvPr/>
        </p:nvGrpSpPr>
        <p:grpSpPr>
          <a:xfrm>
            <a:off x="8953500" y="3086100"/>
            <a:ext cx="2514600" cy="127000"/>
            <a:chOff x="8953500" y="3086100"/>
            <a:chExt cx="2514600" cy="127000"/>
          </a:xfrm>
        </p:grpSpPr>
        <p:sp>
          <p:nvSpPr>
            <p:cNvPr id="56" name="node25.text"/>
            <p:cNvSpPr/>
            <p:nvPr/>
          </p:nvSpPr>
          <p:spPr>
            <a:xfrm>
              <a:off x="89535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FRONT-END DENIALS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0" name="node26"/>
          <p:cNvGrpSpPr/>
          <p:nvPr/>
        </p:nvGrpSpPr>
        <p:grpSpPr>
          <a:xfrm>
            <a:off x="8953500" y="3314700"/>
            <a:ext cx="2514600" cy="305943"/>
            <a:chOff x="8953500" y="3314700"/>
            <a:chExt cx="2514600" cy="305943"/>
          </a:xfrm>
        </p:grpSpPr>
        <p:sp>
          <p:nvSpPr>
            <p:cNvPr id="57" name="node26.text"/>
            <p:cNvSpPr/>
            <p:nvPr/>
          </p:nvSpPr>
          <p:spPr>
            <a:xfrm>
              <a:off x="89535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9% → 5%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91" name="node27"/>
          <p:cNvGrpSpPr/>
          <p:nvPr/>
        </p:nvGrpSpPr>
        <p:grpSpPr>
          <a:xfrm>
            <a:off x="8953500" y="3886200"/>
            <a:ext cx="2514600" cy="127000"/>
            <a:chOff x="8953500" y="3886200"/>
            <a:chExt cx="2514600" cy="127000"/>
          </a:xfrm>
        </p:grpSpPr>
        <p:sp>
          <p:nvSpPr>
            <p:cNvPr id="58" name="node27.text"/>
            <p:cNvSpPr/>
            <p:nvPr/>
          </p:nvSpPr>
          <p:spPr>
            <a:xfrm>
              <a:off x="89535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2" name="node28"/>
          <p:cNvGrpSpPr/>
          <p:nvPr/>
        </p:nvGrpSpPr>
        <p:grpSpPr>
          <a:xfrm>
            <a:off x="8953500" y="4114800"/>
            <a:ext cx="2514600" cy="571500"/>
            <a:chOff x="8953500" y="4114800"/>
            <a:chExt cx="2514600" cy="571500"/>
          </a:xfrm>
        </p:grpSpPr>
        <p:sp>
          <p:nvSpPr>
            <p:cNvPr id="59" name="node28.container"/>
            <p:cNvSpPr/>
            <p:nvPr/>
          </p:nvSpPr>
          <p:spPr>
            <a:xfrm>
              <a:off x="89535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0" name="node28.label"/>
            <p:cNvSpPr/>
            <p:nvPr/>
          </p:nvSpPr>
          <p:spPr>
            <a:xfrm>
              <a:off x="90297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Q2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1" name="node28.title"/>
            <p:cNvSpPr/>
            <p:nvPr/>
          </p:nvSpPr>
          <p:spPr>
            <a:xfrm>
              <a:off x="90297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Eligibility checks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3" name="node29"/>
          <p:cNvGrpSpPr/>
          <p:nvPr/>
        </p:nvGrpSpPr>
        <p:grpSpPr>
          <a:xfrm>
            <a:off x="8953500" y="4800600"/>
            <a:ext cx="2514600" cy="571500"/>
            <a:chOff x="8953500" y="4800600"/>
            <a:chExt cx="2514600" cy="571500"/>
          </a:xfrm>
        </p:grpSpPr>
        <p:sp>
          <p:nvSpPr>
            <p:cNvPr id="62" name="node29.container"/>
            <p:cNvSpPr/>
            <p:nvPr/>
          </p:nvSpPr>
          <p:spPr>
            <a:xfrm>
              <a:off x="8959850" y="4806950"/>
              <a:ext cx="2501900" cy="55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63" name="node29.label"/>
            <p:cNvSpPr/>
            <p:nvPr/>
          </p:nvSpPr>
          <p:spPr>
            <a:xfrm>
              <a:off x="90297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LATER · Q3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4" name="node29.title"/>
            <p:cNvSpPr/>
            <p:nvPr/>
          </p:nvSpPr>
          <p:spPr>
            <a:xfrm>
              <a:off x="90297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estimates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Key results by quarter, each tied to its initiative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0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2159000"/>
                  <a:gridCol w="2921000"/>
                  <a:gridCol w="2286000"/>
                  <a:gridCol w="1651000"/>
                  <a:gridCol w="1346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KEY RESULT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INITIATIVE MAPPED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CONFIDENCE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Know every patient once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Duplicate records 11% → 9%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data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High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Sites on one sign-in 0 → 2 of 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sign-in, pilot sites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digital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Book without a call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Visits booked online 8% → 20%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Self-scheduling, primary care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patient access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High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Sites on one sign-in 2 → 4 of 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sign-in, rollout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digital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Arrive ready for the visit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done before arrival 15% → 40%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Director of registration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No-show rate 11% → 9%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Smart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patient access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c.status-mark"/>
            <p:cNvSpPr/>
            <p:nvPr/>
          </p:nvSpPr>
          <p:spPr>
            <a:xfrm>
              <a:off x="10280650" y="2216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2.c.status-mark"/>
            <p:cNvSpPr/>
            <p:nvPr/>
          </p:nvSpPr>
          <p:spPr>
            <a:xfrm>
              <a:off x="10280650" y="28257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c.status-mark"/>
            <p:cNvSpPr/>
            <p:nvPr/>
          </p:nvSpPr>
          <p:spPr>
            <a:xfrm>
              <a:off x="10280650" y="34353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4.c.status-mark"/>
            <p:cNvSpPr/>
            <p:nvPr/>
          </p:nvSpPr>
          <p:spPr>
            <a:xfrm>
              <a:off x="10280650" y="40449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5.c.status-mark"/>
            <p:cNvSpPr/>
            <p:nvPr/>
          </p:nvSpPr>
          <p:spPr>
            <a:xfrm>
              <a:off x="10280650" y="46545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6.c.status-mark"/>
            <p:cNvSpPr/>
            <p:nvPr/>
          </p:nvSpPr>
          <p:spPr>
            <a:xfrm>
              <a:off x="10280650" y="52641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4" name="node01.row-group.source-001.fill"/>
            <p:cNvSpPr/>
            <p:nvPr/>
          </p:nvSpPr>
          <p:spPr>
            <a:xfrm>
              <a:off x="723900" y="1974850"/>
              <a:ext cx="304800" cy="1181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1.row-group.source-001.label"/>
            <p:cNvSpPr/>
            <p:nvPr/>
          </p:nvSpPr>
          <p:spPr>
            <a:xfrm rot="-5400000">
              <a:off x="285750" y="24955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Q4 26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-group.source-002.fill"/>
            <p:cNvSpPr/>
            <p:nvPr/>
          </p:nvSpPr>
          <p:spPr>
            <a:xfrm>
              <a:off x="723900" y="3194050"/>
              <a:ext cx="304800" cy="11811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7" name="node01.row-group.source-002.label"/>
            <p:cNvSpPr/>
            <p:nvPr/>
          </p:nvSpPr>
          <p:spPr>
            <a:xfrm rot="-5400000">
              <a:off x="285750" y="37147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Q1 27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-group.source-003.fill"/>
            <p:cNvSpPr/>
            <p:nvPr/>
          </p:nvSpPr>
          <p:spPr>
            <a:xfrm>
              <a:off x="723900" y="4413250"/>
              <a:ext cx="304800" cy="1181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9" name="node01.row-group.source-003.label"/>
            <p:cNvSpPr/>
            <p:nvPr/>
          </p:nvSpPr>
          <p:spPr>
            <a:xfrm rot="-5400000">
              <a:off x="285750" y="49339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Q2 27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roadmap item is an outcome with a target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7" name="node01"/>
          <p:cNvGrpSpPr/>
          <p:nvPr/>
        </p:nvGrpSpPr>
        <p:grpSpPr>
          <a:xfrm>
            <a:off x="723900" y="1600200"/>
            <a:ext cx="3657600" cy="457200"/>
            <a:chOff x="723900" y="1600200"/>
            <a:chExt cx="3657600" cy="4572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505200" y="0"/>
                  </a:lnTo>
                  <a:lnTo>
                    <a:pt x="3657600" y="228600"/>
                  </a:lnTo>
                  <a:lnTo>
                    <a:pt x="3505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695450"/>
              <a:ext cx="3276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Now · Q4 26 to Q1 27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02"/>
          <p:cNvGrpSpPr/>
          <p:nvPr/>
        </p:nvGrpSpPr>
        <p:grpSpPr>
          <a:xfrm>
            <a:off x="723900" y="2286000"/>
            <a:ext cx="3429000" cy="1600200"/>
            <a:chOff x="723900" y="2286000"/>
            <a:chExt cx="3429000" cy="1600200"/>
          </a:xfrm>
        </p:grpSpPr>
        <p:sp>
          <p:nvSpPr>
            <p:cNvPr id="9" name="node02.container"/>
            <p:cNvSpPr/>
            <p:nvPr/>
          </p:nvSpPr>
          <p:spPr>
            <a:xfrm>
              <a:off x="723900" y="22860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" name="node02.label"/>
            <p:cNvSpPr/>
            <p:nvPr/>
          </p:nvSpPr>
          <p:spPr>
            <a:xfrm>
              <a:off x="838200" y="24003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11% → 6% DUPLICATE RECORDS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1" name="node02.title"/>
            <p:cNvSpPr/>
            <p:nvPr/>
          </p:nvSpPr>
          <p:spPr>
            <a:xfrm>
              <a:off x="838200" y="26162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record per patient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2.body.item-001.bullets.item-001.marker"/>
            <p:cNvSpPr/>
            <p:nvPr/>
          </p:nvSpPr>
          <p:spPr>
            <a:xfrm>
              <a:off x="838200" y="307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2.body.item-001.bullets.item-001.text"/>
            <p:cNvSpPr/>
            <p:nvPr/>
          </p:nvSpPr>
          <p:spPr>
            <a:xfrm>
              <a:off x="990600" y="2984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Master patient index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2.body.item-001.bullets.item-002.marker"/>
            <p:cNvSpPr/>
            <p:nvPr/>
          </p:nvSpPr>
          <p:spPr>
            <a:xfrm>
              <a:off x="838200" y="3327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2.body.item-001.bullets.item-002.text"/>
            <p:cNvSpPr/>
            <p:nvPr/>
          </p:nvSpPr>
          <p:spPr>
            <a:xfrm>
              <a:off x="990600" y="3238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Match rules at six sites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2.body.item-001.bullets.item-003.marker"/>
            <p:cNvSpPr/>
            <p:nvPr/>
          </p:nvSpPr>
          <p:spPr>
            <a:xfrm>
              <a:off x="838200" y="3581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2.body.item-001.bullets.item-003.text"/>
            <p:cNvSpPr/>
            <p:nvPr/>
          </p:nvSpPr>
          <p:spPr>
            <a:xfrm>
              <a:off x="990600" y="3492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Duplicate review queue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9" name="node03"/>
          <p:cNvGrpSpPr/>
          <p:nvPr/>
        </p:nvGrpSpPr>
        <p:grpSpPr>
          <a:xfrm>
            <a:off x="723900" y="4114800"/>
            <a:ext cx="3429000" cy="1600200"/>
            <a:chOff x="723900" y="4114800"/>
            <a:chExt cx="3429000" cy="1600200"/>
          </a:xfrm>
        </p:grpSpPr>
        <p:sp>
          <p:nvSpPr>
            <p:cNvPr id="18" name="node03.container"/>
            <p:cNvSpPr/>
            <p:nvPr/>
          </p:nvSpPr>
          <p:spPr>
            <a:xfrm>
              <a:off x="723900" y="41148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" name="node03.label"/>
            <p:cNvSpPr/>
            <p:nvPr/>
          </p:nvSpPr>
          <p:spPr>
            <a:xfrm>
              <a:off x="838200" y="42291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0 → 6 OF 6 SITES ON ONE SIGN-IN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0" name="node03.title"/>
            <p:cNvSpPr/>
            <p:nvPr/>
          </p:nvSpPr>
          <p:spPr>
            <a:xfrm>
              <a:off x="838200" y="44450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identity everywhere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3.body.item-001.bullets.item-001.marker"/>
            <p:cNvSpPr/>
            <p:nvPr/>
          </p:nvSpPr>
          <p:spPr>
            <a:xfrm>
              <a:off x="838200" y="490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3.body.item-001.bullets.item-001.text"/>
            <p:cNvSpPr/>
            <p:nvPr/>
          </p:nvSpPr>
          <p:spPr>
            <a:xfrm>
              <a:off x="990600" y="4813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3.body.item-001.bullets.item-002.marker"/>
            <p:cNvSpPr/>
            <p:nvPr/>
          </p:nvSpPr>
          <p:spPr>
            <a:xfrm>
              <a:off x="8382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3.body.item-001.bullets.item-002.text"/>
            <p:cNvSpPr/>
            <p:nvPr/>
          </p:nvSpPr>
          <p:spPr>
            <a:xfrm>
              <a:off x="990600" y="5067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Staff identity federation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3.body.item-001.bullets.item-003.marker"/>
            <p:cNvSpPr/>
            <p:nvPr/>
          </p:nvSpPr>
          <p:spPr>
            <a:xfrm>
              <a:off x="838200" y="541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3.body.item-001.bullets.item-003.text"/>
            <p:cNvSpPr/>
            <p:nvPr/>
          </p:nvSpPr>
          <p:spPr>
            <a:xfrm>
              <a:off x="990600" y="5321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 app login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0" name="node04"/>
          <p:cNvGrpSpPr/>
          <p:nvPr/>
        </p:nvGrpSpPr>
        <p:grpSpPr>
          <a:xfrm>
            <a:off x="4381500" y="1600200"/>
            <a:ext cx="3657600" cy="457200"/>
            <a:chOff x="4381500" y="1600200"/>
            <a:chExt cx="3657600" cy="457200"/>
          </a:xfrm>
        </p:grpSpPr>
        <p:sp>
          <p:nvSpPr>
            <p:cNvPr id="27" name="node04.surface"/>
            <p:cNvSpPr/>
            <p:nvPr/>
          </p:nvSpPr>
          <p:spPr>
            <a:xfrm>
              <a:off x="4381500" y="160020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505200" y="0"/>
                  </a:lnTo>
                  <a:lnTo>
                    <a:pt x="3657600" y="228600"/>
                  </a:lnTo>
                  <a:lnTo>
                    <a:pt x="35052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CED7E6"/>
            </a:solidFill>
            <a:ln>
              <a:noFill/>
            </a:ln>
          </p:spPr>
        </p:sp>
        <p:sp>
          <p:nvSpPr>
            <p:cNvPr id="28" name="node04.text"/>
            <p:cNvSpPr/>
            <p:nvPr/>
          </p:nvSpPr>
          <p:spPr>
            <a:xfrm>
              <a:off x="4686300" y="16954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Next · Q2 to Q3 27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1" name="node05"/>
          <p:cNvGrpSpPr/>
          <p:nvPr/>
        </p:nvGrpSpPr>
        <p:grpSpPr>
          <a:xfrm>
            <a:off x="4381500" y="2286000"/>
            <a:ext cx="3429000" cy="1600200"/>
            <a:chOff x="4381500" y="2286000"/>
            <a:chExt cx="3429000" cy="1600200"/>
          </a:xfrm>
        </p:grpSpPr>
        <p:sp>
          <p:nvSpPr>
            <p:cNvPr id="29" name="node05.container"/>
            <p:cNvSpPr/>
            <p:nvPr/>
          </p:nvSpPr>
          <p:spPr>
            <a:xfrm>
              <a:off x="4381500" y="22860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0" name="node05.label"/>
            <p:cNvSpPr/>
            <p:nvPr/>
          </p:nvSpPr>
          <p:spPr>
            <a:xfrm>
              <a:off x="4495800" y="24003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8% → 60% VISITS BOOKED ONLINE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1" name="node05.title"/>
            <p:cNvSpPr/>
            <p:nvPr/>
          </p:nvSpPr>
          <p:spPr>
            <a:xfrm>
              <a:off x="4495800" y="26162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book without a call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5.body.item-001.bullets.item-001.marker"/>
            <p:cNvSpPr/>
            <p:nvPr/>
          </p:nvSpPr>
          <p:spPr>
            <a:xfrm>
              <a:off x="4495800" y="307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5.body.item-001.bullets.item-001.text"/>
            <p:cNvSpPr/>
            <p:nvPr/>
          </p:nvSpPr>
          <p:spPr>
            <a:xfrm>
              <a:off x="4648200" y="2984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Self-scheduling, primary care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5.body.item-001.bullets.item-002.marker"/>
            <p:cNvSpPr/>
            <p:nvPr/>
          </p:nvSpPr>
          <p:spPr>
            <a:xfrm>
              <a:off x="4495800" y="3327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5.body.item-001.bullets.item-002.text"/>
            <p:cNvSpPr/>
            <p:nvPr/>
          </p:nvSpPr>
          <p:spPr>
            <a:xfrm>
              <a:off x="4648200" y="3238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Digital intake before arrival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5.body.item-001.bullets.item-003.marker"/>
            <p:cNvSpPr/>
            <p:nvPr/>
          </p:nvSpPr>
          <p:spPr>
            <a:xfrm>
              <a:off x="4495800" y="3581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5.body.item-001.bullets.item-003.text"/>
            <p:cNvSpPr/>
            <p:nvPr/>
          </p:nvSpPr>
          <p:spPr>
            <a:xfrm>
              <a:off x="4648200" y="3492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Waitlist and cancellations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06"/>
          <p:cNvGrpSpPr/>
          <p:nvPr/>
        </p:nvGrpSpPr>
        <p:grpSpPr>
          <a:xfrm>
            <a:off x="4381500" y="4114800"/>
            <a:ext cx="3429000" cy="1600200"/>
            <a:chOff x="4381500" y="4114800"/>
            <a:chExt cx="3429000" cy="1600200"/>
          </a:xfrm>
        </p:grpSpPr>
        <p:sp>
          <p:nvSpPr>
            <p:cNvPr id="38" name="node06.container"/>
            <p:cNvSpPr/>
            <p:nvPr/>
          </p:nvSpPr>
          <p:spPr>
            <a:xfrm>
              <a:off x="4381500" y="41148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9" name="node06.label"/>
            <p:cNvSpPr/>
            <p:nvPr/>
          </p:nvSpPr>
          <p:spPr>
            <a:xfrm>
              <a:off x="4495800" y="42291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11% → 6% NO-SHOW RATE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0" name="node06.title"/>
            <p:cNvSpPr/>
            <p:nvPr/>
          </p:nvSpPr>
          <p:spPr>
            <a:xfrm>
              <a:off x="4495800" y="44450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Fewer visits lost to forgetting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6.body.item-001.bullets.item-001.marker"/>
            <p:cNvSpPr/>
            <p:nvPr/>
          </p:nvSpPr>
          <p:spPr>
            <a:xfrm>
              <a:off x="4495800" y="490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6.body.item-001.bullets.item-001.text"/>
            <p:cNvSpPr/>
            <p:nvPr/>
          </p:nvSpPr>
          <p:spPr>
            <a:xfrm>
              <a:off x="4648200" y="4813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Smart reminders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6.body.item-001.bullets.item-002.marker"/>
            <p:cNvSpPr/>
            <p:nvPr/>
          </p:nvSpPr>
          <p:spPr>
            <a:xfrm>
              <a:off x="44958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6.body.item-001.bullets.item-002.text"/>
            <p:cNvSpPr/>
            <p:nvPr/>
          </p:nvSpPr>
          <p:spPr>
            <a:xfrm>
              <a:off x="4648200" y="5067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Care plans in the app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6.body.item-001.bullets.item-003.marker"/>
            <p:cNvSpPr/>
            <p:nvPr/>
          </p:nvSpPr>
          <p:spPr>
            <a:xfrm>
              <a:off x="4495800" y="541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6.body.item-001.bullets.item-003.text"/>
            <p:cNvSpPr/>
            <p:nvPr/>
          </p:nvSpPr>
          <p:spPr>
            <a:xfrm>
              <a:off x="4648200" y="5321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Reminder channel choice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07"/>
          <p:cNvGrpSpPr/>
          <p:nvPr/>
        </p:nvGrpSpPr>
        <p:grpSpPr>
          <a:xfrm>
            <a:off x="8039100" y="1600200"/>
            <a:ext cx="3429000" cy="457200"/>
            <a:chOff x="8039100" y="1600200"/>
            <a:chExt cx="3429000" cy="457200"/>
          </a:xfrm>
        </p:grpSpPr>
        <p:sp>
          <p:nvSpPr>
            <p:cNvPr id="47" name="node07.surface"/>
            <p:cNvSpPr/>
            <p:nvPr/>
          </p:nvSpPr>
          <p:spPr>
            <a:xfrm>
              <a:off x="8039100" y="1600200"/>
              <a:ext cx="3429000" cy="457200"/>
            </a:xfrm>
            <a:custGeom>
              <a:avLst/>
              <a:gdLst/>
              <a:ahLst/>
              <a:cxnLst/>
              <a:rect l="l" t="t" r="r" b="b"/>
              <a:pathLst>
                <a:path w="3429000" h="457200">
                  <a:moveTo>
                    <a:pt x="0" y="0"/>
                  </a:moveTo>
                  <a:lnTo>
                    <a:pt x="3276600" y="0"/>
                  </a:lnTo>
                  <a:lnTo>
                    <a:pt x="3429000" y="228600"/>
                  </a:lnTo>
                  <a:lnTo>
                    <a:pt x="32766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</p:spPr>
        </p:sp>
        <p:sp>
          <p:nvSpPr>
            <p:cNvPr id="48" name="node07.text"/>
            <p:cNvSpPr/>
            <p:nvPr/>
          </p:nvSpPr>
          <p:spPr>
            <a:xfrm>
              <a:off x="8343900" y="1695450"/>
              <a:ext cx="2895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Later · Q4 27 and 2028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4" name="node08"/>
          <p:cNvGrpSpPr/>
          <p:nvPr/>
        </p:nvGrpSpPr>
        <p:grpSpPr>
          <a:xfrm>
            <a:off x="8039100" y="2286000"/>
            <a:ext cx="3429000" cy="1600200"/>
            <a:chOff x="8039100" y="2286000"/>
            <a:chExt cx="3429000" cy="1600200"/>
          </a:xfrm>
        </p:grpSpPr>
        <p:sp>
          <p:nvSpPr>
            <p:cNvPr id="49" name="node08.container"/>
            <p:cNvSpPr/>
            <p:nvPr/>
          </p:nvSpPr>
          <p:spPr>
            <a:xfrm>
              <a:off x="8045450" y="2292350"/>
              <a:ext cx="34163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50" name="node08.label"/>
            <p:cNvSpPr/>
            <p:nvPr/>
          </p:nvSpPr>
          <p:spPr>
            <a:xfrm>
              <a:off x="8153400" y="24003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9% → 5% FRONT-END DENIALS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08.title"/>
            <p:cNvSpPr/>
            <p:nvPr/>
          </p:nvSpPr>
          <p:spPr>
            <a:xfrm>
              <a:off x="8153400" y="26162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known before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8.body.item-001.bullets.item-001.marker"/>
            <p:cNvSpPr/>
            <p:nvPr/>
          </p:nvSpPr>
          <p:spPr>
            <a:xfrm>
              <a:off x="8153400" y="307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8.body.item-001.bullets.item-001.text"/>
            <p:cNvSpPr/>
            <p:nvPr/>
          </p:nvSpPr>
          <p:spPr>
            <a:xfrm>
              <a:off x="8305800" y="2984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Eligibility checks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08.body.item-001.bullets.item-002.marker"/>
            <p:cNvSpPr/>
            <p:nvPr/>
          </p:nvSpPr>
          <p:spPr>
            <a:xfrm>
              <a:off x="8153400" y="3327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5" name="node08.body.item-001.bullets.item-002.text"/>
            <p:cNvSpPr/>
            <p:nvPr/>
          </p:nvSpPr>
          <p:spPr>
            <a:xfrm>
              <a:off x="8305800" y="3238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08.body.item-001.bullets.item-003.marker"/>
            <p:cNvSpPr/>
            <p:nvPr/>
          </p:nvSpPr>
          <p:spPr>
            <a:xfrm>
              <a:off x="8153400" y="3581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08.body.item-001.bullets.item-003.text"/>
            <p:cNvSpPr/>
            <p:nvPr/>
          </p:nvSpPr>
          <p:spPr>
            <a:xfrm>
              <a:off x="8305800" y="34925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Payment plans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09"/>
          <p:cNvGrpSpPr/>
          <p:nvPr/>
        </p:nvGrpSpPr>
        <p:grpSpPr>
          <a:xfrm>
            <a:off x="8039100" y="4114800"/>
            <a:ext cx="3429000" cy="1600200"/>
            <a:chOff x="8039100" y="4114800"/>
            <a:chExt cx="3429000" cy="1600200"/>
          </a:xfrm>
        </p:grpSpPr>
        <p:sp>
          <p:nvSpPr>
            <p:cNvPr id="58" name="node09.container"/>
            <p:cNvSpPr/>
            <p:nvPr/>
          </p:nvSpPr>
          <p:spPr>
            <a:xfrm>
              <a:off x="8045450" y="4121150"/>
              <a:ext cx="34163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59" name="node09.label"/>
            <p:cNvSpPr/>
            <p:nvPr/>
          </p:nvSpPr>
          <p:spPr>
            <a:xfrm>
              <a:off x="8153400" y="42291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61% → 85% REFERRALS COMPLETED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0" name="node09.title"/>
            <p:cNvSpPr/>
            <p:nvPr/>
          </p:nvSpPr>
          <p:spPr>
            <a:xfrm>
              <a:off x="8153400" y="44450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Referrals followed to the visit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09.body.item-001.bullets.item-001.marker"/>
            <p:cNvSpPr/>
            <p:nvPr/>
          </p:nvSpPr>
          <p:spPr>
            <a:xfrm>
              <a:off x="8153400" y="490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09.body.item-001.bullets.item-001.text"/>
            <p:cNvSpPr/>
            <p:nvPr/>
          </p:nvSpPr>
          <p:spPr>
            <a:xfrm>
              <a:off x="8305800" y="4813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3" name="node09.body.item-001.bullets.item-002.marker"/>
            <p:cNvSpPr/>
            <p:nvPr/>
          </p:nvSpPr>
          <p:spPr>
            <a:xfrm>
              <a:off x="81534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09.body.item-001.bullets.item-002.text"/>
            <p:cNvSpPr/>
            <p:nvPr/>
          </p:nvSpPr>
          <p:spPr>
            <a:xfrm>
              <a:off x="8305800" y="5067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Multilingual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5" name="node09.body.item-001.bullets.item-003.marker"/>
            <p:cNvSpPr/>
            <p:nvPr/>
          </p:nvSpPr>
          <p:spPr>
            <a:xfrm>
              <a:off x="8153400" y="541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09.body.item-001.bullets.item-003.text"/>
            <p:cNvSpPr/>
            <p:nvPr/>
          </p:nvSpPr>
          <p:spPr>
            <a:xfrm>
              <a:off x="8305800" y="5321300"/>
              <a:ext cx="3048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Caregiver proxy access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Strategy on a page: the digital front door to 2028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6" name="node01"/>
          <p:cNvGrpSpPr/>
          <p:nvPr/>
        </p:nvGrpSpPr>
        <p:grpSpPr>
          <a:xfrm>
            <a:off x="723900" y="1600200"/>
            <a:ext cx="10744200" cy="457200"/>
            <a:chOff x="723900" y="1600200"/>
            <a:chExt cx="10744200" cy="4572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10744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695450"/>
              <a:ext cx="10439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Every Northfield patient reaches, books and pays for care in one digital front door.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7" name="node02"/>
          <p:cNvGrpSpPr/>
          <p:nvPr/>
        </p:nvGrpSpPr>
        <p:grpSpPr>
          <a:xfrm>
            <a:off x="723900" y="2286000"/>
            <a:ext cx="3429000" cy="139700"/>
            <a:chOff x="723900" y="2286000"/>
            <a:chExt cx="3429000" cy="139700"/>
          </a:xfrm>
        </p:grpSpPr>
        <p:sp>
          <p:nvSpPr>
            <p:cNvPr id="9" name="node02.text"/>
            <p:cNvSpPr/>
            <p:nvPr/>
          </p:nvSpPr>
          <p:spPr>
            <a:xfrm>
              <a:off x="7239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TARGET SEGMENTS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0" name="node03"/>
          <p:cNvSpPr/>
          <p:nvPr/>
        </p:nvSpPr>
        <p:spPr>
          <a:xfrm>
            <a:off x="723900" y="2514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8" name="node04"/>
          <p:cNvGrpSpPr/>
          <p:nvPr/>
        </p:nvGrpSpPr>
        <p:grpSpPr>
          <a:xfrm>
            <a:off x="723900" y="2628900"/>
            <a:ext cx="3429000" cy="977900"/>
            <a:chOff x="723900" y="2628900"/>
            <a:chExt cx="3429000" cy="977900"/>
          </a:xfrm>
        </p:grpSpPr>
        <p:sp>
          <p:nvSpPr>
            <p:cNvPr id="11" name="node04.source-001.bullet"/>
            <p:cNvSpPr/>
            <p:nvPr/>
          </p:nvSpPr>
          <p:spPr>
            <a:xfrm>
              <a:off x="723900" y="2717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4.source-001.text"/>
            <p:cNvSpPr/>
            <p:nvPr/>
          </p:nvSpPr>
          <p:spPr>
            <a:xfrm>
              <a:off x="876300" y="2628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Primary care patients booking routine visits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4.source-002.bullet"/>
            <p:cNvSpPr/>
            <p:nvPr/>
          </p:nvSpPr>
          <p:spPr>
            <a:xfrm>
              <a:off x="723900" y="297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4.source-002.text"/>
            <p:cNvSpPr/>
            <p:nvPr/>
          </p:nvSpPr>
          <p:spPr>
            <a:xfrm>
              <a:off x="876300" y="2882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Specialty patients arriving by referral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4.source-003.bullet"/>
            <p:cNvSpPr/>
            <p:nvPr/>
          </p:nvSpPr>
          <p:spPr>
            <a:xfrm>
              <a:off x="723900" y="3225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4.source-003.text"/>
            <p:cNvSpPr/>
            <p:nvPr/>
          </p:nvSpPr>
          <p:spPr>
            <a:xfrm>
              <a:off x="876300" y="3136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Caregivers managing care for family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4.source-004.bullet"/>
            <p:cNvSpPr/>
            <p:nvPr/>
          </p:nvSpPr>
          <p:spPr>
            <a:xfrm>
              <a:off x="7239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4.source-004.text"/>
            <p:cNvSpPr/>
            <p:nvPr/>
          </p:nvSpPr>
          <p:spPr>
            <a:xfrm>
              <a:off x="876300" y="3390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with chronic conditions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9" name="node05"/>
          <p:cNvGrpSpPr/>
          <p:nvPr/>
        </p:nvGrpSpPr>
        <p:grpSpPr>
          <a:xfrm>
            <a:off x="723900" y="4076700"/>
            <a:ext cx="3429000" cy="139700"/>
            <a:chOff x="723900" y="4076700"/>
            <a:chExt cx="3429000" cy="139700"/>
          </a:xfrm>
        </p:grpSpPr>
        <p:sp>
          <p:nvSpPr>
            <p:cNvPr id="19" name="node05.text"/>
            <p:cNvSpPr/>
            <p:nvPr/>
          </p:nvSpPr>
          <p:spPr>
            <a:xfrm>
              <a:off x="723900" y="40767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PROBLEMS WE SOLVE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20" name="node06"/>
          <p:cNvSpPr/>
          <p:nvPr/>
        </p:nvSpPr>
        <p:spPr>
          <a:xfrm>
            <a:off x="723900" y="43053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0" name="node07"/>
          <p:cNvGrpSpPr/>
          <p:nvPr/>
        </p:nvGrpSpPr>
        <p:grpSpPr>
          <a:xfrm>
            <a:off x="723900" y="4419600"/>
            <a:ext cx="3429000" cy="977900"/>
            <a:chOff x="723900" y="4419600"/>
            <a:chExt cx="3429000" cy="977900"/>
          </a:xfrm>
        </p:grpSpPr>
        <p:sp>
          <p:nvSpPr>
            <p:cNvPr id="21" name="node07.source-001.bullet"/>
            <p:cNvSpPr/>
            <p:nvPr/>
          </p:nvSpPr>
          <p:spPr>
            <a:xfrm>
              <a:off x="723900" y="4508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7.source-001.text"/>
            <p:cNvSpPr/>
            <p:nvPr/>
          </p:nvSpPr>
          <p:spPr>
            <a:xfrm>
              <a:off x="876300" y="4419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 booking without a phone call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7.source-002.bullet"/>
            <p:cNvSpPr/>
            <p:nvPr/>
          </p:nvSpPr>
          <p:spPr>
            <a:xfrm>
              <a:off x="723900" y="4762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7.source-002.text"/>
            <p:cNvSpPr/>
            <p:nvPr/>
          </p:nvSpPr>
          <p:spPr>
            <a:xfrm>
              <a:off x="876300" y="4673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Six hospitals, six patient identities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7.source-003.bullet"/>
            <p:cNvSpPr/>
            <p:nvPr/>
          </p:nvSpPr>
          <p:spPr>
            <a:xfrm>
              <a:off x="723900" y="501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7.source-003.text"/>
            <p:cNvSpPr/>
            <p:nvPr/>
          </p:nvSpPr>
          <p:spPr>
            <a:xfrm>
              <a:off x="876300" y="4927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Prices unknown until the bill arrives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7.source-004.bullet"/>
            <p:cNvSpPr/>
            <p:nvPr/>
          </p:nvSpPr>
          <p:spPr>
            <a:xfrm>
              <a:off x="7239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7.source-004.text"/>
            <p:cNvSpPr/>
            <p:nvPr/>
          </p:nvSpPr>
          <p:spPr>
            <a:xfrm>
              <a:off x="876300" y="5181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Referrals lost between sites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1" name="node08"/>
          <p:cNvGrpSpPr/>
          <p:nvPr/>
        </p:nvGrpSpPr>
        <p:grpSpPr>
          <a:xfrm>
            <a:off x="4381500" y="2286000"/>
            <a:ext cx="3429000" cy="139700"/>
            <a:chOff x="4381500" y="2286000"/>
            <a:chExt cx="3429000" cy="139700"/>
          </a:xfrm>
        </p:grpSpPr>
        <p:sp>
          <p:nvSpPr>
            <p:cNvPr id="29" name="node08.text"/>
            <p:cNvSpPr/>
            <p:nvPr/>
          </p:nvSpPr>
          <p:spPr>
            <a:xfrm>
              <a:off x="43815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VALUE PROPOSITION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30" name="node09"/>
          <p:cNvSpPr/>
          <p:nvPr/>
        </p:nvSpPr>
        <p:spPr>
          <a:xfrm>
            <a:off x="4381500" y="2514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2" name="node10"/>
          <p:cNvGrpSpPr/>
          <p:nvPr/>
        </p:nvGrpSpPr>
        <p:grpSpPr>
          <a:xfrm>
            <a:off x="4381500" y="2743200"/>
            <a:ext cx="3429000" cy="1257300"/>
            <a:chOff x="4381500" y="2743200"/>
            <a:chExt cx="3429000" cy="1257300"/>
          </a:xfrm>
        </p:grpSpPr>
        <p:sp>
          <p:nvSpPr>
            <p:cNvPr id="31" name="node10.container"/>
            <p:cNvSpPr/>
            <p:nvPr/>
          </p:nvSpPr>
          <p:spPr>
            <a:xfrm>
              <a:off x="4381500" y="2743200"/>
              <a:ext cx="3429000" cy="1257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2" name="node10.edge"/>
            <p:cNvSpPr/>
            <p:nvPr/>
          </p:nvSpPr>
          <p:spPr>
            <a:xfrm>
              <a:off x="4381500" y="2743200"/>
              <a:ext cx="76200" cy="12573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3" name="node10.label"/>
            <p:cNvSpPr/>
            <p:nvPr/>
          </p:nvSpPr>
          <p:spPr>
            <a:xfrm>
              <a:off x="4572000" y="28575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FOR PATIENTS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4" name="node10.title"/>
            <p:cNvSpPr/>
            <p:nvPr/>
          </p:nvSpPr>
          <p:spPr>
            <a:xfrm>
              <a:off x="4572000" y="3073400"/>
              <a:ext cx="3124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sign-in to find, book, prepare for and pay for care, with the price known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10.body.item-001.paragraph"/>
            <p:cNvSpPr/>
            <p:nvPr/>
          </p:nvSpPr>
          <p:spPr>
            <a:xfrm>
              <a:off x="4572000" y="36576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For staff: one verified record at every site.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11"/>
          <p:cNvGrpSpPr/>
          <p:nvPr/>
        </p:nvGrpSpPr>
        <p:grpSpPr>
          <a:xfrm>
            <a:off x="4381500" y="4076700"/>
            <a:ext cx="3429000" cy="139700"/>
            <a:chOff x="4381500" y="4076700"/>
            <a:chExt cx="3429000" cy="139700"/>
          </a:xfrm>
        </p:grpSpPr>
        <p:sp>
          <p:nvSpPr>
            <p:cNvPr id="36" name="node11.text"/>
            <p:cNvSpPr/>
            <p:nvPr/>
          </p:nvSpPr>
          <p:spPr>
            <a:xfrm>
              <a:off x="4381500" y="40767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STRATEGIC BETS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37" name="node12"/>
          <p:cNvSpPr/>
          <p:nvPr/>
        </p:nvSpPr>
        <p:spPr>
          <a:xfrm>
            <a:off x="4381500" y="43053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4" name="node13"/>
          <p:cNvGrpSpPr/>
          <p:nvPr/>
        </p:nvGrpSpPr>
        <p:grpSpPr>
          <a:xfrm>
            <a:off x="4381500" y="4419600"/>
            <a:ext cx="3429000" cy="977900"/>
            <a:chOff x="4381500" y="4419600"/>
            <a:chExt cx="3429000" cy="977900"/>
          </a:xfrm>
        </p:grpSpPr>
        <p:sp>
          <p:nvSpPr>
            <p:cNvPr id="38" name="node13.source-001.number"/>
            <p:cNvSpPr/>
            <p:nvPr/>
          </p:nvSpPr>
          <p:spPr>
            <a:xfrm>
              <a:off x="4381500" y="4419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3.source-001.text"/>
            <p:cNvSpPr/>
            <p:nvPr/>
          </p:nvSpPr>
          <p:spPr>
            <a:xfrm>
              <a:off x="4572000" y="4419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Know every patient once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3.source-002.number"/>
            <p:cNvSpPr/>
            <p:nvPr/>
          </p:nvSpPr>
          <p:spPr>
            <a:xfrm>
              <a:off x="4381500" y="4673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3.source-002.text"/>
            <p:cNvSpPr/>
            <p:nvPr/>
          </p:nvSpPr>
          <p:spPr>
            <a:xfrm>
              <a:off x="4572000" y="4673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 the door online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3.source-003.number"/>
            <p:cNvSpPr/>
            <p:nvPr/>
          </p:nvSpPr>
          <p:spPr>
            <a:xfrm>
              <a:off x="4381500" y="4927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3.source-003.text"/>
            <p:cNvSpPr/>
            <p:nvPr/>
          </p:nvSpPr>
          <p:spPr>
            <a:xfrm>
              <a:off x="4572000" y="4927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and track with confidence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3.source-004.number"/>
            <p:cNvSpPr/>
            <p:nvPr/>
          </p:nvSpPr>
          <p:spPr>
            <a:xfrm>
              <a:off x="4381500" y="5181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13.source-004.text"/>
            <p:cNvSpPr/>
            <p:nvPr/>
          </p:nvSpPr>
          <p:spPr>
            <a:xfrm>
              <a:off x="4572000" y="5181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 on one 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14"/>
          <p:cNvGrpSpPr/>
          <p:nvPr/>
        </p:nvGrpSpPr>
        <p:grpSpPr>
          <a:xfrm>
            <a:off x="8039100" y="2286000"/>
            <a:ext cx="3429000" cy="139700"/>
            <a:chOff x="8039100" y="2286000"/>
            <a:chExt cx="3429000" cy="139700"/>
          </a:xfrm>
        </p:grpSpPr>
        <p:sp>
          <p:nvSpPr>
            <p:cNvPr id="46" name="node14.text"/>
            <p:cNvSpPr/>
            <p:nvPr/>
          </p:nvSpPr>
          <p:spPr>
            <a:xfrm>
              <a:off x="80391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 WE WILL NOT DO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47" name="node15"/>
          <p:cNvSpPr/>
          <p:nvPr/>
        </p:nvSpPr>
        <p:spPr>
          <a:xfrm>
            <a:off x="8039100" y="2514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6" name="node16"/>
          <p:cNvGrpSpPr/>
          <p:nvPr/>
        </p:nvGrpSpPr>
        <p:grpSpPr>
          <a:xfrm>
            <a:off x="8039100" y="2628900"/>
            <a:ext cx="3429000" cy="977900"/>
            <a:chOff x="8039100" y="2628900"/>
            <a:chExt cx="3429000" cy="977900"/>
          </a:xfrm>
        </p:grpSpPr>
        <p:sp>
          <p:nvSpPr>
            <p:cNvPr id="48" name="node16.source-001.bullet"/>
            <p:cNvSpPr/>
            <p:nvPr/>
          </p:nvSpPr>
          <p:spPr>
            <a:xfrm>
              <a:off x="8039100" y="2717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9" name="node16.source-001.text"/>
            <p:cNvSpPr/>
            <p:nvPr/>
          </p:nvSpPr>
          <p:spPr>
            <a:xfrm>
              <a:off x="8191500" y="2628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Replace the EHR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16.source-002.bullet"/>
            <p:cNvSpPr/>
            <p:nvPr/>
          </p:nvSpPr>
          <p:spPr>
            <a:xfrm>
              <a:off x="8039100" y="297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16.source-002.text"/>
            <p:cNvSpPr/>
            <p:nvPr/>
          </p:nvSpPr>
          <p:spPr>
            <a:xfrm>
              <a:off x="8191500" y="2882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Build tools for a single hospital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6.source-003.bullet"/>
            <p:cNvSpPr/>
            <p:nvPr/>
          </p:nvSpPr>
          <p:spPr>
            <a:xfrm>
              <a:off x="8039100" y="3225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16.source-003.text"/>
            <p:cNvSpPr/>
            <p:nvPr/>
          </p:nvSpPr>
          <p:spPr>
            <a:xfrm>
              <a:off x="8191500" y="3136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Add voice or kiosk channels before 2028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16.source-004.bullet"/>
            <p:cNvSpPr/>
            <p:nvPr/>
          </p:nvSpPr>
          <p:spPr>
            <a:xfrm>
              <a:off x="80391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5" name="node16.source-004.text"/>
            <p:cNvSpPr/>
            <p:nvPr/>
          </p:nvSpPr>
          <p:spPr>
            <a:xfrm>
              <a:off x="8191500" y="33909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every service before 2027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7" name="node17"/>
          <p:cNvGrpSpPr/>
          <p:nvPr/>
        </p:nvGrpSpPr>
        <p:grpSpPr>
          <a:xfrm>
            <a:off x="8039100" y="4076700"/>
            <a:ext cx="3429000" cy="139700"/>
            <a:chOff x="8039100" y="4076700"/>
            <a:chExt cx="3429000" cy="139700"/>
          </a:xfrm>
        </p:grpSpPr>
        <p:sp>
          <p:nvSpPr>
            <p:cNvPr id="56" name="node17.text"/>
            <p:cNvSpPr/>
            <p:nvPr/>
          </p:nvSpPr>
          <p:spPr>
            <a:xfrm>
              <a:off x="8039100" y="40767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SUCCESS MEASURES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57" name="node18"/>
          <p:cNvSpPr/>
          <p:nvPr/>
        </p:nvSpPr>
        <p:spPr>
          <a:xfrm>
            <a:off x="8039100" y="43053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8" name="node19"/>
          <p:cNvGrpSpPr/>
          <p:nvPr/>
        </p:nvGrpSpPr>
        <p:grpSpPr>
          <a:xfrm>
            <a:off x="8039100" y="4419600"/>
            <a:ext cx="3429000" cy="977900"/>
            <a:chOff x="8039100" y="4419600"/>
            <a:chExt cx="3429000" cy="977900"/>
          </a:xfrm>
        </p:grpSpPr>
        <p:sp>
          <p:nvSpPr>
            <p:cNvPr id="58" name="node19.source-001.bullet"/>
            <p:cNvSpPr/>
            <p:nvPr/>
          </p:nvSpPr>
          <p:spPr>
            <a:xfrm>
              <a:off x="8039100" y="4508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9" name="node19.source-001.text"/>
            <p:cNvSpPr/>
            <p:nvPr/>
          </p:nvSpPr>
          <p:spPr>
            <a:xfrm>
              <a:off x="8191500" y="4419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80% complete access online by 2028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19.source-002.bullet"/>
            <p:cNvSpPr/>
            <p:nvPr/>
          </p:nvSpPr>
          <p:spPr>
            <a:xfrm>
              <a:off x="8039100" y="4762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1" name="node19.source-002.text"/>
            <p:cNvSpPr/>
            <p:nvPr/>
          </p:nvSpPr>
          <p:spPr>
            <a:xfrm>
              <a:off x="8191500" y="4673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Calls to the access center down 25%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19.source-003.bullet"/>
            <p:cNvSpPr/>
            <p:nvPr/>
          </p:nvSpPr>
          <p:spPr>
            <a:xfrm>
              <a:off x="8039100" y="501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19.source-003.text"/>
            <p:cNvSpPr/>
            <p:nvPr/>
          </p:nvSpPr>
          <p:spPr>
            <a:xfrm>
              <a:off x="8191500" y="4927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Front-end denials 9% → 5%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19.source-004.bullet"/>
            <p:cNvSpPr/>
            <p:nvPr/>
          </p:nvSpPr>
          <p:spPr>
            <a:xfrm>
              <a:off x="80391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5" name="node19.source-004.text"/>
            <p:cNvSpPr/>
            <p:nvPr/>
          </p:nvSpPr>
          <p:spPr>
            <a:xfrm>
              <a:off x="8191500" y="51816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No-show rate 11% → 6%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5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themes share capacity across five quarters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0" name="node01"/>
          <p:cNvGrpSpPr/>
          <p:nvPr/>
        </p:nvGrpSpPr>
        <p:grpSpPr>
          <a:xfrm>
            <a:off x="723900" y="1714500"/>
            <a:ext cx="1371600" cy="139700"/>
            <a:chOff x="723900" y="1714500"/>
            <a:chExt cx="1371600" cy="139700"/>
          </a:xfrm>
        </p:grpSpPr>
        <p:sp>
          <p:nvSpPr>
            <p:cNvPr id="7" name="node01.text"/>
            <p:cNvSpPr/>
            <p:nvPr/>
          </p:nvSpPr>
          <p:spPr>
            <a:xfrm>
              <a:off x="723900" y="17145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THEME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02"/>
          <p:cNvGrpSpPr/>
          <p:nvPr/>
        </p:nvGrpSpPr>
        <p:grpSpPr>
          <a:xfrm>
            <a:off x="2324100" y="1714500"/>
            <a:ext cx="914400" cy="139700"/>
            <a:chOff x="2324100" y="1714500"/>
            <a:chExt cx="914400" cy="139700"/>
          </a:xfrm>
        </p:grpSpPr>
        <p:sp>
          <p:nvSpPr>
            <p:cNvPr id="8" name="node02.text"/>
            <p:cNvSpPr/>
            <p:nvPr/>
          </p:nvSpPr>
          <p:spPr>
            <a:xfrm>
              <a:off x="2324100" y="17145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CAPACITY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2" name="node03"/>
          <p:cNvGrpSpPr/>
          <p:nvPr/>
        </p:nvGrpSpPr>
        <p:grpSpPr>
          <a:xfrm>
            <a:off x="3467100" y="1600200"/>
            <a:ext cx="1524000" cy="342900"/>
            <a:chOff x="3467100" y="1600200"/>
            <a:chExt cx="1524000" cy="342900"/>
          </a:xfrm>
        </p:grpSpPr>
        <p:sp>
          <p:nvSpPr>
            <p:cNvPr id="9" name="node03.surface"/>
            <p:cNvSpPr/>
            <p:nvPr/>
          </p:nvSpPr>
          <p:spPr>
            <a:xfrm>
              <a:off x="3467100" y="1600200"/>
              <a:ext cx="1524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3.text"/>
            <p:cNvSpPr/>
            <p:nvPr/>
          </p:nvSpPr>
          <p:spPr>
            <a:xfrm>
              <a:off x="36195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Q4 26 · Now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4"/>
          <p:cNvGrpSpPr/>
          <p:nvPr/>
        </p:nvGrpSpPr>
        <p:grpSpPr>
          <a:xfrm>
            <a:off x="5067300" y="1600200"/>
            <a:ext cx="1524000" cy="342900"/>
            <a:chOff x="5067300" y="1600200"/>
            <a:chExt cx="1524000" cy="342900"/>
          </a:xfrm>
        </p:grpSpPr>
        <p:sp>
          <p:nvSpPr>
            <p:cNvPr id="11" name="node04.surface"/>
            <p:cNvSpPr/>
            <p:nvPr/>
          </p:nvSpPr>
          <p:spPr>
            <a:xfrm>
              <a:off x="5067300" y="1600200"/>
              <a:ext cx="1524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4.text"/>
            <p:cNvSpPr/>
            <p:nvPr/>
          </p:nvSpPr>
          <p:spPr>
            <a:xfrm>
              <a:off x="52197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Q1 27 · Now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5"/>
          <p:cNvGrpSpPr/>
          <p:nvPr/>
        </p:nvGrpSpPr>
        <p:grpSpPr>
          <a:xfrm>
            <a:off x="6667500" y="1600200"/>
            <a:ext cx="1524000" cy="342900"/>
            <a:chOff x="6667500" y="1600200"/>
            <a:chExt cx="1524000" cy="342900"/>
          </a:xfrm>
        </p:grpSpPr>
        <p:sp>
          <p:nvSpPr>
            <p:cNvPr id="13" name="node05.surface"/>
            <p:cNvSpPr/>
            <p:nvPr/>
          </p:nvSpPr>
          <p:spPr>
            <a:xfrm>
              <a:off x="6667500" y="1600200"/>
              <a:ext cx="1524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4" name="node05.text"/>
            <p:cNvSpPr/>
            <p:nvPr/>
          </p:nvSpPr>
          <p:spPr>
            <a:xfrm>
              <a:off x="68199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Q2 27 · Next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6"/>
          <p:cNvGrpSpPr/>
          <p:nvPr/>
        </p:nvGrpSpPr>
        <p:grpSpPr>
          <a:xfrm>
            <a:off x="8267700" y="1600200"/>
            <a:ext cx="1524000" cy="342900"/>
            <a:chOff x="8267700" y="1600200"/>
            <a:chExt cx="1524000" cy="342900"/>
          </a:xfrm>
        </p:grpSpPr>
        <p:sp>
          <p:nvSpPr>
            <p:cNvPr id="15" name="node06.surface"/>
            <p:cNvSpPr/>
            <p:nvPr/>
          </p:nvSpPr>
          <p:spPr>
            <a:xfrm>
              <a:off x="8267700" y="1600200"/>
              <a:ext cx="1524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6" name="node06.text"/>
            <p:cNvSpPr/>
            <p:nvPr/>
          </p:nvSpPr>
          <p:spPr>
            <a:xfrm>
              <a:off x="84201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Q3 27 · Next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07"/>
          <p:cNvGrpSpPr/>
          <p:nvPr/>
        </p:nvGrpSpPr>
        <p:grpSpPr>
          <a:xfrm>
            <a:off x="9867900" y="1600200"/>
            <a:ext cx="1524000" cy="342900"/>
            <a:chOff x="9867900" y="1600200"/>
            <a:chExt cx="1524000" cy="342900"/>
          </a:xfrm>
        </p:grpSpPr>
        <p:sp>
          <p:nvSpPr>
            <p:cNvPr id="17" name="node07.surface"/>
            <p:cNvSpPr/>
            <p:nvPr/>
          </p:nvSpPr>
          <p:spPr>
            <a:xfrm>
              <a:off x="9874250" y="1606550"/>
              <a:ext cx="1511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8" name="node07.text"/>
            <p:cNvSpPr/>
            <p:nvPr/>
          </p:nvSpPr>
          <p:spPr>
            <a:xfrm>
              <a:off x="100203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Q4 27 · Later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08"/>
          <p:cNvGrpSpPr/>
          <p:nvPr/>
        </p:nvGrpSpPr>
        <p:grpSpPr>
          <a:xfrm>
            <a:off x="723900" y="2057400"/>
            <a:ext cx="1371600" cy="800100"/>
            <a:chOff x="723900" y="2057400"/>
            <a:chExt cx="1371600" cy="800100"/>
          </a:xfrm>
        </p:grpSpPr>
        <p:sp>
          <p:nvSpPr>
            <p:cNvPr id="19" name="node08.surface"/>
            <p:cNvSpPr/>
            <p:nvPr/>
          </p:nvSpPr>
          <p:spPr>
            <a:xfrm>
              <a:off x="723900" y="20574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0" name="node08.text"/>
            <p:cNvSpPr/>
            <p:nvPr/>
          </p:nvSpPr>
          <p:spPr>
            <a:xfrm>
              <a:off x="876300" y="2190750"/>
              <a:ext cx="10668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Know the patient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09"/>
          <p:cNvGrpSpPr/>
          <p:nvPr/>
        </p:nvGrpSpPr>
        <p:grpSpPr>
          <a:xfrm>
            <a:off x="2324100" y="2057400"/>
            <a:ext cx="914400" cy="382461"/>
            <a:chOff x="2324100" y="2057400"/>
            <a:chExt cx="914400" cy="382461"/>
          </a:xfrm>
        </p:grpSpPr>
        <p:sp>
          <p:nvSpPr>
            <p:cNvPr id="21" name="node09.text"/>
            <p:cNvSpPr/>
            <p:nvPr/>
          </p:nvSpPr>
          <p:spPr>
            <a:xfrm>
              <a:off x="2324100" y="20574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25%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9" name="node10"/>
          <p:cNvGrpSpPr/>
          <p:nvPr/>
        </p:nvGrpSpPr>
        <p:grpSpPr>
          <a:xfrm>
            <a:off x="2324100" y="2514600"/>
            <a:ext cx="914400" cy="114300"/>
            <a:chOff x="2324100" y="2514600"/>
            <a:chExt cx="914400" cy="114300"/>
          </a:xfrm>
        </p:grpSpPr>
        <p:sp>
          <p:nvSpPr>
            <p:cNvPr id="22" name="node10.surface"/>
            <p:cNvSpPr/>
            <p:nvPr/>
          </p:nvSpPr>
          <p:spPr>
            <a:xfrm>
              <a:off x="2324100" y="25146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0" name="node11"/>
          <p:cNvGrpSpPr/>
          <p:nvPr/>
        </p:nvGrpSpPr>
        <p:grpSpPr>
          <a:xfrm>
            <a:off x="2324100" y="2514600"/>
            <a:ext cx="457200" cy="114300"/>
            <a:chOff x="2324100" y="2514600"/>
            <a:chExt cx="457200" cy="114300"/>
          </a:xfrm>
        </p:grpSpPr>
        <p:sp>
          <p:nvSpPr>
            <p:cNvPr id="23" name="node11.surface"/>
            <p:cNvSpPr/>
            <p:nvPr/>
          </p:nvSpPr>
          <p:spPr>
            <a:xfrm>
              <a:off x="2324100" y="2514600"/>
              <a:ext cx="4572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1" name="node12"/>
          <p:cNvGrpSpPr/>
          <p:nvPr/>
        </p:nvGrpSpPr>
        <p:grpSpPr>
          <a:xfrm>
            <a:off x="3467100" y="2057400"/>
            <a:ext cx="3124200" cy="342900"/>
            <a:chOff x="3467100" y="2057400"/>
            <a:chExt cx="3124200" cy="342900"/>
          </a:xfrm>
        </p:grpSpPr>
        <p:sp>
          <p:nvSpPr>
            <p:cNvPr id="24" name="node12.surface"/>
            <p:cNvSpPr/>
            <p:nvPr/>
          </p:nvSpPr>
          <p:spPr>
            <a:xfrm>
              <a:off x="3467100" y="2057400"/>
              <a:ext cx="31242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12.text"/>
            <p:cNvSpPr/>
            <p:nvPr/>
          </p:nvSpPr>
          <p:spPr>
            <a:xfrm>
              <a:off x="3619500" y="21209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patient index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13"/>
          <p:cNvGrpSpPr/>
          <p:nvPr/>
        </p:nvGrpSpPr>
        <p:grpSpPr>
          <a:xfrm>
            <a:off x="8267700" y="2057400"/>
            <a:ext cx="3124200" cy="342900"/>
            <a:chOff x="8267700" y="2057400"/>
            <a:chExt cx="3124200" cy="342900"/>
          </a:xfrm>
        </p:grpSpPr>
        <p:sp>
          <p:nvSpPr>
            <p:cNvPr id="26" name="node13.surface"/>
            <p:cNvSpPr/>
            <p:nvPr/>
          </p:nvSpPr>
          <p:spPr>
            <a:xfrm>
              <a:off x="8267700" y="20574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13.text"/>
            <p:cNvSpPr/>
            <p:nvPr/>
          </p:nvSpPr>
          <p:spPr>
            <a:xfrm>
              <a:off x="8420100" y="21209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data store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14"/>
          <p:cNvGrpSpPr/>
          <p:nvPr/>
        </p:nvGrpSpPr>
        <p:grpSpPr>
          <a:xfrm>
            <a:off x="3467100" y="2514600"/>
            <a:ext cx="4724400" cy="342900"/>
            <a:chOff x="3467100" y="2514600"/>
            <a:chExt cx="4724400" cy="342900"/>
          </a:xfrm>
        </p:grpSpPr>
        <p:sp>
          <p:nvSpPr>
            <p:cNvPr id="28" name="node14.surface"/>
            <p:cNvSpPr/>
            <p:nvPr/>
          </p:nvSpPr>
          <p:spPr>
            <a:xfrm>
              <a:off x="3467100" y="2514600"/>
              <a:ext cx="47244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14.text"/>
            <p:cNvSpPr/>
            <p:nvPr/>
          </p:nvSpPr>
          <p:spPr>
            <a:xfrm>
              <a:off x="3619500" y="2578100"/>
              <a:ext cx="4419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Single sign-in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4" name="node15"/>
          <p:cNvGrpSpPr/>
          <p:nvPr/>
        </p:nvGrpSpPr>
        <p:grpSpPr>
          <a:xfrm>
            <a:off x="723900" y="2971800"/>
            <a:ext cx="1371600" cy="800100"/>
            <a:chOff x="723900" y="2971800"/>
            <a:chExt cx="1371600" cy="800100"/>
          </a:xfrm>
        </p:grpSpPr>
        <p:sp>
          <p:nvSpPr>
            <p:cNvPr id="30" name="node15.surface"/>
            <p:cNvSpPr/>
            <p:nvPr/>
          </p:nvSpPr>
          <p:spPr>
            <a:xfrm>
              <a:off x="723900" y="29718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31" name="node15.text"/>
            <p:cNvSpPr/>
            <p:nvPr/>
          </p:nvSpPr>
          <p:spPr>
            <a:xfrm>
              <a:off x="876300" y="3105150"/>
              <a:ext cx="10668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Open the door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16"/>
          <p:cNvGrpSpPr/>
          <p:nvPr/>
        </p:nvGrpSpPr>
        <p:grpSpPr>
          <a:xfrm>
            <a:off x="2324100" y="2971800"/>
            <a:ext cx="914400" cy="382461"/>
            <a:chOff x="2324100" y="2971800"/>
            <a:chExt cx="914400" cy="382461"/>
          </a:xfrm>
        </p:grpSpPr>
        <p:sp>
          <p:nvSpPr>
            <p:cNvPr id="32" name="node16.text"/>
            <p:cNvSpPr/>
            <p:nvPr/>
          </p:nvSpPr>
          <p:spPr>
            <a:xfrm>
              <a:off x="2324100" y="29718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40%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6" name="node17"/>
          <p:cNvGrpSpPr/>
          <p:nvPr/>
        </p:nvGrpSpPr>
        <p:grpSpPr>
          <a:xfrm>
            <a:off x="2324100" y="3429000"/>
            <a:ext cx="914400" cy="114300"/>
            <a:chOff x="2324100" y="3429000"/>
            <a:chExt cx="914400" cy="114300"/>
          </a:xfrm>
        </p:grpSpPr>
        <p:sp>
          <p:nvSpPr>
            <p:cNvPr id="33" name="node17.surface"/>
            <p:cNvSpPr/>
            <p:nvPr/>
          </p:nvSpPr>
          <p:spPr>
            <a:xfrm>
              <a:off x="2324100" y="34290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7" name="node18"/>
          <p:cNvGrpSpPr/>
          <p:nvPr/>
        </p:nvGrpSpPr>
        <p:grpSpPr>
          <a:xfrm>
            <a:off x="2324100" y="3429000"/>
            <a:ext cx="723900" cy="114300"/>
            <a:chOff x="2324100" y="3429000"/>
            <a:chExt cx="723900" cy="114300"/>
          </a:xfrm>
        </p:grpSpPr>
        <p:sp>
          <p:nvSpPr>
            <p:cNvPr id="34" name="node18.surface"/>
            <p:cNvSpPr/>
            <p:nvPr/>
          </p:nvSpPr>
          <p:spPr>
            <a:xfrm>
              <a:off x="2324100" y="3429000"/>
              <a:ext cx="7239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35" name="node19"/>
          <p:cNvSpPr/>
          <p:nvPr/>
        </p:nvSpPr>
        <p:spPr>
          <a:xfrm>
            <a:off x="723900" y="29083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8" name="node20"/>
          <p:cNvGrpSpPr/>
          <p:nvPr/>
        </p:nvGrpSpPr>
        <p:grpSpPr>
          <a:xfrm>
            <a:off x="5067300" y="2971800"/>
            <a:ext cx="4724400" cy="342900"/>
            <a:chOff x="5067300" y="2971800"/>
            <a:chExt cx="4724400" cy="342900"/>
          </a:xfrm>
        </p:grpSpPr>
        <p:sp>
          <p:nvSpPr>
            <p:cNvPr id="36" name="node20.surface"/>
            <p:cNvSpPr/>
            <p:nvPr/>
          </p:nvSpPr>
          <p:spPr>
            <a:xfrm>
              <a:off x="5067300" y="2971800"/>
              <a:ext cx="47244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20.text"/>
            <p:cNvSpPr/>
            <p:nvPr/>
          </p:nvSpPr>
          <p:spPr>
            <a:xfrm>
              <a:off x="5219700" y="3035300"/>
              <a:ext cx="4419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Self-scheduling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21"/>
          <p:cNvGrpSpPr/>
          <p:nvPr/>
        </p:nvGrpSpPr>
        <p:grpSpPr>
          <a:xfrm>
            <a:off x="6667500" y="3429000"/>
            <a:ext cx="4724400" cy="342900"/>
            <a:chOff x="6667500" y="3429000"/>
            <a:chExt cx="4724400" cy="342900"/>
          </a:xfrm>
        </p:grpSpPr>
        <p:sp>
          <p:nvSpPr>
            <p:cNvPr id="38" name="node21.surface"/>
            <p:cNvSpPr/>
            <p:nvPr/>
          </p:nvSpPr>
          <p:spPr>
            <a:xfrm>
              <a:off x="6667500" y="3429000"/>
              <a:ext cx="47244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9" name="node21.text"/>
            <p:cNvSpPr/>
            <p:nvPr/>
          </p:nvSpPr>
          <p:spPr>
            <a:xfrm>
              <a:off x="6819900" y="3492500"/>
              <a:ext cx="4419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22"/>
          <p:cNvGrpSpPr/>
          <p:nvPr/>
        </p:nvGrpSpPr>
        <p:grpSpPr>
          <a:xfrm>
            <a:off x="723900" y="3886200"/>
            <a:ext cx="1371600" cy="800100"/>
            <a:chOff x="723900" y="3886200"/>
            <a:chExt cx="1371600" cy="800100"/>
          </a:xfrm>
        </p:grpSpPr>
        <p:sp>
          <p:nvSpPr>
            <p:cNvPr id="40" name="node22.surface"/>
            <p:cNvSpPr/>
            <p:nvPr/>
          </p:nvSpPr>
          <p:spPr>
            <a:xfrm>
              <a:off x="723900" y="38862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41" name="node22.text"/>
            <p:cNvSpPr/>
            <p:nvPr/>
          </p:nvSpPr>
          <p:spPr>
            <a:xfrm>
              <a:off x="800100" y="4019550"/>
              <a:ext cx="1219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Pay with confidence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1" name="node23"/>
          <p:cNvGrpSpPr/>
          <p:nvPr/>
        </p:nvGrpSpPr>
        <p:grpSpPr>
          <a:xfrm>
            <a:off x="2324100" y="3886200"/>
            <a:ext cx="914400" cy="382461"/>
            <a:chOff x="2324100" y="3886200"/>
            <a:chExt cx="914400" cy="382461"/>
          </a:xfrm>
        </p:grpSpPr>
        <p:sp>
          <p:nvSpPr>
            <p:cNvPr id="42" name="node23.text"/>
            <p:cNvSpPr/>
            <p:nvPr/>
          </p:nvSpPr>
          <p:spPr>
            <a:xfrm>
              <a:off x="2324100" y="38862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20%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2" name="node24"/>
          <p:cNvGrpSpPr/>
          <p:nvPr/>
        </p:nvGrpSpPr>
        <p:grpSpPr>
          <a:xfrm>
            <a:off x="2324100" y="4343400"/>
            <a:ext cx="914400" cy="114300"/>
            <a:chOff x="2324100" y="4343400"/>
            <a:chExt cx="914400" cy="114300"/>
          </a:xfrm>
        </p:grpSpPr>
        <p:sp>
          <p:nvSpPr>
            <p:cNvPr id="43" name="node24.surface"/>
            <p:cNvSpPr/>
            <p:nvPr/>
          </p:nvSpPr>
          <p:spPr>
            <a:xfrm>
              <a:off x="2324100" y="43434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3" name="node25"/>
          <p:cNvGrpSpPr/>
          <p:nvPr/>
        </p:nvGrpSpPr>
        <p:grpSpPr>
          <a:xfrm>
            <a:off x="2324100" y="4343400"/>
            <a:ext cx="355600" cy="114300"/>
            <a:chOff x="2324100" y="4343400"/>
            <a:chExt cx="355600" cy="114300"/>
          </a:xfrm>
        </p:grpSpPr>
        <p:sp>
          <p:nvSpPr>
            <p:cNvPr id="44" name="node25.surface"/>
            <p:cNvSpPr/>
            <p:nvPr/>
          </p:nvSpPr>
          <p:spPr>
            <a:xfrm>
              <a:off x="2324100" y="4343400"/>
              <a:ext cx="3556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45" name="node26"/>
          <p:cNvSpPr/>
          <p:nvPr/>
        </p:nvSpPr>
        <p:spPr>
          <a:xfrm>
            <a:off x="723900" y="38227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4" name="node27"/>
          <p:cNvGrpSpPr/>
          <p:nvPr/>
        </p:nvGrpSpPr>
        <p:grpSpPr>
          <a:xfrm>
            <a:off x="5067300" y="3886200"/>
            <a:ext cx="3124200" cy="342900"/>
            <a:chOff x="5067300" y="3886200"/>
            <a:chExt cx="3124200" cy="342900"/>
          </a:xfrm>
        </p:grpSpPr>
        <p:sp>
          <p:nvSpPr>
            <p:cNvPr id="46" name="node27.surface"/>
            <p:cNvSpPr/>
            <p:nvPr/>
          </p:nvSpPr>
          <p:spPr>
            <a:xfrm>
              <a:off x="5067300" y="3886200"/>
              <a:ext cx="31242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27.text"/>
            <p:cNvSpPr/>
            <p:nvPr/>
          </p:nvSpPr>
          <p:spPr>
            <a:xfrm>
              <a:off x="5219700" y="39497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Eligibility checks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28"/>
          <p:cNvGrpSpPr/>
          <p:nvPr/>
        </p:nvGrpSpPr>
        <p:grpSpPr>
          <a:xfrm>
            <a:off x="8267700" y="4343400"/>
            <a:ext cx="3124200" cy="342900"/>
            <a:chOff x="8267700" y="4343400"/>
            <a:chExt cx="3124200" cy="342900"/>
          </a:xfrm>
        </p:grpSpPr>
        <p:sp>
          <p:nvSpPr>
            <p:cNvPr id="48" name="node28.surface"/>
            <p:cNvSpPr/>
            <p:nvPr/>
          </p:nvSpPr>
          <p:spPr>
            <a:xfrm>
              <a:off x="8267700" y="43434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9" name="node28.text"/>
            <p:cNvSpPr/>
            <p:nvPr/>
          </p:nvSpPr>
          <p:spPr>
            <a:xfrm>
              <a:off x="8420100" y="44069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29"/>
          <p:cNvGrpSpPr/>
          <p:nvPr/>
        </p:nvGrpSpPr>
        <p:grpSpPr>
          <a:xfrm>
            <a:off x="723900" y="4800600"/>
            <a:ext cx="1371600" cy="800100"/>
            <a:chOff x="723900" y="4800600"/>
            <a:chExt cx="1371600" cy="800100"/>
          </a:xfrm>
        </p:grpSpPr>
        <p:sp>
          <p:nvSpPr>
            <p:cNvPr id="50" name="node29.surface"/>
            <p:cNvSpPr/>
            <p:nvPr/>
          </p:nvSpPr>
          <p:spPr>
            <a:xfrm>
              <a:off x="723900" y="48006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51" name="node29.text"/>
            <p:cNvSpPr/>
            <p:nvPr/>
          </p:nvSpPr>
          <p:spPr>
            <a:xfrm>
              <a:off x="800100" y="4933950"/>
              <a:ext cx="1219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Coordinate care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7" name="node30"/>
          <p:cNvGrpSpPr/>
          <p:nvPr/>
        </p:nvGrpSpPr>
        <p:grpSpPr>
          <a:xfrm>
            <a:off x="2324100" y="4800600"/>
            <a:ext cx="914400" cy="382461"/>
            <a:chOff x="2324100" y="4800600"/>
            <a:chExt cx="914400" cy="382461"/>
          </a:xfrm>
        </p:grpSpPr>
        <p:sp>
          <p:nvSpPr>
            <p:cNvPr id="52" name="node30.text"/>
            <p:cNvSpPr/>
            <p:nvPr/>
          </p:nvSpPr>
          <p:spPr>
            <a:xfrm>
              <a:off x="2324100" y="48006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15%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8" name="node31"/>
          <p:cNvGrpSpPr/>
          <p:nvPr/>
        </p:nvGrpSpPr>
        <p:grpSpPr>
          <a:xfrm>
            <a:off x="2324100" y="5257800"/>
            <a:ext cx="914400" cy="114300"/>
            <a:chOff x="2324100" y="5257800"/>
            <a:chExt cx="914400" cy="114300"/>
          </a:xfrm>
        </p:grpSpPr>
        <p:sp>
          <p:nvSpPr>
            <p:cNvPr id="53" name="node31.surface"/>
            <p:cNvSpPr/>
            <p:nvPr/>
          </p:nvSpPr>
          <p:spPr>
            <a:xfrm>
              <a:off x="2324100" y="52578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9" name="node32"/>
          <p:cNvGrpSpPr/>
          <p:nvPr/>
        </p:nvGrpSpPr>
        <p:grpSpPr>
          <a:xfrm>
            <a:off x="2324100" y="5257800"/>
            <a:ext cx="266700" cy="114300"/>
            <a:chOff x="2324100" y="5257800"/>
            <a:chExt cx="266700" cy="114300"/>
          </a:xfrm>
        </p:grpSpPr>
        <p:sp>
          <p:nvSpPr>
            <p:cNvPr id="54" name="node32.surface"/>
            <p:cNvSpPr/>
            <p:nvPr/>
          </p:nvSpPr>
          <p:spPr>
            <a:xfrm>
              <a:off x="2324100" y="5257800"/>
              <a:ext cx="2667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55" name="node33"/>
          <p:cNvSpPr/>
          <p:nvPr/>
        </p:nvSpPr>
        <p:spPr>
          <a:xfrm>
            <a:off x="723900" y="47371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0" name="node34"/>
          <p:cNvGrpSpPr/>
          <p:nvPr/>
        </p:nvGrpSpPr>
        <p:grpSpPr>
          <a:xfrm>
            <a:off x="6667500" y="4800600"/>
            <a:ext cx="3124200" cy="342900"/>
            <a:chOff x="6667500" y="4800600"/>
            <a:chExt cx="3124200" cy="342900"/>
          </a:xfrm>
        </p:grpSpPr>
        <p:sp>
          <p:nvSpPr>
            <p:cNvPr id="56" name="node34.surface"/>
            <p:cNvSpPr/>
            <p:nvPr/>
          </p:nvSpPr>
          <p:spPr>
            <a:xfrm>
              <a:off x="6667500" y="48006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7" name="node34.text"/>
            <p:cNvSpPr/>
            <p:nvPr/>
          </p:nvSpPr>
          <p:spPr>
            <a:xfrm>
              <a:off x="6819900" y="48641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Smart reminders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35"/>
          <p:cNvGrpSpPr/>
          <p:nvPr/>
        </p:nvGrpSpPr>
        <p:grpSpPr>
          <a:xfrm>
            <a:off x="8267700" y="5257800"/>
            <a:ext cx="3124200" cy="342900"/>
            <a:chOff x="8267700" y="5257800"/>
            <a:chExt cx="3124200" cy="342900"/>
          </a:xfrm>
        </p:grpSpPr>
        <p:sp>
          <p:nvSpPr>
            <p:cNvPr id="58" name="node35.surface"/>
            <p:cNvSpPr/>
            <p:nvPr/>
          </p:nvSpPr>
          <p:spPr>
            <a:xfrm>
              <a:off x="8267700" y="52578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9" name="node35.text"/>
            <p:cNvSpPr/>
            <p:nvPr/>
          </p:nvSpPr>
          <p:spPr>
            <a:xfrm>
              <a:off x="8420100" y="53213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CONTENTS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Six sections and the detail behind each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2" name="node01"/>
          <p:cNvGrpSpPr/>
          <p:nvPr/>
        </p:nvGrpSpPr>
        <p:grpSpPr>
          <a:xfrm>
            <a:off x="723900" y="1714500"/>
            <a:ext cx="457200" cy="304800"/>
            <a:chOff x="723900" y="1714500"/>
            <a:chExt cx="457200" cy="304800"/>
          </a:xfrm>
        </p:grpSpPr>
        <p:sp>
          <p:nvSpPr>
            <p:cNvPr id="6" name="node01.text"/>
            <p:cNvSpPr/>
            <p:nvPr/>
          </p:nvSpPr>
          <p:spPr>
            <a:xfrm>
              <a:off x="723900" y="17145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3" name="node02"/>
          <p:cNvGrpSpPr/>
          <p:nvPr/>
        </p:nvGrpSpPr>
        <p:grpSpPr>
          <a:xfrm>
            <a:off x="1181100" y="1714500"/>
            <a:ext cx="2971800" cy="304800"/>
            <a:chOff x="1181100" y="1714500"/>
            <a:chExt cx="2971800" cy="304800"/>
          </a:xfrm>
        </p:grpSpPr>
        <p:sp>
          <p:nvSpPr>
            <p:cNvPr id="7" name="node02.text"/>
            <p:cNvSpPr/>
            <p:nvPr/>
          </p:nvSpPr>
          <p:spPr>
            <a:xfrm>
              <a:off x="1181100" y="17145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4" name="node03"/>
          <p:cNvGrpSpPr/>
          <p:nvPr/>
        </p:nvGrpSpPr>
        <p:grpSpPr>
          <a:xfrm>
            <a:off x="1181100" y="2171700"/>
            <a:ext cx="2971800" cy="266700"/>
            <a:chOff x="1181100" y="2171700"/>
            <a:chExt cx="2971800" cy="266700"/>
          </a:xfrm>
        </p:grpSpPr>
        <p:sp>
          <p:nvSpPr>
            <p:cNvPr id="8" name="node03.text"/>
            <p:cNvSpPr/>
            <p:nvPr/>
          </p:nvSpPr>
          <p:spPr>
            <a:xfrm>
              <a:off x="1181100" y="21717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Your goals and constraints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5" name="node04"/>
          <p:cNvGrpSpPr/>
          <p:nvPr/>
        </p:nvGrpSpPr>
        <p:grpSpPr>
          <a:xfrm>
            <a:off x="1181100" y="2438400"/>
            <a:ext cx="2971800" cy="266700"/>
            <a:chOff x="1181100" y="2438400"/>
            <a:chExt cx="2971800" cy="266700"/>
          </a:xfrm>
        </p:grpSpPr>
        <p:sp>
          <p:nvSpPr>
            <p:cNvPr id="9" name="node04.text"/>
            <p:cNvSpPr/>
            <p:nvPr/>
          </p:nvSpPr>
          <p:spPr>
            <a:xfrm>
              <a:off x="1181100" y="24384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close cycle today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6" name="node05"/>
          <p:cNvGrpSpPr/>
          <p:nvPr/>
        </p:nvGrpSpPr>
        <p:grpSpPr>
          <a:xfrm>
            <a:off x="1181100" y="2705100"/>
            <a:ext cx="2971800" cy="266700"/>
            <a:chOff x="1181100" y="2705100"/>
            <a:chExt cx="2971800" cy="266700"/>
          </a:xfrm>
        </p:grpSpPr>
        <p:sp>
          <p:nvSpPr>
            <p:cNvPr id="10" name="node05.text"/>
            <p:cNvSpPr/>
            <p:nvPr/>
          </p:nvSpPr>
          <p:spPr>
            <a:xfrm>
              <a:off x="1181100" y="2705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Pain points by entity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7" name="node06"/>
          <p:cNvGrpSpPr/>
          <p:nvPr/>
        </p:nvGrpSpPr>
        <p:grpSpPr>
          <a:xfrm>
            <a:off x="1181100" y="2971800"/>
            <a:ext cx="2971800" cy="266700"/>
            <a:chOff x="1181100" y="2971800"/>
            <a:chExt cx="2971800" cy="266700"/>
          </a:xfrm>
        </p:grpSpPr>
        <p:sp>
          <p:nvSpPr>
            <p:cNvPr id="11" name="node06.text"/>
            <p:cNvSpPr/>
            <p:nvPr/>
          </p:nvSpPr>
          <p:spPr>
            <a:xfrm>
              <a:off x="1181100" y="2971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success looks like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2" name="node07"/>
          <p:cNvSpPr/>
          <p:nvPr/>
        </p:nvSpPr>
        <p:spPr>
          <a:xfrm>
            <a:off x="7239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8" name="node08"/>
          <p:cNvGrpSpPr/>
          <p:nvPr/>
        </p:nvGrpSpPr>
        <p:grpSpPr>
          <a:xfrm>
            <a:off x="723900" y="3771900"/>
            <a:ext cx="457200" cy="304800"/>
            <a:chOff x="723900" y="3771900"/>
            <a:chExt cx="457200" cy="304800"/>
          </a:xfrm>
        </p:grpSpPr>
        <p:sp>
          <p:nvSpPr>
            <p:cNvPr id="13" name="node08.text"/>
            <p:cNvSpPr/>
            <p:nvPr/>
          </p:nvSpPr>
          <p:spPr>
            <a:xfrm>
              <a:off x="723900" y="37719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9" name="node09"/>
          <p:cNvGrpSpPr/>
          <p:nvPr/>
        </p:nvGrpSpPr>
        <p:grpSpPr>
          <a:xfrm>
            <a:off x="1181100" y="3771900"/>
            <a:ext cx="2971800" cy="304800"/>
            <a:chOff x="1181100" y="3771900"/>
            <a:chExt cx="2971800" cy="304800"/>
          </a:xfrm>
        </p:grpSpPr>
        <p:sp>
          <p:nvSpPr>
            <p:cNvPr id="14" name="node09.text"/>
            <p:cNvSpPr/>
            <p:nvPr/>
          </p:nvSpPr>
          <p:spPr>
            <a:xfrm>
              <a:off x="1181100" y="37719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0" name="node10"/>
          <p:cNvGrpSpPr/>
          <p:nvPr/>
        </p:nvGrpSpPr>
        <p:grpSpPr>
          <a:xfrm>
            <a:off x="1181100" y="4229100"/>
            <a:ext cx="2971800" cy="266700"/>
            <a:chOff x="1181100" y="4229100"/>
            <a:chExt cx="2971800" cy="266700"/>
          </a:xfrm>
        </p:grpSpPr>
        <p:sp>
          <p:nvSpPr>
            <p:cNvPr id="15" name="node10.text"/>
            <p:cNvSpPr/>
            <p:nvPr/>
          </p:nvSpPr>
          <p:spPr>
            <a:xfrm>
              <a:off x="1181100" y="4229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Guiding principles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11"/>
          <p:cNvGrpSpPr/>
          <p:nvPr/>
        </p:nvGrpSpPr>
        <p:grpSpPr>
          <a:xfrm>
            <a:off x="1181100" y="4495800"/>
            <a:ext cx="2971800" cy="266700"/>
            <a:chOff x="1181100" y="4495800"/>
            <a:chExt cx="2971800" cy="266700"/>
          </a:xfrm>
        </p:grpSpPr>
        <p:sp>
          <p:nvSpPr>
            <p:cNvPr id="16" name="node11.text"/>
            <p:cNvSpPr/>
            <p:nvPr/>
          </p:nvSpPr>
          <p:spPr>
            <a:xfrm>
              <a:off x="1181100" y="4495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Three-wave plan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2" name="node12"/>
          <p:cNvGrpSpPr/>
          <p:nvPr/>
        </p:nvGrpSpPr>
        <p:grpSpPr>
          <a:xfrm>
            <a:off x="1181100" y="4762500"/>
            <a:ext cx="2971800" cy="266700"/>
            <a:chOff x="1181100" y="4762500"/>
            <a:chExt cx="2971800" cy="266700"/>
          </a:xfrm>
        </p:grpSpPr>
        <p:sp>
          <p:nvSpPr>
            <p:cNvPr id="17" name="node12.text"/>
            <p:cNvSpPr/>
            <p:nvPr/>
          </p:nvSpPr>
          <p:spPr>
            <a:xfrm>
              <a:off x="1181100" y="47625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Governance and cadence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3" name="node13"/>
          <p:cNvGrpSpPr/>
          <p:nvPr/>
        </p:nvGrpSpPr>
        <p:grpSpPr>
          <a:xfrm>
            <a:off x="4381500" y="1714500"/>
            <a:ext cx="457200" cy="304800"/>
            <a:chOff x="4381500" y="1714500"/>
            <a:chExt cx="457200" cy="304800"/>
          </a:xfrm>
        </p:grpSpPr>
        <p:sp>
          <p:nvSpPr>
            <p:cNvPr id="18" name="node13.text"/>
            <p:cNvSpPr/>
            <p:nvPr/>
          </p:nvSpPr>
          <p:spPr>
            <a:xfrm>
              <a:off x="4381500" y="17145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4" name="node14"/>
          <p:cNvGrpSpPr/>
          <p:nvPr/>
        </p:nvGrpSpPr>
        <p:grpSpPr>
          <a:xfrm>
            <a:off x="4838700" y="1714500"/>
            <a:ext cx="2971800" cy="304800"/>
            <a:chOff x="4838700" y="1714500"/>
            <a:chExt cx="2971800" cy="304800"/>
          </a:xfrm>
        </p:grpSpPr>
        <p:sp>
          <p:nvSpPr>
            <p:cNvPr id="19" name="node14.text"/>
            <p:cNvSpPr/>
            <p:nvPr/>
          </p:nvSpPr>
          <p:spPr>
            <a:xfrm>
              <a:off x="4838700" y="17145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5" name="node15"/>
          <p:cNvGrpSpPr/>
          <p:nvPr/>
        </p:nvGrpSpPr>
        <p:grpSpPr>
          <a:xfrm>
            <a:off x="4838700" y="2171700"/>
            <a:ext cx="2971800" cy="266700"/>
            <a:chOff x="4838700" y="2171700"/>
            <a:chExt cx="2971800" cy="266700"/>
          </a:xfrm>
        </p:grpSpPr>
        <p:sp>
          <p:nvSpPr>
            <p:cNvPr id="20" name="node15.text"/>
            <p:cNvSpPr/>
            <p:nvPr/>
          </p:nvSpPr>
          <p:spPr>
            <a:xfrm>
              <a:off x="4838700" y="21717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operating model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16"/>
          <p:cNvGrpSpPr/>
          <p:nvPr/>
        </p:nvGrpSpPr>
        <p:grpSpPr>
          <a:xfrm>
            <a:off x="4838700" y="2438400"/>
            <a:ext cx="2971800" cy="266700"/>
            <a:chOff x="4838700" y="2438400"/>
            <a:chExt cx="2971800" cy="266700"/>
          </a:xfrm>
        </p:grpSpPr>
        <p:sp>
          <p:nvSpPr>
            <p:cNvPr id="21" name="node16.text"/>
            <p:cNvSpPr/>
            <p:nvPr/>
          </p:nvSpPr>
          <p:spPr>
            <a:xfrm>
              <a:off x="4838700" y="24384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Systems and automation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7" name="node17"/>
          <p:cNvGrpSpPr/>
          <p:nvPr/>
        </p:nvGrpSpPr>
        <p:grpSpPr>
          <a:xfrm>
            <a:off x="4838700" y="2705100"/>
            <a:ext cx="2971800" cy="266700"/>
            <a:chOff x="4838700" y="2705100"/>
            <a:chExt cx="2971800" cy="266700"/>
          </a:xfrm>
        </p:grpSpPr>
        <p:sp>
          <p:nvSpPr>
            <p:cNvPr id="22" name="node17.text"/>
            <p:cNvSpPr/>
            <p:nvPr/>
          </p:nvSpPr>
          <p:spPr>
            <a:xfrm>
              <a:off x="4838700" y="2705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Controls and audit readiness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18"/>
          <p:cNvGrpSpPr/>
          <p:nvPr/>
        </p:nvGrpSpPr>
        <p:grpSpPr>
          <a:xfrm>
            <a:off x="4838700" y="2971800"/>
            <a:ext cx="2971800" cy="266700"/>
            <a:chOff x="4838700" y="2971800"/>
            <a:chExt cx="2971800" cy="266700"/>
          </a:xfrm>
        </p:grpSpPr>
        <p:sp>
          <p:nvSpPr>
            <p:cNvPr id="23" name="node18.text"/>
            <p:cNvSpPr/>
            <p:nvPr/>
          </p:nvSpPr>
          <p:spPr>
            <a:xfrm>
              <a:off x="4838700" y="2971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Change and adoption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4" name="node19"/>
          <p:cNvSpPr/>
          <p:nvPr/>
        </p:nvSpPr>
        <p:spPr>
          <a:xfrm>
            <a:off x="43815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9" name="node20"/>
          <p:cNvGrpSpPr/>
          <p:nvPr/>
        </p:nvGrpSpPr>
        <p:grpSpPr>
          <a:xfrm>
            <a:off x="4381500" y="3771900"/>
            <a:ext cx="457200" cy="304800"/>
            <a:chOff x="4381500" y="3771900"/>
            <a:chExt cx="457200" cy="304800"/>
          </a:xfrm>
        </p:grpSpPr>
        <p:sp>
          <p:nvSpPr>
            <p:cNvPr id="25" name="node20.text"/>
            <p:cNvSpPr/>
            <p:nvPr/>
          </p:nvSpPr>
          <p:spPr>
            <a:xfrm>
              <a:off x="4381500" y="37719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0" name="node21"/>
          <p:cNvGrpSpPr/>
          <p:nvPr/>
        </p:nvGrpSpPr>
        <p:grpSpPr>
          <a:xfrm>
            <a:off x="4838700" y="3771900"/>
            <a:ext cx="2971800" cy="304800"/>
            <a:chOff x="4838700" y="3771900"/>
            <a:chExt cx="2971800" cy="304800"/>
          </a:xfrm>
        </p:grpSpPr>
        <p:sp>
          <p:nvSpPr>
            <p:cNvPr id="26" name="node21.text"/>
            <p:cNvSpPr/>
            <p:nvPr/>
          </p:nvSpPr>
          <p:spPr>
            <a:xfrm>
              <a:off x="4838700" y="37719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1" name="node22"/>
          <p:cNvGrpSpPr/>
          <p:nvPr/>
        </p:nvGrpSpPr>
        <p:grpSpPr>
          <a:xfrm>
            <a:off x="4838700" y="4229100"/>
            <a:ext cx="2971800" cy="266700"/>
            <a:chOff x="4838700" y="4229100"/>
            <a:chExt cx="2971800" cy="266700"/>
          </a:xfrm>
        </p:grpSpPr>
        <p:sp>
          <p:nvSpPr>
            <p:cNvPr id="27" name="node22.text"/>
            <p:cNvSpPr/>
            <p:nvPr/>
          </p:nvSpPr>
          <p:spPr>
            <a:xfrm>
              <a:off x="4838700" y="4229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Engagement leadership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23"/>
          <p:cNvGrpSpPr/>
          <p:nvPr/>
        </p:nvGrpSpPr>
        <p:grpSpPr>
          <a:xfrm>
            <a:off x="4838700" y="4495800"/>
            <a:ext cx="2971800" cy="266700"/>
            <a:chOff x="4838700" y="4495800"/>
            <a:chExt cx="2971800" cy="266700"/>
          </a:xfrm>
        </p:grpSpPr>
        <p:sp>
          <p:nvSpPr>
            <p:cNvPr id="28" name="node23.text"/>
            <p:cNvSpPr/>
            <p:nvPr/>
          </p:nvSpPr>
          <p:spPr>
            <a:xfrm>
              <a:off x="4838700" y="4495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Delivery team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24"/>
          <p:cNvGrpSpPr/>
          <p:nvPr/>
        </p:nvGrpSpPr>
        <p:grpSpPr>
          <a:xfrm>
            <a:off x="4838700" y="4762500"/>
            <a:ext cx="2971800" cy="266700"/>
            <a:chOff x="4838700" y="4762500"/>
            <a:chExt cx="2971800" cy="266700"/>
          </a:xfrm>
        </p:grpSpPr>
        <p:sp>
          <p:nvSpPr>
            <p:cNvPr id="29" name="node24.text"/>
            <p:cNvSpPr/>
            <p:nvPr/>
          </p:nvSpPr>
          <p:spPr>
            <a:xfrm>
              <a:off x="4838700" y="47625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Your team's role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25"/>
          <p:cNvGrpSpPr/>
          <p:nvPr/>
        </p:nvGrpSpPr>
        <p:grpSpPr>
          <a:xfrm>
            <a:off x="8039100" y="1714500"/>
            <a:ext cx="457200" cy="304800"/>
            <a:chOff x="8039100" y="1714500"/>
            <a:chExt cx="457200" cy="304800"/>
          </a:xfrm>
        </p:grpSpPr>
        <p:sp>
          <p:nvSpPr>
            <p:cNvPr id="30" name="node25.text"/>
            <p:cNvSpPr/>
            <p:nvPr/>
          </p:nvSpPr>
          <p:spPr>
            <a:xfrm>
              <a:off x="8039100" y="17145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5" name="node26"/>
          <p:cNvGrpSpPr/>
          <p:nvPr/>
        </p:nvGrpSpPr>
        <p:grpSpPr>
          <a:xfrm>
            <a:off x="8496300" y="1714500"/>
            <a:ext cx="2971800" cy="304800"/>
            <a:chOff x="8496300" y="1714500"/>
            <a:chExt cx="2971800" cy="304800"/>
          </a:xfrm>
        </p:grpSpPr>
        <p:sp>
          <p:nvSpPr>
            <p:cNvPr id="31" name="node26.text"/>
            <p:cNvSpPr/>
            <p:nvPr/>
          </p:nvSpPr>
          <p:spPr>
            <a:xfrm>
              <a:off x="8496300" y="17145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6" name="node27"/>
          <p:cNvGrpSpPr/>
          <p:nvPr/>
        </p:nvGrpSpPr>
        <p:grpSpPr>
          <a:xfrm>
            <a:off x="8496300" y="2171700"/>
            <a:ext cx="2971800" cy="266700"/>
            <a:chOff x="8496300" y="2171700"/>
            <a:chExt cx="2971800" cy="266700"/>
          </a:xfrm>
        </p:grpSpPr>
        <p:sp>
          <p:nvSpPr>
            <p:cNvPr id="32" name="node27.text"/>
            <p:cNvSpPr/>
            <p:nvPr/>
          </p:nvSpPr>
          <p:spPr>
            <a:xfrm>
              <a:off x="8496300" y="21717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28"/>
          <p:cNvGrpSpPr/>
          <p:nvPr/>
        </p:nvGrpSpPr>
        <p:grpSpPr>
          <a:xfrm>
            <a:off x="8496300" y="2438400"/>
            <a:ext cx="2971800" cy="266700"/>
            <a:chOff x="8496300" y="2438400"/>
            <a:chExt cx="2971800" cy="266700"/>
          </a:xfrm>
        </p:grpSpPr>
        <p:sp>
          <p:nvSpPr>
            <p:cNvPr id="33" name="node28.text"/>
            <p:cNvSpPr/>
            <p:nvPr/>
          </p:nvSpPr>
          <p:spPr>
            <a:xfrm>
              <a:off x="8496300" y="24384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Assumptions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8" name="node29"/>
          <p:cNvGrpSpPr/>
          <p:nvPr/>
        </p:nvGrpSpPr>
        <p:grpSpPr>
          <a:xfrm>
            <a:off x="8496300" y="2705100"/>
            <a:ext cx="2971800" cy="266700"/>
            <a:chOff x="8496300" y="2705100"/>
            <a:chExt cx="2971800" cy="266700"/>
          </a:xfrm>
        </p:grpSpPr>
        <p:sp>
          <p:nvSpPr>
            <p:cNvPr id="34" name="node29.text"/>
            <p:cNvSpPr/>
            <p:nvPr/>
          </p:nvSpPr>
          <p:spPr>
            <a:xfrm>
              <a:off x="8496300" y="2705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case and payback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5" name="node30"/>
          <p:cNvSpPr/>
          <p:nvPr/>
        </p:nvSpPr>
        <p:spPr>
          <a:xfrm>
            <a:off x="80391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9" name="node31"/>
          <p:cNvGrpSpPr/>
          <p:nvPr/>
        </p:nvGrpSpPr>
        <p:grpSpPr>
          <a:xfrm>
            <a:off x="8039100" y="3771900"/>
            <a:ext cx="457200" cy="304800"/>
            <a:chOff x="8039100" y="3771900"/>
            <a:chExt cx="457200" cy="304800"/>
          </a:xfrm>
        </p:grpSpPr>
        <p:sp>
          <p:nvSpPr>
            <p:cNvPr id="36" name="node31.text"/>
            <p:cNvSpPr/>
            <p:nvPr/>
          </p:nvSpPr>
          <p:spPr>
            <a:xfrm>
              <a:off x="8039100" y="37719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0" name="node32"/>
          <p:cNvGrpSpPr/>
          <p:nvPr/>
        </p:nvGrpSpPr>
        <p:grpSpPr>
          <a:xfrm>
            <a:off x="8496300" y="3771900"/>
            <a:ext cx="2971800" cy="304800"/>
            <a:chOff x="8496300" y="3771900"/>
            <a:chExt cx="2971800" cy="304800"/>
          </a:xfrm>
        </p:grpSpPr>
        <p:sp>
          <p:nvSpPr>
            <p:cNvPr id="37" name="node32.text"/>
            <p:cNvSpPr/>
            <p:nvPr/>
          </p:nvSpPr>
          <p:spPr>
            <a:xfrm>
              <a:off x="8496300" y="37719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1" name="node33"/>
          <p:cNvGrpSpPr/>
          <p:nvPr/>
        </p:nvGrpSpPr>
        <p:grpSpPr>
          <a:xfrm>
            <a:off x="8496300" y="4229100"/>
            <a:ext cx="2971800" cy="266700"/>
            <a:chOff x="8496300" y="4229100"/>
            <a:chExt cx="2971800" cy="266700"/>
          </a:xfrm>
        </p:grpSpPr>
        <p:sp>
          <p:nvSpPr>
            <p:cNvPr id="38" name="node33.text"/>
            <p:cNvSpPr/>
            <p:nvPr/>
          </p:nvSpPr>
          <p:spPr>
            <a:xfrm>
              <a:off x="8496300" y="42291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34"/>
          <p:cNvGrpSpPr/>
          <p:nvPr/>
        </p:nvGrpSpPr>
        <p:grpSpPr>
          <a:xfrm>
            <a:off x="8496300" y="4495800"/>
            <a:ext cx="2971800" cy="266700"/>
            <a:chOff x="8496300" y="4495800"/>
            <a:chExt cx="2971800" cy="266700"/>
          </a:xfrm>
        </p:grpSpPr>
        <p:sp>
          <p:nvSpPr>
            <p:cNvPr id="39" name="node34.text"/>
            <p:cNvSpPr/>
            <p:nvPr/>
          </p:nvSpPr>
          <p:spPr>
            <a:xfrm>
              <a:off x="8496300" y="4495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Comparable client results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35"/>
          <p:cNvGrpSpPr/>
          <p:nvPr/>
        </p:nvGrpSpPr>
        <p:grpSpPr>
          <a:xfrm>
            <a:off x="8496300" y="4762500"/>
            <a:ext cx="2971800" cy="266700"/>
            <a:chOff x="8496300" y="4762500"/>
            <a:chExt cx="2971800" cy="266700"/>
          </a:xfrm>
        </p:grpSpPr>
        <p:sp>
          <p:nvSpPr>
            <p:cNvPr id="40" name="node35.text"/>
            <p:cNvSpPr/>
            <p:nvPr/>
          </p:nvSpPr>
          <p:spPr>
            <a:xfrm>
              <a:off x="8496300" y="47625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References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4" name="node36"/>
          <p:cNvGrpSpPr/>
          <p:nvPr/>
        </p:nvGrpSpPr>
        <p:grpSpPr>
          <a:xfrm>
            <a:off x="8496300" y="5029200"/>
            <a:ext cx="2971800" cy="266700"/>
            <a:chOff x="8496300" y="5029200"/>
            <a:chExt cx="2971800" cy="266700"/>
          </a:xfrm>
        </p:grpSpPr>
        <p:sp>
          <p:nvSpPr>
            <p:cNvPr id="41" name="node36.text"/>
            <p:cNvSpPr/>
            <p:nvPr/>
          </p:nvSpPr>
          <p:spPr>
            <a:xfrm>
              <a:off x="8496300" y="50292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Our commitment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CONTENTS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Where to find each part of the proposal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8" name="node01"/>
          <p:cNvGrpSpPr/>
          <p:nvPr/>
        </p:nvGrpSpPr>
        <p:grpSpPr>
          <a:xfrm>
            <a:off x="723900" y="1600200"/>
            <a:ext cx="5257800" cy="4191000"/>
            <a:chOff x="723900" y="1600200"/>
            <a:chExt cx="5257800" cy="4191000"/>
          </a:xfrm>
        </p:grpSpPr>
        <p:sp>
          <p:nvSpPr>
            <p:cNvPr id="6" name="node01.item.source-001.number"/>
            <p:cNvSpPr/>
            <p:nvPr/>
          </p:nvSpPr>
          <p:spPr>
            <a:xfrm>
              <a:off x="723900" y="16002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" name="node01.item.source-001.text"/>
            <p:cNvSpPr/>
            <p:nvPr/>
          </p:nvSpPr>
          <p:spPr>
            <a:xfrm>
              <a:off x="1181100" y="1600200"/>
              <a:ext cx="200077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item.source-001.page"/>
            <p:cNvSpPr/>
            <p:nvPr/>
          </p:nvSpPr>
          <p:spPr>
            <a:xfrm>
              <a:off x="5638800" y="1600200"/>
              <a:ext cx="342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item.source-001.leader"/>
            <p:cNvSpPr/>
            <p:nvPr/>
          </p:nvSpPr>
          <p:spPr>
            <a:xfrm>
              <a:off x="3294903" y="1854200"/>
              <a:ext cx="2229597" cy="0"/>
            </a:xfrm>
            <a:custGeom>
              <a:avLst/>
              <a:gdLst/>
              <a:ahLst/>
              <a:cxnLst/>
              <a:rect l="l" t="t" r="r" b="b"/>
              <a:pathLst>
                <a:path w="2229597">
                  <a:moveTo>
                    <a:pt x="0" y="0"/>
                  </a:moveTo>
                  <a:lnTo>
                    <a:pt x="2229597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0" name="node01.item.source-002.text"/>
            <p:cNvSpPr/>
            <p:nvPr/>
          </p:nvSpPr>
          <p:spPr>
            <a:xfrm>
              <a:off x="1181100" y="1943100"/>
              <a:ext cx="216662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Your goals and constraints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item.source-002.page"/>
            <p:cNvSpPr/>
            <p:nvPr/>
          </p:nvSpPr>
          <p:spPr>
            <a:xfrm>
              <a:off x="5638800" y="19431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item.source-002.leader"/>
            <p:cNvSpPr/>
            <p:nvPr/>
          </p:nvSpPr>
          <p:spPr>
            <a:xfrm>
              <a:off x="3460750" y="2159000"/>
              <a:ext cx="2063750" cy="0"/>
            </a:xfrm>
            <a:custGeom>
              <a:avLst/>
              <a:gdLst/>
              <a:ahLst/>
              <a:cxnLst/>
              <a:rect l="l" t="t" r="r" b="b"/>
              <a:pathLst>
                <a:path w="2063750">
                  <a:moveTo>
                    <a:pt x="0" y="0"/>
                  </a:moveTo>
                  <a:lnTo>
                    <a:pt x="20637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3" name="node01.item.source-003.text"/>
            <p:cNvSpPr/>
            <p:nvPr/>
          </p:nvSpPr>
          <p:spPr>
            <a:xfrm>
              <a:off x="1181100" y="2247900"/>
              <a:ext cx="175704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close cycle today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item.source-003.page"/>
            <p:cNvSpPr/>
            <p:nvPr/>
          </p:nvSpPr>
          <p:spPr>
            <a:xfrm>
              <a:off x="5638800" y="22479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4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item.source-003.leader"/>
            <p:cNvSpPr/>
            <p:nvPr/>
          </p:nvSpPr>
          <p:spPr>
            <a:xfrm>
              <a:off x="3051175" y="2463800"/>
              <a:ext cx="2473325" cy="0"/>
            </a:xfrm>
            <a:custGeom>
              <a:avLst/>
              <a:gdLst/>
              <a:ahLst/>
              <a:cxnLst/>
              <a:rect l="l" t="t" r="r" b="b"/>
              <a:pathLst>
                <a:path w="2473325">
                  <a:moveTo>
                    <a:pt x="0" y="0"/>
                  </a:moveTo>
                  <a:lnTo>
                    <a:pt x="24733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6" name="node01.item.source-004.text"/>
            <p:cNvSpPr/>
            <p:nvPr/>
          </p:nvSpPr>
          <p:spPr>
            <a:xfrm>
              <a:off x="1181100" y="2552700"/>
              <a:ext cx="167132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Pain points by entity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item.source-004.page"/>
            <p:cNvSpPr/>
            <p:nvPr/>
          </p:nvSpPr>
          <p:spPr>
            <a:xfrm>
              <a:off x="5638800" y="25527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item.source-004.leader"/>
            <p:cNvSpPr/>
            <p:nvPr/>
          </p:nvSpPr>
          <p:spPr>
            <a:xfrm>
              <a:off x="2965450" y="2768600"/>
              <a:ext cx="2559050" cy="0"/>
            </a:xfrm>
            <a:custGeom>
              <a:avLst/>
              <a:gdLst/>
              <a:ahLst/>
              <a:cxnLst/>
              <a:rect l="l" t="t" r="r" b="b"/>
              <a:pathLst>
                <a:path w="2559050">
                  <a:moveTo>
                    <a:pt x="0" y="0"/>
                  </a:moveTo>
                  <a:lnTo>
                    <a:pt x="255905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19" name="node01.item.source-005.rule"/>
            <p:cNvSpPr/>
            <p:nvPr/>
          </p:nvSpPr>
          <p:spPr>
            <a:xfrm>
              <a:off x="723900" y="2933700"/>
              <a:ext cx="5257800" cy="0"/>
            </a:xfrm>
            <a:custGeom>
              <a:avLst/>
              <a:gdLst/>
              <a:ahLst/>
              <a:cxnLst/>
              <a:rect l="l" t="t" r="r" b="b"/>
              <a:pathLst>
                <a:path w="5257800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20" name="node01.item.source-005.number"/>
            <p:cNvSpPr/>
            <p:nvPr/>
          </p:nvSpPr>
          <p:spPr>
            <a:xfrm>
              <a:off x="723900" y="30861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item.source-005.text"/>
            <p:cNvSpPr/>
            <p:nvPr/>
          </p:nvSpPr>
          <p:spPr>
            <a:xfrm>
              <a:off x="1181100" y="3086100"/>
              <a:ext cx="1059314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2" name="node01.item.source-005.page"/>
            <p:cNvSpPr/>
            <p:nvPr/>
          </p:nvSpPr>
          <p:spPr>
            <a:xfrm>
              <a:off x="5638800" y="3086100"/>
              <a:ext cx="342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9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item.source-005.leader"/>
            <p:cNvSpPr/>
            <p:nvPr/>
          </p:nvSpPr>
          <p:spPr>
            <a:xfrm>
              <a:off x="2353444" y="3340100"/>
              <a:ext cx="3171056" cy="0"/>
            </a:xfrm>
            <a:custGeom>
              <a:avLst/>
              <a:gdLst/>
              <a:ahLst/>
              <a:cxnLst/>
              <a:rect l="l" t="t" r="r" b="b"/>
              <a:pathLst>
                <a:path w="3171056">
                  <a:moveTo>
                    <a:pt x="0" y="0"/>
                  </a:moveTo>
                  <a:lnTo>
                    <a:pt x="3171056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4" name="node01.item.source-006.text"/>
            <p:cNvSpPr/>
            <p:nvPr/>
          </p:nvSpPr>
          <p:spPr>
            <a:xfrm>
              <a:off x="1181100" y="3429000"/>
              <a:ext cx="148875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Guiding principles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1.item.source-006.page"/>
            <p:cNvSpPr/>
            <p:nvPr/>
          </p:nvSpPr>
          <p:spPr>
            <a:xfrm>
              <a:off x="5638800" y="34290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9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item.source-006.leader"/>
            <p:cNvSpPr/>
            <p:nvPr/>
          </p:nvSpPr>
          <p:spPr>
            <a:xfrm>
              <a:off x="2782888" y="3644900"/>
              <a:ext cx="2741613" cy="0"/>
            </a:xfrm>
            <a:custGeom>
              <a:avLst/>
              <a:gdLst/>
              <a:ahLst/>
              <a:cxnLst/>
              <a:rect l="l" t="t" r="r" b="b"/>
              <a:pathLst>
                <a:path w="2741613">
                  <a:moveTo>
                    <a:pt x="0" y="0"/>
                  </a:moveTo>
                  <a:lnTo>
                    <a:pt x="274161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27" name="node01.item.source-007.text"/>
            <p:cNvSpPr/>
            <p:nvPr/>
          </p:nvSpPr>
          <p:spPr>
            <a:xfrm>
              <a:off x="1181100" y="3733800"/>
              <a:ext cx="139033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Three-wave plan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item.source-007.page"/>
            <p:cNvSpPr/>
            <p:nvPr/>
          </p:nvSpPr>
          <p:spPr>
            <a:xfrm>
              <a:off x="5638800" y="37338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10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item.source-007.leader"/>
            <p:cNvSpPr/>
            <p:nvPr/>
          </p:nvSpPr>
          <p:spPr>
            <a:xfrm>
              <a:off x="2684463" y="3949700"/>
              <a:ext cx="2840038" cy="0"/>
            </a:xfrm>
            <a:custGeom>
              <a:avLst/>
              <a:gdLst/>
              <a:ahLst/>
              <a:cxnLst/>
              <a:rect l="l" t="t" r="r" b="b"/>
              <a:pathLst>
                <a:path w="2840038">
                  <a:moveTo>
                    <a:pt x="0" y="0"/>
                  </a:moveTo>
                  <a:lnTo>
                    <a:pt x="28400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0" name="node01.item.source-008.text"/>
            <p:cNvSpPr/>
            <p:nvPr/>
          </p:nvSpPr>
          <p:spPr>
            <a:xfrm>
              <a:off x="1181100" y="4038600"/>
              <a:ext cx="206343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Governance and cadence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1.item.source-008.page"/>
            <p:cNvSpPr/>
            <p:nvPr/>
          </p:nvSpPr>
          <p:spPr>
            <a:xfrm>
              <a:off x="5638800" y="40386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12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item.source-008.leader"/>
            <p:cNvSpPr/>
            <p:nvPr/>
          </p:nvSpPr>
          <p:spPr>
            <a:xfrm>
              <a:off x="3357563" y="4254500"/>
              <a:ext cx="2166938" cy="0"/>
            </a:xfrm>
            <a:custGeom>
              <a:avLst/>
              <a:gdLst/>
              <a:ahLst/>
              <a:cxnLst/>
              <a:rect l="l" t="t" r="r" b="b"/>
              <a:pathLst>
                <a:path w="2166938">
                  <a:moveTo>
                    <a:pt x="0" y="0"/>
                  </a:moveTo>
                  <a:lnTo>
                    <a:pt x="21669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3" name="node01.item.source-009.rule"/>
            <p:cNvSpPr/>
            <p:nvPr/>
          </p:nvSpPr>
          <p:spPr>
            <a:xfrm>
              <a:off x="723900" y="4419600"/>
              <a:ext cx="5257800" cy="0"/>
            </a:xfrm>
            <a:custGeom>
              <a:avLst/>
              <a:gdLst/>
              <a:ahLst/>
              <a:cxnLst/>
              <a:rect l="l" t="t" r="r" b="b"/>
              <a:pathLst>
                <a:path w="5257800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4" name="node01.item.source-009.number"/>
            <p:cNvSpPr/>
            <p:nvPr/>
          </p:nvSpPr>
          <p:spPr>
            <a:xfrm>
              <a:off x="723900" y="45720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5" name="node01.item.source-009.text"/>
            <p:cNvSpPr/>
            <p:nvPr/>
          </p:nvSpPr>
          <p:spPr>
            <a:xfrm>
              <a:off x="1181100" y="4572000"/>
              <a:ext cx="916439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01.item.source-009.page"/>
            <p:cNvSpPr/>
            <p:nvPr/>
          </p:nvSpPr>
          <p:spPr>
            <a:xfrm>
              <a:off x="5638800" y="4572000"/>
              <a:ext cx="342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14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7" name="node01.item.source-009.leader"/>
            <p:cNvSpPr/>
            <p:nvPr/>
          </p:nvSpPr>
          <p:spPr>
            <a:xfrm>
              <a:off x="2210569" y="4826000"/>
              <a:ext cx="3313931" cy="0"/>
            </a:xfrm>
            <a:custGeom>
              <a:avLst/>
              <a:gdLst/>
              <a:ahLst/>
              <a:cxnLst/>
              <a:rect l="l" t="t" r="r" b="b"/>
              <a:pathLst>
                <a:path w="3313931">
                  <a:moveTo>
                    <a:pt x="0" y="0"/>
                  </a:moveTo>
                  <a:lnTo>
                    <a:pt x="3313931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38" name="node01.item.source-010.text"/>
            <p:cNvSpPr/>
            <p:nvPr/>
          </p:nvSpPr>
          <p:spPr>
            <a:xfrm>
              <a:off x="1181100" y="4914900"/>
              <a:ext cx="191420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operating model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1.item.source-010.page"/>
            <p:cNvSpPr/>
            <p:nvPr/>
          </p:nvSpPr>
          <p:spPr>
            <a:xfrm>
              <a:off x="5638800" y="49149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14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0" name="node01.item.source-010.leader"/>
            <p:cNvSpPr/>
            <p:nvPr/>
          </p:nvSpPr>
          <p:spPr>
            <a:xfrm>
              <a:off x="3208338" y="5130800"/>
              <a:ext cx="2316163" cy="0"/>
            </a:xfrm>
            <a:custGeom>
              <a:avLst/>
              <a:gdLst/>
              <a:ahLst/>
              <a:cxnLst/>
              <a:rect l="l" t="t" r="r" b="b"/>
              <a:pathLst>
                <a:path w="2316163">
                  <a:moveTo>
                    <a:pt x="0" y="0"/>
                  </a:moveTo>
                  <a:lnTo>
                    <a:pt x="23161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1" name="node01.item.source-011.text"/>
            <p:cNvSpPr/>
            <p:nvPr/>
          </p:nvSpPr>
          <p:spPr>
            <a:xfrm>
              <a:off x="1181100" y="5219700"/>
              <a:ext cx="203327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Systems and automation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01.item.source-011.page"/>
            <p:cNvSpPr/>
            <p:nvPr/>
          </p:nvSpPr>
          <p:spPr>
            <a:xfrm>
              <a:off x="5638800" y="52197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15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item.source-011.leader"/>
            <p:cNvSpPr/>
            <p:nvPr/>
          </p:nvSpPr>
          <p:spPr>
            <a:xfrm>
              <a:off x="3327400" y="5435600"/>
              <a:ext cx="2197100" cy="0"/>
            </a:xfrm>
            <a:custGeom>
              <a:avLst/>
              <a:gdLst/>
              <a:ahLst/>
              <a:cxnLst/>
              <a:rect l="l" t="t" r="r" b="b"/>
              <a:pathLst>
                <a:path w="2197100">
                  <a:moveTo>
                    <a:pt x="0" y="0"/>
                  </a:moveTo>
                  <a:lnTo>
                    <a:pt x="21971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44" name="node01.item.source-012.text"/>
            <p:cNvSpPr/>
            <p:nvPr/>
          </p:nvSpPr>
          <p:spPr>
            <a:xfrm>
              <a:off x="1181100" y="5524500"/>
              <a:ext cx="233489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Controls and audit readiness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1.item.source-012.page"/>
            <p:cNvSpPr/>
            <p:nvPr/>
          </p:nvSpPr>
          <p:spPr>
            <a:xfrm>
              <a:off x="5638800" y="55245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18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item.source-012.leader"/>
            <p:cNvSpPr/>
            <p:nvPr/>
          </p:nvSpPr>
          <p:spPr>
            <a:xfrm>
              <a:off x="3629025" y="5740400"/>
              <a:ext cx="1895475" cy="0"/>
            </a:xfrm>
            <a:custGeom>
              <a:avLst/>
              <a:gdLst/>
              <a:ahLst/>
              <a:cxnLst/>
              <a:rect l="l" t="t" r="r" b="b"/>
              <a:pathLst>
                <a:path w="189547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  <p:grpSp>
        <p:nvGrpSpPr>
          <p:cNvPr id="89" name="node02"/>
          <p:cNvGrpSpPr/>
          <p:nvPr/>
        </p:nvGrpSpPr>
        <p:grpSpPr>
          <a:xfrm>
            <a:off x="6210300" y="1600200"/>
            <a:ext cx="5257800" cy="4191000"/>
            <a:chOff x="6210300" y="1600200"/>
            <a:chExt cx="5257800" cy="4191000"/>
          </a:xfrm>
        </p:grpSpPr>
        <p:sp>
          <p:nvSpPr>
            <p:cNvPr id="47" name="node02.item.source-001.number"/>
            <p:cNvSpPr/>
            <p:nvPr/>
          </p:nvSpPr>
          <p:spPr>
            <a:xfrm>
              <a:off x="6210300" y="16002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2.item.source-001.text"/>
            <p:cNvSpPr/>
            <p:nvPr/>
          </p:nvSpPr>
          <p:spPr>
            <a:xfrm>
              <a:off x="6667500" y="1600200"/>
              <a:ext cx="633479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02.item.source-001.page"/>
            <p:cNvSpPr/>
            <p:nvPr/>
          </p:nvSpPr>
          <p:spPr>
            <a:xfrm>
              <a:off x="11125200" y="1600200"/>
              <a:ext cx="342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2.item.source-001.leader"/>
            <p:cNvSpPr/>
            <p:nvPr/>
          </p:nvSpPr>
          <p:spPr>
            <a:xfrm>
              <a:off x="7414009" y="1854200"/>
              <a:ext cx="3596891" cy="0"/>
            </a:xfrm>
            <a:custGeom>
              <a:avLst/>
              <a:gdLst/>
              <a:ahLst/>
              <a:cxnLst/>
              <a:rect l="l" t="t" r="r" b="b"/>
              <a:pathLst>
                <a:path w="3596891">
                  <a:moveTo>
                    <a:pt x="0" y="0"/>
                  </a:moveTo>
                  <a:lnTo>
                    <a:pt x="3596891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1" name="node02.item.source-002.text"/>
            <p:cNvSpPr/>
            <p:nvPr/>
          </p:nvSpPr>
          <p:spPr>
            <a:xfrm>
              <a:off x="6667500" y="1943100"/>
              <a:ext cx="193484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Engagement leadership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2.item.source-002.page"/>
            <p:cNvSpPr/>
            <p:nvPr/>
          </p:nvSpPr>
          <p:spPr>
            <a:xfrm>
              <a:off x="11125200" y="19431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22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3" name="node02.item.source-002.leader"/>
            <p:cNvSpPr/>
            <p:nvPr/>
          </p:nvSpPr>
          <p:spPr>
            <a:xfrm>
              <a:off x="8715375" y="2159000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>
                  <a:moveTo>
                    <a:pt x="0" y="0"/>
                  </a:moveTo>
                  <a:lnTo>
                    <a:pt x="22955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4" name="node02.item.source-003.text"/>
            <p:cNvSpPr/>
            <p:nvPr/>
          </p:nvSpPr>
          <p:spPr>
            <a:xfrm>
              <a:off x="6667500" y="2247900"/>
              <a:ext cx="114903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Delivery team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5" name="node02.item.source-003.page"/>
            <p:cNvSpPr/>
            <p:nvPr/>
          </p:nvSpPr>
          <p:spPr>
            <a:xfrm>
              <a:off x="11125200" y="22479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23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6" name="node02.item.source-003.leader"/>
            <p:cNvSpPr/>
            <p:nvPr/>
          </p:nvSpPr>
          <p:spPr>
            <a:xfrm>
              <a:off x="7929563" y="2463800"/>
              <a:ext cx="3081338" cy="0"/>
            </a:xfrm>
            <a:custGeom>
              <a:avLst/>
              <a:gdLst/>
              <a:ahLst/>
              <a:cxnLst/>
              <a:rect l="l" t="t" r="r" b="b"/>
              <a:pathLst>
                <a:path w="3081338">
                  <a:moveTo>
                    <a:pt x="0" y="0"/>
                  </a:moveTo>
                  <a:lnTo>
                    <a:pt x="308133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57" name="node02.item.source-004.text"/>
            <p:cNvSpPr/>
            <p:nvPr/>
          </p:nvSpPr>
          <p:spPr>
            <a:xfrm>
              <a:off x="6667500" y="2552700"/>
              <a:ext cx="135540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Your team's role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02.item.source-004.page"/>
            <p:cNvSpPr/>
            <p:nvPr/>
          </p:nvSpPr>
          <p:spPr>
            <a:xfrm>
              <a:off x="11125200" y="25527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25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2.item.source-004.leader"/>
            <p:cNvSpPr/>
            <p:nvPr/>
          </p:nvSpPr>
          <p:spPr>
            <a:xfrm>
              <a:off x="8135938" y="2768600"/>
              <a:ext cx="2874963" cy="0"/>
            </a:xfrm>
            <a:custGeom>
              <a:avLst/>
              <a:gdLst/>
              <a:ahLst/>
              <a:cxnLst/>
              <a:rect l="l" t="t" r="r" b="b"/>
              <a:pathLst>
                <a:path w="2874963">
                  <a:moveTo>
                    <a:pt x="0" y="0"/>
                  </a:moveTo>
                  <a:lnTo>
                    <a:pt x="2874963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0" name="node02.item.source-005.rule"/>
            <p:cNvSpPr/>
            <p:nvPr/>
          </p:nvSpPr>
          <p:spPr>
            <a:xfrm>
              <a:off x="6210300" y="2933700"/>
              <a:ext cx="5257800" cy="0"/>
            </a:xfrm>
            <a:custGeom>
              <a:avLst/>
              <a:gdLst/>
              <a:ahLst/>
              <a:cxnLst/>
              <a:rect l="l" t="t" r="r" b="b"/>
              <a:pathLst>
                <a:path w="5257800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1" name="node02.item.source-005.number"/>
            <p:cNvSpPr/>
            <p:nvPr/>
          </p:nvSpPr>
          <p:spPr>
            <a:xfrm>
              <a:off x="6210300" y="30861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2.item.source-005.text"/>
            <p:cNvSpPr/>
            <p:nvPr/>
          </p:nvSpPr>
          <p:spPr>
            <a:xfrm>
              <a:off x="6667500" y="3086100"/>
              <a:ext cx="1414409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02.item.source-005.page"/>
            <p:cNvSpPr/>
            <p:nvPr/>
          </p:nvSpPr>
          <p:spPr>
            <a:xfrm>
              <a:off x="11125200" y="3086100"/>
              <a:ext cx="342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26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4" name="node02.item.source-005.leader"/>
            <p:cNvSpPr/>
            <p:nvPr/>
          </p:nvSpPr>
          <p:spPr>
            <a:xfrm>
              <a:off x="8194939" y="3340100"/>
              <a:ext cx="2815961" cy="0"/>
            </a:xfrm>
            <a:custGeom>
              <a:avLst/>
              <a:gdLst/>
              <a:ahLst/>
              <a:cxnLst/>
              <a:rect l="l" t="t" r="r" b="b"/>
              <a:pathLst>
                <a:path w="2815961">
                  <a:moveTo>
                    <a:pt x="0" y="0"/>
                  </a:moveTo>
                  <a:lnTo>
                    <a:pt x="2815961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5" name="node02.item.source-006.text"/>
            <p:cNvSpPr/>
            <p:nvPr/>
          </p:nvSpPr>
          <p:spPr>
            <a:xfrm>
              <a:off x="6667500" y="3429000"/>
              <a:ext cx="119189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6" name="node02.item.source-006.page"/>
            <p:cNvSpPr/>
            <p:nvPr/>
          </p:nvSpPr>
          <p:spPr>
            <a:xfrm>
              <a:off x="11125200" y="34290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26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7" name="node02.item.source-006.leader"/>
            <p:cNvSpPr/>
            <p:nvPr/>
          </p:nvSpPr>
          <p:spPr>
            <a:xfrm>
              <a:off x="7972425" y="3644900"/>
              <a:ext cx="3038475" cy="0"/>
            </a:xfrm>
            <a:custGeom>
              <a:avLst/>
              <a:gdLst/>
              <a:ahLst/>
              <a:cxnLst/>
              <a:rect l="l" t="t" r="r" b="b"/>
              <a:pathLst>
                <a:path w="3038475">
                  <a:moveTo>
                    <a:pt x="0" y="0"/>
                  </a:moveTo>
                  <a:lnTo>
                    <a:pt x="303847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68" name="node02.item.source-007.text"/>
            <p:cNvSpPr/>
            <p:nvPr/>
          </p:nvSpPr>
          <p:spPr>
            <a:xfrm>
              <a:off x="6667500" y="3733800"/>
              <a:ext cx="109664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Assumptions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02.item.source-007.page"/>
            <p:cNvSpPr/>
            <p:nvPr/>
          </p:nvSpPr>
          <p:spPr>
            <a:xfrm>
              <a:off x="11125200" y="37338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27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0" name="node02.item.source-007.leader"/>
            <p:cNvSpPr/>
            <p:nvPr/>
          </p:nvSpPr>
          <p:spPr>
            <a:xfrm>
              <a:off x="7877175" y="3949700"/>
              <a:ext cx="3133725" cy="0"/>
            </a:xfrm>
            <a:custGeom>
              <a:avLst/>
              <a:gdLst/>
              <a:ahLst/>
              <a:cxnLst/>
              <a:rect l="l" t="t" r="r" b="b"/>
              <a:pathLst>
                <a:path w="3133725">
                  <a:moveTo>
                    <a:pt x="0" y="0"/>
                  </a:moveTo>
                  <a:lnTo>
                    <a:pt x="3133725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1" name="node02.item.source-008.text"/>
            <p:cNvSpPr/>
            <p:nvPr/>
          </p:nvSpPr>
          <p:spPr>
            <a:xfrm>
              <a:off x="6667500" y="4038600"/>
              <a:ext cx="223488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case and payback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2" name="node02.item.source-008.page"/>
            <p:cNvSpPr/>
            <p:nvPr/>
          </p:nvSpPr>
          <p:spPr>
            <a:xfrm>
              <a:off x="11125200" y="40386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28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3" name="node02.item.source-008.leader"/>
            <p:cNvSpPr/>
            <p:nvPr/>
          </p:nvSpPr>
          <p:spPr>
            <a:xfrm>
              <a:off x="9015413" y="4254500"/>
              <a:ext cx="1995487" cy="0"/>
            </a:xfrm>
            <a:custGeom>
              <a:avLst/>
              <a:gdLst/>
              <a:ahLst/>
              <a:cxnLst/>
              <a:rect l="l" t="t" r="r" b="b"/>
              <a:pathLst>
                <a:path w="1995487">
                  <a:moveTo>
                    <a:pt x="0" y="0"/>
                  </a:moveTo>
                  <a:lnTo>
                    <a:pt x="1995487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4" name="node02.item.source-009.rule"/>
            <p:cNvSpPr/>
            <p:nvPr/>
          </p:nvSpPr>
          <p:spPr>
            <a:xfrm>
              <a:off x="6210300" y="4419600"/>
              <a:ext cx="5257800" cy="0"/>
            </a:xfrm>
            <a:custGeom>
              <a:avLst/>
              <a:gdLst/>
              <a:ahLst/>
              <a:cxnLst/>
              <a:rect l="l" t="t" r="r" b="b"/>
              <a:pathLst>
                <a:path w="5257800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75" name="node02.item.source-009.number"/>
            <p:cNvSpPr/>
            <p:nvPr/>
          </p:nvSpPr>
          <p:spPr>
            <a:xfrm>
              <a:off x="6210300" y="45720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6" name="node02.item.source-009.text"/>
            <p:cNvSpPr/>
            <p:nvPr/>
          </p:nvSpPr>
          <p:spPr>
            <a:xfrm>
              <a:off x="6667500" y="4572000"/>
              <a:ext cx="1938668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7" name="node02.item.source-009.page"/>
            <p:cNvSpPr/>
            <p:nvPr/>
          </p:nvSpPr>
          <p:spPr>
            <a:xfrm>
              <a:off x="11125200" y="4572000"/>
              <a:ext cx="342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30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8" name="node02.item.source-009.leader"/>
            <p:cNvSpPr/>
            <p:nvPr/>
          </p:nvSpPr>
          <p:spPr>
            <a:xfrm>
              <a:off x="8719198" y="4826000"/>
              <a:ext cx="2291702" cy="0"/>
            </a:xfrm>
            <a:custGeom>
              <a:avLst/>
              <a:gdLst/>
              <a:ahLst/>
              <a:cxnLst/>
              <a:rect l="l" t="t" r="r" b="b"/>
              <a:pathLst>
                <a:path w="2291702">
                  <a:moveTo>
                    <a:pt x="0" y="0"/>
                  </a:moveTo>
                  <a:lnTo>
                    <a:pt x="2291702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79" name="node02.item.source-010.text"/>
            <p:cNvSpPr/>
            <p:nvPr/>
          </p:nvSpPr>
          <p:spPr>
            <a:xfrm>
              <a:off x="6667500" y="4914900"/>
              <a:ext cx="247618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0" name="node02.item.source-010.page"/>
            <p:cNvSpPr/>
            <p:nvPr/>
          </p:nvSpPr>
          <p:spPr>
            <a:xfrm>
              <a:off x="11125200" y="49149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30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1" name="node02.item.source-010.leader"/>
            <p:cNvSpPr/>
            <p:nvPr/>
          </p:nvSpPr>
          <p:spPr>
            <a:xfrm>
              <a:off x="9256713" y="5130800"/>
              <a:ext cx="1754188" cy="0"/>
            </a:xfrm>
            <a:custGeom>
              <a:avLst/>
              <a:gdLst/>
              <a:ahLst/>
              <a:cxnLst/>
              <a:rect l="l" t="t" r="r" b="b"/>
              <a:pathLst>
                <a:path w="1754188">
                  <a:moveTo>
                    <a:pt x="0" y="0"/>
                  </a:moveTo>
                  <a:lnTo>
                    <a:pt x="1754188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2" name="node02.item.source-011.text"/>
            <p:cNvSpPr/>
            <p:nvPr/>
          </p:nvSpPr>
          <p:spPr>
            <a:xfrm>
              <a:off x="6667500" y="5219700"/>
              <a:ext cx="209677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Comparable client results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3" name="node02.item.source-011.page"/>
            <p:cNvSpPr/>
            <p:nvPr/>
          </p:nvSpPr>
          <p:spPr>
            <a:xfrm>
              <a:off x="11125200" y="52197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4" name="node02.item.source-011.leader"/>
            <p:cNvSpPr/>
            <p:nvPr/>
          </p:nvSpPr>
          <p:spPr>
            <a:xfrm>
              <a:off x="8877300" y="5435600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  <p:sp>
          <p:nvSpPr>
            <p:cNvPr id="85" name="node02.item.source-012.text"/>
            <p:cNvSpPr/>
            <p:nvPr/>
          </p:nvSpPr>
          <p:spPr>
            <a:xfrm>
              <a:off x="6667500" y="5524500"/>
              <a:ext cx="95377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References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6" name="node02.item.source-012.page"/>
            <p:cNvSpPr/>
            <p:nvPr/>
          </p:nvSpPr>
          <p:spPr>
            <a:xfrm>
              <a:off x="11125200" y="5524500"/>
              <a:ext cx="342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1400" spc="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7" name="node02.item.source-012.leader"/>
            <p:cNvSpPr/>
            <p:nvPr/>
          </p:nvSpPr>
          <p:spPr>
            <a:xfrm>
              <a:off x="7734300" y="5740400"/>
              <a:ext cx="3276600" cy="0"/>
            </a:xfrm>
            <a:custGeom>
              <a:avLst/>
              <a:gdLst/>
              <a:ahLst/>
              <a:cxnLst/>
              <a:rect l="l" t="t" r="r" b="b"/>
              <a:pathLst>
                <a:path w="327660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ln w="19050">
              <a:solidFill>
                <a:srgbClr val="50658E"/>
              </a:solidFill>
              <a:prstDash val="dot"/>
            </a:ln>
          </p:spPr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CONTENTS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What sits behind each section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3" name="node01"/>
          <p:cNvGrpSpPr/>
          <p:nvPr/>
        </p:nvGrpSpPr>
        <p:grpSpPr>
          <a:xfrm>
            <a:off x="723900" y="1828800"/>
            <a:ext cx="3429000" cy="533400"/>
            <a:chOff x="723900" y="1828800"/>
            <a:chExt cx="3429000" cy="533400"/>
          </a:xfrm>
        </p:grpSpPr>
        <p:sp>
          <p:nvSpPr>
            <p:cNvPr id="6" name="node01.text"/>
            <p:cNvSpPr/>
            <p:nvPr/>
          </p:nvSpPr>
          <p:spPr>
            <a:xfrm>
              <a:off x="723900" y="1828800"/>
              <a:ext cx="34290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Six sections follow. Appendix items A1 to A6 carry the supporting detail.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4" name="node02"/>
          <p:cNvGrpSpPr/>
          <p:nvPr/>
        </p:nvGrpSpPr>
        <p:grpSpPr>
          <a:xfrm>
            <a:off x="723900" y="3429000"/>
            <a:ext cx="3429000" cy="2514600"/>
            <a:chOff x="723900" y="3429000"/>
            <a:chExt cx="3429000" cy="2514600"/>
          </a:xfrm>
        </p:grpSpPr>
        <p:pic>
          <p:nvPicPr>
            <p:cNvPr id="7" name="node02.image" descr="photo-working-session; canonical SHA256=f25eea9ebc335d07c158bb508fa02b26d745530e58073ce62d884c773d006e8a">    </p:cNvPr>
            <p:cNvPicPr>
              <a:picLocks noChangeAspect="1"/>
            </p:cNvPicPr>
            <p:nvPr/>
          </p:nvPicPr>
          <p:blipFill>
            <a:blip r:embed="rId1"/>
            <a:srcRect l="4523" r="4523" t="0" b="0"/>
            <a:stretch/>
          </p:blipFill>
          <p:spPr>
            <a:xfrm>
              <a:off x="723900" y="3429000"/>
              <a:ext cx="3429000" cy="2514600"/>
            </a:xfrm>
            <a:prstGeom prst="rect">
              <a:avLst/>
            </a:prstGeom>
          </p:spPr>
        </p:pic>
      </p:grpSp>
      <p:sp>
        <p:nvSpPr>
          <p:cNvPr id="8" name="node03"/>
          <p:cNvSpPr/>
          <p:nvPr/>
        </p:nvSpPr>
        <p:spPr>
          <a:xfrm>
            <a:off x="4381500" y="4572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5" name="node04"/>
          <p:cNvGrpSpPr/>
          <p:nvPr/>
        </p:nvGrpSpPr>
        <p:grpSpPr>
          <a:xfrm>
            <a:off x="4381500" y="571500"/>
            <a:ext cx="457200" cy="304800"/>
            <a:chOff x="4381500" y="571500"/>
            <a:chExt cx="457200" cy="304800"/>
          </a:xfrm>
        </p:grpSpPr>
        <p:sp>
          <p:nvSpPr>
            <p:cNvPr id="9" name="node04.text"/>
            <p:cNvSpPr/>
            <p:nvPr/>
          </p:nvSpPr>
          <p:spPr>
            <a:xfrm>
              <a:off x="4381500" y="5715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6" name="node05"/>
          <p:cNvGrpSpPr/>
          <p:nvPr/>
        </p:nvGrpSpPr>
        <p:grpSpPr>
          <a:xfrm>
            <a:off x="4838700" y="571500"/>
            <a:ext cx="2171700" cy="304800"/>
            <a:chOff x="4838700" y="571500"/>
            <a:chExt cx="2171700" cy="304800"/>
          </a:xfrm>
        </p:grpSpPr>
        <p:sp>
          <p:nvSpPr>
            <p:cNvPr id="10" name="node05.text"/>
            <p:cNvSpPr/>
            <p:nvPr/>
          </p:nvSpPr>
          <p:spPr>
            <a:xfrm>
              <a:off x="4838700" y="571500"/>
              <a:ext cx="2171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7" name="node06"/>
          <p:cNvGrpSpPr/>
          <p:nvPr/>
        </p:nvGrpSpPr>
        <p:grpSpPr>
          <a:xfrm>
            <a:off x="7200900" y="590550"/>
            <a:ext cx="4267200" cy="533400"/>
            <a:chOff x="7200900" y="590550"/>
            <a:chExt cx="4267200" cy="533400"/>
          </a:xfrm>
        </p:grpSpPr>
        <p:sp>
          <p:nvSpPr>
            <p:cNvPr id="11" name="node06.text"/>
            <p:cNvSpPr/>
            <p:nvPr/>
          </p:nvSpPr>
          <p:spPr>
            <a:xfrm>
              <a:off x="7200900" y="590550"/>
              <a:ext cx="4267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Your goals and constraints · The close cycle today · Pain points by entity · What success looks like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2" name="node07"/>
          <p:cNvSpPr/>
          <p:nvPr/>
        </p:nvSpPr>
        <p:spPr>
          <a:xfrm>
            <a:off x="4381500" y="13716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8" name="node08"/>
          <p:cNvGrpSpPr/>
          <p:nvPr/>
        </p:nvGrpSpPr>
        <p:grpSpPr>
          <a:xfrm>
            <a:off x="4381500" y="1485900"/>
            <a:ext cx="457200" cy="304800"/>
            <a:chOff x="4381500" y="1485900"/>
            <a:chExt cx="457200" cy="304800"/>
          </a:xfrm>
        </p:grpSpPr>
        <p:sp>
          <p:nvSpPr>
            <p:cNvPr id="13" name="node08.text"/>
            <p:cNvSpPr/>
            <p:nvPr/>
          </p:nvSpPr>
          <p:spPr>
            <a:xfrm>
              <a:off x="4381500" y="14859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9" name="node09"/>
          <p:cNvGrpSpPr/>
          <p:nvPr/>
        </p:nvGrpSpPr>
        <p:grpSpPr>
          <a:xfrm>
            <a:off x="4838700" y="1485900"/>
            <a:ext cx="2171700" cy="304800"/>
            <a:chOff x="4838700" y="1485900"/>
            <a:chExt cx="2171700" cy="304800"/>
          </a:xfrm>
        </p:grpSpPr>
        <p:sp>
          <p:nvSpPr>
            <p:cNvPr id="14" name="node09.text"/>
            <p:cNvSpPr/>
            <p:nvPr/>
          </p:nvSpPr>
          <p:spPr>
            <a:xfrm>
              <a:off x="4838700" y="1485900"/>
              <a:ext cx="2171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0" name="node10"/>
          <p:cNvGrpSpPr/>
          <p:nvPr/>
        </p:nvGrpSpPr>
        <p:grpSpPr>
          <a:xfrm>
            <a:off x="7200900" y="1504950"/>
            <a:ext cx="4267200" cy="533400"/>
            <a:chOff x="7200900" y="1504950"/>
            <a:chExt cx="4267200" cy="533400"/>
          </a:xfrm>
        </p:grpSpPr>
        <p:sp>
          <p:nvSpPr>
            <p:cNvPr id="15" name="node10.text"/>
            <p:cNvSpPr/>
            <p:nvPr/>
          </p:nvSpPr>
          <p:spPr>
            <a:xfrm>
              <a:off x="7200900" y="1504950"/>
              <a:ext cx="4267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Guiding principles · Three-wave plan · Governance and cadence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6" name="node11"/>
          <p:cNvSpPr/>
          <p:nvPr/>
        </p:nvSpPr>
        <p:spPr>
          <a:xfrm>
            <a:off x="4381500" y="22860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1" name="node12"/>
          <p:cNvGrpSpPr/>
          <p:nvPr/>
        </p:nvGrpSpPr>
        <p:grpSpPr>
          <a:xfrm>
            <a:off x="4381500" y="2400300"/>
            <a:ext cx="457200" cy="304800"/>
            <a:chOff x="4381500" y="2400300"/>
            <a:chExt cx="457200" cy="304800"/>
          </a:xfrm>
        </p:grpSpPr>
        <p:sp>
          <p:nvSpPr>
            <p:cNvPr id="17" name="node12.text"/>
            <p:cNvSpPr/>
            <p:nvPr/>
          </p:nvSpPr>
          <p:spPr>
            <a:xfrm>
              <a:off x="4381500" y="24003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2" name="node13"/>
          <p:cNvGrpSpPr/>
          <p:nvPr/>
        </p:nvGrpSpPr>
        <p:grpSpPr>
          <a:xfrm>
            <a:off x="4838700" y="2400300"/>
            <a:ext cx="2171700" cy="304800"/>
            <a:chOff x="4838700" y="2400300"/>
            <a:chExt cx="2171700" cy="304800"/>
          </a:xfrm>
        </p:grpSpPr>
        <p:sp>
          <p:nvSpPr>
            <p:cNvPr id="18" name="node13.text"/>
            <p:cNvSpPr/>
            <p:nvPr/>
          </p:nvSpPr>
          <p:spPr>
            <a:xfrm>
              <a:off x="4838700" y="2400300"/>
              <a:ext cx="2171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3" name="node14"/>
          <p:cNvGrpSpPr/>
          <p:nvPr/>
        </p:nvGrpSpPr>
        <p:grpSpPr>
          <a:xfrm>
            <a:off x="7200900" y="2419350"/>
            <a:ext cx="4267200" cy="533400"/>
            <a:chOff x="7200900" y="2419350"/>
            <a:chExt cx="4267200" cy="533400"/>
          </a:xfrm>
        </p:grpSpPr>
        <p:sp>
          <p:nvSpPr>
            <p:cNvPr id="19" name="node14.text"/>
            <p:cNvSpPr/>
            <p:nvPr/>
          </p:nvSpPr>
          <p:spPr>
            <a:xfrm>
              <a:off x="7200900" y="2419350"/>
              <a:ext cx="4267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Target operating model · Systems and automation · Controls and audit readiness · Change and adoption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0" name="node15"/>
          <p:cNvSpPr/>
          <p:nvPr/>
        </p:nvSpPr>
        <p:spPr>
          <a:xfrm>
            <a:off x="4381500" y="32004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4" name="node16"/>
          <p:cNvGrpSpPr/>
          <p:nvPr/>
        </p:nvGrpSpPr>
        <p:grpSpPr>
          <a:xfrm>
            <a:off x="4381500" y="3314700"/>
            <a:ext cx="457200" cy="304800"/>
            <a:chOff x="4381500" y="3314700"/>
            <a:chExt cx="457200" cy="304800"/>
          </a:xfrm>
        </p:grpSpPr>
        <p:sp>
          <p:nvSpPr>
            <p:cNvPr id="21" name="node16.text"/>
            <p:cNvSpPr/>
            <p:nvPr/>
          </p:nvSpPr>
          <p:spPr>
            <a:xfrm>
              <a:off x="4381500" y="33147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5" name="node17"/>
          <p:cNvGrpSpPr/>
          <p:nvPr/>
        </p:nvGrpSpPr>
        <p:grpSpPr>
          <a:xfrm>
            <a:off x="4838700" y="3314700"/>
            <a:ext cx="2171700" cy="304800"/>
            <a:chOff x="4838700" y="3314700"/>
            <a:chExt cx="2171700" cy="304800"/>
          </a:xfrm>
        </p:grpSpPr>
        <p:sp>
          <p:nvSpPr>
            <p:cNvPr id="22" name="node17.text"/>
            <p:cNvSpPr/>
            <p:nvPr/>
          </p:nvSpPr>
          <p:spPr>
            <a:xfrm>
              <a:off x="4838700" y="3314700"/>
              <a:ext cx="2171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6" name="node18"/>
          <p:cNvGrpSpPr/>
          <p:nvPr/>
        </p:nvGrpSpPr>
        <p:grpSpPr>
          <a:xfrm>
            <a:off x="7200900" y="3333750"/>
            <a:ext cx="4267200" cy="533400"/>
            <a:chOff x="7200900" y="3333750"/>
            <a:chExt cx="4267200" cy="533400"/>
          </a:xfrm>
        </p:grpSpPr>
        <p:sp>
          <p:nvSpPr>
            <p:cNvPr id="23" name="node18.text"/>
            <p:cNvSpPr/>
            <p:nvPr/>
          </p:nvSpPr>
          <p:spPr>
            <a:xfrm>
              <a:off x="7200900" y="3333750"/>
              <a:ext cx="4267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Engagement leadership · Delivery team · Your team's role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4" name="node19"/>
          <p:cNvSpPr/>
          <p:nvPr/>
        </p:nvSpPr>
        <p:spPr>
          <a:xfrm>
            <a:off x="4381500" y="41148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7" name="node20"/>
          <p:cNvGrpSpPr/>
          <p:nvPr/>
        </p:nvGrpSpPr>
        <p:grpSpPr>
          <a:xfrm>
            <a:off x="4381500" y="4229100"/>
            <a:ext cx="457200" cy="304800"/>
            <a:chOff x="4381500" y="4229100"/>
            <a:chExt cx="457200" cy="304800"/>
          </a:xfrm>
        </p:grpSpPr>
        <p:sp>
          <p:nvSpPr>
            <p:cNvPr id="25" name="node20.text"/>
            <p:cNvSpPr/>
            <p:nvPr/>
          </p:nvSpPr>
          <p:spPr>
            <a:xfrm>
              <a:off x="4381500" y="42291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8" name="node21"/>
          <p:cNvGrpSpPr/>
          <p:nvPr/>
        </p:nvGrpSpPr>
        <p:grpSpPr>
          <a:xfrm>
            <a:off x="4838700" y="4229100"/>
            <a:ext cx="2171700" cy="304800"/>
            <a:chOff x="4838700" y="4229100"/>
            <a:chExt cx="2171700" cy="304800"/>
          </a:xfrm>
        </p:grpSpPr>
        <p:sp>
          <p:nvSpPr>
            <p:cNvPr id="26" name="node21.text"/>
            <p:cNvSpPr/>
            <p:nvPr/>
          </p:nvSpPr>
          <p:spPr>
            <a:xfrm>
              <a:off x="4838700" y="4229100"/>
              <a:ext cx="2171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9" name="node22"/>
          <p:cNvGrpSpPr/>
          <p:nvPr/>
        </p:nvGrpSpPr>
        <p:grpSpPr>
          <a:xfrm>
            <a:off x="7200900" y="4248150"/>
            <a:ext cx="4267200" cy="533400"/>
            <a:chOff x="7200900" y="4248150"/>
            <a:chExt cx="4267200" cy="533400"/>
          </a:xfrm>
        </p:grpSpPr>
        <p:sp>
          <p:nvSpPr>
            <p:cNvPr id="27" name="node22.text"/>
            <p:cNvSpPr/>
            <p:nvPr/>
          </p:nvSpPr>
          <p:spPr>
            <a:xfrm>
              <a:off x="7200900" y="4248150"/>
              <a:ext cx="4267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 · Assumptions · Business case and payback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8" name="node23"/>
          <p:cNvSpPr/>
          <p:nvPr/>
        </p:nvSpPr>
        <p:spPr>
          <a:xfrm>
            <a:off x="4381500" y="50292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0" name="node24"/>
          <p:cNvGrpSpPr/>
          <p:nvPr/>
        </p:nvGrpSpPr>
        <p:grpSpPr>
          <a:xfrm>
            <a:off x="4381500" y="5143500"/>
            <a:ext cx="457200" cy="304800"/>
            <a:chOff x="4381500" y="5143500"/>
            <a:chExt cx="457200" cy="304800"/>
          </a:xfrm>
        </p:grpSpPr>
        <p:sp>
          <p:nvSpPr>
            <p:cNvPr id="29" name="node24.text"/>
            <p:cNvSpPr/>
            <p:nvPr/>
          </p:nvSpPr>
          <p:spPr>
            <a:xfrm>
              <a:off x="4381500" y="51435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1" name="node25"/>
          <p:cNvGrpSpPr/>
          <p:nvPr/>
        </p:nvGrpSpPr>
        <p:grpSpPr>
          <a:xfrm>
            <a:off x="4838700" y="5143500"/>
            <a:ext cx="2171700" cy="304800"/>
            <a:chOff x="4838700" y="5143500"/>
            <a:chExt cx="2171700" cy="304800"/>
          </a:xfrm>
        </p:grpSpPr>
        <p:sp>
          <p:nvSpPr>
            <p:cNvPr id="30" name="node25.text"/>
            <p:cNvSpPr/>
            <p:nvPr/>
          </p:nvSpPr>
          <p:spPr>
            <a:xfrm>
              <a:off x="4838700" y="5143500"/>
              <a:ext cx="2171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2" name="node26"/>
          <p:cNvGrpSpPr/>
          <p:nvPr/>
        </p:nvGrpSpPr>
        <p:grpSpPr>
          <a:xfrm>
            <a:off x="7200900" y="5162550"/>
            <a:ext cx="4267200" cy="533400"/>
            <a:chOff x="7200900" y="5162550"/>
            <a:chExt cx="4267200" cy="533400"/>
          </a:xfrm>
        </p:grpSpPr>
        <p:sp>
          <p:nvSpPr>
            <p:cNvPr id="31" name="node26.text"/>
            <p:cNvSpPr/>
            <p:nvPr/>
          </p:nvSpPr>
          <p:spPr>
            <a:xfrm>
              <a:off x="7200900" y="5162550"/>
              <a:ext cx="4267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 · Comparable client results · References · Our commitment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2" name="node27"/>
          <p:cNvSpPr/>
          <p:nvPr/>
        </p:nvSpPr>
        <p:spPr>
          <a:xfrm>
            <a:off x="4381500" y="5934075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CONTENTS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What each part of the proposal gives you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8" name="node01"/>
          <p:cNvGrpSpPr/>
          <p:nvPr/>
        </p:nvGrpSpPr>
        <p:grpSpPr>
          <a:xfrm>
            <a:off x="723900" y="1752600"/>
            <a:ext cx="685800" cy="304800"/>
            <a:chOff x="723900" y="1752600"/>
            <a:chExt cx="685800" cy="304800"/>
          </a:xfrm>
        </p:grpSpPr>
        <p:sp>
          <p:nvSpPr>
            <p:cNvPr id="6" name="node01.text"/>
            <p:cNvSpPr/>
            <p:nvPr/>
          </p:nvSpPr>
          <p:spPr>
            <a:xfrm>
              <a:off x="723900" y="17526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9" name="node02"/>
          <p:cNvGrpSpPr/>
          <p:nvPr/>
        </p:nvGrpSpPr>
        <p:grpSpPr>
          <a:xfrm>
            <a:off x="1409700" y="1752600"/>
            <a:ext cx="4572000" cy="304800"/>
            <a:chOff x="1409700" y="1752600"/>
            <a:chExt cx="4572000" cy="304800"/>
          </a:xfrm>
        </p:grpSpPr>
        <p:sp>
          <p:nvSpPr>
            <p:cNvPr id="7" name="node02.text"/>
            <p:cNvSpPr/>
            <p:nvPr/>
          </p:nvSpPr>
          <p:spPr>
            <a:xfrm>
              <a:off x="1409700" y="17526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0" name="node03"/>
          <p:cNvGrpSpPr/>
          <p:nvPr/>
        </p:nvGrpSpPr>
        <p:grpSpPr>
          <a:xfrm>
            <a:off x="1409700" y="2133600"/>
            <a:ext cx="4343400" cy="533400"/>
            <a:chOff x="1409700" y="2133600"/>
            <a:chExt cx="4343400" cy="533400"/>
          </a:xfrm>
        </p:grpSpPr>
        <p:sp>
          <p:nvSpPr>
            <p:cNvPr id="8" name="node03.text"/>
            <p:cNvSpPr/>
            <p:nvPr/>
          </p:nvSpPr>
          <p:spPr>
            <a:xfrm>
              <a:off x="1409700" y="2133600"/>
              <a:ext cx="434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we heard from Northfield leaders about the close, and where time and effort are lost today.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9" name="node04"/>
          <p:cNvSpPr/>
          <p:nvPr/>
        </p:nvSpPr>
        <p:spPr>
          <a:xfrm>
            <a:off x="723900" y="29718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1" name="node05"/>
          <p:cNvGrpSpPr/>
          <p:nvPr/>
        </p:nvGrpSpPr>
        <p:grpSpPr>
          <a:xfrm>
            <a:off x="723900" y="3124200"/>
            <a:ext cx="685800" cy="304800"/>
            <a:chOff x="723900" y="3124200"/>
            <a:chExt cx="685800" cy="304800"/>
          </a:xfrm>
        </p:grpSpPr>
        <p:sp>
          <p:nvSpPr>
            <p:cNvPr id="10" name="node05.text"/>
            <p:cNvSpPr/>
            <p:nvPr/>
          </p:nvSpPr>
          <p:spPr>
            <a:xfrm>
              <a:off x="723900" y="31242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2" name="node06"/>
          <p:cNvGrpSpPr/>
          <p:nvPr/>
        </p:nvGrpSpPr>
        <p:grpSpPr>
          <a:xfrm>
            <a:off x="1409700" y="3124200"/>
            <a:ext cx="4572000" cy="304800"/>
            <a:chOff x="1409700" y="3124200"/>
            <a:chExt cx="4572000" cy="304800"/>
          </a:xfrm>
        </p:grpSpPr>
        <p:sp>
          <p:nvSpPr>
            <p:cNvPr id="11" name="node06.text"/>
            <p:cNvSpPr/>
            <p:nvPr/>
          </p:nvSpPr>
          <p:spPr>
            <a:xfrm>
              <a:off x="1409700" y="31242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3" name="node07"/>
          <p:cNvGrpSpPr/>
          <p:nvPr/>
        </p:nvGrpSpPr>
        <p:grpSpPr>
          <a:xfrm>
            <a:off x="1409700" y="3505200"/>
            <a:ext cx="4343400" cy="533400"/>
            <a:chOff x="1409700" y="3505200"/>
            <a:chExt cx="4343400" cy="533400"/>
          </a:xfrm>
        </p:grpSpPr>
        <p:sp>
          <p:nvSpPr>
            <p:cNvPr id="12" name="node07.text"/>
            <p:cNvSpPr/>
            <p:nvPr/>
          </p:nvSpPr>
          <p:spPr>
            <a:xfrm>
              <a:off x="1409700" y="3505200"/>
              <a:ext cx="434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three-wave plan that fixes the process first, then the systems.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3" name="node08"/>
          <p:cNvSpPr/>
          <p:nvPr/>
        </p:nvSpPr>
        <p:spPr>
          <a:xfrm>
            <a:off x="723900" y="43434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4" name="node09"/>
          <p:cNvGrpSpPr/>
          <p:nvPr/>
        </p:nvGrpSpPr>
        <p:grpSpPr>
          <a:xfrm>
            <a:off x="723900" y="4495800"/>
            <a:ext cx="685800" cy="304800"/>
            <a:chOff x="723900" y="4495800"/>
            <a:chExt cx="685800" cy="304800"/>
          </a:xfrm>
        </p:grpSpPr>
        <p:sp>
          <p:nvSpPr>
            <p:cNvPr id="14" name="node09.text"/>
            <p:cNvSpPr/>
            <p:nvPr/>
          </p:nvSpPr>
          <p:spPr>
            <a:xfrm>
              <a:off x="723900" y="44958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5" name="node10"/>
          <p:cNvGrpSpPr/>
          <p:nvPr/>
        </p:nvGrpSpPr>
        <p:grpSpPr>
          <a:xfrm>
            <a:off x="1409700" y="4495800"/>
            <a:ext cx="4572000" cy="304800"/>
            <a:chOff x="1409700" y="4495800"/>
            <a:chExt cx="4572000" cy="304800"/>
          </a:xfrm>
        </p:grpSpPr>
        <p:sp>
          <p:nvSpPr>
            <p:cNvPr id="15" name="node10.text"/>
            <p:cNvSpPr/>
            <p:nvPr/>
          </p:nvSpPr>
          <p:spPr>
            <a:xfrm>
              <a:off x="1409700" y="44958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6" name="node11"/>
          <p:cNvGrpSpPr/>
          <p:nvPr/>
        </p:nvGrpSpPr>
        <p:grpSpPr>
          <a:xfrm>
            <a:off x="1409700" y="4876800"/>
            <a:ext cx="4343400" cy="533400"/>
            <a:chOff x="1409700" y="4876800"/>
            <a:chExt cx="4343400" cy="533400"/>
          </a:xfrm>
        </p:grpSpPr>
        <p:sp>
          <p:nvSpPr>
            <p:cNvPr id="16" name="node11.text"/>
            <p:cNvSpPr/>
            <p:nvPr/>
          </p:nvSpPr>
          <p:spPr>
            <a:xfrm>
              <a:off x="1409700" y="4876800"/>
              <a:ext cx="434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operating model, tooling and controls that bring the close down to five days.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" name="node12"/>
          <p:cNvGrpSpPr/>
          <p:nvPr/>
        </p:nvGrpSpPr>
        <p:grpSpPr>
          <a:xfrm>
            <a:off x="6210300" y="1752600"/>
            <a:ext cx="685800" cy="304800"/>
            <a:chOff x="6210300" y="1752600"/>
            <a:chExt cx="685800" cy="304800"/>
          </a:xfrm>
        </p:grpSpPr>
        <p:sp>
          <p:nvSpPr>
            <p:cNvPr id="17" name="node12.text"/>
            <p:cNvSpPr/>
            <p:nvPr/>
          </p:nvSpPr>
          <p:spPr>
            <a:xfrm>
              <a:off x="6210300" y="17526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8" name="node13"/>
          <p:cNvGrpSpPr/>
          <p:nvPr/>
        </p:nvGrpSpPr>
        <p:grpSpPr>
          <a:xfrm>
            <a:off x="6896100" y="1752600"/>
            <a:ext cx="4572000" cy="304800"/>
            <a:chOff x="6896100" y="1752600"/>
            <a:chExt cx="4572000" cy="304800"/>
          </a:xfrm>
        </p:grpSpPr>
        <p:sp>
          <p:nvSpPr>
            <p:cNvPr id="18" name="node13.text"/>
            <p:cNvSpPr/>
            <p:nvPr/>
          </p:nvSpPr>
          <p:spPr>
            <a:xfrm>
              <a:off x="6896100" y="17526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9" name="node14"/>
          <p:cNvGrpSpPr/>
          <p:nvPr/>
        </p:nvGrpSpPr>
        <p:grpSpPr>
          <a:xfrm>
            <a:off x="6896100" y="2133600"/>
            <a:ext cx="4343400" cy="533400"/>
            <a:chOff x="6896100" y="2133600"/>
            <a:chExt cx="4343400" cy="533400"/>
          </a:xfrm>
        </p:grpSpPr>
        <p:sp>
          <p:nvSpPr>
            <p:cNvPr id="19" name="node14.text"/>
            <p:cNvSpPr/>
            <p:nvPr/>
          </p:nvSpPr>
          <p:spPr>
            <a:xfrm>
              <a:off x="6896100" y="2133600"/>
              <a:ext cx="434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leaders and specialists who will deliver, and how they work beside your finance team.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0" name="node15"/>
          <p:cNvSpPr/>
          <p:nvPr/>
        </p:nvSpPr>
        <p:spPr>
          <a:xfrm>
            <a:off x="6210300" y="29718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0" name="node16"/>
          <p:cNvGrpSpPr/>
          <p:nvPr/>
        </p:nvGrpSpPr>
        <p:grpSpPr>
          <a:xfrm>
            <a:off x="6210300" y="3124200"/>
            <a:ext cx="685800" cy="304800"/>
            <a:chOff x="6210300" y="3124200"/>
            <a:chExt cx="685800" cy="304800"/>
          </a:xfrm>
        </p:grpSpPr>
        <p:sp>
          <p:nvSpPr>
            <p:cNvPr id="21" name="node16.text"/>
            <p:cNvSpPr/>
            <p:nvPr/>
          </p:nvSpPr>
          <p:spPr>
            <a:xfrm>
              <a:off x="6210300" y="31242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1" name="node17"/>
          <p:cNvGrpSpPr/>
          <p:nvPr/>
        </p:nvGrpSpPr>
        <p:grpSpPr>
          <a:xfrm>
            <a:off x="6896100" y="3124200"/>
            <a:ext cx="4572000" cy="304800"/>
            <a:chOff x="6896100" y="3124200"/>
            <a:chExt cx="4572000" cy="304800"/>
          </a:xfrm>
        </p:grpSpPr>
        <p:sp>
          <p:nvSpPr>
            <p:cNvPr id="22" name="node17.text"/>
            <p:cNvSpPr/>
            <p:nvPr/>
          </p:nvSpPr>
          <p:spPr>
            <a:xfrm>
              <a:off x="6896100" y="31242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2" name="node18"/>
          <p:cNvGrpSpPr/>
          <p:nvPr/>
        </p:nvGrpSpPr>
        <p:grpSpPr>
          <a:xfrm>
            <a:off x="6896100" y="3505200"/>
            <a:ext cx="4343400" cy="533400"/>
            <a:chOff x="6896100" y="3505200"/>
            <a:chExt cx="4343400" cy="533400"/>
          </a:xfrm>
        </p:grpSpPr>
        <p:sp>
          <p:nvSpPr>
            <p:cNvPr id="23" name="node18.text"/>
            <p:cNvSpPr/>
            <p:nvPr/>
          </p:nvSpPr>
          <p:spPr>
            <a:xfrm>
              <a:off x="6896100" y="3505200"/>
              <a:ext cx="434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phase, the assumptions behind them, and a business case that pays back inside 14 months.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4" name="node19"/>
          <p:cNvSpPr/>
          <p:nvPr/>
        </p:nvSpPr>
        <p:spPr>
          <a:xfrm>
            <a:off x="6210300" y="43434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3" name="node20"/>
          <p:cNvGrpSpPr/>
          <p:nvPr/>
        </p:nvGrpSpPr>
        <p:grpSpPr>
          <a:xfrm>
            <a:off x="6210300" y="4495800"/>
            <a:ext cx="685800" cy="304800"/>
            <a:chOff x="6210300" y="4495800"/>
            <a:chExt cx="685800" cy="304800"/>
          </a:xfrm>
        </p:grpSpPr>
        <p:sp>
          <p:nvSpPr>
            <p:cNvPr id="25" name="node20.text"/>
            <p:cNvSpPr/>
            <p:nvPr/>
          </p:nvSpPr>
          <p:spPr>
            <a:xfrm>
              <a:off x="6210300" y="44958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4" name="node21"/>
          <p:cNvGrpSpPr/>
          <p:nvPr/>
        </p:nvGrpSpPr>
        <p:grpSpPr>
          <a:xfrm>
            <a:off x="6896100" y="4495800"/>
            <a:ext cx="4572000" cy="304800"/>
            <a:chOff x="6896100" y="4495800"/>
            <a:chExt cx="4572000" cy="304800"/>
          </a:xfrm>
        </p:grpSpPr>
        <p:sp>
          <p:nvSpPr>
            <p:cNvPr id="26" name="node21.text"/>
            <p:cNvSpPr/>
            <p:nvPr/>
          </p:nvSpPr>
          <p:spPr>
            <a:xfrm>
              <a:off x="6896100" y="44958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5" name="node22"/>
          <p:cNvGrpSpPr/>
          <p:nvPr/>
        </p:nvGrpSpPr>
        <p:grpSpPr>
          <a:xfrm>
            <a:off x="6896100" y="4876800"/>
            <a:ext cx="4343400" cy="533400"/>
            <a:chOff x="6896100" y="4876800"/>
            <a:chExt cx="4343400" cy="533400"/>
          </a:xfrm>
        </p:grpSpPr>
        <p:sp>
          <p:nvSpPr>
            <p:cNvPr id="27" name="node22.text"/>
            <p:cNvSpPr/>
            <p:nvPr/>
          </p:nvSpPr>
          <p:spPr>
            <a:xfrm>
              <a:off x="6896100" y="4876800"/>
              <a:ext cx="434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 and results from comparable close transformations.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library-whiteboard.001.001.001"/>
          <p:cNvSpPr/>
          <p:nvPr/>
        </p:nvSpPr>
        <p:spPr>
          <a:xfrm>
            <a:off x="3695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library-whiteboard.001.001.002"/>
          <p:cNvSpPr/>
          <p:nvPr/>
        </p:nvSpPr>
        <p:spPr>
          <a:xfrm>
            <a:off x="3695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library-whiteboard.001.001.003"/>
          <p:cNvSpPr/>
          <p:nvPr/>
        </p:nvSpPr>
        <p:spPr>
          <a:xfrm>
            <a:off x="3695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library-whiteboard.001.001.004"/>
          <p:cNvSpPr/>
          <p:nvPr/>
        </p:nvSpPr>
        <p:spPr>
          <a:xfrm>
            <a:off x="3695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library-whiteboard.001.001.005"/>
          <p:cNvSpPr/>
          <p:nvPr/>
        </p:nvSpPr>
        <p:spPr>
          <a:xfrm>
            <a:off x="3695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library-whiteboard.001.001.006"/>
          <p:cNvSpPr/>
          <p:nvPr/>
        </p:nvSpPr>
        <p:spPr>
          <a:xfrm>
            <a:off x="3695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library-whiteboard.001.001.007"/>
          <p:cNvSpPr/>
          <p:nvPr/>
        </p:nvSpPr>
        <p:spPr>
          <a:xfrm>
            <a:off x="3695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" name="wm.library-whiteboard.001.001.008"/>
          <p:cNvSpPr/>
          <p:nvPr/>
        </p:nvSpPr>
        <p:spPr>
          <a:xfrm>
            <a:off x="3695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" name="wm.library-whiteboard.001.001.009"/>
          <p:cNvSpPr/>
          <p:nvPr/>
        </p:nvSpPr>
        <p:spPr>
          <a:xfrm>
            <a:off x="3695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wm.library-whiteboard.001.001.010"/>
          <p:cNvSpPr/>
          <p:nvPr/>
        </p:nvSpPr>
        <p:spPr>
          <a:xfrm>
            <a:off x="3695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2" name="wm.library-whiteboard.001.001.011"/>
          <p:cNvSpPr/>
          <p:nvPr/>
        </p:nvSpPr>
        <p:spPr>
          <a:xfrm>
            <a:off x="36957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13" name="wm.library-whiteboard.001.001.012"/>
          <p:cNvSpPr/>
          <p:nvPr/>
        </p:nvSpPr>
        <p:spPr>
          <a:xfrm>
            <a:off x="36957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14" name="wm.library-whiteboard.001.001.013"/>
          <p:cNvSpPr/>
          <p:nvPr/>
        </p:nvSpPr>
        <p:spPr>
          <a:xfrm>
            <a:off x="36957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15" name="wm.library-whiteboard.001.001.014"/>
          <p:cNvSpPr/>
          <p:nvPr/>
        </p:nvSpPr>
        <p:spPr>
          <a:xfrm>
            <a:off x="36957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16" name="wm.library-whiteboard.001.001.015"/>
          <p:cNvSpPr/>
          <p:nvPr/>
        </p:nvSpPr>
        <p:spPr>
          <a:xfrm>
            <a:off x="36957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17" name="wm.library-whiteboard.001.001.016"/>
          <p:cNvSpPr/>
          <p:nvPr/>
        </p:nvSpPr>
        <p:spPr>
          <a:xfrm>
            <a:off x="36957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18" name="wm.library-whiteboard.001.001.017"/>
          <p:cNvSpPr/>
          <p:nvPr/>
        </p:nvSpPr>
        <p:spPr>
          <a:xfrm>
            <a:off x="36957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19" name="wm.library-whiteboard.001.001.018"/>
          <p:cNvSpPr/>
          <p:nvPr/>
        </p:nvSpPr>
        <p:spPr>
          <a:xfrm>
            <a:off x="36957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20" name="wm.library-whiteboard.001.001.019"/>
          <p:cNvSpPr/>
          <p:nvPr/>
        </p:nvSpPr>
        <p:spPr>
          <a:xfrm>
            <a:off x="36957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21" name="wm.library-whiteboard.001.001.020"/>
          <p:cNvSpPr/>
          <p:nvPr/>
        </p:nvSpPr>
        <p:spPr>
          <a:xfrm>
            <a:off x="36957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22" name="wm.library-whiteboard.001.001.021"/>
          <p:cNvSpPr/>
          <p:nvPr/>
        </p:nvSpPr>
        <p:spPr>
          <a:xfrm>
            <a:off x="36957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23" name="wm.library-whiteboard.001.001.022"/>
          <p:cNvSpPr/>
          <p:nvPr/>
        </p:nvSpPr>
        <p:spPr>
          <a:xfrm>
            <a:off x="36957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24" name="wm.library-whiteboard.001.001.023"/>
          <p:cNvSpPr/>
          <p:nvPr/>
        </p:nvSpPr>
        <p:spPr>
          <a:xfrm>
            <a:off x="36957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25" name="wm.library-whiteboard.001.001.024"/>
          <p:cNvSpPr/>
          <p:nvPr/>
        </p:nvSpPr>
        <p:spPr>
          <a:xfrm>
            <a:off x="36957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26" name="wm.library-whiteboard.001.001.025"/>
          <p:cNvSpPr/>
          <p:nvPr/>
        </p:nvSpPr>
        <p:spPr>
          <a:xfrm>
            <a:off x="36957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27" name="wm.library-whiteboard.001.001.026"/>
          <p:cNvSpPr/>
          <p:nvPr/>
        </p:nvSpPr>
        <p:spPr>
          <a:xfrm>
            <a:off x="36957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28" name="wm.library-whiteboard.001.002.001"/>
          <p:cNvSpPr/>
          <p:nvPr/>
        </p:nvSpPr>
        <p:spPr>
          <a:xfrm>
            <a:off x="3924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9" name="wm.library-whiteboard.001.002.002"/>
          <p:cNvSpPr/>
          <p:nvPr/>
        </p:nvSpPr>
        <p:spPr>
          <a:xfrm>
            <a:off x="3924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0" name="wm.library-whiteboard.001.002.003"/>
          <p:cNvSpPr/>
          <p:nvPr/>
        </p:nvSpPr>
        <p:spPr>
          <a:xfrm>
            <a:off x="3924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1" name="wm.library-whiteboard.001.002.004"/>
          <p:cNvSpPr/>
          <p:nvPr/>
        </p:nvSpPr>
        <p:spPr>
          <a:xfrm>
            <a:off x="3924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2" name="wm.library-whiteboard.001.002.005"/>
          <p:cNvSpPr/>
          <p:nvPr/>
        </p:nvSpPr>
        <p:spPr>
          <a:xfrm>
            <a:off x="3924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library-whiteboard.001.002.006"/>
          <p:cNvSpPr/>
          <p:nvPr/>
        </p:nvSpPr>
        <p:spPr>
          <a:xfrm>
            <a:off x="3924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library-whiteboard.001.002.007"/>
          <p:cNvSpPr/>
          <p:nvPr/>
        </p:nvSpPr>
        <p:spPr>
          <a:xfrm>
            <a:off x="3924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library-whiteboard.001.002.008"/>
          <p:cNvSpPr/>
          <p:nvPr/>
        </p:nvSpPr>
        <p:spPr>
          <a:xfrm>
            <a:off x="3924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6" name="wm.library-whiteboard.001.002.009"/>
          <p:cNvSpPr/>
          <p:nvPr/>
        </p:nvSpPr>
        <p:spPr>
          <a:xfrm>
            <a:off x="3924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wm.library-whiteboard.001.002.010"/>
          <p:cNvSpPr/>
          <p:nvPr/>
        </p:nvSpPr>
        <p:spPr>
          <a:xfrm>
            <a:off x="3924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8" name="wm.library-whiteboard.001.002.011"/>
          <p:cNvSpPr/>
          <p:nvPr/>
        </p:nvSpPr>
        <p:spPr>
          <a:xfrm>
            <a:off x="39243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39" name="wm.library-whiteboard.001.002.012"/>
          <p:cNvSpPr/>
          <p:nvPr/>
        </p:nvSpPr>
        <p:spPr>
          <a:xfrm>
            <a:off x="39243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40" name="wm.library-whiteboard.001.002.013"/>
          <p:cNvSpPr/>
          <p:nvPr/>
        </p:nvSpPr>
        <p:spPr>
          <a:xfrm>
            <a:off x="39243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41" name="wm.library-whiteboard.001.002.014"/>
          <p:cNvSpPr/>
          <p:nvPr/>
        </p:nvSpPr>
        <p:spPr>
          <a:xfrm>
            <a:off x="39243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42" name="wm.library-whiteboard.001.002.015"/>
          <p:cNvSpPr/>
          <p:nvPr/>
        </p:nvSpPr>
        <p:spPr>
          <a:xfrm>
            <a:off x="39243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43" name="wm.library-whiteboard.001.002.016"/>
          <p:cNvSpPr/>
          <p:nvPr/>
        </p:nvSpPr>
        <p:spPr>
          <a:xfrm>
            <a:off x="39243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44" name="wm.library-whiteboard.001.002.017"/>
          <p:cNvSpPr/>
          <p:nvPr/>
        </p:nvSpPr>
        <p:spPr>
          <a:xfrm>
            <a:off x="39243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45" name="wm.library-whiteboard.001.002.018"/>
          <p:cNvSpPr/>
          <p:nvPr/>
        </p:nvSpPr>
        <p:spPr>
          <a:xfrm>
            <a:off x="39243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46" name="wm.library-whiteboard.001.002.019"/>
          <p:cNvSpPr/>
          <p:nvPr/>
        </p:nvSpPr>
        <p:spPr>
          <a:xfrm>
            <a:off x="39243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47" name="wm.library-whiteboard.001.002.020"/>
          <p:cNvSpPr/>
          <p:nvPr/>
        </p:nvSpPr>
        <p:spPr>
          <a:xfrm>
            <a:off x="39243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48" name="wm.library-whiteboard.001.002.021"/>
          <p:cNvSpPr/>
          <p:nvPr/>
        </p:nvSpPr>
        <p:spPr>
          <a:xfrm>
            <a:off x="39243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49" name="wm.library-whiteboard.001.002.022"/>
          <p:cNvSpPr/>
          <p:nvPr/>
        </p:nvSpPr>
        <p:spPr>
          <a:xfrm>
            <a:off x="39243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50" name="wm.library-whiteboard.001.002.023"/>
          <p:cNvSpPr/>
          <p:nvPr/>
        </p:nvSpPr>
        <p:spPr>
          <a:xfrm>
            <a:off x="39243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51" name="wm.library-whiteboard.001.002.024"/>
          <p:cNvSpPr/>
          <p:nvPr/>
        </p:nvSpPr>
        <p:spPr>
          <a:xfrm>
            <a:off x="39243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52" name="wm.library-whiteboard.001.002.025"/>
          <p:cNvSpPr/>
          <p:nvPr/>
        </p:nvSpPr>
        <p:spPr>
          <a:xfrm>
            <a:off x="39243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53" name="wm.library-whiteboard.001.002.026"/>
          <p:cNvSpPr/>
          <p:nvPr/>
        </p:nvSpPr>
        <p:spPr>
          <a:xfrm>
            <a:off x="39243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54" name="wm.library-whiteboard.001.003.001"/>
          <p:cNvSpPr/>
          <p:nvPr/>
        </p:nvSpPr>
        <p:spPr>
          <a:xfrm>
            <a:off x="4152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5" name="wm.library-whiteboard.001.003.002"/>
          <p:cNvSpPr/>
          <p:nvPr/>
        </p:nvSpPr>
        <p:spPr>
          <a:xfrm>
            <a:off x="4152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6" name="wm.library-whiteboard.001.003.003"/>
          <p:cNvSpPr/>
          <p:nvPr/>
        </p:nvSpPr>
        <p:spPr>
          <a:xfrm>
            <a:off x="4152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7" name="wm.library-whiteboard.001.003.004"/>
          <p:cNvSpPr/>
          <p:nvPr/>
        </p:nvSpPr>
        <p:spPr>
          <a:xfrm>
            <a:off x="4152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8" name="wm.library-whiteboard.001.003.005"/>
          <p:cNvSpPr/>
          <p:nvPr/>
        </p:nvSpPr>
        <p:spPr>
          <a:xfrm>
            <a:off x="41529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9" name="wm.library-whiteboard.001.003.006"/>
          <p:cNvSpPr/>
          <p:nvPr/>
        </p:nvSpPr>
        <p:spPr>
          <a:xfrm>
            <a:off x="41529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0" name="wm.library-whiteboard.001.003.007"/>
          <p:cNvSpPr/>
          <p:nvPr/>
        </p:nvSpPr>
        <p:spPr>
          <a:xfrm>
            <a:off x="41529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1" name="wm.library-whiteboard.001.003.008"/>
          <p:cNvSpPr/>
          <p:nvPr/>
        </p:nvSpPr>
        <p:spPr>
          <a:xfrm>
            <a:off x="41529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2" name="wm.library-whiteboard.001.003.009"/>
          <p:cNvSpPr/>
          <p:nvPr/>
        </p:nvSpPr>
        <p:spPr>
          <a:xfrm>
            <a:off x="41529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3" name="wm.library-whiteboard.001.003.010"/>
          <p:cNvSpPr/>
          <p:nvPr/>
        </p:nvSpPr>
        <p:spPr>
          <a:xfrm>
            <a:off x="41529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4" name="wm.library-whiteboard.001.003.011"/>
          <p:cNvSpPr/>
          <p:nvPr/>
        </p:nvSpPr>
        <p:spPr>
          <a:xfrm>
            <a:off x="41529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65" name="wm.library-whiteboard.001.003.012"/>
          <p:cNvSpPr/>
          <p:nvPr/>
        </p:nvSpPr>
        <p:spPr>
          <a:xfrm>
            <a:off x="41529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66" name="wm.library-whiteboard.001.003.013"/>
          <p:cNvSpPr/>
          <p:nvPr/>
        </p:nvSpPr>
        <p:spPr>
          <a:xfrm>
            <a:off x="41529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67" name="wm.library-whiteboard.001.003.014"/>
          <p:cNvSpPr/>
          <p:nvPr/>
        </p:nvSpPr>
        <p:spPr>
          <a:xfrm>
            <a:off x="41529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68" name="wm.library-whiteboard.001.003.015"/>
          <p:cNvSpPr/>
          <p:nvPr/>
        </p:nvSpPr>
        <p:spPr>
          <a:xfrm>
            <a:off x="41529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69" name="wm.library-whiteboard.001.003.016"/>
          <p:cNvSpPr/>
          <p:nvPr/>
        </p:nvSpPr>
        <p:spPr>
          <a:xfrm>
            <a:off x="41529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70" name="wm.library-whiteboard.001.003.017"/>
          <p:cNvSpPr/>
          <p:nvPr/>
        </p:nvSpPr>
        <p:spPr>
          <a:xfrm>
            <a:off x="41529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71" name="wm.library-whiteboard.001.003.018"/>
          <p:cNvSpPr/>
          <p:nvPr/>
        </p:nvSpPr>
        <p:spPr>
          <a:xfrm>
            <a:off x="41529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72" name="wm.library-whiteboard.001.003.019"/>
          <p:cNvSpPr/>
          <p:nvPr/>
        </p:nvSpPr>
        <p:spPr>
          <a:xfrm>
            <a:off x="41529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73" name="wm.library-whiteboard.001.003.020"/>
          <p:cNvSpPr/>
          <p:nvPr/>
        </p:nvSpPr>
        <p:spPr>
          <a:xfrm>
            <a:off x="41529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74" name="wm.library-whiteboard.001.003.021"/>
          <p:cNvSpPr/>
          <p:nvPr/>
        </p:nvSpPr>
        <p:spPr>
          <a:xfrm>
            <a:off x="41529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75" name="wm.library-whiteboard.001.003.022"/>
          <p:cNvSpPr/>
          <p:nvPr/>
        </p:nvSpPr>
        <p:spPr>
          <a:xfrm>
            <a:off x="41529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76" name="wm.library-whiteboard.001.003.023"/>
          <p:cNvSpPr/>
          <p:nvPr/>
        </p:nvSpPr>
        <p:spPr>
          <a:xfrm>
            <a:off x="41529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77" name="wm.library-whiteboard.001.003.024"/>
          <p:cNvSpPr/>
          <p:nvPr/>
        </p:nvSpPr>
        <p:spPr>
          <a:xfrm>
            <a:off x="41529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78" name="wm.library-whiteboard.001.003.025"/>
          <p:cNvSpPr/>
          <p:nvPr/>
        </p:nvSpPr>
        <p:spPr>
          <a:xfrm>
            <a:off x="41529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79" name="wm.library-whiteboard.001.003.026"/>
          <p:cNvSpPr/>
          <p:nvPr/>
        </p:nvSpPr>
        <p:spPr>
          <a:xfrm>
            <a:off x="41529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80" name="wm.library-whiteboard.001.004.001"/>
          <p:cNvSpPr/>
          <p:nvPr/>
        </p:nvSpPr>
        <p:spPr>
          <a:xfrm>
            <a:off x="4381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1" name="wm.library-whiteboard.001.004.002"/>
          <p:cNvSpPr/>
          <p:nvPr/>
        </p:nvSpPr>
        <p:spPr>
          <a:xfrm>
            <a:off x="4381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2" name="wm.library-whiteboard.001.004.003"/>
          <p:cNvSpPr/>
          <p:nvPr/>
        </p:nvSpPr>
        <p:spPr>
          <a:xfrm>
            <a:off x="4381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3" name="wm.library-whiteboard.001.004.004"/>
          <p:cNvSpPr/>
          <p:nvPr/>
        </p:nvSpPr>
        <p:spPr>
          <a:xfrm>
            <a:off x="43815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4" name="wm.library-whiteboard.001.004.005"/>
          <p:cNvSpPr/>
          <p:nvPr/>
        </p:nvSpPr>
        <p:spPr>
          <a:xfrm>
            <a:off x="43815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5" name="wm.library-whiteboard.001.004.006"/>
          <p:cNvSpPr/>
          <p:nvPr/>
        </p:nvSpPr>
        <p:spPr>
          <a:xfrm>
            <a:off x="43815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6" name="wm.library-whiteboard.001.004.007"/>
          <p:cNvSpPr/>
          <p:nvPr/>
        </p:nvSpPr>
        <p:spPr>
          <a:xfrm>
            <a:off x="43815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7" name="wm.library-whiteboard.001.004.008"/>
          <p:cNvSpPr/>
          <p:nvPr/>
        </p:nvSpPr>
        <p:spPr>
          <a:xfrm>
            <a:off x="43815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8" name="wm.library-whiteboard.001.004.009"/>
          <p:cNvSpPr/>
          <p:nvPr/>
        </p:nvSpPr>
        <p:spPr>
          <a:xfrm>
            <a:off x="43815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9" name="wm.library-whiteboard.001.004.010"/>
          <p:cNvSpPr/>
          <p:nvPr/>
        </p:nvSpPr>
        <p:spPr>
          <a:xfrm>
            <a:off x="43815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90" name="wm.library-whiteboard.001.004.011"/>
          <p:cNvSpPr/>
          <p:nvPr/>
        </p:nvSpPr>
        <p:spPr>
          <a:xfrm>
            <a:off x="43815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91" name="wm.library-whiteboard.001.004.012"/>
          <p:cNvSpPr/>
          <p:nvPr/>
        </p:nvSpPr>
        <p:spPr>
          <a:xfrm>
            <a:off x="43815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92" name="wm.library-whiteboard.001.004.013"/>
          <p:cNvSpPr/>
          <p:nvPr/>
        </p:nvSpPr>
        <p:spPr>
          <a:xfrm>
            <a:off x="43815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93" name="wm.library-whiteboard.001.004.014"/>
          <p:cNvSpPr/>
          <p:nvPr/>
        </p:nvSpPr>
        <p:spPr>
          <a:xfrm>
            <a:off x="43815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94" name="wm.library-whiteboard.001.004.015"/>
          <p:cNvSpPr/>
          <p:nvPr/>
        </p:nvSpPr>
        <p:spPr>
          <a:xfrm>
            <a:off x="43815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95" name="wm.library-whiteboard.001.004.016"/>
          <p:cNvSpPr/>
          <p:nvPr/>
        </p:nvSpPr>
        <p:spPr>
          <a:xfrm>
            <a:off x="43815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96" name="wm.library-whiteboard.001.004.017"/>
          <p:cNvSpPr/>
          <p:nvPr/>
        </p:nvSpPr>
        <p:spPr>
          <a:xfrm>
            <a:off x="43815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97" name="wm.library-whiteboard.001.004.018"/>
          <p:cNvSpPr/>
          <p:nvPr/>
        </p:nvSpPr>
        <p:spPr>
          <a:xfrm>
            <a:off x="43815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98" name="wm.library-whiteboard.001.004.019"/>
          <p:cNvSpPr/>
          <p:nvPr/>
        </p:nvSpPr>
        <p:spPr>
          <a:xfrm>
            <a:off x="43815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99" name="wm.library-whiteboard.001.004.020"/>
          <p:cNvSpPr/>
          <p:nvPr/>
        </p:nvSpPr>
        <p:spPr>
          <a:xfrm>
            <a:off x="43815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100" name="wm.library-whiteboard.001.004.021"/>
          <p:cNvSpPr/>
          <p:nvPr/>
        </p:nvSpPr>
        <p:spPr>
          <a:xfrm>
            <a:off x="43815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101" name="wm.library-whiteboard.001.004.022"/>
          <p:cNvSpPr/>
          <p:nvPr/>
        </p:nvSpPr>
        <p:spPr>
          <a:xfrm>
            <a:off x="43815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102" name="wm.library-whiteboard.001.004.023"/>
          <p:cNvSpPr/>
          <p:nvPr/>
        </p:nvSpPr>
        <p:spPr>
          <a:xfrm>
            <a:off x="43815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103" name="wm.library-whiteboard.001.004.024"/>
          <p:cNvSpPr/>
          <p:nvPr/>
        </p:nvSpPr>
        <p:spPr>
          <a:xfrm>
            <a:off x="43815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104" name="wm.library-whiteboard.001.004.025"/>
          <p:cNvSpPr/>
          <p:nvPr/>
        </p:nvSpPr>
        <p:spPr>
          <a:xfrm>
            <a:off x="43815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105" name="wm.library-whiteboard.001.004.026"/>
          <p:cNvSpPr/>
          <p:nvPr/>
        </p:nvSpPr>
        <p:spPr>
          <a:xfrm>
            <a:off x="43815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106" name="wm.library-whiteboard.001.005.001"/>
          <p:cNvSpPr/>
          <p:nvPr/>
        </p:nvSpPr>
        <p:spPr>
          <a:xfrm>
            <a:off x="4610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7" name="wm.library-whiteboard.001.005.002"/>
          <p:cNvSpPr/>
          <p:nvPr/>
        </p:nvSpPr>
        <p:spPr>
          <a:xfrm>
            <a:off x="4610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8" name="wm.library-whiteboard.001.005.003"/>
          <p:cNvSpPr/>
          <p:nvPr/>
        </p:nvSpPr>
        <p:spPr>
          <a:xfrm>
            <a:off x="4610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09" name="wm.library-whiteboard.001.005.004"/>
          <p:cNvSpPr/>
          <p:nvPr/>
        </p:nvSpPr>
        <p:spPr>
          <a:xfrm>
            <a:off x="46101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0" name="wm.library-whiteboard.001.005.005"/>
          <p:cNvSpPr/>
          <p:nvPr/>
        </p:nvSpPr>
        <p:spPr>
          <a:xfrm>
            <a:off x="46101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1" name="wm.library-whiteboard.001.005.006"/>
          <p:cNvSpPr/>
          <p:nvPr/>
        </p:nvSpPr>
        <p:spPr>
          <a:xfrm>
            <a:off x="46101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2" name="wm.library-whiteboard.001.005.007"/>
          <p:cNvSpPr/>
          <p:nvPr/>
        </p:nvSpPr>
        <p:spPr>
          <a:xfrm>
            <a:off x="46101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3" name="wm.library-whiteboard.001.005.008"/>
          <p:cNvSpPr/>
          <p:nvPr/>
        </p:nvSpPr>
        <p:spPr>
          <a:xfrm>
            <a:off x="46101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4" name="wm.library-whiteboard.001.005.009"/>
          <p:cNvSpPr/>
          <p:nvPr/>
        </p:nvSpPr>
        <p:spPr>
          <a:xfrm>
            <a:off x="46101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5" name="wm.library-whiteboard.001.005.010"/>
          <p:cNvSpPr/>
          <p:nvPr/>
        </p:nvSpPr>
        <p:spPr>
          <a:xfrm>
            <a:off x="46101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6" name="wm.library-whiteboard.001.005.011"/>
          <p:cNvSpPr/>
          <p:nvPr/>
        </p:nvSpPr>
        <p:spPr>
          <a:xfrm>
            <a:off x="46101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117" name="wm.library-whiteboard.001.005.012"/>
          <p:cNvSpPr/>
          <p:nvPr/>
        </p:nvSpPr>
        <p:spPr>
          <a:xfrm>
            <a:off x="46101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118" name="wm.library-whiteboard.001.005.013"/>
          <p:cNvSpPr/>
          <p:nvPr/>
        </p:nvSpPr>
        <p:spPr>
          <a:xfrm>
            <a:off x="46101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119" name="wm.library-whiteboard.001.005.014"/>
          <p:cNvSpPr/>
          <p:nvPr/>
        </p:nvSpPr>
        <p:spPr>
          <a:xfrm>
            <a:off x="46101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120" name="wm.library-whiteboard.001.005.015"/>
          <p:cNvSpPr/>
          <p:nvPr/>
        </p:nvSpPr>
        <p:spPr>
          <a:xfrm>
            <a:off x="46101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121" name="wm.library-whiteboard.001.005.016"/>
          <p:cNvSpPr/>
          <p:nvPr/>
        </p:nvSpPr>
        <p:spPr>
          <a:xfrm>
            <a:off x="46101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122" name="wm.library-whiteboard.001.005.017"/>
          <p:cNvSpPr/>
          <p:nvPr/>
        </p:nvSpPr>
        <p:spPr>
          <a:xfrm>
            <a:off x="46101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123" name="wm.library-whiteboard.001.005.018"/>
          <p:cNvSpPr/>
          <p:nvPr/>
        </p:nvSpPr>
        <p:spPr>
          <a:xfrm>
            <a:off x="46101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124" name="wm.library-whiteboard.001.005.019"/>
          <p:cNvSpPr/>
          <p:nvPr/>
        </p:nvSpPr>
        <p:spPr>
          <a:xfrm>
            <a:off x="46101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125" name="wm.library-whiteboard.001.005.020"/>
          <p:cNvSpPr/>
          <p:nvPr/>
        </p:nvSpPr>
        <p:spPr>
          <a:xfrm>
            <a:off x="46101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126" name="wm.library-whiteboard.001.005.021"/>
          <p:cNvSpPr/>
          <p:nvPr/>
        </p:nvSpPr>
        <p:spPr>
          <a:xfrm>
            <a:off x="46101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127" name="wm.library-whiteboard.001.005.022"/>
          <p:cNvSpPr/>
          <p:nvPr/>
        </p:nvSpPr>
        <p:spPr>
          <a:xfrm>
            <a:off x="46101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128" name="wm.library-whiteboard.001.005.023"/>
          <p:cNvSpPr/>
          <p:nvPr/>
        </p:nvSpPr>
        <p:spPr>
          <a:xfrm>
            <a:off x="46101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129" name="wm.library-whiteboard.001.005.024"/>
          <p:cNvSpPr/>
          <p:nvPr/>
        </p:nvSpPr>
        <p:spPr>
          <a:xfrm>
            <a:off x="46101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130" name="wm.library-whiteboard.001.005.025"/>
          <p:cNvSpPr/>
          <p:nvPr/>
        </p:nvSpPr>
        <p:spPr>
          <a:xfrm>
            <a:off x="46101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131" name="wm.library-whiteboard.001.005.026"/>
          <p:cNvSpPr/>
          <p:nvPr/>
        </p:nvSpPr>
        <p:spPr>
          <a:xfrm>
            <a:off x="46101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132" name="wm.library-whiteboard.001.006.001"/>
          <p:cNvSpPr/>
          <p:nvPr/>
        </p:nvSpPr>
        <p:spPr>
          <a:xfrm>
            <a:off x="4838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3" name="wm.library-whiteboard.001.006.002"/>
          <p:cNvSpPr/>
          <p:nvPr/>
        </p:nvSpPr>
        <p:spPr>
          <a:xfrm>
            <a:off x="4838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4" name="wm.library-whiteboard.001.006.003"/>
          <p:cNvSpPr/>
          <p:nvPr/>
        </p:nvSpPr>
        <p:spPr>
          <a:xfrm>
            <a:off x="4838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5" name="wm.library-whiteboard.001.006.004"/>
          <p:cNvSpPr/>
          <p:nvPr/>
        </p:nvSpPr>
        <p:spPr>
          <a:xfrm>
            <a:off x="4838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6" name="wm.library-whiteboard.001.006.005"/>
          <p:cNvSpPr/>
          <p:nvPr/>
        </p:nvSpPr>
        <p:spPr>
          <a:xfrm>
            <a:off x="48387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7" name="wm.library-whiteboard.001.006.006"/>
          <p:cNvSpPr/>
          <p:nvPr/>
        </p:nvSpPr>
        <p:spPr>
          <a:xfrm>
            <a:off x="48387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8" name="wm.library-whiteboard.001.006.007"/>
          <p:cNvSpPr/>
          <p:nvPr/>
        </p:nvSpPr>
        <p:spPr>
          <a:xfrm>
            <a:off x="48387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39" name="wm.library-whiteboard.001.006.008"/>
          <p:cNvSpPr/>
          <p:nvPr/>
        </p:nvSpPr>
        <p:spPr>
          <a:xfrm>
            <a:off x="48387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0" name="wm.library-whiteboard.001.006.009"/>
          <p:cNvSpPr/>
          <p:nvPr/>
        </p:nvSpPr>
        <p:spPr>
          <a:xfrm>
            <a:off x="48387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1" name="wm.library-whiteboard.001.006.010"/>
          <p:cNvSpPr/>
          <p:nvPr/>
        </p:nvSpPr>
        <p:spPr>
          <a:xfrm>
            <a:off x="48387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2" name="wm.library-whiteboard.001.006.011"/>
          <p:cNvSpPr/>
          <p:nvPr/>
        </p:nvSpPr>
        <p:spPr>
          <a:xfrm>
            <a:off x="48387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143" name="wm.library-whiteboard.001.006.012"/>
          <p:cNvSpPr/>
          <p:nvPr/>
        </p:nvSpPr>
        <p:spPr>
          <a:xfrm>
            <a:off x="48387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144" name="wm.library-whiteboard.001.006.013"/>
          <p:cNvSpPr/>
          <p:nvPr/>
        </p:nvSpPr>
        <p:spPr>
          <a:xfrm>
            <a:off x="48387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145" name="wm.library-whiteboard.001.006.014"/>
          <p:cNvSpPr/>
          <p:nvPr/>
        </p:nvSpPr>
        <p:spPr>
          <a:xfrm>
            <a:off x="48387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146" name="wm.library-whiteboard.001.006.015"/>
          <p:cNvSpPr/>
          <p:nvPr/>
        </p:nvSpPr>
        <p:spPr>
          <a:xfrm>
            <a:off x="48387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147" name="wm.library-whiteboard.001.006.016"/>
          <p:cNvSpPr/>
          <p:nvPr/>
        </p:nvSpPr>
        <p:spPr>
          <a:xfrm>
            <a:off x="48387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148" name="wm.library-whiteboard.001.006.017"/>
          <p:cNvSpPr/>
          <p:nvPr/>
        </p:nvSpPr>
        <p:spPr>
          <a:xfrm>
            <a:off x="48387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149" name="wm.library-whiteboard.001.006.018"/>
          <p:cNvSpPr/>
          <p:nvPr/>
        </p:nvSpPr>
        <p:spPr>
          <a:xfrm>
            <a:off x="48387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150" name="wm.library-whiteboard.001.006.019"/>
          <p:cNvSpPr/>
          <p:nvPr/>
        </p:nvSpPr>
        <p:spPr>
          <a:xfrm>
            <a:off x="48387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151" name="wm.library-whiteboard.001.006.020"/>
          <p:cNvSpPr/>
          <p:nvPr/>
        </p:nvSpPr>
        <p:spPr>
          <a:xfrm>
            <a:off x="48387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152" name="wm.library-whiteboard.001.006.021"/>
          <p:cNvSpPr/>
          <p:nvPr/>
        </p:nvSpPr>
        <p:spPr>
          <a:xfrm>
            <a:off x="48387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153" name="wm.library-whiteboard.001.006.022"/>
          <p:cNvSpPr/>
          <p:nvPr/>
        </p:nvSpPr>
        <p:spPr>
          <a:xfrm>
            <a:off x="48387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154" name="wm.library-whiteboard.001.006.023"/>
          <p:cNvSpPr/>
          <p:nvPr/>
        </p:nvSpPr>
        <p:spPr>
          <a:xfrm>
            <a:off x="48387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155" name="wm.library-whiteboard.001.006.024"/>
          <p:cNvSpPr/>
          <p:nvPr/>
        </p:nvSpPr>
        <p:spPr>
          <a:xfrm>
            <a:off x="48387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156" name="wm.library-whiteboard.001.006.025"/>
          <p:cNvSpPr/>
          <p:nvPr/>
        </p:nvSpPr>
        <p:spPr>
          <a:xfrm>
            <a:off x="48387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157" name="wm.library-whiteboard.001.006.026"/>
          <p:cNvSpPr/>
          <p:nvPr/>
        </p:nvSpPr>
        <p:spPr>
          <a:xfrm>
            <a:off x="48387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158" name="wm.library-whiteboard.001.007.001"/>
          <p:cNvSpPr/>
          <p:nvPr/>
        </p:nvSpPr>
        <p:spPr>
          <a:xfrm>
            <a:off x="5067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9" name="wm.library-whiteboard.001.007.002"/>
          <p:cNvSpPr/>
          <p:nvPr/>
        </p:nvSpPr>
        <p:spPr>
          <a:xfrm>
            <a:off x="5067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0" name="wm.library-whiteboard.001.007.003"/>
          <p:cNvSpPr/>
          <p:nvPr/>
        </p:nvSpPr>
        <p:spPr>
          <a:xfrm>
            <a:off x="5067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1" name="wm.library-whiteboard.001.007.004"/>
          <p:cNvSpPr/>
          <p:nvPr/>
        </p:nvSpPr>
        <p:spPr>
          <a:xfrm>
            <a:off x="5067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2" name="wm.library-whiteboard.001.007.005"/>
          <p:cNvSpPr/>
          <p:nvPr/>
        </p:nvSpPr>
        <p:spPr>
          <a:xfrm>
            <a:off x="5067300" y="1143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3" name="wm.library-whiteboard.001.007.006"/>
          <p:cNvSpPr/>
          <p:nvPr/>
        </p:nvSpPr>
        <p:spPr>
          <a:xfrm>
            <a:off x="5067300" y="1371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4" name="wm.library-whiteboard.001.007.007"/>
          <p:cNvSpPr/>
          <p:nvPr/>
        </p:nvSpPr>
        <p:spPr>
          <a:xfrm>
            <a:off x="5067300" y="1600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5" name="wm.library-whiteboard.001.007.008"/>
          <p:cNvSpPr/>
          <p:nvPr/>
        </p:nvSpPr>
        <p:spPr>
          <a:xfrm>
            <a:off x="5067300" y="1828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6" name="wm.library-whiteboard.001.007.009"/>
          <p:cNvSpPr/>
          <p:nvPr/>
        </p:nvSpPr>
        <p:spPr>
          <a:xfrm>
            <a:off x="5067300" y="2057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7" name="wm.library-whiteboard.001.007.010"/>
          <p:cNvSpPr/>
          <p:nvPr/>
        </p:nvSpPr>
        <p:spPr>
          <a:xfrm>
            <a:off x="5067300" y="22860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8" name="wm.library-whiteboard.001.007.011"/>
          <p:cNvSpPr/>
          <p:nvPr/>
        </p:nvSpPr>
        <p:spPr>
          <a:xfrm>
            <a:off x="5067300" y="2514600"/>
            <a:ext cx="38100" cy="38100"/>
          </a:xfrm>
          <a:prstGeom prst="rect">
            <a:avLst/>
          </a:prstGeom>
          <a:solidFill>
            <a:srgbClr val="CED7E6">
              <a:alpha val="99890"/>
            </a:srgbClr>
          </a:solidFill>
          <a:ln>
            <a:noFill/>
          </a:ln>
        </p:spPr>
      </p:sp>
      <p:sp>
        <p:nvSpPr>
          <p:cNvPr id="169" name="wm.library-whiteboard.001.007.012"/>
          <p:cNvSpPr/>
          <p:nvPr/>
        </p:nvSpPr>
        <p:spPr>
          <a:xfrm>
            <a:off x="5067300" y="2743200"/>
            <a:ext cx="38100" cy="38100"/>
          </a:xfrm>
          <a:prstGeom prst="rect">
            <a:avLst/>
          </a:prstGeom>
          <a:solidFill>
            <a:srgbClr val="CED7E6">
              <a:alpha val="93267"/>
            </a:srgbClr>
          </a:solidFill>
          <a:ln>
            <a:noFill/>
          </a:ln>
        </p:spPr>
      </p:sp>
      <p:sp>
        <p:nvSpPr>
          <p:cNvPr id="170" name="wm.library-whiteboard.001.007.013"/>
          <p:cNvSpPr/>
          <p:nvPr/>
        </p:nvSpPr>
        <p:spPr>
          <a:xfrm>
            <a:off x="5067300" y="2971800"/>
            <a:ext cx="38100" cy="38100"/>
          </a:xfrm>
          <a:prstGeom prst="rect">
            <a:avLst/>
          </a:prstGeom>
          <a:solidFill>
            <a:srgbClr val="CED7E6">
              <a:alpha val="86645"/>
            </a:srgbClr>
          </a:solidFill>
          <a:ln>
            <a:noFill/>
          </a:ln>
        </p:spPr>
      </p:sp>
      <p:sp>
        <p:nvSpPr>
          <p:cNvPr id="171" name="wm.library-whiteboard.001.007.014"/>
          <p:cNvSpPr/>
          <p:nvPr/>
        </p:nvSpPr>
        <p:spPr>
          <a:xfrm>
            <a:off x="5067300" y="3200400"/>
            <a:ext cx="38100" cy="38100"/>
          </a:xfrm>
          <a:prstGeom prst="rect">
            <a:avLst/>
          </a:prstGeom>
          <a:solidFill>
            <a:srgbClr val="CED7E6">
              <a:alpha val="80022"/>
            </a:srgbClr>
          </a:solidFill>
          <a:ln>
            <a:noFill/>
          </a:ln>
        </p:spPr>
      </p:sp>
      <p:sp>
        <p:nvSpPr>
          <p:cNvPr id="172" name="wm.library-whiteboard.001.007.015"/>
          <p:cNvSpPr/>
          <p:nvPr/>
        </p:nvSpPr>
        <p:spPr>
          <a:xfrm>
            <a:off x="5067300" y="3429000"/>
            <a:ext cx="38100" cy="38100"/>
          </a:xfrm>
          <a:prstGeom prst="rect">
            <a:avLst/>
          </a:prstGeom>
          <a:solidFill>
            <a:srgbClr val="CED7E6">
              <a:alpha val="73400"/>
            </a:srgbClr>
          </a:solidFill>
          <a:ln>
            <a:noFill/>
          </a:ln>
        </p:spPr>
      </p:sp>
      <p:sp>
        <p:nvSpPr>
          <p:cNvPr id="173" name="wm.library-whiteboard.001.007.016"/>
          <p:cNvSpPr/>
          <p:nvPr/>
        </p:nvSpPr>
        <p:spPr>
          <a:xfrm>
            <a:off x="5067300" y="3657600"/>
            <a:ext cx="38100" cy="38100"/>
          </a:xfrm>
          <a:prstGeom prst="rect">
            <a:avLst/>
          </a:prstGeom>
          <a:solidFill>
            <a:srgbClr val="CED7E6">
              <a:alpha val="66777"/>
            </a:srgbClr>
          </a:solidFill>
          <a:ln>
            <a:noFill/>
          </a:ln>
        </p:spPr>
      </p:sp>
      <p:sp>
        <p:nvSpPr>
          <p:cNvPr id="174" name="wm.library-whiteboard.001.007.017"/>
          <p:cNvSpPr/>
          <p:nvPr/>
        </p:nvSpPr>
        <p:spPr>
          <a:xfrm>
            <a:off x="5067300" y="3886200"/>
            <a:ext cx="38100" cy="38100"/>
          </a:xfrm>
          <a:prstGeom prst="rect">
            <a:avLst/>
          </a:prstGeom>
          <a:solidFill>
            <a:srgbClr val="CED7E6">
              <a:alpha val="60155"/>
            </a:srgbClr>
          </a:solidFill>
          <a:ln>
            <a:noFill/>
          </a:ln>
        </p:spPr>
      </p:sp>
      <p:sp>
        <p:nvSpPr>
          <p:cNvPr id="175" name="wm.library-whiteboard.001.007.018"/>
          <p:cNvSpPr/>
          <p:nvPr/>
        </p:nvSpPr>
        <p:spPr>
          <a:xfrm>
            <a:off x="5067300" y="4114800"/>
            <a:ext cx="38100" cy="38100"/>
          </a:xfrm>
          <a:prstGeom prst="rect">
            <a:avLst/>
          </a:prstGeom>
          <a:solidFill>
            <a:srgbClr val="CED7E6">
              <a:alpha val="53532"/>
            </a:srgbClr>
          </a:solidFill>
          <a:ln>
            <a:noFill/>
          </a:ln>
        </p:spPr>
      </p:sp>
      <p:sp>
        <p:nvSpPr>
          <p:cNvPr id="176" name="wm.library-whiteboard.001.007.019"/>
          <p:cNvSpPr/>
          <p:nvPr/>
        </p:nvSpPr>
        <p:spPr>
          <a:xfrm>
            <a:off x="5067300" y="4343400"/>
            <a:ext cx="38100" cy="38100"/>
          </a:xfrm>
          <a:prstGeom prst="rect">
            <a:avLst/>
          </a:prstGeom>
          <a:solidFill>
            <a:srgbClr val="CED7E6">
              <a:alpha val="46909"/>
            </a:srgbClr>
          </a:solidFill>
          <a:ln>
            <a:noFill/>
          </a:ln>
        </p:spPr>
      </p:sp>
      <p:sp>
        <p:nvSpPr>
          <p:cNvPr id="177" name="wm.library-whiteboard.001.007.020"/>
          <p:cNvSpPr/>
          <p:nvPr/>
        </p:nvSpPr>
        <p:spPr>
          <a:xfrm>
            <a:off x="5067300" y="4572000"/>
            <a:ext cx="38100" cy="38100"/>
          </a:xfrm>
          <a:prstGeom prst="rect">
            <a:avLst/>
          </a:prstGeom>
          <a:solidFill>
            <a:srgbClr val="CED7E6">
              <a:alpha val="40287"/>
            </a:srgbClr>
          </a:solidFill>
          <a:ln>
            <a:noFill/>
          </a:ln>
        </p:spPr>
      </p:sp>
      <p:sp>
        <p:nvSpPr>
          <p:cNvPr id="178" name="wm.library-whiteboard.001.007.021"/>
          <p:cNvSpPr/>
          <p:nvPr/>
        </p:nvSpPr>
        <p:spPr>
          <a:xfrm>
            <a:off x="5067300" y="4800600"/>
            <a:ext cx="38100" cy="38100"/>
          </a:xfrm>
          <a:prstGeom prst="rect">
            <a:avLst/>
          </a:prstGeom>
          <a:solidFill>
            <a:srgbClr val="CED7E6">
              <a:alpha val="33664"/>
            </a:srgbClr>
          </a:solidFill>
          <a:ln>
            <a:noFill/>
          </a:ln>
        </p:spPr>
      </p:sp>
      <p:sp>
        <p:nvSpPr>
          <p:cNvPr id="179" name="wm.library-whiteboard.001.007.022"/>
          <p:cNvSpPr/>
          <p:nvPr/>
        </p:nvSpPr>
        <p:spPr>
          <a:xfrm>
            <a:off x="5067300" y="5029200"/>
            <a:ext cx="38100" cy="38100"/>
          </a:xfrm>
          <a:prstGeom prst="rect">
            <a:avLst/>
          </a:prstGeom>
          <a:solidFill>
            <a:srgbClr val="CED7E6">
              <a:alpha val="27042"/>
            </a:srgbClr>
          </a:solidFill>
          <a:ln>
            <a:noFill/>
          </a:ln>
        </p:spPr>
      </p:sp>
      <p:sp>
        <p:nvSpPr>
          <p:cNvPr id="180" name="wm.library-whiteboard.001.007.023"/>
          <p:cNvSpPr/>
          <p:nvPr/>
        </p:nvSpPr>
        <p:spPr>
          <a:xfrm>
            <a:off x="5067300" y="5257800"/>
            <a:ext cx="38100" cy="38100"/>
          </a:xfrm>
          <a:prstGeom prst="rect">
            <a:avLst/>
          </a:prstGeom>
          <a:solidFill>
            <a:srgbClr val="CED7E6">
              <a:alpha val="20419"/>
            </a:srgbClr>
          </a:solidFill>
          <a:ln>
            <a:noFill/>
          </a:ln>
        </p:spPr>
      </p:sp>
      <p:sp>
        <p:nvSpPr>
          <p:cNvPr id="181" name="wm.library-whiteboard.001.007.024"/>
          <p:cNvSpPr/>
          <p:nvPr/>
        </p:nvSpPr>
        <p:spPr>
          <a:xfrm>
            <a:off x="5067300" y="5486400"/>
            <a:ext cx="38100" cy="38100"/>
          </a:xfrm>
          <a:prstGeom prst="rect">
            <a:avLst/>
          </a:prstGeom>
          <a:solidFill>
            <a:srgbClr val="CED7E6">
              <a:alpha val="13797"/>
            </a:srgbClr>
          </a:solidFill>
          <a:ln>
            <a:noFill/>
          </a:ln>
        </p:spPr>
      </p:sp>
      <p:sp>
        <p:nvSpPr>
          <p:cNvPr id="182" name="wm.library-whiteboard.001.007.025"/>
          <p:cNvSpPr/>
          <p:nvPr/>
        </p:nvSpPr>
        <p:spPr>
          <a:xfrm>
            <a:off x="5067300" y="5715000"/>
            <a:ext cx="38100" cy="38100"/>
          </a:xfrm>
          <a:prstGeom prst="rect">
            <a:avLst/>
          </a:prstGeom>
          <a:solidFill>
            <a:srgbClr val="CED7E6">
              <a:alpha val="7174"/>
            </a:srgbClr>
          </a:solidFill>
          <a:ln>
            <a:noFill/>
          </a:ln>
        </p:spPr>
      </p:sp>
      <p:sp>
        <p:nvSpPr>
          <p:cNvPr id="183" name="wm.library-whiteboard.001.007.026"/>
          <p:cNvSpPr/>
          <p:nvPr/>
        </p:nvSpPr>
        <p:spPr>
          <a:xfrm>
            <a:off x="5067300" y="5943600"/>
            <a:ext cx="38100" cy="38100"/>
          </a:xfrm>
          <a:prstGeom prst="rect">
            <a:avLst/>
          </a:prstGeom>
          <a:solidFill>
            <a:srgbClr val="CED7E6">
              <a:alpha val="552"/>
            </a:srgbClr>
          </a:solidFill>
          <a:ln>
            <a:noFill/>
          </a:ln>
        </p:spPr>
      </p:sp>
      <p:sp>
        <p:nvSpPr>
          <p:cNvPr id="18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15" name="node01"/>
          <p:cNvGrpSpPr/>
          <p:nvPr/>
        </p:nvGrpSpPr>
        <p:grpSpPr>
          <a:xfrm>
            <a:off x="723900" y="457200"/>
            <a:ext cx="2514600" cy="139700"/>
            <a:chOff x="723900" y="457200"/>
            <a:chExt cx="2514600" cy="139700"/>
          </a:xfrm>
        </p:grpSpPr>
        <p:sp>
          <p:nvSpPr>
            <p:cNvPr id="186" name="node01.text"/>
            <p:cNvSpPr/>
            <p:nvPr/>
          </p:nvSpPr>
          <p:spPr>
            <a:xfrm>
              <a:off x="723900" y="4572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F900D3"/>
                  </a:solidFill>
                  <a:latin typeface="IBM Plex Mono SemiBold"/>
                  <a:ea typeface="IBM Plex Mono SemiBold"/>
                  <a:cs typeface="IBM Plex Mono SemiBold"/>
                </a:rPr>
                <a:t>CONTENTS</a:t>
              </a:r>
              <a:endParaRPr lang="en-US" sz="900" spc="72" kern="0" b="0" i="0" dirty="0">
                <a:solidFill>
                  <a:srgbClr val="F900D3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16" name="node02"/>
          <p:cNvGrpSpPr/>
          <p:nvPr/>
        </p:nvGrpSpPr>
        <p:grpSpPr>
          <a:xfrm>
            <a:off x="723900" y="685800"/>
            <a:ext cx="2514600" cy="1371600"/>
            <a:chOff x="723900" y="685800"/>
            <a:chExt cx="2514600" cy="1371600"/>
          </a:xfrm>
        </p:grpSpPr>
        <p:sp>
          <p:nvSpPr>
            <p:cNvPr id="187" name="node02.text"/>
            <p:cNvSpPr/>
            <p:nvPr/>
          </p:nvSpPr>
          <p:spPr>
            <a:xfrm>
              <a:off x="723900" y="685800"/>
              <a:ext cx="25146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600"/>
                </a:lnSpc>
                <a:buNone/>
              </a:pPr>
              <a:r>
                <a:rPr lang="en-US" sz="3200" spc="-64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What this proposal covers</a:t>
              </a:r>
              <a:endParaRPr lang="en-US" sz="3200" spc="-64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7" name="node03"/>
          <p:cNvGrpSpPr/>
          <p:nvPr/>
        </p:nvGrpSpPr>
        <p:grpSpPr>
          <a:xfrm>
            <a:off x="723900" y="2514600"/>
            <a:ext cx="2514600" cy="431800"/>
            <a:chOff x="723900" y="2514600"/>
            <a:chExt cx="2514600" cy="431800"/>
          </a:xfrm>
        </p:grpSpPr>
        <p:sp>
          <p:nvSpPr>
            <p:cNvPr id="188" name="node03.text"/>
            <p:cNvSpPr/>
            <p:nvPr/>
          </p:nvSpPr>
          <p:spPr>
            <a:xfrm>
              <a:off x="723900" y="2514600"/>
              <a:ext cx="25146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Six sections, then supporting detail in the appendix.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8" name="node04"/>
          <p:cNvGrpSpPr/>
          <p:nvPr/>
        </p:nvGrpSpPr>
        <p:grpSpPr>
          <a:xfrm>
            <a:off x="1638300" y="3657600"/>
            <a:ext cx="2743200" cy="2057400"/>
            <a:chOff x="1638300" y="3657600"/>
            <a:chExt cx="2743200" cy="2057400"/>
          </a:xfrm>
        </p:grpSpPr>
        <p:pic>
          <p:nvPicPr>
            <p:cNvPr id="189" name="node04.image" descr="photo-team-meeting; canonical SHA256=87a8140df1e1b077b99aa8c4ae4a438a46be52fea4be0270dc8d66549f4d9397">    </p:cNvPr>
            <p:cNvPicPr>
              <a:picLocks noChangeAspect="1"/>
            </p:cNvPicPr>
            <p:nvPr/>
          </p:nvPicPr>
          <p:blipFill>
            <a:blip r:embed="rId1"/>
            <a:srcRect l="5556" r="5556" t="0" b="0"/>
            <a:stretch/>
          </p:blipFill>
          <p:spPr>
            <a:xfrm>
              <a:off x="1638300" y="3657600"/>
              <a:ext cx="2743200" cy="2057400"/>
            </a:xfrm>
            <a:prstGeom prst="rect">
              <a:avLst/>
            </a:prstGeom>
          </p:spPr>
        </p:pic>
      </p:grpSp>
      <p:sp>
        <p:nvSpPr>
          <p:cNvPr id="190" name="node05"/>
          <p:cNvSpPr/>
          <p:nvPr/>
        </p:nvSpPr>
        <p:spPr>
          <a:xfrm>
            <a:off x="5295900" y="4572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19" name="node06"/>
          <p:cNvGrpSpPr/>
          <p:nvPr/>
        </p:nvGrpSpPr>
        <p:grpSpPr>
          <a:xfrm>
            <a:off x="5295900" y="533400"/>
            <a:ext cx="457200" cy="266700"/>
            <a:chOff x="5295900" y="533400"/>
            <a:chExt cx="457200" cy="266700"/>
          </a:xfrm>
        </p:grpSpPr>
        <p:sp>
          <p:nvSpPr>
            <p:cNvPr id="191" name="node06.text"/>
            <p:cNvSpPr/>
            <p:nvPr/>
          </p:nvSpPr>
          <p:spPr>
            <a:xfrm>
              <a:off x="5295900" y="5334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0" name="node07"/>
          <p:cNvGrpSpPr/>
          <p:nvPr/>
        </p:nvGrpSpPr>
        <p:grpSpPr>
          <a:xfrm>
            <a:off x="5829300" y="533400"/>
            <a:ext cx="5638800" cy="266700"/>
            <a:chOff x="5829300" y="533400"/>
            <a:chExt cx="5638800" cy="266700"/>
          </a:xfrm>
        </p:grpSpPr>
        <p:sp>
          <p:nvSpPr>
            <p:cNvPr id="192" name="node07.text"/>
            <p:cNvSpPr/>
            <p:nvPr/>
          </p:nvSpPr>
          <p:spPr>
            <a:xfrm>
              <a:off x="5829300" y="5334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1" name="node08"/>
          <p:cNvGrpSpPr/>
          <p:nvPr/>
        </p:nvGrpSpPr>
        <p:grpSpPr>
          <a:xfrm>
            <a:off x="5829300" y="838200"/>
            <a:ext cx="5410200" cy="431800"/>
            <a:chOff x="5829300" y="838200"/>
            <a:chExt cx="5410200" cy="431800"/>
          </a:xfrm>
        </p:grpSpPr>
        <p:sp>
          <p:nvSpPr>
            <p:cNvPr id="193" name="node08.text"/>
            <p:cNvSpPr/>
            <p:nvPr/>
          </p:nvSpPr>
          <p:spPr>
            <a:xfrm>
              <a:off x="5829300" y="838200"/>
              <a:ext cx="5410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we heard from Northfield leaders about the close, and where time and effort are lost today.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94" name="node09"/>
          <p:cNvSpPr/>
          <p:nvPr/>
        </p:nvSpPr>
        <p:spPr>
          <a:xfrm>
            <a:off x="5295900" y="13716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22" name="node10"/>
          <p:cNvGrpSpPr/>
          <p:nvPr/>
        </p:nvGrpSpPr>
        <p:grpSpPr>
          <a:xfrm>
            <a:off x="5295900" y="1447800"/>
            <a:ext cx="457200" cy="266700"/>
            <a:chOff x="5295900" y="1447800"/>
            <a:chExt cx="457200" cy="266700"/>
          </a:xfrm>
        </p:grpSpPr>
        <p:sp>
          <p:nvSpPr>
            <p:cNvPr id="195" name="node10.text"/>
            <p:cNvSpPr/>
            <p:nvPr/>
          </p:nvSpPr>
          <p:spPr>
            <a:xfrm>
              <a:off x="5295900" y="14478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3" name="node11"/>
          <p:cNvGrpSpPr/>
          <p:nvPr/>
        </p:nvGrpSpPr>
        <p:grpSpPr>
          <a:xfrm>
            <a:off x="5829300" y="1447800"/>
            <a:ext cx="5638800" cy="266700"/>
            <a:chOff x="5829300" y="1447800"/>
            <a:chExt cx="5638800" cy="266700"/>
          </a:xfrm>
        </p:grpSpPr>
        <p:sp>
          <p:nvSpPr>
            <p:cNvPr id="196" name="node11.text"/>
            <p:cNvSpPr/>
            <p:nvPr/>
          </p:nvSpPr>
          <p:spPr>
            <a:xfrm>
              <a:off x="5829300" y="14478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4" name="node12"/>
          <p:cNvGrpSpPr/>
          <p:nvPr/>
        </p:nvGrpSpPr>
        <p:grpSpPr>
          <a:xfrm>
            <a:off x="5829300" y="1752600"/>
            <a:ext cx="5410200" cy="215900"/>
            <a:chOff x="5829300" y="1752600"/>
            <a:chExt cx="5410200" cy="215900"/>
          </a:xfrm>
        </p:grpSpPr>
        <p:sp>
          <p:nvSpPr>
            <p:cNvPr id="197" name="node12.text"/>
            <p:cNvSpPr/>
            <p:nvPr/>
          </p:nvSpPr>
          <p:spPr>
            <a:xfrm>
              <a:off x="5829300" y="1752600"/>
              <a:ext cx="5410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three-wave plan that fixes the process first, then the systems.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98" name="node13"/>
          <p:cNvSpPr/>
          <p:nvPr/>
        </p:nvSpPr>
        <p:spPr>
          <a:xfrm>
            <a:off x="5295900" y="22860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25" name="node14"/>
          <p:cNvGrpSpPr/>
          <p:nvPr/>
        </p:nvGrpSpPr>
        <p:grpSpPr>
          <a:xfrm>
            <a:off x="5295900" y="2362200"/>
            <a:ext cx="457200" cy="266700"/>
            <a:chOff x="5295900" y="2362200"/>
            <a:chExt cx="457200" cy="266700"/>
          </a:xfrm>
        </p:grpSpPr>
        <p:sp>
          <p:nvSpPr>
            <p:cNvPr id="199" name="node14.text"/>
            <p:cNvSpPr/>
            <p:nvPr/>
          </p:nvSpPr>
          <p:spPr>
            <a:xfrm>
              <a:off x="5295900" y="23622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6" name="node15"/>
          <p:cNvGrpSpPr/>
          <p:nvPr/>
        </p:nvGrpSpPr>
        <p:grpSpPr>
          <a:xfrm>
            <a:off x="5829300" y="2362200"/>
            <a:ext cx="5638800" cy="266700"/>
            <a:chOff x="5829300" y="2362200"/>
            <a:chExt cx="5638800" cy="266700"/>
          </a:xfrm>
        </p:grpSpPr>
        <p:sp>
          <p:nvSpPr>
            <p:cNvPr id="200" name="node15.text"/>
            <p:cNvSpPr/>
            <p:nvPr/>
          </p:nvSpPr>
          <p:spPr>
            <a:xfrm>
              <a:off x="5829300" y="23622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7" name="node16"/>
          <p:cNvGrpSpPr/>
          <p:nvPr/>
        </p:nvGrpSpPr>
        <p:grpSpPr>
          <a:xfrm>
            <a:off x="5829300" y="2667000"/>
            <a:ext cx="5410200" cy="431800"/>
            <a:chOff x="5829300" y="2667000"/>
            <a:chExt cx="5410200" cy="431800"/>
          </a:xfrm>
        </p:grpSpPr>
        <p:sp>
          <p:nvSpPr>
            <p:cNvPr id="201" name="node16.text"/>
            <p:cNvSpPr/>
            <p:nvPr/>
          </p:nvSpPr>
          <p:spPr>
            <a:xfrm>
              <a:off x="5829300" y="2667000"/>
              <a:ext cx="5410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operating model, tooling and controls that bring the close down to five days.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02" name="node17"/>
          <p:cNvSpPr/>
          <p:nvPr/>
        </p:nvSpPr>
        <p:spPr>
          <a:xfrm>
            <a:off x="5295900" y="32004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28" name="node18"/>
          <p:cNvGrpSpPr/>
          <p:nvPr/>
        </p:nvGrpSpPr>
        <p:grpSpPr>
          <a:xfrm>
            <a:off x="5295900" y="3276600"/>
            <a:ext cx="457200" cy="266700"/>
            <a:chOff x="5295900" y="3276600"/>
            <a:chExt cx="457200" cy="266700"/>
          </a:xfrm>
        </p:grpSpPr>
        <p:sp>
          <p:nvSpPr>
            <p:cNvPr id="203" name="node18.text"/>
            <p:cNvSpPr/>
            <p:nvPr/>
          </p:nvSpPr>
          <p:spPr>
            <a:xfrm>
              <a:off x="5295900" y="32766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29" name="node19"/>
          <p:cNvGrpSpPr/>
          <p:nvPr/>
        </p:nvGrpSpPr>
        <p:grpSpPr>
          <a:xfrm>
            <a:off x="5829300" y="3276600"/>
            <a:ext cx="5638800" cy="266700"/>
            <a:chOff x="5829300" y="3276600"/>
            <a:chExt cx="5638800" cy="266700"/>
          </a:xfrm>
        </p:grpSpPr>
        <p:sp>
          <p:nvSpPr>
            <p:cNvPr id="204" name="node19.text"/>
            <p:cNvSpPr/>
            <p:nvPr/>
          </p:nvSpPr>
          <p:spPr>
            <a:xfrm>
              <a:off x="5829300" y="32766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30" name="node20"/>
          <p:cNvGrpSpPr/>
          <p:nvPr/>
        </p:nvGrpSpPr>
        <p:grpSpPr>
          <a:xfrm>
            <a:off x="5829300" y="3581400"/>
            <a:ext cx="5410200" cy="431800"/>
            <a:chOff x="5829300" y="3581400"/>
            <a:chExt cx="5410200" cy="431800"/>
          </a:xfrm>
        </p:grpSpPr>
        <p:sp>
          <p:nvSpPr>
            <p:cNvPr id="205" name="node20.text"/>
            <p:cNvSpPr/>
            <p:nvPr/>
          </p:nvSpPr>
          <p:spPr>
            <a:xfrm>
              <a:off x="5829300" y="3581400"/>
              <a:ext cx="5410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leaders and specialists who will deliver, and how they work beside your finance team.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06" name="node21"/>
          <p:cNvSpPr/>
          <p:nvPr/>
        </p:nvSpPr>
        <p:spPr>
          <a:xfrm>
            <a:off x="5295900" y="41148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31" name="node22"/>
          <p:cNvGrpSpPr/>
          <p:nvPr/>
        </p:nvGrpSpPr>
        <p:grpSpPr>
          <a:xfrm>
            <a:off x="5295900" y="4191000"/>
            <a:ext cx="457200" cy="266700"/>
            <a:chOff x="5295900" y="4191000"/>
            <a:chExt cx="457200" cy="266700"/>
          </a:xfrm>
        </p:grpSpPr>
        <p:sp>
          <p:nvSpPr>
            <p:cNvPr id="207" name="node22.text"/>
            <p:cNvSpPr/>
            <p:nvPr/>
          </p:nvSpPr>
          <p:spPr>
            <a:xfrm>
              <a:off x="5295900" y="41910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32" name="node23"/>
          <p:cNvGrpSpPr/>
          <p:nvPr/>
        </p:nvGrpSpPr>
        <p:grpSpPr>
          <a:xfrm>
            <a:off x="5829300" y="4191000"/>
            <a:ext cx="5638800" cy="266700"/>
            <a:chOff x="5829300" y="4191000"/>
            <a:chExt cx="5638800" cy="266700"/>
          </a:xfrm>
        </p:grpSpPr>
        <p:sp>
          <p:nvSpPr>
            <p:cNvPr id="208" name="node23.text"/>
            <p:cNvSpPr/>
            <p:nvPr/>
          </p:nvSpPr>
          <p:spPr>
            <a:xfrm>
              <a:off x="5829300" y="41910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33" name="node24"/>
          <p:cNvGrpSpPr/>
          <p:nvPr/>
        </p:nvGrpSpPr>
        <p:grpSpPr>
          <a:xfrm>
            <a:off x="5829300" y="4495800"/>
            <a:ext cx="5410200" cy="431800"/>
            <a:chOff x="5829300" y="4495800"/>
            <a:chExt cx="5410200" cy="431800"/>
          </a:xfrm>
        </p:grpSpPr>
        <p:sp>
          <p:nvSpPr>
            <p:cNvPr id="209" name="node24.text"/>
            <p:cNvSpPr/>
            <p:nvPr/>
          </p:nvSpPr>
          <p:spPr>
            <a:xfrm>
              <a:off x="5829300" y="4495800"/>
              <a:ext cx="5410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phase, the assumptions behind them, and a business case that pays back inside 14 months.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10" name="node25"/>
          <p:cNvSpPr/>
          <p:nvPr/>
        </p:nvSpPr>
        <p:spPr>
          <a:xfrm>
            <a:off x="5295900" y="50292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234" name="node26"/>
          <p:cNvGrpSpPr/>
          <p:nvPr/>
        </p:nvGrpSpPr>
        <p:grpSpPr>
          <a:xfrm>
            <a:off x="5295900" y="5105400"/>
            <a:ext cx="457200" cy="266700"/>
            <a:chOff x="5295900" y="5105400"/>
            <a:chExt cx="457200" cy="266700"/>
          </a:xfrm>
        </p:grpSpPr>
        <p:sp>
          <p:nvSpPr>
            <p:cNvPr id="211" name="node26.text"/>
            <p:cNvSpPr/>
            <p:nvPr/>
          </p:nvSpPr>
          <p:spPr>
            <a:xfrm>
              <a:off x="5295900" y="51054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6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35" name="node27"/>
          <p:cNvGrpSpPr/>
          <p:nvPr/>
        </p:nvGrpSpPr>
        <p:grpSpPr>
          <a:xfrm>
            <a:off x="5829300" y="5105400"/>
            <a:ext cx="5638800" cy="266700"/>
            <a:chOff x="5829300" y="5105400"/>
            <a:chExt cx="5638800" cy="266700"/>
          </a:xfrm>
        </p:grpSpPr>
        <p:sp>
          <p:nvSpPr>
            <p:cNvPr id="212" name="node27.text"/>
            <p:cNvSpPr/>
            <p:nvPr/>
          </p:nvSpPr>
          <p:spPr>
            <a:xfrm>
              <a:off x="5829300" y="5105400"/>
              <a:ext cx="5638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36" name="node28"/>
          <p:cNvGrpSpPr/>
          <p:nvPr/>
        </p:nvGrpSpPr>
        <p:grpSpPr>
          <a:xfrm>
            <a:off x="5829300" y="5410200"/>
            <a:ext cx="5410200" cy="431800"/>
            <a:chOff x="5829300" y="5410200"/>
            <a:chExt cx="5410200" cy="431800"/>
          </a:xfrm>
        </p:grpSpPr>
        <p:sp>
          <p:nvSpPr>
            <p:cNvPr id="213" name="node28.text"/>
            <p:cNvSpPr/>
            <p:nvPr/>
          </p:nvSpPr>
          <p:spPr>
            <a:xfrm>
              <a:off x="5829300" y="5410200"/>
              <a:ext cx="5410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 and results from comparable close transformations.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14" name="node29"/>
          <p:cNvSpPr/>
          <p:nvPr/>
        </p:nvSpPr>
        <p:spPr>
          <a:xfrm>
            <a:off x="5295900" y="5943600"/>
            <a:ext cx="6172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CONTENTS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Six sections, from understanding to proof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0" name="node01"/>
          <p:cNvGrpSpPr/>
          <p:nvPr/>
        </p:nvGrpSpPr>
        <p:grpSpPr>
          <a:xfrm>
            <a:off x="723900" y="1714500"/>
            <a:ext cx="685800" cy="304800"/>
            <a:chOff x="723900" y="1714500"/>
            <a:chExt cx="685800" cy="304800"/>
          </a:xfrm>
        </p:grpSpPr>
        <p:sp>
          <p:nvSpPr>
            <p:cNvPr id="6" name="node01.text"/>
            <p:cNvSpPr/>
            <p:nvPr/>
          </p:nvSpPr>
          <p:spPr>
            <a:xfrm>
              <a:off x="723900" y="17145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1" name="node02"/>
          <p:cNvGrpSpPr/>
          <p:nvPr/>
        </p:nvGrpSpPr>
        <p:grpSpPr>
          <a:xfrm>
            <a:off x="1638300" y="1714500"/>
            <a:ext cx="3200400" cy="304800"/>
            <a:chOff x="1638300" y="1714500"/>
            <a:chExt cx="3200400" cy="304800"/>
          </a:xfrm>
        </p:grpSpPr>
        <p:sp>
          <p:nvSpPr>
            <p:cNvPr id="7" name="node02.text"/>
            <p:cNvSpPr/>
            <p:nvPr/>
          </p:nvSpPr>
          <p:spPr>
            <a:xfrm>
              <a:off x="1638300" y="17145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Our understanding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2" name="node03"/>
          <p:cNvGrpSpPr/>
          <p:nvPr/>
        </p:nvGrpSpPr>
        <p:grpSpPr>
          <a:xfrm>
            <a:off x="5143500" y="1733550"/>
            <a:ext cx="5600700" cy="533400"/>
            <a:chOff x="5143500" y="1733550"/>
            <a:chExt cx="5600700" cy="533400"/>
          </a:xfrm>
        </p:grpSpPr>
        <p:sp>
          <p:nvSpPr>
            <p:cNvPr id="8" name="node03.text"/>
            <p:cNvSpPr/>
            <p:nvPr/>
          </p:nvSpPr>
          <p:spPr>
            <a:xfrm>
              <a:off x="5143500" y="1733550"/>
              <a:ext cx="56007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we heard from Northfield leaders about the close, and where time and effort are lost today.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9" name="node04"/>
          <p:cNvSpPr/>
          <p:nvPr/>
        </p:nvSpPr>
        <p:spPr>
          <a:xfrm>
            <a:off x="723900" y="22860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3" name="node05"/>
          <p:cNvGrpSpPr/>
          <p:nvPr/>
        </p:nvGrpSpPr>
        <p:grpSpPr>
          <a:xfrm>
            <a:off x="723900" y="2400300"/>
            <a:ext cx="685800" cy="304800"/>
            <a:chOff x="723900" y="2400300"/>
            <a:chExt cx="685800" cy="304800"/>
          </a:xfrm>
        </p:grpSpPr>
        <p:sp>
          <p:nvSpPr>
            <p:cNvPr id="10" name="node05.text"/>
            <p:cNvSpPr/>
            <p:nvPr/>
          </p:nvSpPr>
          <p:spPr>
            <a:xfrm>
              <a:off x="723900" y="24003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4" name="node06"/>
          <p:cNvGrpSpPr/>
          <p:nvPr/>
        </p:nvGrpSpPr>
        <p:grpSpPr>
          <a:xfrm>
            <a:off x="1638300" y="2400300"/>
            <a:ext cx="3200400" cy="304800"/>
            <a:chOff x="1638300" y="2400300"/>
            <a:chExt cx="3200400" cy="304800"/>
          </a:xfrm>
        </p:grpSpPr>
        <p:sp>
          <p:nvSpPr>
            <p:cNvPr id="11" name="node06.text"/>
            <p:cNvSpPr/>
            <p:nvPr/>
          </p:nvSpPr>
          <p:spPr>
            <a:xfrm>
              <a:off x="1638300" y="24003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Approach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5" name="node07"/>
          <p:cNvGrpSpPr/>
          <p:nvPr/>
        </p:nvGrpSpPr>
        <p:grpSpPr>
          <a:xfrm>
            <a:off x="5143500" y="2419350"/>
            <a:ext cx="5600700" cy="266700"/>
            <a:chOff x="5143500" y="2419350"/>
            <a:chExt cx="5600700" cy="266700"/>
          </a:xfrm>
        </p:grpSpPr>
        <p:sp>
          <p:nvSpPr>
            <p:cNvPr id="12" name="node07.text"/>
            <p:cNvSpPr/>
            <p:nvPr/>
          </p:nvSpPr>
          <p:spPr>
            <a:xfrm>
              <a:off x="5143500" y="2419350"/>
              <a:ext cx="56007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three-wave plan that fixes the process first, then the systems.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3" name="node08"/>
          <p:cNvSpPr/>
          <p:nvPr/>
        </p:nvSpPr>
        <p:spPr>
          <a:xfrm>
            <a:off x="723900" y="2971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6" name="node09"/>
          <p:cNvGrpSpPr/>
          <p:nvPr/>
        </p:nvGrpSpPr>
        <p:grpSpPr>
          <a:xfrm>
            <a:off x="723900" y="3086100"/>
            <a:ext cx="685800" cy="304800"/>
            <a:chOff x="723900" y="3086100"/>
            <a:chExt cx="685800" cy="304800"/>
          </a:xfrm>
        </p:grpSpPr>
        <p:sp>
          <p:nvSpPr>
            <p:cNvPr id="14" name="node09.text"/>
            <p:cNvSpPr/>
            <p:nvPr/>
          </p:nvSpPr>
          <p:spPr>
            <a:xfrm>
              <a:off x="723900" y="30861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7" name="node10"/>
          <p:cNvGrpSpPr/>
          <p:nvPr/>
        </p:nvGrpSpPr>
        <p:grpSpPr>
          <a:xfrm>
            <a:off x="1638300" y="3086100"/>
            <a:ext cx="3200400" cy="304800"/>
            <a:chOff x="1638300" y="3086100"/>
            <a:chExt cx="3200400" cy="304800"/>
          </a:xfrm>
        </p:grpSpPr>
        <p:sp>
          <p:nvSpPr>
            <p:cNvPr id="15" name="node10.text"/>
            <p:cNvSpPr/>
            <p:nvPr/>
          </p:nvSpPr>
          <p:spPr>
            <a:xfrm>
              <a:off x="1638300" y="30861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8" name="node11"/>
          <p:cNvGrpSpPr/>
          <p:nvPr/>
        </p:nvGrpSpPr>
        <p:grpSpPr>
          <a:xfrm>
            <a:off x="5143500" y="3105150"/>
            <a:ext cx="5600700" cy="533400"/>
            <a:chOff x="5143500" y="3105150"/>
            <a:chExt cx="5600700" cy="533400"/>
          </a:xfrm>
        </p:grpSpPr>
        <p:sp>
          <p:nvSpPr>
            <p:cNvPr id="16" name="node11.text"/>
            <p:cNvSpPr/>
            <p:nvPr/>
          </p:nvSpPr>
          <p:spPr>
            <a:xfrm>
              <a:off x="5143500" y="3105150"/>
              <a:ext cx="56007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operating model, tooling and controls that bring the close down to five days.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17" name="node12"/>
          <p:cNvSpPr/>
          <p:nvPr/>
        </p:nvSpPr>
        <p:spPr>
          <a:xfrm>
            <a:off x="723900" y="3657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9" name="node13"/>
          <p:cNvGrpSpPr/>
          <p:nvPr/>
        </p:nvGrpSpPr>
        <p:grpSpPr>
          <a:xfrm>
            <a:off x="723900" y="3771900"/>
            <a:ext cx="685800" cy="304800"/>
            <a:chOff x="723900" y="3771900"/>
            <a:chExt cx="685800" cy="304800"/>
          </a:xfrm>
        </p:grpSpPr>
        <p:sp>
          <p:nvSpPr>
            <p:cNvPr id="18" name="node13.text"/>
            <p:cNvSpPr/>
            <p:nvPr/>
          </p:nvSpPr>
          <p:spPr>
            <a:xfrm>
              <a:off x="723900" y="37719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0" name="node14"/>
          <p:cNvGrpSpPr/>
          <p:nvPr/>
        </p:nvGrpSpPr>
        <p:grpSpPr>
          <a:xfrm>
            <a:off x="1638300" y="3771900"/>
            <a:ext cx="3200400" cy="304800"/>
            <a:chOff x="1638300" y="3771900"/>
            <a:chExt cx="3200400" cy="304800"/>
          </a:xfrm>
        </p:grpSpPr>
        <p:sp>
          <p:nvSpPr>
            <p:cNvPr id="19" name="node14.text"/>
            <p:cNvSpPr/>
            <p:nvPr/>
          </p:nvSpPr>
          <p:spPr>
            <a:xfrm>
              <a:off x="1638300" y="37719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Team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1" name="node15"/>
          <p:cNvGrpSpPr/>
          <p:nvPr/>
        </p:nvGrpSpPr>
        <p:grpSpPr>
          <a:xfrm>
            <a:off x="5143500" y="3790950"/>
            <a:ext cx="5600700" cy="533400"/>
            <a:chOff x="5143500" y="3790950"/>
            <a:chExt cx="5600700" cy="533400"/>
          </a:xfrm>
        </p:grpSpPr>
        <p:sp>
          <p:nvSpPr>
            <p:cNvPr id="20" name="node15.text"/>
            <p:cNvSpPr/>
            <p:nvPr/>
          </p:nvSpPr>
          <p:spPr>
            <a:xfrm>
              <a:off x="5143500" y="3790950"/>
              <a:ext cx="56007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The leaders and specialists who will deliver, and how they work beside your finance team.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1" name="node16"/>
          <p:cNvSpPr/>
          <p:nvPr/>
        </p:nvSpPr>
        <p:spPr>
          <a:xfrm>
            <a:off x="723900" y="43434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2" name="node17"/>
          <p:cNvGrpSpPr/>
          <p:nvPr/>
        </p:nvGrpSpPr>
        <p:grpSpPr>
          <a:xfrm>
            <a:off x="723900" y="4457700"/>
            <a:ext cx="685800" cy="304800"/>
            <a:chOff x="723900" y="4457700"/>
            <a:chExt cx="685800" cy="304800"/>
          </a:xfrm>
        </p:grpSpPr>
        <p:sp>
          <p:nvSpPr>
            <p:cNvPr id="22" name="node17.text"/>
            <p:cNvSpPr/>
            <p:nvPr/>
          </p:nvSpPr>
          <p:spPr>
            <a:xfrm>
              <a:off x="723900" y="44577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3" name="node18"/>
          <p:cNvGrpSpPr/>
          <p:nvPr/>
        </p:nvGrpSpPr>
        <p:grpSpPr>
          <a:xfrm>
            <a:off x="1638300" y="4457700"/>
            <a:ext cx="3200400" cy="304800"/>
            <a:chOff x="1638300" y="4457700"/>
            <a:chExt cx="3200400" cy="304800"/>
          </a:xfrm>
        </p:grpSpPr>
        <p:sp>
          <p:nvSpPr>
            <p:cNvPr id="23" name="node18.text"/>
            <p:cNvSpPr/>
            <p:nvPr/>
          </p:nvSpPr>
          <p:spPr>
            <a:xfrm>
              <a:off x="1638300" y="44577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Commercials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4" name="node19"/>
          <p:cNvGrpSpPr/>
          <p:nvPr/>
        </p:nvGrpSpPr>
        <p:grpSpPr>
          <a:xfrm>
            <a:off x="5143500" y="4476750"/>
            <a:ext cx="5600700" cy="533400"/>
            <a:chOff x="5143500" y="4476750"/>
            <a:chExt cx="5600700" cy="533400"/>
          </a:xfrm>
        </p:grpSpPr>
        <p:sp>
          <p:nvSpPr>
            <p:cNvPr id="24" name="node19.text"/>
            <p:cNvSpPr/>
            <p:nvPr/>
          </p:nvSpPr>
          <p:spPr>
            <a:xfrm>
              <a:off x="5143500" y="4476750"/>
              <a:ext cx="56007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Fees by phase, the assumptions behind them, and a business case that pays back inside 14 months.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5" name="node20"/>
          <p:cNvSpPr/>
          <p:nvPr/>
        </p:nvSpPr>
        <p:spPr>
          <a:xfrm>
            <a:off x="723900" y="50292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5" name="node21"/>
          <p:cNvGrpSpPr/>
          <p:nvPr/>
        </p:nvGrpSpPr>
        <p:grpSpPr>
          <a:xfrm>
            <a:off x="723900" y="5143500"/>
            <a:ext cx="685800" cy="304800"/>
            <a:chOff x="723900" y="5143500"/>
            <a:chExt cx="685800" cy="304800"/>
          </a:xfrm>
        </p:grpSpPr>
        <p:sp>
          <p:nvSpPr>
            <p:cNvPr id="26" name="node21.text"/>
            <p:cNvSpPr/>
            <p:nvPr/>
          </p:nvSpPr>
          <p:spPr>
            <a:xfrm>
              <a:off x="723900" y="5143500"/>
              <a:ext cx="685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6" name="node22"/>
          <p:cNvGrpSpPr/>
          <p:nvPr/>
        </p:nvGrpSpPr>
        <p:grpSpPr>
          <a:xfrm>
            <a:off x="1638300" y="5143500"/>
            <a:ext cx="3200400" cy="304800"/>
            <a:chOff x="1638300" y="5143500"/>
            <a:chExt cx="3200400" cy="304800"/>
          </a:xfrm>
        </p:grpSpPr>
        <p:sp>
          <p:nvSpPr>
            <p:cNvPr id="27" name="node22.text"/>
            <p:cNvSpPr/>
            <p:nvPr/>
          </p:nvSpPr>
          <p:spPr>
            <a:xfrm>
              <a:off x="1638300" y="5143500"/>
              <a:ext cx="3200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Why West Monroe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7" name="node23"/>
          <p:cNvGrpSpPr/>
          <p:nvPr/>
        </p:nvGrpSpPr>
        <p:grpSpPr>
          <a:xfrm>
            <a:off x="5143500" y="5162550"/>
            <a:ext cx="5600700" cy="533400"/>
            <a:chOff x="5143500" y="5162550"/>
            <a:chExt cx="5600700" cy="533400"/>
          </a:xfrm>
        </p:grpSpPr>
        <p:sp>
          <p:nvSpPr>
            <p:cNvPr id="28" name="node23.text"/>
            <p:cNvSpPr/>
            <p:nvPr/>
          </p:nvSpPr>
          <p:spPr>
            <a:xfrm>
              <a:off x="5143500" y="5162550"/>
              <a:ext cx="56007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Healthcare finance experience and results from comparable close transformations.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9" name="node24"/>
          <p:cNvSpPr/>
          <p:nvPr/>
        </p:nvSpPr>
        <p:spPr>
          <a:xfrm>
            <a:off x="723900" y="57150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2026-10-10T16:25:53Z</dcterms:created>
  <dcterms:modified xsi:type="dcterms:W3CDTF">2026-10-10T16:25:53Z</dcterms:modified>
</cp:coreProperties>
</file>