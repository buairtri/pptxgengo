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3.xml" ContentType="application/vnd.openxmlformats-officedocument.theme+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theme/theme4.xml" ContentType="application/vnd.openxmlformats-officedocument.theme+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comments/modernComment_100_7F66D61E.xml" ContentType="application/vnd.ms-powerpoint.comments+xml"/>
  <Override PartName="/ppt/tags/tag7.xml" ContentType="application/vnd.openxmlformats-officedocument.presentationml.tags+xml"/>
  <Override PartName="/ppt/comments/modernComment_121_E0691A29.xml" ContentType="application/vnd.ms-powerpoint.comments+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notesSlides/notesSlide4.xml" ContentType="application/vnd.openxmlformats-officedocument.presentationml.notesSlide+xml"/>
  <Override PartName="/ppt/comments/modernComment_10A_AF25024C.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0.xml" ContentType="application/vnd.openxmlformats-officedocument.presentationml.tags+xml"/>
  <Override PartName="/ppt/comments/modernComment_7FFFFFF1_484C97CB.xml" ContentType="application/vnd.ms-powerpoint.comment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comments/modernComment_23D_9FAE75EE.xml" ContentType="application/vnd.ms-powerpoint.comments+xml"/>
  <Override PartName="/ppt/comments/modernComment_7FFFFD7F_1E15D59F.xml" ContentType="application/vnd.ms-powerpoint.comments+xml"/>
  <Override PartName="/ppt/tags/tag13.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23A_CFEF8423.xml" ContentType="application/vnd.ms-powerpoint.comments+xml"/>
  <Override PartName="/ppt/comments/modernComment_23B_94362ED.xml" ContentType="application/vnd.ms-powerpoint.comments+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comments/modernComment_144_366517B.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2"/>
    <p:sldMasterId id="2147484018" r:id="rId13"/>
    <p:sldMasterId id="2147484047" r:id="rId14"/>
    <p:sldMasterId id="2147484084" r:id="rId15"/>
    <p:sldMasterId id="2147484137" r:id="rId16"/>
  </p:sldMasterIdLst>
  <p:notesMasterIdLst>
    <p:notesMasterId r:id="rId56"/>
  </p:notesMasterIdLst>
  <p:handoutMasterIdLst>
    <p:handoutMasterId r:id="rId57"/>
  </p:handoutMasterIdLst>
  <p:sldIdLst>
    <p:sldId id="258" r:id="rId17"/>
    <p:sldId id="2147483629" r:id="rId18"/>
    <p:sldId id="256" r:id="rId19"/>
    <p:sldId id="268" r:id="rId20"/>
    <p:sldId id="289" r:id="rId21"/>
    <p:sldId id="2147483632" r:id="rId22"/>
    <p:sldId id="2147483602" r:id="rId23"/>
    <p:sldId id="2147483646" r:id="rId24"/>
    <p:sldId id="266" r:id="rId25"/>
    <p:sldId id="269" r:id="rId26"/>
    <p:sldId id="257" r:id="rId27"/>
    <p:sldId id="2147483647" r:id="rId28"/>
    <p:sldId id="2147483514" r:id="rId29"/>
    <p:sldId id="2147483644" r:id="rId30"/>
    <p:sldId id="2147483633" r:id="rId31"/>
    <p:sldId id="2147483638" r:id="rId32"/>
    <p:sldId id="273" r:id="rId33"/>
    <p:sldId id="2147483634" r:id="rId34"/>
    <p:sldId id="261" r:id="rId35"/>
    <p:sldId id="280" r:id="rId36"/>
    <p:sldId id="270" r:id="rId37"/>
    <p:sldId id="285" r:id="rId38"/>
    <p:sldId id="260" r:id="rId39"/>
    <p:sldId id="267" r:id="rId40"/>
    <p:sldId id="2147483642" r:id="rId41"/>
    <p:sldId id="263" r:id="rId42"/>
    <p:sldId id="2147483639" r:id="rId43"/>
    <p:sldId id="262" r:id="rId44"/>
    <p:sldId id="573" r:id="rId45"/>
    <p:sldId id="2147483007" r:id="rId46"/>
    <p:sldId id="259" r:id="rId47"/>
    <p:sldId id="2147483631" r:id="rId48"/>
    <p:sldId id="590" r:id="rId49"/>
    <p:sldId id="570" r:id="rId50"/>
    <p:sldId id="571" r:id="rId51"/>
    <p:sldId id="264" r:id="rId52"/>
    <p:sldId id="265" r:id="rId53"/>
    <p:sldId id="338" r:id="rId54"/>
    <p:sldId id="324" r:id="rId55"/>
  </p:sldIdLst>
  <p:sldSz cx="12192000" cy="6858000"/>
  <p:notesSz cx="6858000" cy="9144000"/>
  <p:defaultText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F414512-7204-05C5-3717-B9C85CC4B050}" name="Hena Shah" initials="HS" userId="S::hshah@westmonroepartners.com::834df31d-a615-48f0-a61f-d0e24b3b49ae" providerId="AD"/>
  <p188:author id="{B5E7A012-4DE3-BD7D-683E-6DBA83D26AFF}" name="Ri Scott" initials="RS" userId="S::rscott@westmonroepartners.com::1913be8a-4603-46d8-b612-bfc881c3abfb" providerId="AD"/>
  <p188:author id="{3432792C-5EE8-C18E-0F9D-0749A4C93F8D}" name="Drew Hallett" initials="DH" userId="S::dhallett@westmonroepartners.com::fac7d475-70d1-4518-beb6-b87c75c13bfe" providerId="AD"/>
  <p188:author id="{7873F473-95BD-2166-7032-2D68832DCE83}" name="Erik Brown" initials="EB" userId="S::ebrown@westmonroepartners.com::4326021d-af0a-4da8-8e37-ff322995d852" providerId="AD"/>
  <p188:author id="{622145B7-9DC0-22D3-5553-48CD0BDA1C38}" name="Bill Park" initials="BP" userId="S::bpark@westmonroepartners.com::e8d1bcf3-2370-4ecf-8f7b-a464dc94a9f6" providerId="AD"/>
  <p188:author id="{00FD10E4-1147-FB31-0D3B-504957072358}" name="Jim Mullen" initials="" userId="S::jmullen@westmonroepartners.com::17788cb1-71e8-40d2-b17e-19063ee3f3f1" providerId="AD"/>
  <p188:author id="{64899FF7-901C-C7F0-8420-F65CAD5BB292}" name="Mark Luy" initials="ML" userId="Mark Luy" providerId="None"/>
  <p188:author id="{79BB80FC-2368-1398-BF6E-C9E5F47F98A1}" name="Lily Higgins" initials="LH" userId="S::lihiggins@westmonroepartners.com::75ad035b-6355-412c-89b7-23eaeada52c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7E9"/>
    <a:srgbClr val="F5F5F5"/>
    <a:srgbClr val="00FCB0"/>
    <a:srgbClr val="000000"/>
    <a:srgbClr val="F900D3"/>
    <a:srgbClr val="00E8FA"/>
    <a:srgbClr val="1DD566"/>
    <a:srgbClr val="F6EB21"/>
    <a:srgbClr val="FFC700"/>
    <a:srgbClr val="B741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716395-BDB5-469D-ACB2-D93774DB59E4}" v="35" dt="2026-09-25T19:55:49.628"/>
    <p1510:client id="{A3B723E3-062C-4A2F-B87C-5CE844605E11}" v="650" dt="2026-09-24T21:43:27.944"/>
    <p1510:client id="{B65B51EA-1474-334A-8A07-8CB666FF13D1}" v="9671" dt="2026-09-24T21:08:50.387"/>
    <p1510:client id="{CAE48CF6-8710-40BD-87B9-0AAAF948FFA6}" v="521" dt="2026-09-25T18:45:59.747"/>
    <p1510:client id="{D1A99424-88DF-7943-B1A5-F872AD60A799}" v="1" dt="2026-09-25T13:18:11.468"/>
  </p1510:revLst>
</p1510:revInfo>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2.xml"/><Relationship Id="rId18" Type="http://schemas.openxmlformats.org/officeDocument/2006/relationships/slide" Target="slides/slide2.xml"/><Relationship Id="rId26" Type="http://schemas.openxmlformats.org/officeDocument/2006/relationships/slide" Target="slides/slide10.xml"/><Relationship Id="rId39" Type="http://schemas.openxmlformats.org/officeDocument/2006/relationships/slide" Target="slides/slide23.xml"/><Relationship Id="rId21" Type="http://schemas.openxmlformats.org/officeDocument/2006/relationships/slide" Target="slides/slide5.xml"/><Relationship Id="rId34" Type="http://schemas.openxmlformats.org/officeDocument/2006/relationships/slide" Target="slides/slide18.xml"/><Relationship Id="rId42" Type="http://schemas.openxmlformats.org/officeDocument/2006/relationships/slide" Target="slides/slide26.xml"/><Relationship Id="rId47" Type="http://schemas.openxmlformats.org/officeDocument/2006/relationships/slide" Target="slides/slide31.xml"/><Relationship Id="rId50" Type="http://schemas.openxmlformats.org/officeDocument/2006/relationships/slide" Target="slides/slide34.xml"/><Relationship Id="rId55" Type="http://schemas.openxmlformats.org/officeDocument/2006/relationships/slide" Target="slides/slide39.xml"/><Relationship Id="rId63" Type="http://schemas.microsoft.com/office/2015/10/relationships/revisionInfo" Target="revisionInfo.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Master" Target="slideMasters/slideMaster5.xml"/><Relationship Id="rId29" Type="http://schemas.openxmlformats.org/officeDocument/2006/relationships/slide" Target="slides/slide13.xml"/><Relationship Id="rId11" Type="http://schemas.openxmlformats.org/officeDocument/2006/relationships/customXml" Target="../customXml/item11.xml"/><Relationship Id="rId24" Type="http://schemas.openxmlformats.org/officeDocument/2006/relationships/slide" Target="slides/slide8.xml"/><Relationship Id="rId32" Type="http://schemas.openxmlformats.org/officeDocument/2006/relationships/slide" Target="slides/slide16.xml"/><Relationship Id="rId37" Type="http://schemas.openxmlformats.org/officeDocument/2006/relationships/slide" Target="slides/slide21.xml"/><Relationship Id="rId40" Type="http://schemas.openxmlformats.org/officeDocument/2006/relationships/slide" Target="slides/slide24.xml"/><Relationship Id="rId45" Type="http://schemas.openxmlformats.org/officeDocument/2006/relationships/slide" Target="slides/slide29.xml"/><Relationship Id="rId53" Type="http://schemas.openxmlformats.org/officeDocument/2006/relationships/slide" Target="slides/slide37.xml"/><Relationship Id="rId58" Type="http://schemas.openxmlformats.org/officeDocument/2006/relationships/presProps" Target="presProps.xml"/><Relationship Id="rId5" Type="http://schemas.openxmlformats.org/officeDocument/2006/relationships/customXml" Target="../customXml/item5.xml"/><Relationship Id="rId61" Type="http://schemas.openxmlformats.org/officeDocument/2006/relationships/tableStyles" Target="tableStyles.xml"/><Relationship Id="rId19" Type="http://schemas.openxmlformats.org/officeDocument/2006/relationships/slide" Target="slides/slide3.xml"/><Relationship Id="rId14" Type="http://schemas.openxmlformats.org/officeDocument/2006/relationships/slideMaster" Target="slideMasters/slideMaster3.xml"/><Relationship Id="rId22" Type="http://schemas.openxmlformats.org/officeDocument/2006/relationships/slide" Target="slides/slide6.xml"/><Relationship Id="rId27" Type="http://schemas.openxmlformats.org/officeDocument/2006/relationships/slide" Target="slides/slide11.xml"/><Relationship Id="rId30" Type="http://schemas.openxmlformats.org/officeDocument/2006/relationships/slide" Target="slides/slide14.xml"/><Relationship Id="rId35" Type="http://schemas.openxmlformats.org/officeDocument/2006/relationships/slide" Target="slides/slide19.xml"/><Relationship Id="rId43" Type="http://schemas.openxmlformats.org/officeDocument/2006/relationships/slide" Target="slides/slide27.xml"/><Relationship Id="rId48" Type="http://schemas.openxmlformats.org/officeDocument/2006/relationships/slide" Target="slides/slide32.xml"/><Relationship Id="rId56" Type="http://schemas.openxmlformats.org/officeDocument/2006/relationships/notesMaster" Target="notesMasters/notesMaster1.xml"/><Relationship Id="rId64" Type="http://schemas.microsoft.com/office/2018/10/relationships/authors" Target="authors.xml"/><Relationship Id="rId8" Type="http://schemas.openxmlformats.org/officeDocument/2006/relationships/customXml" Target="../customXml/item8.xml"/><Relationship Id="rId51" Type="http://schemas.openxmlformats.org/officeDocument/2006/relationships/slide" Target="slides/slide35.xml"/><Relationship Id="rId3" Type="http://schemas.openxmlformats.org/officeDocument/2006/relationships/customXml" Target="../customXml/item3.xml"/><Relationship Id="rId12" Type="http://schemas.openxmlformats.org/officeDocument/2006/relationships/slideMaster" Target="slideMasters/slideMaster1.xml"/><Relationship Id="rId17" Type="http://schemas.openxmlformats.org/officeDocument/2006/relationships/slide" Target="slides/slide1.xml"/><Relationship Id="rId25" Type="http://schemas.openxmlformats.org/officeDocument/2006/relationships/slide" Target="slides/slide9.xml"/><Relationship Id="rId33" Type="http://schemas.openxmlformats.org/officeDocument/2006/relationships/slide" Target="slides/slide17.xml"/><Relationship Id="rId38" Type="http://schemas.openxmlformats.org/officeDocument/2006/relationships/slide" Target="slides/slide22.xml"/><Relationship Id="rId46" Type="http://schemas.openxmlformats.org/officeDocument/2006/relationships/slide" Target="slides/slide30.xml"/><Relationship Id="rId59" Type="http://schemas.openxmlformats.org/officeDocument/2006/relationships/viewProps" Target="viewProps.xml"/><Relationship Id="rId20" Type="http://schemas.openxmlformats.org/officeDocument/2006/relationships/slide" Target="slides/slide4.xml"/><Relationship Id="rId41" Type="http://schemas.openxmlformats.org/officeDocument/2006/relationships/slide" Target="slides/slide25.xml"/><Relationship Id="rId54" Type="http://schemas.openxmlformats.org/officeDocument/2006/relationships/slide" Target="slides/slide38.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slideMaster" Target="slideMasters/slideMaster4.xml"/><Relationship Id="rId23" Type="http://schemas.openxmlformats.org/officeDocument/2006/relationships/slide" Target="slides/slide7.xml"/><Relationship Id="rId28" Type="http://schemas.openxmlformats.org/officeDocument/2006/relationships/slide" Target="slides/slide12.xml"/><Relationship Id="rId36" Type="http://schemas.openxmlformats.org/officeDocument/2006/relationships/slide" Target="slides/slide20.xml"/><Relationship Id="rId49" Type="http://schemas.openxmlformats.org/officeDocument/2006/relationships/slide" Target="slides/slide33.xml"/><Relationship Id="rId57" Type="http://schemas.openxmlformats.org/officeDocument/2006/relationships/handoutMaster" Target="handoutMasters/handoutMaster1.xml"/><Relationship Id="rId10" Type="http://schemas.openxmlformats.org/officeDocument/2006/relationships/customXml" Target="../customXml/item10.xml"/><Relationship Id="rId31" Type="http://schemas.openxmlformats.org/officeDocument/2006/relationships/slide" Target="slides/slide15.xml"/><Relationship Id="rId44" Type="http://schemas.openxmlformats.org/officeDocument/2006/relationships/slide" Target="slides/slide28.xml"/><Relationship Id="rId52" Type="http://schemas.openxmlformats.org/officeDocument/2006/relationships/slide" Target="slides/slide36.xml"/><Relationship Id="rId6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customXml" Target="../customXml/item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 Scott" userId="1913be8a-4603-46d8-b612-bfc881c3abfb" providerId="ADAL" clId="{B93A5389-13E6-5166-ABDF-36725E1A5C9F}"/>
    <pc:docChg chg="undo custSel addSld delSld modSld">
      <pc:chgData name="Ri Scott" userId="1913be8a-4603-46d8-b612-bfc881c3abfb" providerId="ADAL" clId="{B93A5389-13E6-5166-ABDF-36725E1A5C9F}" dt="2026-09-24T21:08:50.388" v="3066" actId="20577"/>
      <pc:docMkLst>
        <pc:docMk/>
      </pc:docMkLst>
      <pc:sldChg chg="modSp mod">
        <pc:chgData name="Ri Scott" userId="1913be8a-4603-46d8-b612-bfc881c3abfb" providerId="ADAL" clId="{B93A5389-13E6-5166-ABDF-36725E1A5C9F}" dt="2026-09-24T21:08:50.388" v="3066" actId="20577"/>
        <pc:sldMkLst>
          <pc:docMk/>
          <pc:sldMk cId="2137445918" sldId="256"/>
        </pc:sldMkLst>
        <pc:spChg chg="mod">
          <ac:chgData name="Ri Scott" userId="1913be8a-4603-46d8-b612-bfc881c3abfb" providerId="ADAL" clId="{B93A5389-13E6-5166-ABDF-36725E1A5C9F}" dt="2026-09-24T21:07:10.173" v="2937" actId="20577"/>
          <ac:spMkLst>
            <pc:docMk/>
            <pc:sldMk cId="2137445918" sldId="256"/>
            <ac:spMk id="20" creationId="{5602004F-8136-4AE8-9AC1-EB63E6EB77E4}"/>
          </ac:spMkLst>
        </pc:spChg>
        <pc:spChg chg="mod">
          <ac:chgData name="Ri Scott" userId="1913be8a-4603-46d8-b612-bfc881c3abfb" providerId="ADAL" clId="{B93A5389-13E6-5166-ABDF-36725E1A5C9F}" dt="2026-09-24T21:08:50.388" v="3066" actId="20577"/>
          <ac:spMkLst>
            <pc:docMk/>
            <pc:sldMk cId="2137445918" sldId="256"/>
            <ac:spMk id="22" creationId="{8D87C8B8-8D75-457B-AB89-234078B93A4D}"/>
          </ac:spMkLst>
        </pc:spChg>
      </pc:sldChg>
      <pc:sldChg chg="addSp modSp mod">
        <pc:chgData name="Ri Scott" userId="1913be8a-4603-46d8-b612-bfc881c3abfb" providerId="ADAL" clId="{B93A5389-13E6-5166-ABDF-36725E1A5C9F}" dt="2026-09-24T16:16:15.710" v="910" actId="20577"/>
        <pc:sldMkLst>
          <pc:docMk/>
          <pc:sldMk cId="2122714710" sldId="257"/>
        </pc:sldMkLst>
        <pc:spChg chg="mod">
          <ac:chgData name="Ri Scott" userId="1913be8a-4603-46d8-b612-bfc881c3abfb" providerId="ADAL" clId="{B93A5389-13E6-5166-ABDF-36725E1A5C9F}" dt="2026-09-24T16:14:34.045" v="854" actId="20577"/>
          <ac:spMkLst>
            <pc:docMk/>
            <pc:sldMk cId="2122714710" sldId="257"/>
            <ac:spMk id="4" creationId="{1FE50CF3-BE7A-9744-96EA-4F4899072CDC}"/>
          </ac:spMkLst>
        </pc:spChg>
        <pc:spChg chg="mod">
          <ac:chgData name="Ri Scott" userId="1913be8a-4603-46d8-b612-bfc881c3abfb" providerId="ADAL" clId="{B93A5389-13E6-5166-ABDF-36725E1A5C9F}" dt="2026-09-24T16:16:15.710" v="910" actId="20577"/>
          <ac:spMkLst>
            <pc:docMk/>
            <pc:sldMk cId="2122714710" sldId="257"/>
            <ac:spMk id="87" creationId="{BA4F7D5D-2F47-B443-AC91-4056B857FAB6}"/>
          </ac:spMkLst>
        </pc:spChg>
        <pc:graphicFrameChg chg="add mod">
          <ac:chgData name="Ri Scott" userId="1913be8a-4603-46d8-b612-bfc881c3abfb" providerId="ADAL" clId="{B93A5389-13E6-5166-ABDF-36725E1A5C9F}" dt="2026-09-24T15:38:04.345" v="420"/>
          <ac:graphicFrameMkLst>
            <pc:docMk/>
            <pc:sldMk cId="2122714710" sldId="257"/>
            <ac:graphicFrameMk id="26" creationId="{A15EE9E2-E377-D597-9151-31322961594A}"/>
          </ac:graphicFrameMkLst>
        </pc:graphicFrameChg>
      </pc:sldChg>
      <pc:sldChg chg="addSp delSp modSp del mod">
        <pc:chgData name="Ri Scott" userId="1913be8a-4603-46d8-b612-bfc881c3abfb" providerId="ADAL" clId="{B93A5389-13E6-5166-ABDF-36725E1A5C9F}" dt="2026-09-24T16:19:44.686" v="1488" actId="2696"/>
        <pc:sldMkLst>
          <pc:docMk/>
          <pc:sldMk cId="1267057161" sldId="262"/>
        </pc:sldMkLst>
        <pc:graphicFrameChg chg="add del mod modGraphic">
          <ac:chgData name="Ri Scott" userId="1913be8a-4603-46d8-b612-bfc881c3abfb" providerId="ADAL" clId="{B93A5389-13E6-5166-ABDF-36725E1A5C9F}" dt="2026-09-24T16:16:33.392" v="914" actId="21"/>
          <ac:graphicFrameMkLst>
            <pc:docMk/>
            <pc:sldMk cId="1267057161" sldId="262"/>
            <ac:graphicFrameMk id="7" creationId="{07CB8931-BB69-F831-79B0-F9BC94028942}"/>
          </ac:graphicFrameMkLst>
        </pc:graphicFrameChg>
      </pc:sldChg>
      <pc:sldChg chg="modSp add mod">
        <pc:chgData name="Ri Scott" userId="1913be8a-4603-46d8-b612-bfc881c3abfb" providerId="ADAL" clId="{B93A5389-13E6-5166-ABDF-36725E1A5C9F}" dt="2026-09-24T15:35:19.266" v="368" actId="27636"/>
        <pc:sldMkLst>
          <pc:docMk/>
          <pc:sldMk cId="311019104" sldId="264"/>
        </pc:sldMkLst>
        <pc:spChg chg="mod">
          <ac:chgData name="Ri Scott" userId="1913be8a-4603-46d8-b612-bfc881c3abfb" providerId="ADAL" clId="{B93A5389-13E6-5166-ABDF-36725E1A5C9F}" dt="2026-09-24T15:33:17.817" v="265" actId="20577"/>
          <ac:spMkLst>
            <pc:docMk/>
            <pc:sldMk cId="311019104" sldId="264"/>
            <ac:spMk id="6" creationId="{479D22A1-ADB3-85A4-A045-9900CB1202C6}"/>
          </ac:spMkLst>
        </pc:spChg>
        <pc:spChg chg="mod">
          <ac:chgData name="Ri Scott" userId="1913be8a-4603-46d8-b612-bfc881c3abfb" providerId="ADAL" clId="{B93A5389-13E6-5166-ABDF-36725E1A5C9F}" dt="2026-09-24T15:34:23.622" v="304" actId="20577"/>
          <ac:spMkLst>
            <pc:docMk/>
            <pc:sldMk cId="311019104" sldId="264"/>
            <ac:spMk id="7" creationId="{85E920DF-FD29-F207-9A0E-CC110854D028}"/>
          </ac:spMkLst>
        </pc:spChg>
        <pc:spChg chg="mod">
          <ac:chgData name="Ri Scott" userId="1913be8a-4603-46d8-b612-bfc881c3abfb" providerId="ADAL" clId="{B93A5389-13E6-5166-ABDF-36725E1A5C9F}" dt="2026-09-24T15:34:40.664" v="364" actId="20577"/>
          <ac:spMkLst>
            <pc:docMk/>
            <pc:sldMk cId="311019104" sldId="264"/>
            <ac:spMk id="8" creationId="{3768DC65-6C98-6ECA-89AC-B18AA0730A12}"/>
          </ac:spMkLst>
        </pc:spChg>
        <pc:spChg chg="mod">
          <ac:chgData name="Ri Scott" userId="1913be8a-4603-46d8-b612-bfc881c3abfb" providerId="ADAL" clId="{B93A5389-13E6-5166-ABDF-36725E1A5C9F}" dt="2026-09-24T15:35:19.266" v="368" actId="27636"/>
          <ac:spMkLst>
            <pc:docMk/>
            <pc:sldMk cId="311019104" sldId="264"/>
            <ac:spMk id="9" creationId="{140A66C7-ED4E-8692-0035-88CCC08D5590}"/>
          </ac:spMkLst>
        </pc:spChg>
        <pc:picChg chg="mod">
          <ac:chgData name="Ri Scott" userId="1913be8a-4603-46d8-b612-bfc881c3abfb" providerId="ADAL" clId="{B93A5389-13E6-5166-ABDF-36725E1A5C9F}" dt="2026-09-24T15:33:51.051" v="266" actId="14826"/>
          <ac:picMkLst>
            <pc:docMk/>
            <pc:sldMk cId="311019104" sldId="264"/>
            <ac:picMk id="20" creationId="{B3C64361-3E2F-72FD-BE16-3B2B3052DD67}"/>
          </ac:picMkLst>
        </pc:picChg>
      </pc:sldChg>
      <pc:sldChg chg="addSp delSp modSp add del mod">
        <pc:chgData name="Ri Scott" userId="1913be8a-4603-46d8-b612-bfc881c3abfb" providerId="ADAL" clId="{B93A5389-13E6-5166-ABDF-36725E1A5C9F}" dt="2026-09-24T15:37:59.871" v="419" actId="1076"/>
        <pc:sldMkLst>
          <pc:docMk/>
          <pc:sldMk cId="2938438220" sldId="266"/>
        </pc:sldMkLst>
        <pc:spChg chg="add del">
          <ac:chgData name="Ri Scott" userId="1913be8a-4603-46d8-b612-bfc881c3abfb" providerId="ADAL" clId="{B93A5389-13E6-5166-ABDF-36725E1A5C9F}" dt="2026-09-24T15:36:33.733" v="374" actId="478"/>
          <ac:spMkLst>
            <pc:docMk/>
            <pc:sldMk cId="2938438220" sldId="266"/>
            <ac:spMk id="36" creationId="{B2D88FE3-123A-1F7C-C030-4FCE031BF2D5}"/>
          </ac:spMkLst>
        </pc:spChg>
        <pc:graphicFrameChg chg="mod modGraphic">
          <ac:chgData name="Ri Scott" userId="1913be8a-4603-46d8-b612-bfc881c3abfb" providerId="ADAL" clId="{B93A5389-13E6-5166-ABDF-36725E1A5C9F}" dt="2026-09-24T15:37:59.871" v="419" actId="1076"/>
          <ac:graphicFrameMkLst>
            <pc:docMk/>
            <pc:sldMk cId="2938438220" sldId="266"/>
            <ac:graphicFrameMk id="5" creationId="{DFCF3DA6-D097-AB96-58C2-1B86BC054C47}"/>
          </ac:graphicFrameMkLst>
        </pc:graphicFrameChg>
      </pc:sldChg>
      <pc:sldChg chg="modSp mod">
        <pc:chgData name="Ri Scott" userId="1913be8a-4603-46d8-b612-bfc881c3abfb" providerId="ADAL" clId="{B93A5389-13E6-5166-ABDF-36725E1A5C9F}" dt="2026-09-24T14:55:05.376" v="21"/>
        <pc:sldMkLst>
          <pc:docMk/>
          <pc:sldMk cId="154876907" sldId="267"/>
        </pc:sldMkLst>
        <pc:spChg chg="mod">
          <ac:chgData name="Ri Scott" userId="1913be8a-4603-46d8-b612-bfc881c3abfb" providerId="ADAL" clId="{B93A5389-13E6-5166-ABDF-36725E1A5C9F}" dt="2026-09-24T14:55:05.376" v="19"/>
          <ac:spMkLst>
            <pc:docMk/>
            <pc:sldMk cId="154876907" sldId="267"/>
            <ac:spMk id="2" creationId="{A577F0BE-D6C9-9948-A1E2-070D089616B2}"/>
          </ac:spMkLst>
        </pc:spChg>
        <pc:spChg chg="mod">
          <ac:chgData name="Ri Scott" userId="1913be8a-4603-46d8-b612-bfc881c3abfb" providerId="ADAL" clId="{B93A5389-13E6-5166-ABDF-36725E1A5C9F}" dt="2026-09-24T14:55:05.376" v="21"/>
          <ac:spMkLst>
            <pc:docMk/>
            <pc:sldMk cId="154876907" sldId="267"/>
            <ac:spMk id="3" creationId="{0B469C68-FBBD-014F-97E3-A7AB075A948F}"/>
          </ac:spMkLst>
        </pc:spChg>
        <pc:spChg chg="mod">
          <ac:chgData name="Ri Scott" userId="1913be8a-4603-46d8-b612-bfc881c3abfb" providerId="ADAL" clId="{B93A5389-13E6-5166-ABDF-36725E1A5C9F}" dt="2026-09-24T14:54:54.156" v="1"/>
          <ac:spMkLst>
            <pc:docMk/>
            <pc:sldMk cId="154876907" sldId="267"/>
            <ac:spMk id="76" creationId="{CB4FAF80-5D88-3B47-B04D-6788EAC0AB4A}"/>
          </ac:spMkLst>
        </pc:spChg>
        <pc:spChg chg="mod">
          <ac:chgData name="Ri Scott" userId="1913be8a-4603-46d8-b612-bfc881c3abfb" providerId="ADAL" clId="{B93A5389-13E6-5166-ABDF-36725E1A5C9F}" dt="2026-09-24T14:54:54.158" v="13"/>
          <ac:spMkLst>
            <pc:docMk/>
            <pc:sldMk cId="154876907" sldId="267"/>
            <ac:spMk id="77" creationId="{A09776A7-2357-8C4D-863D-C9AA3762CE55}"/>
          </ac:spMkLst>
        </pc:spChg>
        <pc:spChg chg="mod">
          <ac:chgData name="Ri Scott" userId="1913be8a-4603-46d8-b612-bfc881c3abfb" providerId="ADAL" clId="{B93A5389-13E6-5166-ABDF-36725E1A5C9F}" dt="2026-09-24T14:54:54.157" v="7"/>
          <ac:spMkLst>
            <pc:docMk/>
            <pc:sldMk cId="154876907" sldId="267"/>
            <ac:spMk id="78" creationId="{95CCE4EB-4C7E-9740-B6FD-0F3E56904AEB}"/>
          </ac:spMkLst>
        </pc:spChg>
        <pc:spChg chg="mod">
          <ac:chgData name="Ri Scott" userId="1913be8a-4603-46d8-b612-bfc881c3abfb" providerId="ADAL" clId="{B93A5389-13E6-5166-ABDF-36725E1A5C9F}" dt="2026-09-24T14:54:54.157" v="3"/>
          <ac:spMkLst>
            <pc:docMk/>
            <pc:sldMk cId="154876907" sldId="267"/>
            <ac:spMk id="79" creationId="{6B30FBDC-AD13-604C-B97B-C4E75B19B32B}"/>
          </ac:spMkLst>
        </pc:spChg>
        <pc:spChg chg="mod">
          <ac:chgData name="Ri Scott" userId="1913be8a-4603-46d8-b612-bfc881c3abfb" providerId="ADAL" clId="{B93A5389-13E6-5166-ABDF-36725E1A5C9F}" dt="2026-09-24T14:54:54.159" v="15"/>
          <ac:spMkLst>
            <pc:docMk/>
            <pc:sldMk cId="154876907" sldId="267"/>
            <ac:spMk id="80" creationId="{B22C8371-9297-8D4E-AA23-701FF2BC31DF}"/>
          </ac:spMkLst>
        </pc:spChg>
        <pc:spChg chg="mod">
          <ac:chgData name="Ri Scott" userId="1913be8a-4603-46d8-b612-bfc881c3abfb" providerId="ADAL" clId="{B93A5389-13E6-5166-ABDF-36725E1A5C9F}" dt="2026-09-24T14:54:54.158" v="9"/>
          <ac:spMkLst>
            <pc:docMk/>
            <pc:sldMk cId="154876907" sldId="267"/>
            <ac:spMk id="82" creationId="{110FB56F-3EC1-C940-BDB5-77BAED164C9F}"/>
          </ac:spMkLst>
        </pc:spChg>
        <pc:spChg chg="mod">
          <ac:chgData name="Ri Scott" userId="1913be8a-4603-46d8-b612-bfc881c3abfb" providerId="ADAL" clId="{B93A5389-13E6-5166-ABDF-36725E1A5C9F}" dt="2026-09-24T14:54:54.157" v="5"/>
          <ac:spMkLst>
            <pc:docMk/>
            <pc:sldMk cId="154876907" sldId="267"/>
            <ac:spMk id="83" creationId="{048BCE75-D2AB-7544-9310-4EE39CFDDE8C}"/>
          </ac:spMkLst>
        </pc:spChg>
        <pc:spChg chg="mod">
          <ac:chgData name="Ri Scott" userId="1913be8a-4603-46d8-b612-bfc881c3abfb" providerId="ADAL" clId="{B93A5389-13E6-5166-ABDF-36725E1A5C9F}" dt="2026-09-24T14:54:54.159" v="17"/>
          <ac:spMkLst>
            <pc:docMk/>
            <pc:sldMk cId="154876907" sldId="267"/>
            <ac:spMk id="84" creationId="{516DC0A0-287B-8A4A-98E2-15DB731B59D8}"/>
          </ac:spMkLst>
        </pc:spChg>
        <pc:spChg chg="mod">
          <ac:chgData name="Ri Scott" userId="1913be8a-4603-46d8-b612-bfc881c3abfb" providerId="ADAL" clId="{B93A5389-13E6-5166-ABDF-36725E1A5C9F}" dt="2026-09-24T14:54:54.158" v="11"/>
          <ac:spMkLst>
            <pc:docMk/>
            <pc:sldMk cId="154876907" sldId="267"/>
            <ac:spMk id="85" creationId="{3A3CB2A5-39FB-8841-A370-A4BCF6863C7E}"/>
          </ac:spMkLst>
        </pc:spChg>
      </pc:sldChg>
      <pc:sldChg chg="addSp modSp">
        <pc:chgData name="Ri Scott" userId="1913be8a-4603-46d8-b612-bfc881c3abfb" providerId="ADAL" clId="{B93A5389-13E6-5166-ABDF-36725E1A5C9F}" dt="2026-09-24T16:40:51.392" v="2921"/>
        <pc:sldMkLst>
          <pc:docMk/>
          <pc:sldMk cId="3245673781" sldId="280"/>
        </pc:sldMkLst>
        <pc:graphicFrameChg chg="add mod">
          <ac:chgData name="Ri Scott" userId="1913be8a-4603-46d8-b612-bfc881c3abfb" providerId="ADAL" clId="{B93A5389-13E6-5166-ABDF-36725E1A5C9F}" dt="2026-09-24T16:40:51.392" v="2921"/>
          <ac:graphicFrameMkLst>
            <pc:docMk/>
            <pc:sldMk cId="3245673781" sldId="280"/>
            <ac:graphicFrameMk id="7" creationId="{BA29DFF4-4071-B832-C3B9-BDE2B091807F}"/>
          </ac:graphicFrameMkLst>
        </pc:graphicFrameChg>
      </pc:sldChg>
      <pc:sldChg chg="addSp modSp mod">
        <pc:chgData name="Ri Scott" userId="1913be8a-4603-46d8-b612-bfc881c3abfb" providerId="ADAL" clId="{B93A5389-13E6-5166-ABDF-36725E1A5C9F}" dt="2026-09-24T18:52:43.346" v="2924" actId="207"/>
        <pc:sldMkLst>
          <pc:docMk/>
          <pc:sldMk cId="951881168" sldId="285"/>
        </pc:sldMkLst>
        <pc:graphicFrameChg chg="add mod modGraphic">
          <ac:chgData name="Ri Scott" userId="1913be8a-4603-46d8-b612-bfc881c3abfb" providerId="ADAL" clId="{B93A5389-13E6-5166-ABDF-36725E1A5C9F}" dt="2026-09-24T18:52:43.346" v="2924" actId="207"/>
          <ac:graphicFrameMkLst>
            <pc:docMk/>
            <pc:sldMk cId="951881168" sldId="285"/>
            <ac:graphicFrameMk id="2" creationId="{5AD790F7-540D-EF74-D934-AE061F0AEF86}"/>
          </ac:graphicFrameMkLst>
        </pc:graphicFrameChg>
      </pc:sldChg>
      <pc:sldChg chg="add del">
        <pc:chgData name="Ri Scott" userId="1913be8a-4603-46d8-b612-bfc881c3abfb" providerId="ADAL" clId="{B93A5389-13E6-5166-ABDF-36725E1A5C9F}" dt="2026-09-24T15:40:05.709" v="498"/>
        <pc:sldMkLst>
          <pc:docMk/>
          <pc:sldMk cId="478780846" sldId="2147483601"/>
        </pc:sldMkLst>
      </pc:sldChg>
      <pc:sldChg chg="addSp modSp add del mod">
        <pc:chgData name="Ri Scott" userId="1913be8a-4603-46d8-b612-bfc881c3abfb" providerId="ADAL" clId="{B93A5389-13E6-5166-ABDF-36725E1A5C9F}" dt="2026-09-24T16:36:29.137" v="2911" actId="207"/>
        <pc:sldMkLst>
          <pc:docMk/>
          <pc:sldMk cId="502141613" sldId="2147483602"/>
        </pc:sldMkLst>
        <pc:spChg chg="mod">
          <ac:chgData name="Ri Scott" userId="1913be8a-4603-46d8-b612-bfc881c3abfb" providerId="ADAL" clId="{B93A5389-13E6-5166-ABDF-36725E1A5C9F}" dt="2026-09-24T16:16:54.060" v="917" actId="14100"/>
          <ac:spMkLst>
            <pc:docMk/>
            <pc:sldMk cId="502141613" sldId="2147483602"/>
            <ac:spMk id="2" creationId="{1CD408A0-135A-92B5-8A52-328E96EFFB2B}"/>
          </ac:spMkLst>
        </pc:spChg>
        <pc:spChg chg="mod">
          <ac:chgData name="Ri Scott" userId="1913be8a-4603-46d8-b612-bfc881c3abfb" providerId="ADAL" clId="{B93A5389-13E6-5166-ABDF-36725E1A5C9F}" dt="2026-09-24T16:19:59.534" v="1524" actId="20577"/>
          <ac:spMkLst>
            <pc:docMk/>
            <pc:sldMk cId="502141613" sldId="2147483602"/>
            <ac:spMk id="4" creationId="{941C2411-6B95-C83A-3452-066526755AE6}"/>
          </ac:spMkLst>
        </pc:spChg>
        <pc:spChg chg="mod">
          <ac:chgData name="Ri Scott" userId="1913be8a-4603-46d8-b612-bfc881c3abfb" providerId="ADAL" clId="{B93A5389-13E6-5166-ABDF-36725E1A5C9F}" dt="2026-09-24T16:22:33.477" v="2101" actId="20577"/>
          <ac:spMkLst>
            <pc:docMk/>
            <pc:sldMk cId="502141613" sldId="2147483602"/>
            <ac:spMk id="5" creationId="{98D4295A-D853-D246-9026-70B7501ADC62}"/>
          </ac:spMkLst>
        </pc:spChg>
        <pc:spChg chg="mod">
          <ac:chgData name="Ri Scott" userId="1913be8a-4603-46d8-b612-bfc881c3abfb" providerId="ADAL" clId="{B93A5389-13E6-5166-ABDF-36725E1A5C9F}" dt="2026-09-24T16:23:50.963" v="2542" actId="20577"/>
          <ac:spMkLst>
            <pc:docMk/>
            <pc:sldMk cId="502141613" sldId="2147483602"/>
            <ac:spMk id="6" creationId="{D7EED0F1-F596-8940-B99A-2F36CCCC5E92}"/>
          </ac:spMkLst>
        </pc:spChg>
        <pc:spChg chg="mod">
          <ac:chgData name="Ri Scott" userId="1913be8a-4603-46d8-b612-bfc881c3abfb" providerId="ADAL" clId="{B93A5389-13E6-5166-ABDF-36725E1A5C9F}" dt="2026-09-24T16:18:06.223" v="1176" actId="20577"/>
          <ac:spMkLst>
            <pc:docMk/>
            <pc:sldMk cId="502141613" sldId="2147483602"/>
            <ac:spMk id="7" creationId="{EE4CF273-10C4-D315-D1E8-B037262DF1B7}"/>
          </ac:spMkLst>
        </pc:spChg>
        <pc:spChg chg="mod">
          <ac:chgData name="Ri Scott" userId="1913be8a-4603-46d8-b612-bfc881c3abfb" providerId="ADAL" clId="{B93A5389-13E6-5166-ABDF-36725E1A5C9F}" dt="2026-09-24T16:20:57.135" v="1636" actId="20577"/>
          <ac:spMkLst>
            <pc:docMk/>
            <pc:sldMk cId="502141613" sldId="2147483602"/>
            <ac:spMk id="8" creationId="{D24B3B27-9A2D-AF45-86CA-EA2E3CD47A55}"/>
          </ac:spMkLst>
        </pc:spChg>
        <pc:spChg chg="mod">
          <ac:chgData name="Ri Scott" userId="1913be8a-4603-46d8-b612-bfc881c3abfb" providerId="ADAL" clId="{B93A5389-13E6-5166-ABDF-36725E1A5C9F}" dt="2026-09-24T16:36:15.871" v="2910" actId="20577"/>
          <ac:spMkLst>
            <pc:docMk/>
            <pc:sldMk cId="502141613" sldId="2147483602"/>
            <ac:spMk id="12" creationId="{4C27F6E3-FFD2-894E-B37F-C8EF5A4F7B40}"/>
          </ac:spMkLst>
        </pc:spChg>
        <pc:graphicFrameChg chg="add mod modGraphic">
          <ac:chgData name="Ri Scott" userId="1913be8a-4603-46d8-b612-bfc881c3abfb" providerId="ADAL" clId="{B93A5389-13E6-5166-ABDF-36725E1A5C9F}" dt="2026-09-24T16:36:29.137" v="2911" actId="207"/>
          <ac:graphicFrameMkLst>
            <pc:docMk/>
            <pc:sldMk cId="502141613" sldId="2147483602"/>
            <ac:graphicFrameMk id="13" creationId="{D09732D1-24D7-9061-2374-C154DB48445C}"/>
          </ac:graphicFrameMkLst>
        </pc:graphicFrameChg>
      </pc:sldChg>
      <pc:sldChg chg="del">
        <pc:chgData name="Ri Scott" userId="1913be8a-4603-46d8-b612-bfc881c3abfb" providerId="ADAL" clId="{B93A5389-13E6-5166-ABDF-36725E1A5C9F}" dt="2026-09-24T15:35:00.360" v="365" actId="2696"/>
        <pc:sldMkLst>
          <pc:docMk/>
          <pc:sldMk cId="355674884" sldId="2147483630"/>
        </pc:sldMkLst>
      </pc:sldChg>
      <pc:sldChg chg="addSp modSp mod modShow">
        <pc:chgData name="Ri Scott" userId="1913be8a-4603-46d8-b612-bfc881c3abfb" providerId="ADAL" clId="{B93A5389-13E6-5166-ABDF-36725E1A5C9F}" dt="2026-09-24T16:39:23.989" v="2912" actId="729"/>
        <pc:sldMkLst>
          <pc:docMk/>
          <pc:sldMk cId="608459481" sldId="2147483646"/>
        </pc:sldMkLst>
        <pc:graphicFrameChg chg="add mod modGraphic">
          <ac:chgData name="Ri Scott" userId="1913be8a-4603-46d8-b612-bfc881c3abfb" providerId="ADAL" clId="{B93A5389-13E6-5166-ABDF-36725E1A5C9F}" dt="2026-09-24T15:37:49.768" v="415" actId="207"/>
          <ac:graphicFrameMkLst>
            <pc:docMk/>
            <pc:sldMk cId="608459481" sldId="2147483646"/>
            <ac:graphicFrameMk id="27" creationId="{5A1986C7-F6D0-9C23-C316-973C3D165BB1}"/>
          </ac:graphicFrameMkLst>
        </pc:graphicFrameChg>
      </pc:sldChg>
      <pc:sldChg chg="addSp modSp mod">
        <pc:chgData name="Ri Scott" userId="1913be8a-4603-46d8-b612-bfc881c3abfb" providerId="ADAL" clId="{B93A5389-13E6-5166-ABDF-36725E1A5C9F}" dt="2026-09-24T16:40:27.563" v="2920" actId="1076"/>
        <pc:sldMkLst>
          <pc:docMk/>
          <pc:sldMk cId="1589772978" sldId="2147483647"/>
        </pc:sldMkLst>
        <pc:spChg chg="mod">
          <ac:chgData name="Ri Scott" userId="1913be8a-4603-46d8-b612-bfc881c3abfb" providerId="ADAL" clId="{B93A5389-13E6-5166-ABDF-36725E1A5C9F}" dt="2026-09-24T16:39:52.512" v="2913" actId="1076"/>
          <ac:spMkLst>
            <pc:docMk/>
            <pc:sldMk cId="1589772978" sldId="2147483647"/>
            <ac:spMk id="174" creationId="{CF84F5BB-AD4D-E441-8600-0A62CF27F805}"/>
          </ac:spMkLst>
        </pc:spChg>
        <pc:spChg chg="mod">
          <ac:chgData name="Ri Scott" userId="1913be8a-4603-46d8-b612-bfc881c3abfb" providerId="ADAL" clId="{B93A5389-13E6-5166-ABDF-36725E1A5C9F}" dt="2026-09-24T16:39:52.512" v="2913" actId="1076"/>
          <ac:spMkLst>
            <pc:docMk/>
            <pc:sldMk cId="1589772978" sldId="2147483647"/>
            <ac:spMk id="175" creationId="{21965F04-91F9-3541-A23B-22C7DF263D1A}"/>
          </ac:spMkLst>
        </pc:spChg>
        <pc:spChg chg="mod">
          <ac:chgData name="Ri Scott" userId="1913be8a-4603-46d8-b612-bfc881c3abfb" providerId="ADAL" clId="{B93A5389-13E6-5166-ABDF-36725E1A5C9F}" dt="2026-09-24T16:39:52.512" v="2913" actId="1076"/>
          <ac:spMkLst>
            <pc:docMk/>
            <pc:sldMk cId="1589772978" sldId="2147483647"/>
            <ac:spMk id="176" creationId="{07AAD8C4-F9FF-6741-BC3E-89F649FD534B}"/>
          </ac:spMkLst>
        </pc:spChg>
        <pc:spChg chg="mod">
          <ac:chgData name="Ri Scott" userId="1913be8a-4603-46d8-b612-bfc881c3abfb" providerId="ADAL" clId="{B93A5389-13E6-5166-ABDF-36725E1A5C9F}" dt="2026-09-24T16:40:27.563" v="2920" actId="1076"/>
          <ac:spMkLst>
            <pc:docMk/>
            <pc:sldMk cId="1589772978" sldId="2147483647"/>
            <ac:spMk id="177" creationId="{DAC710C3-23C7-6E4F-B20C-12458DD2B57A}"/>
          </ac:spMkLst>
        </pc:spChg>
        <pc:spChg chg="mod">
          <ac:chgData name="Ri Scott" userId="1913be8a-4603-46d8-b612-bfc881c3abfb" providerId="ADAL" clId="{B93A5389-13E6-5166-ABDF-36725E1A5C9F}" dt="2026-09-24T16:40:27.563" v="2920" actId="1076"/>
          <ac:spMkLst>
            <pc:docMk/>
            <pc:sldMk cId="1589772978" sldId="2147483647"/>
            <ac:spMk id="178" creationId="{58428A9A-1340-A84B-A8DF-C38C96EFDE45}"/>
          </ac:spMkLst>
        </pc:spChg>
        <pc:spChg chg="mod">
          <ac:chgData name="Ri Scott" userId="1913be8a-4603-46d8-b612-bfc881c3abfb" providerId="ADAL" clId="{B93A5389-13E6-5166-ABDF-36725E1A5C9F}" dt="2026-09-24T16:40:22.457" v="2919" actId="14100"/>
          <ac:spMkLst>
            <pc:docMk/>
            <pc:sldMk cId="1589772978" sldId="2147483647"/>
            <ac:spMk id="179" creationId="{8E4626BF-8114-FC49-A80C-839005F8725F}"/>
          </ac:spMkLst>
        </pc:spChg>
        <pc:graphicFrameChg chg="add mod modGraphic">
          <ac:chgData name="Ri Scott" userId="1913be8a-4603-46d8-b612-bfc881c3abfb" providerId="ADAL" clId="{B93A5389-13E6-5166-ABDF-36725E1A5C9F}" dt="2026-09-24T15:38:40.861" v="496" actId="20577"/>
          <ac:graphicFrameMkLst>
            <pc:docMk/>
            <pc:sldMk cId="1589772978" sldId="2147483647"/>
            <ac:graphicFrameMk id="181" creationId="{ECA28662-1A36-9E13-1944-2154DD64EFD7}"/>
          </ac:graphicFrameMkLst>
        </pc:graphicFrameChg>
      </pc:sldChg>
    </pc:docChg>
  </pc:docChgLst>
  <pc:docChgLst>
    <pc:chgData name="Tyler Giesting" userId="5bdf889f-7c32-4562-adfa-837311d18cb1" providerId="ADAL" clId="{52A205CF-E537-4DC6-A3B2-3587DFBA9311}"/>
    <pc:docChg chg="custSel addSld modSld">
      <pc:chgData name="Tyler Giesting" userId="5bdf889f-7c32-4562-adfa-837311d18cb1" providerId="ADAL" clId="{52A205CF-E537-4DC6-A3B2-3587DFBA9311}" dt="2026-09-25T18:45:59.747" v="520" actId="20577"/>
      <pc:docMkLst>
        <pc:docMk/>
      </pc:docMkLst>
      <pc:sldChg chg="addSp modSp mod">
        <pc:chgData name="Tyler Giesting" userId="5bdf889f-7c32-4562-adfa-837311d18cb1" providerId="ADAL" clId="{52A205CF-E537-4DC6-A3B2-3587DFBA9311}" dt="2026-09-25T13:58:02.396" v="413" actId="1076"/>
        <pc:sldMkLst>
          <pc:docMk/>
          <pc:sldMk cId="2122714710" sldId="257"/>
        </pc:sldMkLst>
        <pc:spChg chg="add mod">
          <ac:chgData name="Tyler Giesting" userId="5bdf889f-7c32-4562-adfa-837311d18cb1" providerId="ADAL" clId="{52A205CF-E537-4DC6-A3B2-3587DFBA9311}" dt="2026-09-25T13:58:02.396" v="413" actId="1076"/>
          <ac:spMkLst>
            <pc:docMk/>
            <pc:sldMk cId="2122714710" sldId="257"/>
            <ac:spMk id="28" creationId="{E65A67C4-B6E7-49AC-E3FA-3B682C21F47E}"/>
          </ac:spMkLst>
        </pc:spChg>
      </pc:sldChg>
      <pc:sldChg chg="addSp delSp modSp new mod modClrScheme chgLayout">
        <pc:chgData name="Tyler Giesting" userId="5bdf889f-7c32-4562-adfa-837311d18cb1" providerId="ADAL" clId="{52A205CF-E537-4DC6-A3B2-3587DFBA9311}" dt="2026-09-25T13:46:40.716" v="149" actId="20577"/>
        <pc:sldMkLst>
          <pc:docMk/>
          <pc:sldMk cId="3703047500" sldId="268"/>
        </pc:sldMkLst>
        <pc:spChg chg="mod ord">
          <ac:chgData name="Tyler Giesting" userId="5bdf889f-7c32-4562-adfa-837311d18cb1" providerId="ADAL" clId="{52A205CF-E537-4DC6-A3B2-3587DFBA9311}" dt="2026-09-25T13:45:41.487" v="1" actId="700"/>
          <ac:spMkLst>
            <pc:docMk/>
            <pc:sldMk cId="3703047500" sldId="268"/>
            <ac:spMk id="2" creationId="{3CBB1373-4675-B9D5-DFB2-EDC75AA315EA}"/>
          </ac:spMkLst>
        </pc:spChg>
        <pc:spChg chg="mod ord">
          <ac:chgData name="Tyler Giesting" userId="5bdf889f-7c32-4562-adfa-837311d18cb1" providerId="ADAL" clId="{52A205CF-E537-4DC6-A3B2-3587DFBA9311}" dt="2026-09-25T13:45:41.487" v="1" actId="700"/>
          <ac:spMkLst>
            <pc:docMk/>
            <pc:sldMk cId="3703047500" sldId="268"/>
            <ac:spMk id="3" creationId="{953159D4-9BE8-3010-882E-23C7C3D1204B}"/>
          </ac:spMkLst>
        </pc:spChg>
        <pc:spChg chg="del mod ord">
          <ac:chgData name="Tyler Giesting" userId="5bdf889f-7c32-4562-adfa-837311d18cb1" providerId="ADAL" clId="{52A205CF-E537-4DC6-A3B2-3587DFBA9311}" dt="2026-09-25T13:45:41.487" v="1" actId="700"/>
          <ac:spMkLst>
            <pc:docMk/>
            <pc:sldMk cId="3703047500" sldId="268"/>
            <ac:spMk id="4" creationId="{56D16298-EFF6-5A1F-0818-B260D7A4E3CE}"/>
          </ac:spMkLst>
        </pc:spChg>
        <pc:spChg chg="del mod ord">
          <ac:chgData name="Tyler Giesting" userId="5bdf889f-7c32-4562-adfa-837311d18cb1" providerId="ADAL" clId="{52A205CF-E537-4DC6-A3B2-3587DFBA9311}" dt="2026-09-25T13:45:41.487" v="1" actId="700"/>
          <ac:spMkLst>
            <pc:docMk/>
            <pc:sldMk cId="3703047500" sldId="268"/>
            <ac:spMk id="5" creationId="{5CC1706B-C49A-8A2A-8659-9B59E5BA367E}"/>
          </ac:spMkLst>
        </pc:spChg>
        <pc:spChg chg="add mod ord">
          <ac:chgData name="Tyler Giesting" userId="5bdf889f-7c32-4562-adfa-837311d18cb1" providerId="ADAL" clId="{52A205CF-E537-4DC6-A3B2-3587DFBA9311}" dt="2026-09-25T13:46:22.797" v="82" actId="5793"/>
          <ac:spMkLst>
            <pc:docMk/>
            <pc:sldMk cId="3703047500" sldId="268"/>
            <ac:spMk id="6" creationId="{8374FE5F-B91A-F085-B945-BF00E0A0149E}"/>
          </ac:spMkLst>
        </pc:spChg>
        <pc:spChg chg="add mod ord">
          <ac:chgData name="Tyler Giesting" userId="5bdf889f-7c32-4562-adfa-837311d18cb1" providerId="ADAL" clId="{52A205CF-E537-4DC6-A3B2-3587DFBA9311}" dt="2026-09-25T13:46:40.716" v="149" actId="20577"/>
          <ac:spMkLst>
            <pc:docMk/>
            <pc:sldMk cId="3703047500" sldId="268"/>
            <ac:spMk id="7" creationId="{18C64D9A-0625-B836-058C-03CFEC8358D3}"/>
          </ac:spMkLst>
        </pc:spChg>
        <pc:spChg chg="add mod ord">
          <ac:chgData name="Tyler Giesting" userId="5bdf889f-7c32-4562-adfa-837311d18cb1" providerId="ADAL" clId="{52A205CF-E537-4DC6-A3B2-3587DFBA9311}" dt="2026-09-25T13:45:41.487" v="1" actId="700"/>
          <ac:spMkLst>
            <pc:docMk/>
            <pc:sldMk cId="3703047500" sldId="268"/>
            <ac:spMk id="8" creationId="{5FA21F25-57B3-9AB9-1DDB-6826F8FC88F5}"/>
          </ac:spMkLst>
        </pc:spChg>
      </pc:sldChg>
      <pc:sldChg chg="addSp delSp modSp new mod">
        <pc:chgData name="Tyler Giesting" userId="5bdf889f-7c32-4562-adfa-837311d18cb1" providerId="ADAL" clId="{52A205CF-E537-4DC6-A3B2-3587DFBA9311}" dt="2026-09-25T13:57:52.753" v="411" actId="21"/>
        <pc:sldMkLst>
          <pc:docMk/>
          <pc:sldMk cId="3452370070" sldId="269"/>
        </pc:sldMkLst>
        <pc:spChg chg="add mod">
          <ac:chgData name="Tyler Giesting" userId="5bdf889f-7c32-4562-adfa-837311d18cb1" providerId="ADAL" clId="{52A205CF-E537-4DC6-A3B2-3587DFBA9311}" dt="2026-09-25T13:53:52.044" v="314" actId="20577"/>
          <ac:spMkLst>
            <pc:docMk/>
            <pc:sldMk cId="3452370070" sldId="269"/>
            <ac:spMk id="7" creationId="{4F31C07E-3738-AF14-0A78-DD0A2CB3E543}"/>
          </ac:spMkLst>
        </pc:spChg>
        <pc:spChg chg="add del mod">
          <ac:chgData name="Tyler Giesting" userId="5bdf889f-7c32-4562-adfa-837311d18cb1" providerId="ADAL" clId="{52A205CF-E537-4DC6-A3B2-3587DFBA9311}" dt="2026-09-25T13:57:52.753" v="411" actId="21"/>
          <ac:spMkLst>
            <pc:docMk/>
            <pc:sldMk cId="3452370070" sldId="269"/>
            <ac:spMk id="9" creationId="{1DECC35E-8235-E4D6-A8C9-36EADD94F13E}"/>
          </ac:spMkLst>
        </pc:spChg>
      </pc:sldChg>
      <pc:sldChg chg="modSp add mod">
        <pc:chgData name="Tyler Giesting" userId="5bdf889f-7c32-4562-adfa-837311d18cb1" providerId="ADAL" clId="{52A205CF-E537-4DC6-A3B2-3587DFBA9311}" dt="2026-09-25T18:45:59.747" v="520" actId="20577"/>
        <pc:sldMkLst>
          <pc:docMk/>
          <pc:sldMk cId="2090879533" sldId="270"/>
        </pc:sldMkLst>
        <pc:spChg chg="mod">
          <ac:chgData name="Tyler Giesting" userId="5bdf889f-7c32-4562-adfa-837311d18cb1" providerId="ADAL" clId="{52A205CF-E537-4DC6-A3B2-3587DFBA9311}" dt="2026-09-25T18:45:59.747" v="520" actId="20577"/>
          <ac:spMkLst>
            <pc:docMk/>
            <pc:sldMk cId="2090879533" sldId="270"/>
            <ac:spMk id="7" creationId="{DBDFAD05-D37D-C103-E3F5-5B05090A4D6D}"/>
          </ac:spMkLst>
        </pc:spChg>
      </pc:sldChg>
    </pc:docChg>
  </pc:docChgLst>
  <pc:docChgLst>
    <pc:chgData name="Lily Higgins" userId="75ad035b-6355-412c-89b7-23eaeada52c2" providerId="ADAL" clId="{47C64E09-6A43-466B-95D4-17D0811159A2}"/>
    <pc:docChg chg="undo custSel modSld">
      <pc:chgData name="Lily Higgins" userId="75ad035b-6355-412c-89b7-23eaeada52c2" providerId="ADAL" clId="{47C64E09-6A43-466B-95D4-17D0811159A2}" dt="2026-09-25T19:55:49.628" v="31" actId="14100"/>
      <pc:docMkLst>
        <pc:docMk/>
      </pc:docMkLst>
      <pc:sldChg chg="addSp delSp modSp mod">
        <pc:chgData name="Lily Higgins" userId="75ad035b-6355-412c-89b7-23eaeada52c2" providerId="ADAL" clId="{47C64E09-6A43-466B-95D4-17D0811159A2}" dt="2026-09-25T19:55:49.628" v="31" actId="14100"/>
        <pc:sldMkLst>
          <pc:docMk/>
          <pc:sldMk cId="2938438220" sldId="266"/>
        </pc:sldMkLst>
        <pc:spChg chg="mod">
          <ac:chgData name="Lily Higgins" userId="75ad035b-6355-412c-89b7-23eaeada52c2" providerId="ADAL" clId="{47C64E09-6A43-466B-95D4-17D0811159A2}" dt="2026-09-25T19:54:00.521" v="15" actId="255"/>
          <ac:spMkLst>
            <pc:docMk/>
            <pc:sldMk cId="2938438220" sldId="266"/>
            <ac:spMk id="20" creationId="{4E767628-3C40-13DE-03D1-2F61D01C86D5}"/>
          </ac:spMkLst>
        </pc:spChg>
        <pc:spChg chg="mod">
          <ac:chgData name="Lily Higgins" userId="75ad035b-6355-412c-89b7-23eaeada52c2" providerId="ADAL" clId="{47C64E09-6A43-466B-95D4-17D0811159A2}" dt="2026-09-25T19:54:21.654" v="17" actId="3064"/>
          <ac:spMkLst>
            <pc:docMk/>
            <pc:sldMk cId="2938438220" sldId="266"/>
            <ac:spMk id="151" creationId="{00000000-0000-0000-0000-000000000000}"/>
          </ac:spMkLst>
        </pc:spChg>
        <pc:cxnChg chg="del">
          <ac:chgData name="Lily Higgins" userId="75ad035b-6355-412c-89b7-23eaeada52c2" providerId="ADAL" clId="{47C64E09-6A43-466B-95D4-17D0811159A2}" dt="2026-09-25T19:52:47.456" v="3" actId="478"/>
          <ac:cxnSpMkLst>
            <pc:docMk/>
            <pc:sldMk cId="2938438220" sldId="266"/>
            <ac:cxnSpMk id="26" creationId="{AA81191B-D319-84E7-7D1C-EC3D642F7C1A}"/>
          </ac:cxnSpMkLst>
        </pc:cxnChg>
        <pc:cxnChg chg="add del mod">
          <ac:chgData name="Lily Higgins" userId="75ad035b-6355-412c-89b7-23eaeada52c2" providerId="ADAL" clId="{47C64E09-6A43-466B-95D4-17D0811159A2}" dt="2026-09-25T19:53:03.226" v="7" actId="11529"/>
          <ac:cxnSpMkLst>
            <pc:docMk/>
            <pc:sldMk cId="2938438220" sldId="266"/>
            <ac:cxnSpMk id="37" creationId="{C50B2982-9471-4273-CEEF-5AA7C4506C7F}"/>
          </ac:cxnSpMkLst>
        </pc:cxnChg>
        <pc:cxnChg chg="add mod">
          <ac:chgData name="Lily Higgins" userId="75ad035b-6355-412c-89b7-23eaeada52c2" providerId="ADAL" clId="{47C64E09-6A43-466B-95D4-17D0811159A2}" dt="2026-09-25T19:55:36.169" v="29" actId="14100"/>
          <ac:cxnSpMkLst>
            <pc:docMk/>
            <pc:sldMk cId="2938438220" sldId="266"/>
            <ac:cxnSpMk id="42" creationId="{4CA320B2-BEFC-20CD-0170-06296DE058B5}"/>
          </ac:cxnSpMkLst>
        </pc:cxnChg>
        <pc:cxnChg chg="add del mod">
          <ac:chgData name="Lily Higgins" userId="75ad035b-6355-412c-89b7-23eaeada52c2" providerId="ADAL" clId="{47C64E09-6A43-466B-95D4-17D0811159A2}" dt="2026-09-25T19:54:46.193" v="22" actId="21"/>
          <ac:cxnSpMkLst>
            <pc:docMk/>
            <pc:sldMk cId="2938438220" sldId="266"/>
            <ac:cxnSpMk id="48" creationId="{5D03D5BC-D424-534C-4036-4F88260C80C0}"/>
          </ac:cxnSpMkLst>
        </pc:cxnChg>
        <pc:cxnChg chg="add mod">
          <ac:chgData name="Lily Higgins" userId="75ad035b-6355-412c-89b7-23eaeada52c2" providerId="ADAL" clId="{47C64E09-6A43-466B-95D4-17D0811159A2}" dt="2026-09-25T19:55:41.345" v="30" actId="14100"/>
          <ac:cxnSpMkLst>
            <pc:docMk/>
            <pc:sldMk cId="2938438220" sldId="266"/>
            <ac:cxnSpMk id="52" creationId="{5D03D5BC-D424-534C-4036-4F88260C80C0}"/>
          </ac:cxnSpMkLst>
        </pc:cxnChg>
        <pc:cxnChg chg="add mod">
          <ac:chgData name="Lily Higgins" userId="75ad035b-6355-412c-89b7-23eaeada52c2" providerId="ADAL" clId="{47C64E09-6A43-466B-95D4-17D0811159A2}" dt="2026-09-25T19:55:49.628" v="31" actId="14100"/>
          <ac:cxnSpMkLst>
            <pc:docMk/>
            <pc:sldMk cId="2938438220" sldId="266"/>
            <ac:cxnSpMk id="53" creationId="{18A92448-1472-E807-A712-60BB22E03F55}"/>
          </ac:cxnSpMkLst>
        </pc:cxnChg>
        <pc:cxnChg chg="del">
          <ac:chgData name="Lily Higgins" userId="75ad035b-6355-412c-89b7-23eaeada52c2" providerId="ADAL" clId="{47C64E09-6A43-466B-95D4-17D0811159A2}" dt="2026-09-25T19:52:42.525" v="1" actId="478"/>
          <ac:cxnSpMkLst>
            <pc:docMk/>
            <pc:sldMk cId="2938438220" sldId="266"/>
            <ac:cxnSpMk id="152" creationId="{00000000-0000-0000-0000-000000000000}"/>
          </ac:cxnSpMkLst>
        </pc:cxnChg>
        <pc:cxnChg chg="del">
          <ac:chgData name="Lily Higgins" userId="75ad035b-6355-412c-89b7-23eaeada52c2" providerId="ADAL" clId="{47C64E09-6A43-466B-95D4-17D0811159A2}" dt="2026-09-25T19:52:39.644" v="0" actId="478"/>
          <ac:cxnSpMkLst>
            <pc:docMk/>
            <pc:sldMk cId="2938438220" sldId="266"/>
            <ac:cxnSpMk id="153" creationId="{00000000-0000-0000-0000-000000000000}"/>
          </ac:cxnSpMkLst>
        </pc:cxnChg>
        <pc:cxnChg chg="del">
          <ac:chgData name="Lily Higgins" userId="75ad035b-6355-412c-89b7-23eaeada52c2" providerId="ADAL" clId="{47C64E09-6A43-466B-95D4-17D0811159A2}" dt="2026-09-25T19:52:44.906" v="2" actId="478"/>
          <ac:cxnSpMkLst>
            <pc:docMk/>
            <pc:sldMk cId="2938438220" sldId="266"/>
            <ac:cxnSpMk id="154" creationId="{00000000-0000-0000-0000-000000000000}"/>
          </ac:cxnSpMkLst>
        </pc:cxnChg>
      </pc:sldChg>
    </pc:docChg>
  </pc:docChgLst>
  <pc:docChgLst>
    <pc:chgData name="Erik Brown" userId="4326021d-af0a-4da8-8e37-ff322995d852" providerId="ADAL" clId="{EEE6CB15-4250-5016-8A40-4B32B13CB983}"/>
    <pc:docChg chg="custSel modSld">
      <pc:chgData name="Erik Brown" userId="4326021d-af0a-4da8-8e37-ff322995d852" providerId="ADAL" clId="{EEE6CB15-4250-5016-8A40-4B32B13CB983}" dt="2026-09-25T13:18:11.468" v="0" actId="313"/>
      <pc:docMkLst>
        <pc:docMk/>
      </pc:docMkLst>
      <pc:sldChg chg="modSp mod">
        <pc:chgData name="Erik Brown" userId="4326021d-af0a-4da8-8e37-ff322995d852" providerId="ADAL" clId="{EEE6CB15-4250-5016-8A40-4B32B13CB983}" dt="2026-09-25T13:18:11.468" v="0" actId="313"/>
        <pc:sldMkLst>
          <pc:docMk/>
          <pc:sldMk cId="502141613" sldId="2147483602"/>
        </pc:sldMkLst>
        <pc:spChg chg="mod">
          <ac:chgData name="Erik Brown" userId="4326021d-af0a-4da8-8e37-ff322995d852" providerId="ADAL" clId="{EEE6CB15-4250-5016-8A40-4B32B13CB983}" dt="2026-09-25T13:18:11.468" v="0" actId="313"/>
          <ac:spMkLst>
            <pc:docMk/>
            <pc:sldMk cId="502141613" sldId="2147483602"/>
            <ac:spMk id="4" creationId="{941C2411-6B95-C83A-3452-066526755AE6}"/>
          </ac:spMkLst>
        </pc:spChg>
      </pc:sldChg>
    </pc:docChg>
  </pc:docChgLst>
  <pc:docChgLst>
    <pc:chgData name="Drew Hallett" userId="fac7d475-70d1-4518-beb6-b87c75c13bfe" providerId="ADAL" clId="{DA8B5B3C-5B13-42B4-B304-A40E68F0F602}"/>
    <pc:docChg chg="custSel addSld delSld modSld sldOrd">
      <pc:chgData name="Drew Hallett" userId="fac7d475-70d1-4518-beb6-b87c75c13bfe" providerId="ADAL" clId="{DA8B5B3C-5B13-42B4-B304-A40E68F0F602}" dt="2026-09-24T21:43:27.944" v="146" actId="729"/>
      <pc:docMkLst>
        <pc:docMk/>
      </pc:docMkLst>
      <pc:sldChg chg="modSp mod">
        <pc:chgData name="Drew Hallett" userId="fac7d475-70d1-4518-beb6-b87c75c13bfe" providerId="ADAL" clId="{DA8B5B3C-5B13-42B4-B304-A40E68F0F602}" dt="2026-09-24T21:17:35.103" v="145" actId="20577"/>
        <pc:sldMkLst>
          <pc:docMk/>
          <pc:sldMk cId="2137445918" sldId="256"/>
        </pc:sldMkLst>
        <pc:spChg chg="mod">
          <ac:chgData name="Drew Hallett" userId="fac7d475-70d1-4518-beb6-b87c75c13bfe" providerId="ADAL" clId="{DA8B5B3C-5B13-42B4-B304-A40E68F0F602}" dt="2026-09-24T21:17:35.103" v="145" actId="20577"/>
          <ac:spMkLst>
            <pc:docMk/>
            <pc:sldMk cId="2137445918" sldId="256"/>
            <ac:spMk id="20" creationId="{5602004F-8136-4AE8-9AC1-EB63E6EB77E4}"/>
          </ac:spMkLst>
        </pc:spChg>
      </pc:sldChg>
      <pc:sldChg chg="mod modShow">
        <pc:chgData name="Drew Hallett" userId="fac7d475-70d1-4518-beb6-b87c75c13bfe" providerId="ADAL" clId="{DA8B5B3C-5B13-42B4-B304-A40E68F0F602}" dt="2026-09-24T21:43:27.944" v="146" actId="729"/>
        <pc:sldMkLst>
          <pc:docMk/>
          <pc:sldMk cId="4150907820" sldId="259"/>
        </pc:sldMkLst>
      </pc:sldChg>
      <pc:sldChg chg="delSp modSp add mod">
        <pc:chgData name="Drew Hallett" userId="fac7d475-70d1-4518-beb6-b87c75c13bfe" providerId="ADAL" clId="{DA8B5B3C-5B13-42B4-B304-A40E68F0F602}" dt="2026-09-24T20:58:17.711" v="45" actId="478"/>
        <pc:sldMkLst>
          <pc:docMk/>
          <pc:sldMk cId="457580951" sldId="262"/>
        </pc:sldMkLst>
        <pc:spChg chg="mod">
          <ac:chgData name="Drew Hallett" userId="fac7d475-70d1-4518-beb6-b87c75c13bfe" providerId="ADAL" clId="{DA8B5B3C-5B13-42B4-B304-A40E68F0F602}" dt="2026-09-24T20:57:51.348" v="40" actId="20577"/>
          <ac:spMkLst>
            <pc:docMk/>
            <pc:sldMk cId="457580951" sldId="262"/>
            <ac:spMk id="3" creationId="{EC611BCA-2DAA-C668-F072-98C02F758B48}"/>
          </ac:spMkLst>
        </pc:spChg>
        <pc:graphicFrameChg chg="del">
          <ac:chgData name="Drew Hallett" userId="fac7d475-70d1-4518-beb6-b87c75c13bfe" providerId="ADAL" clId="{DA8B5B3C-5B13-42B4-B304-A40E68F0F602}" dt="2026-09-24T20:58:17.711" v="45" actId="478"/>
          <ac:graphicFrameMkLst>
            <pc:docMk/>
            <pc:sldMk cId="457580951" sldId="262"/>
            <ac:graphicFrameMk id="9" creationId="{5047B8BD-64BB-857A-67FD-B2AC347E9F65}"/>
          </ac:graphicFrameMkLst>
        </pc:graphicFrameChg>
      </pc:sldChg>
      <pc:sldChg chg="del">
        <pc:chgData name="Drew Hallett" userId="fac7d475-70d1-4518-beb6-b87c75c13bfe" providerId="ADAL" clId="{DA8B5B3C-5B13-42B4-B304-A40E68F0F602}" dt="2026-09-24T20:58:03.367" v="41" actId="2696"/>
        <pc:sldMkLst>
          <pc:docMk/>
          <pc:sldMk cId="1524251486" sldId="263"/>
        </pc:sldMkLst>
      </pc:sldChg>
      <pc:sldChg chg="add">
        <pc:chgData name="Drew Hallett" userId="fac7d475-70d1-4518-beb6-b87c75c13bfe" providerId="ADAL" clId="{DA8B5B3C-5B13-42B4-B304-A40E68F0F602}" dt="2026-09-24T20:58:05.882" v="42"/>
        <pc:sldMkLst>
          <pc:docMk/>
          <pc:sldMk cId="2926762194" sldId="263"/>
        </pc:sldMkLst>
      </pc:sldChg>
      <pc:sldChg chg="modSp mod ord">
        <pc:chgData name="Drew Hallett" userId="fac7d475-70d1-4518-beb6-b87c75c13bfe" providerId="ADAL" clId="{DA8B5B3C-5B13-42B4-B304-A40E68F0F602}" dt="2026-09-24T20:57:04.929" v="24"/>
        <pc:sldMkLst>
          <pc:docMk/>
          <pc:sldMk cId="3764984361" sldId="289"/>
        </pc:sldMkLst>
        <pc:spChg chg="mod">
          <ac:chgData name="Drew Hallett" userId="fac7d475-70d1-4518-beb6-b87c75c13bfe" providerId="ADAL" clId="{DA8B5B3C-5B13-42B4-B304-A40E68F0F602}" dt="2026-09-24T20:57:04.929" v="24"/>
          <ac:spMkLst>
            <pc:docMk/>
            <pc:sldMk cId="3764984361" sldId="289"/>
            <ac:spMk id="9" creationId="{11605473-453A-ECDB-EDDB-0D330C4A9C98}"/>
          </ac:spMkLst>
        </pc:spChg>
      </pc:sldChg>
      <pc:sldChg chg="modSp mod">
        <pc:chgData name="Drew Hallett" userId="fac7d475-70d1-4518-beb6-b87c75c13bfe" providerId="ADAL" clId="{DA8B5B3C-5B13-42B4-B304-A40E68F0F602}" dt="2026-09-24T17:41:10.155" v="0" actId="20577"/>
        <pc:sldMkLst>
          <pc:docMk/>
          <pc:sldMk cId="502141613" sldId="2147483602"/>
        </pc:sldMkLst>
        <pc:spChg chg="mod">
          <ac:chgData name="Drew Hallett" userId="fac7d475-70d1-4518-beb6-b87c75c13bfe" providerId="ADAL" clId="{DA8B5B3C-5B13-42B4-B304-A40E68F0F602}" dt="2026-09-24T17:41:10.155" v="0" actId="20577"/>
          <ac:spMkLst>
            <pc:docMk/>
            <pc:sldMk cId="502141613" sldId="2147483602"/>
            <ac:spMk id="7" creationId="{EE4CF273-10C4-D315-D1E8-B037262DF1B7}"/>
          </ac:spMkLst>
        </pc:spChg>
      </pc:sldChg>
      <pc:sldChg chg="delSp modSp mod">
        <pc:chgData name="Drew Hallett" userId="fac7d475-70d1-4518-beb6-b87c75c13bfe" providerId="ADAL" clId="{DA8B5B3C-5B13-42B4-B304-A40E68F0F602}" dt="2026-09-24T20:57:10.612" v="26" actId="478"/>
        <pc:sldMkLst>
          <pc:docMk/>
          <pc:sldMk cId="1054760945" sldId="2147483629"/>
        </pc:sldMkLst>
        <pc:spChg chg="mod">
          <ac:chgData name="Drew Hallett" userId="fac7d475-70d1-4518-beb6-b87c75c13bfe" providerId="ADAL" clId="{DA8B5B3C-5B13-42B4-B304-A40E68F0F602}" dt="2026-09-24T20:56:57.556" v="23" actId="20577"/>
          <ac:spMkLst>
            <pc:docMk/>
            <pc:sldMk cId="1054760945" sldId="2147483629"/>
            <ac:spMk id="3" creationId="{15D8BB7F-18A2-DEF1-B225-88E43CAD2EB7}"/>
          </ac:spMkLst>
        </pc:spChg>
        <pc:graphicFrameChg chg="del">
          <ac:chgData name="Drew Hallett" userId="fac7d475-70d1-4518-beb6-b87c75c13bfe" providerId="ADAL" clId="{DA8B5B3C-5B13-42B4-B304-A40E68F0F602}" dt="2026-09-24T20:57:10.612" v="26" actId="478"/>
          <ac:graphicFrameMkLst>
            <pc:docMk/>
            <pc:sldMk cId="1054760945" sldId="2147483629"/>
            <ac:graphicFrameMk id="13" creationId="{C58164C2-D64D-F37A-A00A-E5F3E359DFC0}"/>
          </ac:graphicFrameMkLst>
        </pc:graphicFrameChg>
      </pc:sldChg>
      <pc:sldChg chg="delSp mod">
        <pc:chgData name="Drew Hallett" userId="fac7d475-70d1-4518-beb6-b87c75c13bfe" providerId="ADAL" clId="{DA8B5B3C-5B13-42B4-B304-A40E68F0F602}" dt="2026-09-24T20:58:14.368" v="44" actId="478"/>
        <pc:sldMkLst>
          <pc:docMk/>
          <pc:sldMk cId="3504398197" sldId="2147483631"/>
        </pc:sldMkLst>
        <pc:graphicFrameChg chg="del">
          <ac:chgData name="Drew Hallett" userId="fac7d475-70d1-4518-beb6-b87c75c13bfe" providerId="ADAL" clId="{DA8B5B3C-5B13-42B4-B304-A40E68F0F602}" dt="2026-09-24T20:58:14.368" v="44" actId="478"/>
          <ac:graphicFrameMkLst>
            <pc:docMk/>
            <pc:sldMk cId="3504398197" sldId="2147483631"/>
            <ac:graphicFrameMk id="9" creationId="{CA9591C1-7B2B-6033-1AC8-81289D03580C}"/>
          </ac:graphicFrameMkLst>
        </pc:graphicFrameChg>
      </pc:sldChg>
      <pc:sldChg chg="delSp modSp mod">
        <pc:chgData name="Drew Hallett" userId="fac7d475-70d1-4518-beb6-b87c75c13bfe" providerId="ADAL" clId="{DA8B5B3C-5B13-42B4-B304-A40E68F0F602}" dt="2026-09-24T20:59:22.936" v="104" actId="478"/>
        <pc:sldMkLst>
          <pc:docMk/>
          <pc:sldMk cId="2289187490" sldId="2147483632"/>
        </pc:sldMkLst>
        <pc:spChg chg="mod">
          <ac:chgData name="Drew Hallett" userId="fac7d475-70d1-4518-beb6-b87c75c13bfe" providerId="ADAL" clId="{DA8B5B3C-5B13-42B4-B304-A40E68F0F602}" dt="2026-09-24T20:59:19.311" v="103" actId="20577"/>
          <ac:spMkLst>
            <pc:docMk/>
            <pc:sldMk cId="2289187490" sldId="2147483632"/>
            <ac:spMk id="3" creationId="{FEB3037E-92C8-E9C6-53BA-F5F92FCEBD8A}"/>
          </ac:spMkLst>
        </pc:spChg>
        <pc:graphicFrameChg chg="del">
          <ac:chgData name="Drew Hallett" userId="fac7d475-70d1-4518-beb6-b87c75c13bfe" providerId="ADAL" clId="{DA8B5B3C-5B13-42B4-B304-A40E68F0F602}" dt="2026-09-24T20:59:22.936" v="104" actId="478"/>
          <ac:graphicFrameMkLst>
            <pc:docMk/>
            <pc:sldMk cId="2289187490" sldId="2147483632"/>
            <ac:graphicFrameMk id="11" creationId="{4824DEC6-B605-4890-B5AA-717790799ADC}"/>
          </ac:graphicFrameMkLst>
        </pc:graphicFrameChg>
      </pc:sldChg>
      <pc:sldChg chg="delSp modSp mod">
        <pc:chgData name="Drew Hallett" userId="fac7d475-70d1-4518-beb6-b87c75c13bfe" providerId="ADAL" clId="{DA8B5B3C-5B13-42B4-B304-A40E68F0F602}" dt="2026-09-24T20:59:51.514" v="143" actId="478"/>
        <pc:sldMkLst>
          <pc:docMk/>
          <pc:sldMk cId="1212979147" sldId="2147483633"/>
        </pc:sldMkLst>
        <pc:spChg chg="mod">
          <ac:chgData name="Drew Hallett" userId="fac7d475-70d1-4518-beb6-b87c75c13bfe" providerId="ADAL" clId="{DA8B5B3C-5B13-42B4-B304-A40E68F0F602}" dt="2026-09-24T20:59:49.693" v="142" actId="20577"/>
          <ac:spMkLst>
            <pc:docMk/>
            <pc:sldMk cId="1212979147" sldId="2147483633"/>
            <ac:spMk id="3" creationId="{FC7C3776-1AE6-321E-F3C7-2A5BE67EC232}"/>
          </ac:spMkLst>
        </pc:spChg>
        <pc:graphicFrameChg chg="del">
          <ac:chgData name="Drew Hallett" userId="fac7d475-70d1-4518-beb6-b87c75c13bfe" providerId="ADAL" clId="{DA8B5B3C-5B13-42B4-B304-A40E68F0F602}" dt="2026-09-24T20:59:51.514" v="143" actId="478"/>
          <ac:graphicFrameMkLst>
            <pc:docMk/>
            <pc:sldMk cId="1212979147" sldId="2147483633"/>
            <ac:graphicFrameMk id="11" creationId="{EDB479C3-874B-F026-A5B3-05B129717CE0}"/>
          </ac:graphicFrameMkLst>
        </pc:graphicFrameChg>
      </pc:sldChg>
      <pc:sldChg chg="del">
        <pc:chgData name="Drew Hallett" userId="fac7d475-70d1-4518-beb6-b87c75c13bfe" providerId="ADAL" clId="{DA8B5B3C-5B13-42B4-B304-A40E68F0F602}" dt="2026-09-24T20:58:11.549" v="43" actId="47"/>
        <pc:sldMkLst>
          <pc:docMk/>
          <pc:sldMk cId="2594580698" sldId="2147483635"/>
        </pc:sldMkLst>
      </pc:sldChg>
      <pc:sldChg chg="add">
        <pc:chgData name="Drew Hallett" userId="fac7d475-70d1-4518-beb6-b87c75c13bfe" providerId="ADAL" clId="{DA8B5B3C-5B13-42B4-B304-A40E68F0F602}" dt="2026-09-24T20:58:05.882" v="42"/>
        <pc:sldMkLst>
          <pc:docMk/>
          <pc:sldMk cId="2151757806" sldId="2147483639"/>
        </pc:sldMkLst>
      </pc:sldChg>
      <pc:sldChg chg="del">
        <pc:chgData name="Drew Hallett" userId="fac7d475-70d1-4518-beb6-b87c75c13bfe" providerId="ADAL" clId="{DA8B5B3C-5B13-42B4-B304-A40E68F0F602}" dt="2026-09-24T20:58:03.367" v="41" actId="2696"/>
        <pc:sldMkLst>
          <pc:docMk/>
          <pc:sldMk cId="4224419435" sldId="2147483639"/>
        </pc:sldMkLst>
      </pc:sldChg>
      <pc:sldChg chg="del">
        <pc:chgData name="Drew Hallett" userId="fac7d475-70d1-4518-beb6-b87c75c13bfe" providerId="ADAL" clId="{DA8B5B3C-5B13-42B4-B304-A40E68F0F602}" dt="2026-09-24T20:57:06.630" v="25" actId="47"/>
        <pc:sldMkLst>
          <pc:docMk/>
          <pc:sldMk cId="3350129850" sldId="2147483640"/>
        </pc:sldMkLst>
      </pc:sldChg>
      <pc:sldChg chg="del">
        <pc:chgData name="Drew Hallett" userId="fac7d475-70d1-4518-beb6-b87c75c13bfe" providerId="ADAL" clId="{DA8B5B3C-5B13-42B4-B304-A40E68F0F602}" dt="2026-09-24T20:58:11.549" v="43" actId="47"/>
        <pc:sldMkLst>
          <pc:docMk/>
          <pc:sldMk cId="497981652" sldId="2147483641"/>
        </pc:sldMkLst>
      </pc:sldChg>
      <pc:sldChg chg="add">
        <pc:chgData name="Drew Hallett" userId="fac7d475-70d1-4518-beb6-b87c75c13bfe" providerId="ADAL" clId="{DA8B5B3C-5B13-42B4-B304-A40E68F0F602}" dt="2026-09-24T20:58:05.882" v="42"/>
        <pc:sldMkLst>
          <pc:docMk/>
          <pc:sldMk cId="415624050" sldId="2147483642"/>
        </pc:sldMkLst>
      </pc:sldChg>
      <pc:sldChg chg="del">
        <pc:chgData name="Drew Hallett" userId="fac7d475-70d1-4518-beb6-b87c75c13bfe" providerId="ADAL" clId="{DA8B5B3C-5B13-42B4-B304-A40E68F0F602}" dt="2026-09-24T20:58:03.367" v="41" actId="2696"/>
        <pc:sldMkLst>
          <pc:docMk/>
          <pc:sldMk cId="873289212" sldId="2147483642"/>
        </pc:sldMkLst>
      </pc:sldChg>
    </pc:docChg>
  </pc:docChgLst>
</pc:chgInfo>
</file>

<file path=ppt/comments/modernComment_7FFFFD7F_1E15D59F.xml><?xml version="1.0" encoding="utf-8"?>
<p188:cmLst xmlns:a="http://schemas.openxmlformats.org/drawingml/2006/main" xmlns:r="http://schemas.openxmlformats.org/officeDocument/2006/relationships" xmlns:p188="http://schemas.microsoft.com/office/powerpoint/2018/8/main">
  <p188:cm id="{B4563AE3-C705-4A9F-A813-6BF3E6F51465}" authorId="{79BB80FC-2368-1398-BF6E-C9E5F47F98A1}" created="2026-09-25T14:01:46.213">
    <pc:sldMkLst xmlns:pc="http://schemas.microsoft.com/office/powerpoint/2013/main/command">
      <pc:docMk/>
      <pc:sldMk cId="504747423" sldId="2147483007"/>
    </pc:sldMkLst>
    <p188:txBody>
      <a:bodyPr/>
      <a:lstStyle/>
      <a:p>
        <a:r>
          <a:rPr lang="en-US"/>
          <a:t>Need to check if we can use client information or if needs to be scrubbed</a:t>
        </a:r>
      </a:p>
    </p188:txBody>
  </p188:cm>
</p188:cmLst>
</file>

<file path=ppt/comments/modernComment_7FFFFFF1_484C97CB.xml><?xml version="1.0" encoding="utf-8"?>
<p188:cmLst xmlns:a="http://schemas.openxmlformats.org/drawingml/2006/main" xmlns:r="http://schemas.openxmlformats.org/officeDocument/2006/relationships" xmlns:p188="http://schemas.microsoft.com/office/powerpoint/2018/8/main">
  <p188:cm id="{55CB4866-4ADA-4A5F-B304-598D1C8D4E09}" authorId="{3432792C-5EE8-C18E-0F9D-0749A4C93F8D}" created="2026-09-23T15:32:37.364">
    <pc:sldMkLst xmlns:pc="http://schemas.microsoft.com/office/powerpoint/2013/main/command">
      <pc:docMk/>
      <pc:sldMk cId="1212979147" sldId="2147483633"/>
    </pc:sldMkLst>
    <p188:txBody>
      <a:bodyPr/>
      <a:lstStyle/>
      <a:p>
        <a:r>
          <a:rPr lang="en-US"/>
          <a:t>Confirm with Peristent </a:t>
        </a:r>
      </a:p>
    </p188:txBody>
  </p188:cm>
</p188:cmLst>
</file>

<file path=ppt/comments/modernComment_10A_AF25024C.xml><?xml version="1.0" encoding="utf-8"?>
<p188:cmLst xmlns:a="http://schemas.openxmlformats.org/drawingml/2006/main" xmlns:r="http://schemas.openxmlformats.org/officeDocument/2006/relationships" xmlns:p188="http://schemas.microsoft.com/office/powerpoint/2018/8/main">
  <p188:cm id="{1A4ECDEF-A5D3-45AE-97E0-DC81B53B123F}" authorId="{79BB80FC-2368-1398-BF6E-C9E5F47F98A1}" created="2026-09-24T21:21:11.314">
    <pc:sldMkLst xmlns:pc="http://schemas.microsoft.com/office/powerpoint/2013/main/command">
      <pc:docMk/>
      <pc:sldMk cId="2938438220" sldId="266"/>
    </pc:sldMkLst>
    <p188:txBody>
      <a:bodyPr/>
      <a:lstStyle/>
      <a:p>
        <a:r>
          <a:rPr lang="en-US"/>
          <a:t>[@Jim Mullen] Please review</a:t>
        </a:r>
      </a:p>
    </p188:txBody>
  </p188:cm>
</p188:cmLst>
</file>

<file path=ppt/comments/modernComment_23A_CFEF8423.xml><?xml version="1.0" encoding="utf-8"?>
<p188:cmLst xmlns:a="http://schemas.openxmlformats.org/drawingml/2006/main" xmlns:r="http://schemas.openxmlformats.org/officeDocument/2006/relationships" xmlns:p188="http://schemas.microsoft.com/office/powerpoint/2018/8/main">
  <p188:cm id="{C67AA891-56AC-43D1-B0BF-E6392B6D2F06}" authorId="{5F414512-7204-05C5-3717-B9C85CC4B050}" status="resolved" created="2026-09-22T17:17:20.813" complete="100000">
    <pc:sldMkLst xmlns:pc="http://schemas.microsoft.com/office/powerpoint/2013/main/command">
      <pc:docMk/>
      <pc:sldMk cId="3488580643" sldId="570"/>
    </pc:sldMkLst>
    <p188:txBody>
      <a:bodyPr/>
      <a:lstStyle/>
      <a:p>
        <a:r>
          <a:rPr lang="en-US"/>
          <a:t>[@Lily Higgins] let’s format this in the same style as Tyler’s (blue headline text in certain places) </a:t>
        </a:r>
      </a:p>
    </p188:txBody>
  </p188:cm>
</p188:cmLst>
</file>

<file path=ppt/comments/modernComment_23B_94362ED.xml><?xml version="1.0" encoding="utf-8"?>
<p188:cmLst xmlns:a="http://schemas.openxmlformats.org/drawingml/2006/main" xmlns:r="http://schemas.openxmlformats.org/officeDocument/2006/relationships" xmlns:p188="http://schemas.microsoft.com/office/powerpoint/2018/8/main">
  <p188:cm id="{681AD651-C26A-484D-9390-678196A99284}" authorId="{5F414512-7204-05C5-3717-B9C85CC4B050}" status="resolved" created="2026-09-22T17:17:35.145" complete="100000">
    <pc:sldMkLst xmlns:pc="http://schemas.microsoft.com/office/powerpoint/2013/main/command">
      <pc:docMk/>
      <pc:sldMk cId="155411181" sldId="571"/>
    </pc:sldMkLst>
    <p188:txBody>
      <a:bodyPr/>
      <a:lstStyle/>
      <a:p>
        <a:r>
          <a:rPr lang="en-US"/>
          <a:t>[@Lily Higgins] let’s format this in the same style as Tyler’s (blue headline text in certain places) </a:t>
        </a:r>
      </a:p>
    </p188:txBody>
  </p188:cm>
</p188:cmLst>
</file>

<file path=ppt/comments/modernComment_23D_9FAE75EE.xml><?xml version="1.0" encoding="utf-8"?>
<p188:cmLst xmlns:a="http://schemas.openxmlformats.org/drawingml/2006/main" xmlns:r="http://schemas.openxmlformats.org/officeDocument/2006/relationships" xmlns:p188="http://schemas.microsoft.com/office/powerpoint/2018/8/main">
  <p188:cm id="{98E0BF5C-4748-4F47-8C57-7550D1F6455C}" authorId="{64899FF7-901C-C7F0-8420-F65CAD5BB292}" status="resolved" created="2026-04-20T21:21:53.634" complete="100000">
    <pc:sldMkLst xmlns:pc="http://schemas.microsoft.com/office/powerpoint/2013/main/command">
      <pc:docMk/>
      <pc:sldMk cId="2679010798" sldId="573"/>
    </pc:sldMkLst>
    <p188:replyLst>
      <p188:reply id="{22F80494-64DD-D54F-BC31-7D624B1928F9}" authorId="{7873F473-95BD-2166-7032-2D68832DCE83}" created="2026-04-22T15:53:10.913">
        <p188:txBody>
          <a:bodyPr/>
          <a:lstStyle/>
          <a:p>
            <a:r>
              <a:rPr lang="en-US"/>
              <a:t>I like this - great for a more tech execution focused case study. Might be good to have a version that's more partner/board focused - how we helped them analyze previous approaches, come up with a new long term roadmap and budget, architecture, and provide AI acceleration. But this one is great as it stands.</a:t>
            </a:r>
          </a:p>
        </p188:txBody>
      </p188:reply>
      <p188:reply id="{A9976D4E-5D94-E241-BD66-455DED2F31BF}" authorId="{7873F473-95BD-2166-7032-2D68832DCE83}" created="2026-04-23T00:34:51.013">
        <p188:txBody>
          <a:bodyPr/>
          <a:lstStyle/>
          <a:p>
            <a:r>
              <a:rPr lang="en-US"/>
              <a:t>We can leave the generic quote here for now until I can get something specific.
</a:t>
            </a:r>
          </a:p>
        </p188:txBody>
      </p188:reply>
    </p188:replyLst>
    <p188:txBody>
      <a:bodyPr/>
      <a:lstStyle/>
      <a:p>
        <a:r>
          <a:rPr lang="en-US"/>
          <a:t>[@Erik Brown] [@Robin Pak] can you review this slide?</a:t>
        </a:r>
      </a:p>
    </p188:txBody>
  </p188:cm>
</p188:cmLst>
</file>

<file path=ppt/comments/modernComment_100_7F66D61E.xml><?xml version="1.0" encoding="utf-8"?>
<p188:cmLst xmlns:a="http://schemas.openxmlformats.org/drawingml/2006/main" xmlns:r="http://schemas.openxmlformats.org/officeDocument/2006/relationships" xmlns:p188="http://schemas.microsoft.com/office/powerpoint/2018/8/main">
  <p188:cm id="{CB731657-9C66-47C2-A86B-A3617A3D9C2B}" authorId="{3432792C-5EE8-C18E-0F9D-0749A4C93F8D}" created="2026-09-23T15:16:11.210">
    <pc:sldMkLst xmlns:pc="http://schemas.microsoft.com/office/powerpoint/2013/main/command">
      <pc:docMk/>
      <pc:sldMk cId="2137445918" sldId="256"/>
    </pc:sldMkLst>
    <p188:txBody>
      <a:bodyPr/>
      <a:lstStyle/>
      <a:p>
        <a:r>
          <a:rPr lang="en-US"/>
          <a:t>Appendix on WM overview </a:t>
        </a:r>
      </a:p>
    </p188:txBody>
  </p188:cm>
  <p188:cm id="{A46D43BA-7A69-4BE4-B846-243AE864215F}" authorId="{79BB80FC-2368-1398-BF6E-C9E5F47F98A1}" created="2026-09-23T15:18:20.920">
    <ac:txMkLst xmlns:ac="http://schemas.microsoft.com/office/drawing/2013/main/command">
      <pc:docMk xmlns:pc="http://schemas.microsoft.com/office/powerpoint/2013/main/command"/>
      <pc:sldMk xmlns:pc="http://schemas.microsoft.com/office/powerpoint/2013/main/command" cId="2137445918" sldId="256"/>
      <ac:spMk id="8" creationId="{A2EA9C56-D4EA-4279-BB74-C890B47F6DB4}"/>
      <ac:txMk cp="0" len="17">
        <ac:context len="238" hash="3040761935"/>
      </ac:txMk>
    </ac:txMkLst>
    <p188:pos x="6733730" y="259586"/>
    <p188:replyLst>
      <p188:reply id="{92231E30-E594-4BE2-8526-3A52F3F86C1C}" authorId="{79BB80FC-2368-1398-BF6E-C9E5F47F98A1}" created="2026-09-23T15:20:23.612">
        <p188:txBody>
          <a:bodyPr/>
          <a:lstStyle/>
          <a:p>
            <a:r>
              <a:rPr lang="en-US"/>
              <a:t>Put at the bottom of the slide </a:t>
            </a:r>
          </a:p>
        </p188:txBody>
      </p188:reply>
    </p188:replyLst>
    <p188:txBody>
      <a:bodyPr/>
      <a:lstStyle/>
      <a:p>
        <a:r>
          <a:rPr lang="en-US"/>
          <a:t>Add in the why we are combining the two RFPs and combine slides 3 and 4</a:t>
        </a:r>
      </a:p>
    </p188:txBody>
  </p188:cm>
</p188:cmLst>
</file>

<file path=ppt/comments/modernComment_121_E0691A29.xml><?xml version="1.0" encoding="utf-8"?>
<p188:cmLst xmlns:a="http://schemas.openxmlformats.org/drawingml/2006/main" xmlns:r="http://schemas.openxmlformats.org/officeDocument/2006/relationships" xmlns:p188="http://schemas.microsoft.com/office/powerpoint/2018/8/main">
  <p188:cm id="{BD895380-7503-4A6E-8A33-01E18C92C14D}" authorId="{3432792C-5EE8-C18E-0F9D-0749A4C93F8D}" created="2026-09-23T16:24:17.795">
    <pc:sldMkLst xmlns:pc="http://schemas.microsoft.com/office/powerpoint/2013/main/command">
      <pc:docMk/>
      <pc:sldMk cId="3764984361" sldId="289"/>
    </pc:sldMkLst>
    <p188:txBody>
      <a:bodyPr/>
      <a:lstStyle/>
      <a:p>
        <a:r>
          <a:rPr lang="en-US"/>
          <a:t>[@Jim Mullen] took this from the prior eaglesoft work and just bolded key points - think fine as is </a:t>
        </a:r>
      </a:p>
    </p188:txBody>
  </p188:cm>
</p188:cmLst>
</file>

<file path=ppt/comments/modernComment_144_366517B.xml><?xml version="1.0" encoding="utf-8"?>
<p188:cmLst xmlns:a="http://schemas.openxmlformats.org/drawingml/2006/main" xmlns:r="http://schemas.openxmlformats.org/officeDocument/2006/relationships" xmlns:p188="http://schemas.microsoft.com/office/powerpoint/2018/8/main">
  <p188:cm id="{7D357914-7746-4DEB-A40D-55982E6DA6EE}" authorId="{3432792C-5EE8-C18E-0F9D-0749A4C93F8D}" created="2026-09-23T16:23:28.024">
    <pc:sldMkLst xmlns:pc="http://schemas.microsoft.com/office/powerpoint/2013/main/command">
      <pc:docMk/>
      <pc:sldMk cId="1402959315" sldId="324"/>
    </pc:sldMkLst>
    <p188:txBody>
      <a:bodyPr/>
      <a:lstStyle/>
      <a:p>
        <a:r>
          <a:rPr lang="en-US"/>
          <a:t>[@Jim Mullen] thought on page 6 &amp; 7 is to show what we know about the current arch and then show what the future could look like - drafted the commentary and arch based on the RFP but please review. If the picture is fine, we could make it with icons like pg 6 or thinking we could add call out boxes for commentary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57F437-34E4-457B-ACAA-C109BC5AD2B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a:extLst>
              <a:ext uri="{FF2B5EF4-FFF2-40B4-BE49-F238E27FC236}">
                <a16:creationId xmlns:a16="http://schemas.microsoft.com/office/drawing/2014/main" id="{36C9805C-0D4B-456D-9316-F45962E2F5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AB91EB8-1FC0-49BA-B8A0-9D4051C7D0E5}" type="datetimeFigureOut">
              <a:rPr lang="en-US" smtClean="0">
                <a:latin typeface="Arial" panose="020B0604020202020204" pitchFamily="34" charset="0"/>
              </a:rPr>
              <a:t>9/25/2026</a:t>
            </a:fld>
            <a:endParaRPr lang="en-US">
              <a:latin typeface="Arial" panose="020B0604020202020204" pitchFamily="34" charset="0"/>
            </a:endParaRPr>
          </a:p>
        </p:txBody>
      </p:sp>
      <p:sp>
        <p:nvSpPr>
          <p:cNvPr id="4" name="Footer Placeholder 3">
            <a:extLst>
              <a:ext uri="{FF2B5EF4-FFF2-40B4-BE49-F238E27FC236}">
                <a16:creationId xmlns:a16="http://schemas.microsoft.com/office/drawing/2014/main" id="{C3170BBA-56B5-4091-9B11-25E056164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Slide Number Placeholder 4">
            <a:extLst>
              <a:ext uri="{FF2B5EF4-FFF2-40B4-BE49-F238E27FC236}">
                <a16:creationId xmlns:a16="http://schemas.microsoft.com/office/drawing/2014/main" id="{11017362-806F-4EA8-BAA6-0CA6D364BC8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F6AC5C8-AA3E-49B6-9C0B-3EDF0860F219}"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3942118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A2FD89D3-6540-412A-8DF7-24F6B362E6BB}" type="datetimeFigureOut">
              <a:rPr lang="en-US" smtClean="0"/>
              <a:pPr/>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53BCCA8E-E054-4945-93F6-8F3E2A7D5A26}" type="slidenum">
              <a:rPr lang="en-US" smtClean="0"/>
              <a:pPr/>
              <a:t>‹#›</a:t>
            </a:fld>
            <a:endParaRPr lang="en-US"/>
          </a:p>
        </p:txBody>
      </p:sp>
    </p:spTree>
    <p:extLst>
      <p:ext uri="{BB962C8B-B14F-4D97-AF65-F5344CB8AC3E}">
        <p14:creationId xmlns:p14="http://schemas.microsoft.com/office/powerpoint/2010/main" val="2230956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21E5980-03B5-4717-9120-04D9BC459BBA}" type="slidenum">
              <a:rPr lang="en-GB" smtClean="0"/>
              <a:t>1</a:t>
            </a:fld>
            <a:endParaRPr lang="en-GB"/>
          </a:p>
        </p:txBody>
      </p:sp>
    </p:spTree>
    <p:extLst>
      <p:ext uri="{BB962C8B-B14F-4D97-AF65-F5344CB8AC3E}">
        <p14:creationId xmlns:p14="http://schemas.microsoft.com/office/powerpoint/2010/main" val="969090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3BCCA8E-E054-4945-93F6-8F3E2A7D5A26}" type="slidenum">
              <a:rPr lang="en-US"/>
              <a:pPr/>
              <a:t>3</a:t>
            </a:fld>
            <a:endParaRPr lang="en-US"/>
          </a:p>
        </p:txBody>
      </p:sp>
    </p:spTree>
    <p:extLst>
      <p:ext uri="{BB962C8B-B14F-4D97-AF65-F5344CB8AC3E}">
        <p14:creationId xmlns:p14="http://schemas.microsoft.com/office/powerpoint/2010/main" val="2441259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Architecture shown is a proposal recommendation. All deployment remains on premises. Confirm application boundaries, PostgreSQL readiness, practice server capacity, device integration, and deployment support during the initial phase.</a:t>
            </a:r>
          </a:p>
          <a:p>
            <a:r>
              <a:rPr lang="en-US"/>
              <a:t>Patterson public Eaglesoft product information: https://www.pattersondental.com/cp/software/dental-practice-management-software/eaglesoft-</a:t>
            </a:r>
          </a:p>
          <a:p>
            <a:r>
              <a:rPr lang="en-US"/>
              <a:t>Internal RFP understanding: /Users/rscott/Documents/clients/private equity/patient square capital/patterson companies/Deliverables/2026-09-23 UTC - Patterson Eaglesoft Our Understanding.md</a:t>
            </a:r>
          </a:p>
          <a:p>
            <a:r>
              <a:rPr lang="en-US"/>
              <a:t>Internal technical narrative: /Users/rscott/Documents/clients/private equity/patient square capital/patterson companies/Working/2026-09-23 UTC - Patterson Eaglesoft Technical Narrative Revision 2.md</a:t>
            </a:r>
          </a:p>
          <a:p>
            <a:r>
              <a:rPr lang="en-US"/>
              <a:t>Historical diligence, validation context only: /Users/rscott/Documents/clients/private equity/patient square capital/patterson companies/Context/2026-09-23 UTC - Patterson Eaglesoft Prior Deliverables Evidence Store.md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8</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999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Our Differentiators: </a:t>
            </a:r>
          </a:p>
          <a:p>
            <a:pPr marL="111125" lvl="1" indent="-111125">
              <a:spcAft>
                <a:spcPts val="1800"/>
              </a:spcAft>
            </a:pPr>
            <a:r>
              <a:rPr lang="en-US" altLang="en-US" sz="1400">
                <a:solidFill>
                  <a:schemeClr val="bg1"/>
                </a:solidFill>
              </a:rPr>
              <a:t>- Easier technology due diligence in future transactions</a:t>
            </a:r>
          </a:p>
          <a:p>
            <a:pPr marL="111125" lvl="1" indent="-111125"/>
            <a:r>
              <a:rPr lang="en-US" altLang="en-US" sz="1400">
                <a:solidFill>
                  <a:schemeClr val="bg1"/>
                </a:solidFill>
              </a:rPr>
              <a:t>- Improved SOX readiness through:</a:t>
            </a:r>
          </a:p>
          <a:p>
            <a:pPr marL="341313" lvl="2" indent="-119063"/>
            <a:r>
              <a:rPr lang="en-US" altLang="en-US" sz="1400">
                <a:solidFill>
                  <a:schemeClr val="bg1"/>
                </a:solidFill>
              </a:rPr>
              <a:t>Clear data lineage</a:t>
            </a:r>
          </a:p>
          <a:p>
            <a:pPr marL="341313" lvl="2" indent="-119063"/>
            <a:r>
              <a:rPr lang="en-US" altLang="en-US" sz="1400">
                <a:solidFill>
                  <a:schemeClr val="bg1"/>
                </a:solidFill>
              </a:rPr>
              <a:t>Modern controls</a:t>
            </a:r>
          </a:p>
          <a:p>
            <a:pPr marL="341313" lvl="2" indent="-119063">
              <a:spcAft>
                <a:spcPts val="1800"/>
              </a:spcAft>
            </a:pPr>
            <a:r>
              <a:rPr lang="en-US" altLang="en-US" sz="1400">
                <a:solidFill>
                  <a:schemeClr val="bg1"/>
                </a:solidFill>
              </a:rPr>
              <a:t>Documented architecture</a:t>
            </a:r>
          </a:p>
          <a:p>
            <a:pPr marL="111125" lvl="1" indent="-111125"/>
            <a:r>
              <a:rPr lang="en-US" altLang="en-US" sz="1400">
                <a:solidFill>
                  <a:schemeClr val="bg1"/>
                </a:solidFill>
              </a:rPr>
              <a:t>- Platform extensibility:</a:t>
            </a:r>
          </a:p>
          <a:p>
            <a:pPr marL="341313" lvl="2" indent="-119063"/>
            <a:r>
              <a:rPr lang="en-US" altLang="en-US" sz="1400">
                <a:solidFill>
                  <a:schemeClr val="bg1"/>
                </a:solidFill>
              </a:rPr>
              <a:t>Multi-entity support</a:t>
            </a:r>
          </a:p>
          <a:p>
            <a:pPr marL="341313" lvl="2" indent="-119063">
              <a:spcAft>
                <a:spcPts val="1800"/>
              </a:spcAft>
            </a:pPr>
            <a:r>
              <a:rPr lang="en-US" altLang="en-US" sz="1400">
                <a:solidFill>
                  <a:schemeClr val="bg1"/>
                </a:solidFill>
              </a:rPr>
              <a:t>Future acquisitions</a:t>
            </a:r>
          </a:p>
          <a:p>
            <a:pPr marL="111125" lvl="1" indent="-111125"/>
            <a:r>
              <a:rPr lang="en-US" altLang="en-US" sz="1400">
                <a:solidFill>
                  <a:schemeClr val="bg1"/>
                </a:solidFill>
              </a:rPr>
              <a:t>- Reduced dependency on tribal knowledge</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2901403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The browser application or PWA is the current pilot hypothesis because users can open a practice-network URL without installing or updating a desktop application. This reduces user effort and deployment friction.</a:t>
            </a:r>
          </a:p>
          <a:p>
            <a:r>
              <a:rPr lang="en-US"/>
              <a:t>In Phase 0, work with Patterson to select the appropriate pilot route and test that route with a real workflow. The intent is not to spike all three routes. Compare the relevant trade-offs and consider another option if the selected journey exposes a gap.</a:t>
            </a:r>
          </a:p>
          <a:p>
            <a:r>
              <a:rPr lang="en-US"/>
              <a:t>An installed desktop companion can render the same React application through Electron, Tauri, or a .NET WebView2 host. It can support printing and tighter device access, but may require users or practice IT to install and update software on each workstation. Assess how much native integration the selected journey actually needs.</a:t>
            </a:r>
          </a:p>
          <a:p>
            <a:r>
              <a:rPr lang="en-US"/>
              <a:t>React and TypeScript remain the recommendation. Phase 0 can assess Vue, Svelte, Angular, or Blazor and .NET when organizational standards or language alignment justify the trade-offs.</a:t>
            </a:r>
          </a:p>
          <a:p>
            <a:r>
              <a:rPr lang="en-US"/>
              <a:t>All modern entry routes call the Eaglesoft API layer. The API layer uses the segregated, governed practice data ecosystem. All deployment remains on premises.</a:t>
            </a:r>
          </a:p>
          <a:p>
            <a:r>
              <a:rPr lang="en-US"/>
              <a:t>Patterson public Eaglesoft product information: https://www.pattersondental.com/cp/software/dental-practice-management-software/eaglesoft-</a:t>
            </a:r>
          </a:p>
          <a:p>
            <a:r>
              <a:rPr lang="en-US"/>
              <a:t>Appeon PowerBuilder runtime notes: https://docs.appeon.com/pb/release_bulletin_for_pb/Build-2797-MR-UpgradeNotes.html</a:t>
            </a:r>
          </a:p>
          <a:p>
            <a:r>
              <a:rPr lang="en-US"/>
              <a:t>Appeon WebBrowser packaging reference: https://docs.appeon.com/pb2025/pbug/Packaging_WebBrowser.html</a:t>
            </a:r>
          </a:p>
          <a:p>
            <a:r>
              <a:rPr lang="en-US"/>
              <a:t>Internal RFP understanding: /Users/rscott/Documents/clients/private equity/patient square capital/patterson companies/Deliverables/2026-09-23 UTC - Patterson Eaglesoft Our Understanding.md</a:t>
            </a:r>
          </a:p>
          <a:p>
            <a:r>
              <a:rPr lang="en-US"/>
              <a:t>Internal technical narrative: /Users/rscott/Documents/clients/private equity/patient square capital/patterson companies/Working/2026-09-23 UTC - Patterson Eaglesoft Technical Narrative Revision 2.md</a:t>
            </a:r>
          </a:p>
          <a:p>
            <a:r>
              <a:rPr lang="en-US"/>
              <a:t>Historical diligence, validation context only: /Users/rscott/Documents/clients/private equity/patient square capital/patterson companies/Context/2026-09-23 UTC - Patterson Eaglesoft Prior Deliverables Evidence Store.md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11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999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The browser application or PWA is the current pilot hypothesis because users can open a practice-network URL without installing or updating a desktop application. This reduces user effort and deployment friction.</a:t>
            </a:r>
          </a:p>
          <a:p>
            <a:r>
              <a:rPr lang="en-US"/>
              <a:t>In Phase 0, work with Patterson to select the appropriate pilot route and test that route with a real workflow. The intent is not to spike all three routes. Compare the relevant trade-offs and consider another option if the selected journey exposes a gap.</a:t>
            </a:r>
          </a:p>
          <a:p>
            <a:r>
              <a:rPr lang="en-US"/>
              <a:t>An installed desktop companion can render the same React application through Electron, Tauri, or a .NET WebView2 host. It can support printing and tighter device access, but may require users or practice IT to install and update software on each workstation. Assess how much native integration the selected journey actually needs.</a:t>
            </a:r>
          </a:p>
          <a:p>
            <a:r>
              <a:rPr lang="en-US"/>
              <a:t>React and TypeScript remain the recommendation. Phase 0 can assess Vue, Svelte, Angular, or Blazor and .NET when organizational standards or language alignment justify the trade-offs.</a:t>
            </a:r>
          </a:p>
          <a:p>
            <a:r>
              <a:rPr lang="en-US"/>
              <a:t>All modern entry routes call the </a:t>
            </a:r>
            <a:r>
              <a:rPr lang="en-US" err="1"/>
              <a:t>Eaglesoft</a:t>
            </a:r>
            <a:r>
              <a:rPr lang="en-US"/>
              <a:t> API layer. The API layer uses the segregated, governed practice data ecosystem. All deployment remains on premises.</a:t>
            </a:r>
          </a:p>
          <a:p>
            <a:r>
              <a:rPr lang="en-US"/>
              <a:t>Patterson public </a:t>
            </a:r>
            <a:r>
              <a:rPr lang="en-US" err="1"/>
              <a:t>Eaglesoft</a:t>
            </a:r>
            <a:r>
              <a:rPr lang="en-US"/>
              <a:t> product information: https://</a:t>
            </a:r>
            <a:r>
              <a:rPr lang="en-US" err="1"/>
              <a:t>www.pattersondental.com</a:t>
            </a:r>
            <a:r>
              <a:rPr lang="en-US"/>
              <a:t>/cp/software/dental-practice-management-software/</a:t>
            </a:r>
            <a:r>
              <a:rPr lang="en-US" err="1"/>
              <a:t>eaglesoft</a:t>
            </a:r>
            <a:r>
              <a:rPr lang="en-US"/>
              <a:t>-</a:t>
            </a:r>
          </a:p>
          <a:p>
            <a:r>
              <a:rPr lang="en-US" err="1"/>
              <a:t>Appeon</a:t>
            </a:r>
            <a:r>
              <a:rPr lang="en-US"/>
              <a:t> PowerBuilder runtime notes: https://</a:t>
            </a:r>
            <a:r>
              <a:rPr lang="en-US" err="1"/>
              <a:t>docs.appeon.com</a:t>
            </a:r>
            <a:r>
              <a:rPr lang="en-US"/>
              <a:t>/pb/</a:t>
            </a:r>
            <a:r>
              <a:rPr lang="en-US" err="1"/>
              <a:t>release_bulletin_for_pb</a:t>
            </a:r>
            <a:r>
              <a:rPr lang="en-US"/>
              <a:t>/Build-2797-MR-UpgradeNotes.html</a:t>
            </a:r>
          </a:p>
          <a:p>
            <a:r>
              <a:rPr lang="en-US" err="1"/>
              <a:t>Appeon</a:t>
            </a:r>
            <a:r>
              <a:rPr lang="en-US"/>
              <a:t> </a:t>
            </a:r>
            <a:r>
              <a:rPr lang="en-US" err="1"/>
              <a:t>WebBrowser</a:t>
            </a:r>
            <a:r>
              <a:rPr lang="en-US"/>
              <a:t> packaging reference: https://</a:t>
            </a:r>
            <a:r>
              <a:rPr lang="en-US" err="1"/>
              <a:t>docs.appeon.com</a:t>
            </a:r>
            <a:r>
              <a:rPr lang="en-US"/>
              <a:t>/pb2025/</a:t>
            </a:r>
            <a:r>
              <a:rPr lang="en-US" err="1"/>
              <a:t>pbug</a:t>
            </a:r>
            <a:r>
              <a:rPr lang="en-US"/>
              <a:t>/</a:t>
            </a:r>
            <a:r>
              <a:rPr lang="en-US" err="1"/>
              <a:t>Packaging_WebBrowser.html</a:t>
            </a:r>
            <a:endParaRPr lang="en-US"/>
          </a:p>
          <a:p>
            <a:r>
              <a:rPr lang="en-US"/>
              <a:t>Internal RFP understanding: /Users/</a:t>
            </a:r>
            <a:r>
              <a:rPr lang="en-US" err="1"/>
              <a:t>rscott</a:t>
            </a:r>
            <a:r>
              <a:rPr lang="en-US"/>
              <a:t>/Documents/clients/private equity/patient square capital/</a:t>
            </a:r>
            <a:r>
              <a:rPr lang="en-US" err="1"/>
              <a:t>patterson</a:t>
            </a:r>
            <a:r>
              <a:rPr lang="en-US"/>
              <a:t> companies/Deliverables/2026-09-23 UTC - Patterson </a:t>
            </a:r>
            <a:r>
              <a:rPr lang="en-US" err="1"/>
              <a:t>Eaglesoft</a:t>
            </a:r>
            <a:r>
              <a:rPr lang="en-US"/>
              <a:t> Our </a:t>
            </a:r>
            <a:r>
              <a:rPr lang="en-US" err="1"/>
              <a:t>Understanding.md</a:t>
            </a:r>
            <a:endParaRPr lang="en-US"/>
          </a:p>
          <a:p>
            <a:r>
              <a:rPr lang="en-US"/>
              <a:t>Internal technical narrative: /Users/</a:t>
            </a:r>
            <a:r>
              <a:rPr lang="en-US" err="1"/>
              <a:t>rscott</a:t>
            </a:r>
            <a:r>
              <a:rPr lang="en-US"/>
              <a:t>/Documents/clients/private equity/patient square capital/</a:t>
            </a:r>
            <a:r>
              <a:rPr lang="en-US" err="1"/>
              <a:t>patterson</a:t>
            </a:r>
            <a:r>
              <a:rPr lang="en-US"/>
              <a:t> companies/Working/2026-09-23 UTC - Patterson </a:t>
            </a:r>
            <a:r>
              <a:rPr lang="en-US" err="1"/>
              <a:t>Eaglesoft</a:t>
            </a:r>
            <a:r>
              <a:rPr lang="en-US"/>
              <a:t> Technical Narrative Revision 2.md</a:t>
            </a:r>
          </a:p>
          <a:p>
            <a:r>
              <a:rPr lang="en-US"/>
              <a:t>Historical diligence, validation context only: /Users/</a:t>
            </a:r>
            <a:r>
              <a:rPr lang="en-US" err="1"/>
              <a:t>rscott</a:t>
            </a:r>
            <a:r>
              <a:rPr lang="en-US"/>
              <a:t>/Documents/clients/private equity/patient square capital/</a:t>
            </a:r>
            <a:r>
              <a:rPr lang="en-US" err="1"/>
              <a:t>patterson</a:t>
            </a:r>
            <a:r>
              <a:rPr lang="en-US"/>
              <a:t> companies/Context/2026-09-23 UTC - Patterson </a:t>
            </a:r>
            <a:r>
              <a:rPr lang="en-US" err="1"/>
              <a:t>Eaglesoft</a:t>
            </a:r>
            <a:r>
              <a:rPr lang="en-US"/>
              <a:t> Prior Deliverables Evidence </a:t>
            </a:r>
            <a:r>
              <a:rPr lang="en-US" err="1"/>
              <a:t>Store.md</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12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999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idx="1"/>
          </p:nvPr>
        </p:nvSpPr>
        <p:spPr/>
        <p:txBody>
          <a:bodyPr/>
          <a:lstStyle/>
          <a:p>
            <a:pPr marL="0" indent="0">
              <a:buNone/>
            </a:pPr>
            <a:r>
              <a:rPr lang="en-US" sz="1200"/>
              <a:t>The phases overlap as teams learn.</a:t>
            </a:r>
          </a:p>
          <a:p>
            <a:pPr marL="0" indent="0">
              <a:buNone/>
            </a:pPr>
            <a:r>
              <a:rPr lang="en-US" sz="1200"/>
              <a:t>Business value, process, people, and technology continue through each phase.</a:t>
            </a:r>
          </a:p>
          <a:p>
            <a:pPr marL="0" indent="0">
              <a:buNone/>
            </a:pPr>
            <a:r>
              <a:rPr lang="en-US" sz="1200"/>
              <a:t>Plan closes Rationalize with dispositions, economics, roadmap, and initial wave.</a:t>
            </a:r>
          </a:p>
          <a:p>
            <a:pPr marL="0" indent="0">
              <a:buNone/>
            </a:pPr>
            <a:r>
              <a:rPr lang="en-US" sz="1200"/>
              <a:t>Validation includes functional parity, security, performance, controls, data reconciliation, and business acceptance.</a:t>
            </a:r>
          </a:p>
          <a:p>
            <a:pPr marL="0" indent="0">
              <a:buNone/>
            </a:pPr>
            <a:r>
              <a:rPr lang="en-US" sz="1200"/>
              <a:t>Decommissioning is required to remove old cost and risk.</a:t>
            </a:r>
          </a:p>
          <a:p>
            <a:pPr marL="0" indent="0">
              <a:buNone/>
            </a:pPr>
            <a:r>
              <a:rPr lang="en-US" sz="1200"/>
              <a:t>The lifecycle defines when decisions and delivery occur. The Seven Rs define the path each application or capability should take.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28600" indent="-228600">
              <a:buFont typeface="+mj-lt"/>
              <a:buAutoNum type="arabicPeriod"/>
            </a:pPr>
            <a:r>
              <a:rPr lang="en-US"/>
              <a:t>Coding agents help developers write code faster (improve developer efficiency). Intellio Evolve helps enterprises modernize entire systems—faster, smarter, and with better business outcomes (40-50% faster modernization timelines).</a:t>
            </a:r>
          </a:p>
          <a:p>
            <a:pPr marL="228600" indent="-228600">
              <a:buFont typeface="+mj-lt"/>
              <a:buAutoNum type="arabicPeriod"/>
            </a:pPr>
            <a:endParaRPr lang="en-US"/>
          </a:p>
          <a:p>
            <a:pPr marL="228600" indent="-228600">
              <a:buFont typeface="+mj-lt"/>
              <a:buAutoNum type="arabicPeriod"/>
            </a:pPr>
            <a:r>
              <a:rPr lang="en-US"/>
              <a:t>Intellio Evolve includes prompt-engineered purpose-built workflows for modernization. Coding agents require users to design prompts, workflows, and guardrails manually.</a:t>
            </a:r>
          </a:p>
          <a:p>
            <a:pPr marL="228600" indent="-228600">
              <a:buFont typeface="+mj-lt"/>
              <a:buAutoNum type="arabicPeriod"/>
            </a:pPr>
            <a:endParaRPr lang="en-US"/>
          </a:p>
          <a:p>
            <a:pPr marL="228600" indent="-228600">
              <a:buFont typeface="+mj-lt"/>
              <a:buAutoNum type="arabicPeriod"/>
            </a:pPr>
            <a:r>
              <a:rPr lang="en-US"/>
              <a:t>Intellio Evolve helps modernize software based on current business needs, not just converting old code into new code. Coding agents primarily generate or refactor code based on prompts.</a:t>
            </a:r>
          </a:p>
          <a:p>
            <a:pPr marL="228600" indent="-228600">
              <a:buFont typeface="+mj-lt"/>
              <a:buAutoNum type="arabicPeriod"/>
            </a:pPr>
            <a:endParaRPr lang="en-US"/>
          </a:p>
          <a:p>
            <a:pPr marL="228600" indent="-228600">
              <a:buFont typeface="+mj-lt"/>
              <a:buAutoNum type="arabicPeriod"/>
            </a:pPr>
            <a:r>
              <a:rPr lang="en-US"/>
              <a:t>Intellio Evolve deepens legacy software understanding (context at scale). It uses AI to analyze legacy codebases (COBOL, .NET, AngularJS, etc.), map dependencies and business logic and converts “tribal knowledge” into structured insight. Coding agents are limited to what fits within a prompt/context window.</a:t>
            </a:r>
          </a:p>
          <a:p>
            <a:pPr marL="228600" indent="-228600">
              <a:buFont typeface="+mj-lt"/>
              <a:buAutoNum type="arabicPeriod"/>
            </a:pPr>
            <a:endParaRPr lang="en-US"/>
          </a:p>
          <a:p>
            <a:pPr marL="228600" indent="-228600">
              <a:buFont typeface="+mj-lt"/>
              <a:buAutoNum type="arabicPeriod"/>
            </a:pPr>
            <a:r>
              <a:rPr lang="en-US"/>
              <a:t>Software modernization is as much architecture + change + business alignment as code modernization. Intellio Evolve combines agentic workflow + AI in SDLC delivery approach + co-creation with client teams. Coding agents are pure tools with no embedded delivery approach.</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14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999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96BA9-EAC7-777A-C83C-DBEB861C0C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D96D20-FE7F-FEFD-D388-C6B978EFA2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9FDD03-0F04-1B2A-C45E-DF3ED1B6B851}"/>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E0ACAFB3-2862-95D4-CA9B-A6C625814E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1007131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00DFB-11EC-AB49-8A56-D33C537452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FEDEFE-A7E8-29AF-722B-F4E9EACC4D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F3FDCF-0FD6-30A5-6474-0D384F8839C9}"/>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5A0F32CB-852F-E585-5E75-AB6F0F460F1D}"/>
              </a:ext>
            </a:extLst>
          </p:cNvPr>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70154"/>
              </a:solidFill>
              <a:effectLst/>
              <a:uLnTx/>
              <a:uFillTx/>
              <a:latin typeface="Arial"/>
              <a:ea typeface="+mn-ea"/>
              <a:cs typeface="+mn-cs"/>
            </a:endParaRPr>
          </a:p>
        </p:txBody>
      </p:sp>
    </p:spTree>
    <p:extLst>
      <p:ext uri="{BB962C8B-B14F-4D97-AF65-F5344CB8AC3E}">
        <p14:creationId xmlns:p14="http://schemas.microsoft.com/office/powerpoint/2010/main" val="4458783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878C5-24F4-E51A-CE23-73BAB9990F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B85221-2A1B-F9DB-99EE-0682E4F7216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B391563-5014-F656-A9A2-05549139EAD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1AD0C6-277C-0249-D128-464824A42F7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22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202931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57C37-CBFD-7B84-C943-A380CF482F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368A7D-7117-C9F1-6EC6-33BC3DB59B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1684D8-B70A-38DA-CE46-A32347B8065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Changed </a:t>
            </a:r>
            <a:r>
              <a:rPr lang="en-US" sz="1200"/>
              <a:t>Aligned and excited architecture team by creating a holistic view of the architecture and dependencies</a:t>
            </a:r>
          </a:p>
          <a:p>
            <a:r>
              <a:rPr lang="en-US"/>
              <a:t> to </a:t>
            </a:r>
            <a:r>
              <a:rPr lang="en-US" b="1"/>
              <a:t>Aligned and energized the architecture team by establishing a clear, end-to-end view of the architecture and its dependencies.</a:t>
            </a:r>
            <a:endParaRPr lang="en-US"/>
          </a:p>
        </p:txBody>
      </p:sp>
      <p:sp>
        <p:nvSpPr>
          <p:cNvPr id="4" name="Slide Number Placeholder 3">
            <a:extLst>
              <a:ext uri="{FF2B5EF4-FFF2-40B4-BE49-F238E27FC236}">
                <a16:creationId xmlns:a16="http://schemas.microsoft.com/office/drawing/2014/main" id="{E4D54652-BA1A-4CBB-45EA-21C862C1899A}"/>
              </a:ext>
            </a:extLst>
          </p:cNvPr>
          <p:cNvSpPr>
            <a:spLocks noGrp="1"/>
          </p:cNvSpPr>
          <p:nvPr>
            <p:ph type="sldNum" sz="quarter" idx="5"/>
          </p:nvPr>
        </p:nvSpPr>
        <p:spPr/>
        <p:txBody>
          <a:bodyPr/>
          <a:lstStyle/>
          <a:p>
            <a:fld id="{53BCCA8E-E054-4945-93F6-8F3E2A7D5A26}" type="slidenum">
              <a:rPr lang="en-US"/>
              <a:pPr/>
              <a:t>29</a:t>
            </a:fld>
            <a:endParaRPr lang="en-US"/>
          </a:p>
        </p:txBody>
      </p:sp>
    </p:spTree>
    <p:extLst>
      <p:ext uri="{BB962C8B-B14F-4D97-AF65-F5344CB8AC3E}">
        <p14:creationId xmlns:p14="http://schemas.microsoft.com/office/powerpoint/2010/main" val="42393238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E043C-1045-2902-69FC-B9D48488C9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A02EC2-3752-14C5-09DB-7BD70FFB07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672AB-A5ED-08B7-457D-0247292CDF5B}"/>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3B2B4A2C-F80F-B886-0FED-8DB0E94A106C}"/>
              </a:ext>
            </a:extLst>
          </p:cNvPr>
          <p:cNvSpPr>
            <a:spLocks noGrp="1"/>
          </p:cNvSpPr>
          <p:nvPr>
            <p:ph type="sldNum" sz="quarter" idx="5"/>
          </p:nvPr>
        </p:nvSpPr>
        <p:spPr/>
        <p:txBody>
          <a:bodyPr/>
          <a:lstStyle/>
          <a:p>
            <a:fld id="{53BCCA8E-E054-4945-93F6-8F3E2A7D5A26}" type="slidenum">
              <a:rPr lang="en-US" smtClean="0"/>
              <a:pPr/>
              <a:t>33</a:t>
            </a:fld>
            <a:endParaRPr lang="en-US"/>
          </a:p>
        </p:txBody>
      </p:sp>
    </p:spTree>
    <p:extLst>
      <p:ext uri="{BB962C8B-B14F-4D97-AF65-F5344CB8AC3E}">
        <p14:creationId xmlns:p14="http://schemas.microsoft.com/office/powerpoint/2010/main" val="3674044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F5741-56E4-A94D-E422-E19C1B111A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73293-A12C-70A4-5B0C-502CD470C1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E2C85C-BBC6-4476-2156-DD82F0A74877}"/>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6C6E3FEC-D802-4523-ED3C-B777B2E1ACA5}"/>
              </a:ext>
            </a:extLst>
          </p:cNvPr>
          <p:cNvSpPr>
            <a:spLocks noGrp="1"/>
          </p:cNvSpPr>
          <p:nvPr>
            <p:ph type="sldNum" sz="quarter" idx="5"/>
          </p:nvPr>
        </p:nvSpPr>
        <p:spPr/>
        <p:txBody>
          <a:bodyPr/>
          <a:lstStyle/>
          <a:p>
            <a:fld id="{53BCCA8E-E054-4945-93F6-8F3E2A7D5A26}" type="slidenum">
              <a:rPr lang="en-US" smtClean="0"/>
              <a:pPr/>
              <a:t>34</a:t>
            </a:fld>
            <a:endParaRPr lang="en-US"/>
          </a:p>
        </p:txBody>
      </p:sp>
    </p:spTree>
    <p:extLst>
      <p:ext uri="{BB962C8B-B14F-4D97-AF65-F5344CB8AC3E}">
        <p14:creationId xmlns:p14="http://schemas.microsoft.com/office/powerpoint/2010/main" val="42141443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Our Differentiators: </a:t>
            </a:r>
          </a:p>
          <a:p>
            <a:pPr marL="111125" lvl="1" indent="-111125">
              <a:spcAft>
                <a:spcPts val="1800"/>
              </a:spcAft>
            </a:pPr>
            <a:r>
              <a:rPr lang="en-US" altLang="en-US" sz="1400">
                <a:solidFill>
                  <a:schemeClr val="bg1"/>
                </a:solidFill>
              </a:rPr>
              <a:t>- Easier technology due diligence in future transactions</a:t>
            </a:r>
          </a:p>
          <a:p>
            <a:pPr marL="111125" lvl="1" indent="-111125"/>
            <a:r>
              <a:rPr lang="en-US" altLang="en-US" sz="1400">
                <a:solidFill>
                  <a:schemeClr val="bg1"/>
                </a:solidFill>
              </a:rPr>
              <a:t>- Improved SOX readiness through:</a:t>
            </a:r>
          </a:p>
          <a:p>
            <a:pPr marL="341313" lvl="2" indent="-119063"/>
            <a:r>
              <a:rPr lang="en-US" altLang="en-US" sz="1400">
                <a:solidFill>
                  <a:schemeClr val="bg1"/>
                </a:solidFill>
              </a:rPr>
              <a:t>Clear data lineage</a:t>
            </a:r>
          </a:p>
          <a:p>
            <a:pPr marL="341313" lvl="2" indent="-119063"/>
            <a:r>
              <a:rPr lang="en-US" altLang="en-US" sz="1400">
                <a:solidFill>
                  <a:schemeClr val="bg1"/>
                </a:solidFill>
              </a:rPr>
              <a:t>Modern controls</a:t>
            </a:r>
          </a:p>
          <a:p>
            <a:pPr marL="341313" lvl="2" indent="-119063">
              <a:spcAft>
                <a:spcPts val="1800"/>
              </a:spcAft>
            </a:pPr>
            <a:r>
              <a:rPr lang="en-US" altLang="en-US" sz="1400">
                <a:solidFill>
                  <a:schemeClr val="bg1"/>
                </a:solidFill>
              </a:rPr>
              <a:t>Documented architecture</a:t>
            </a:r>
          </a:p>
          <a:p>
            <a:pPr marL="111125" lvl="1" indent="-111125"/>
            <a:r>
              <a:rPr lang="en-US" altLang="en-US" sz="1400">
                <a:solidFill>
                  <a:schemeClr val="bg1"/>
                </a:solidFill>
              </a:rPr>
              <a:t>- Platform extensibility:</a:t>
            </a:r>
          </a:p>
          <a:p>
            <a:pPr marL="341313" lvl="2" indent="-119063"/>
            <a:r>
              <a:rPr lang="en-US" altLang="en-US" sz="1400">
                <a:solidFill>
                  <a:schemeClr val="bg1"/>
                </a:solidFill>
              </a:rPr>
              <a:t>Multi-entity support</a:t>
            </a:r>
          </a:p>
          <a:p>
            <a:pPr marL="341313" lvl="2" indent="-119063">
              <a:spcAft>
                <a:spcPts val="1800"/>
              </a:spcAft>
            </a:pPr>
            <a:r>
              <a:rPr lang="en-US" altLang="en-US" sz="1400">
                <a:solidFill>
                  <a:schemeClr val="bg1"/>
                </a:solidFill>
              </a:rPr>
              <a:t>Future acquisitions</a:t>
            </a:r>
          </a:p>
          <a:p>
            <a:pPr marL="111125" lvl="1" indent="-111125"/>
            <a:r>
              <a:rPr lang="en-US" altLang="en-US" sz="1400">
                <a:solidFill>
                  <a:schemeClr val="bg1"/>
                </a:solidFill>
              </a:rPr>
              <a:t>- Reduced dependency on tribal knowledge</a:t>
            </a:r>
          </a:p>
          <a:p>
            <a:endParaRPr lang="en-US"/>
          </a:p>
        </p:txBody>
      </p:sp>
      <p:sp>
        <p:nvSpPr>
          <p:cNvPr id="4" name="Slide Number Placeholder 3"/>
          <p:cNvSpPr>
            <a:spLocks noGrp="1"/>
          </p:cNvSpPr>
          <p:nvPr>
            <p:ph type="sldNum" sz="quarter" idx="5"/>
          </p:nvPr>
        </p:nvSpPr>
        <p:spPr/>
        <p:txBody>
          <a:bodyPr/>
          <a:lstStyle/>
          <a:p>
            <a:fld id="{53BCCA8E-E054-4945-93F6-8F3E2A7D5A26}" type="slidenum">
              <a:rPr lang="en-US" smtClean="0"/>
              <a:pPr/>
              <a:t>37</a:t>
            </a:fld>
            <a:endParaRPr lang="en-US"/>
          </a:p>
        </p:txBody>
      </p:sp>
    </p:spTree>
    <p:extLst>
      <p:ext uri="{BB962C8B-B14F-4D97-AF65-F5344CB8AC3E}">
        <p14:creationId xmlns:p14="http://schemas.microsoft.com/office/powerpoint/2010/main" val="40439451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jpeg"/><Relationship Id="rId1" Type="http://schemas.openxmlformats.org/officeDocument/2006/relationships/slideMaster" Target="../slideMasters/slideMaster1.xml"/><Relationship Id="rId5" Type="http://schemas.openxmlformats.org/officeDocument/2006/relationships/image" Target="../media/image16.pn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7.jpeg"/><Relationship Id="rId1" Type="http://schemas.openxmlformats.org/officeDocument/2006/relationships/slideMaster" Target="../slideMasters/slideMaster1.xml"/><Relationship Id="rId5" Type="http://schemas.openxmlformats.org/officeDocument/2006/relationships/image" Target="../media/image16.png"/><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jpe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19.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sv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jpeg"/><Relationship Id="rId1" Type="http://schemas.openxmlformats.org/officeDocument/2006/relationships/slideMaster" Target="../slideMasters/slideMaster1.xml"/><Relationship Id="rId4" Type="http://schemas.openxmlformats.org/officeDocument/2006/relationships/image" Target="../media/image26.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0.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jpeg"/><Relationship Id="rId1" Type="http://schemas.openxmlformats.org/officeDocument/2006/relationships/slideMaster" Target="../slideMasters/slideMaster1.xml"/><Relationship Id="rId4" Type="http://schemas.openxmlformats.org/officeDocument/2006/relationships/image" Target="../media/image26.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7.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jpeg"/><Relationship Id="rId1" Type="http://schemas.openxmlformats.org/officeDocument/2006/relationships/slideMaster" Target="../slideMasters/slideMaster2.xml"/><Relationship Id="rId4" Type="http://schemas.openxmlformats.org/officeDocument/2006/relationships/image" Target="../media/image15.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jpe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jpeg"/><Relationship Id="rId1" Type="http://schemas.openxmlformats.org/officeDocument/2006/relationships/slideMaster" Target="../slideMasters/slideMaster2.xml"/><Relationship Id="rId4" Type="http://schemas.openxmlformats.org/officeDocument/2006/relationships/image" Target="../media/image26.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4.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0.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2.xml"/><Relationship Id="rId1" Type="http://schemas.openxmlformats.org/officeDocument/2006/relationships/tags" Target="../tags/tag2.xml"/><Relationship Id="rId6" Type="http://schemas.openxmlformats.org/officeDocument/2006/relationships/image" Target="../media/image35.png"/><Relationship Id="rId5" Type="http://schemas.openxmlformats.org/officeDocument/2006/relationships/image" Target="../media/image31.emf"/><Relationship Id="rId4" Type="http://schemas.openxmlformats.org/officeDocument/2006/relationships/oleObject" Target="../embeddings/oleObject2.bin"/></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2.xml"/><Relationship Id="rId1" Type="http://schemas.openxmlformats.org/officeDocument/2006/relationships/tags" Target="../tags/tag3.xml"/><Relationship Id="rId6" Type="http://schemas.openxmlformats.org/officeDocument/2006/relationships/image" Target="../media/image35.png"/><Relationship Id="rId5" Type="http://schemas.openxmlformats.org/officeDocument/2006/relationships/image" Target="../media/image31.emf"/><Relationship Id="rId4" Type="http://schemas.openxmlformats.org/officeDocument/2006/relationships/oleObject" Target="../embeddings/oleObject3.bin"/></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3.xml"/><Relationship Id="rId4" Type="http://schemas.openxmlformats.org/officeDocument/2006/relationships/image" Target="../media/image7.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3.xml"/><Relationship Id="rId4" Type="http://schemas.openxmlformats.org/officeDocument/2006/relationships/image" Target="../media/image9.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3.xml"/><Relationship Id="rId5" Type="http://schemas.openxmlformats.org/officeDocument/2006/relationships/image" Target="../media/image3.png"/><Relationship Id="rId4" Type="http://schemas.openxmlformats.org/officeDocument/2006/relationships/image" Target="../media/image13.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jpeg"/><Relationship Id="rId1" Type="http://schemas.openxmlformats.org/officeDocument/2006/relationships/slideMaster" Target="../slideMasters/slideMaster3.xml"/><Relationship Id="rId5" Type="http://schemas.openxmlformats.org/officeDocument/2006/relationships/image" Target="../media/image16.png"/><Relationship Id="rId4" Type="http://schemas.openxmlformats.org/officeDocument/2006/relationships/image" Target="../media/image3.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7.jpeg"/><Relationship Id="rId1" Type="http://schemas.openxmlformats.org/officeDocument/2006/relationships/slideMaster" Target="../slideMasters/slideMaster3.xml"/><Relationship Id="rId5" Type="http://schemas.openxmlformats.org/officeDocument/2006/relationships/image" Target="../media/image16.png"/><Relationship Id="rId4" Type="http://schemas.openxmlformats.org/officeDocument/2006/relationships/image" Target="../media/image3.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jpeg"/><Relationship Id="rId1" Type="http://schemas.openxmlformats.org/officeDocument/2006/relationships/slideMaster" Target="../slideMasters/slideMaster3.xml"/><Relationship Id="rId5" Type="http://schemas.openxmlformats.org/officeDocument/2006/relationships/image" Target="../media/image9.png"/><Relationship Id="rId4" Type="http://schemas.openxmlformats.org/officeDocument/2006/relationships/image" Target="../media/image19.sv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sv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svg"/><Relationship Id="rId1" Type="http://schemas.openxmlformats.org/officeDocument/2006/relationships/slideMaster" Target="../slideMasters/slideMaster3.xml"/><Relationship Id="rId4" Type="http://schemas.openxmlformats.org/officeDocument/2006/relationships/image" Target="../media/image9.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jpe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6.svg"/><Relationship Id="rId1" Type="http://schemas.openxmlformats.org/officeDocument/2006/relationships/slideMaster" Target="../slideMasters/slideMaster3.xml"/><Relationship Id="rId4" Type="http://schemas.openxmlformats.org/officeDocument/2006/relationships/image" Target="../media/image37.svg"/></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jpeg"/><Relationship Id="rId1" Type="http://schemas.openxmlformats.org/officeDocument/2006/relationships/slideMaster" Target="../slideMasters/slideMaster3.xml"/><Relationship Id="rId4" Type="http://schemas.openxmlformats.org/officeDocument/2006/relationships/image" Target="../media/image26.svg"/></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jpe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jpe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9.jpe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0.jpe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sv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jpeg"/><Relationship Id="rId1" Type="http://schemas.openxmlformats.org/officeDocument/2006/relationships/slideMaster" Target="../slideMasters/slideMaster3.xml"/><Relationship Id="rId4" Type="http://schemas.openxmlformats.org/officeDocument/2006/relationships/image" Target="../media/image26.sv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4.xml"/><Relationship Id="rId4" Type="http://schemas.openxmlformats.org/officeDocument/2006/relationships/image" Target="../media/image9.pn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jpeg"/><Relationship Id="rId1" Type="http://schemas.openxmlformats.org/officeDocument/2006/relationships/slideMaster" Target="../slideMasters/slideMaster4.xml"/><Relationship Id="rId4" Type="http://schemas.openxmlformats.org/officeDocument/2006/relationships/image" Target="../media/image26.svg"/></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jpe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svg"/><Relationship Id="rId1" Type="http://schemas.openxmlformats.org/officeDocument/2006/relationships/slideMaster" Target="../slideMasters/slideMaster4.xml"/><Relationship Id="rId4" Type="http://schemas.openxmlformats.org/officeDocument/2006/relationships/image" Target="../media/image16.png"/></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5.xml"/><Relationship Id="rId4" Type="http://schemas.openxmlformats.org/officeDocument/2006/relationships/image" Target="../media/image3.png"/></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5.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5.xml"/><Relationship Id="rId4" Type="http://schemas.openxmlformats.org/officeDocument/2006/relationships/image" Target="../media/image7.png"/></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5.xml"/><Relationship Id="rId4" Type="http://schemas.openxmlformats.org/officeDocument/2006/relationships/image" Target="../media/image38.png"/></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png"/><Relationship Id="rId1" Type="http://schemas.openxmlformats.org/officeDocument/2006/relationships/slideMaster" Target="../slideMasters/slideMaster5.xml"/><Relationship Id="rId4" Type="http://schemas.openxmlformats.org/officeDocument/2006/relationships/image" Target="../media/image39.png"/></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jpeg"/><Relationship Id="rId1" Type="http://schemas.openxmlformats.org/officeDocument/2006/relationships/slideMaster" Target="../slideMasters/slideMaster5.xml"/><Relationship Id="rId5" Type="http://schemas.openxmlformats.org/officeDocument/2006/relationships/image" Target="../media/image16.png"/><Relationship Id="rId4" Type="http://schemas.openxmlformats.org/officeDocument/2006/relationships/image" Target="../media/image3.png"/></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jpeg"/><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jpeg"/><Relationship Id="rId1" Type="http://schemas.openxmlformats.org/officeDocument/2006/relationships/slideMaster" Target="../slideMasters/slideMaster5.xml"/><Relationship Id="rId4" Type="http://schemas.openxmlformats.org/officeDocument/2006/relationships/image" Target="../media/image3.png"/></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jpeg"/><Relationship Id="rId1" Type="http://schemas.openxmlformats.org/officeDocument/2006/relationships/slideMaster" Target="../slideMasters/slideMaster5.xml"/><Relationship Id="rId4" Type="http://schemas.openxmlformats.org/officeDocument/2006/relationships/image" Target="../media/image26.svg"/></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9.jpeg"/><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jpeg"/><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jpeg"/><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4.jpe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1_one_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hidden="1">
            <a:extLst>
              <a:ext uri="{FF2B5EF4-FFF2-40B4-BE49-F238E27FC236}">
                <a16:creationId xmlns:a16="http://schemas.microsoft.com/office/drawing/2014/main" id="{7EFE2CDD-AD51-E6E6-9801-DCCED248B4B9}"/>
              </a:ext>
            </a:extLst>
          </p:cNvPr>
          <p:cNvSpPr>
            <a:spLocks noGrp="1"/>
          </p:cNvSpPr>
          <p:nvPr>
            <p:ph type="body" sz="quarter" idx="23" hasCustomPrompt="1"/>
          </p:nvPr>
        </p:nvSpPr>
        <p:spPr>
          <a:xfrm>
            <a:off x="0" y="3240042"/>
            <a:ext cx="1739348" cy="586696"/>
          </a:xfrm>
          <a:prstGeom prst="rect">
            <a:avLst/>
          </a:prstGeom>
          <a:blipFill>
            <a:blip r:embed="rId3"/>
            <a:stretch>
              <a:fillRect/>
            </a:stretch>
          </a:blipFill>
        </p:spPr>
        <p:txBody>
          <a:bodyPr/>
          <a:lstStyle>
            <a:lvl1pPr>
              <a:defRPr sz="2800" b="0" i="0"/>
            </a:lvl1pPr>
          </a:lstStyle>
          <a:p>
            <a:pPr lvl="0"/>
            <a:r>
              <a:rPr lang="en-US"/>
              <a:t> </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5106989"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7" name="Date Placeholder 6">
            <a:extLst>
              <a:ext uri="{FF2B5EF4-FFF2-40B4-BE49-F238E27FC236}">
                <a16:creationId xmlns:a16="http://schemas.microsoft.com/office/drawing/2014/main" id="{F1FDC329-725F-504E-A193-47ADCC26AD4C}"/>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tx1"/>
                </a:solidFill>
                <a:latin typeface="+mn-lt"/>
                <a:cs typeface="Segoe UI" panose="020B0502040204020203" pitchFamily="34" charset="0"/>
              </a:defRPr>
            </a:lvl1pPr>
            <a:lvl2pPr>
              <a:defRPr sz="1000" b="0" i="0">
                <a:solidFill>
                  <a:schemeClr val="tx1"/>
                </a:solidFill>
                <a:latin typeface="+mj-lt"/>
                <a:cs typeface="Segoe UI" panose="020B0502040204020203" pitchFamily="34" charset="0"/>
              </a:defRPr>
            </a:lvl2pPr>
            <a:lvl3pPr>
              <a:defRPr sz="1000" b="0" i="0">
                <a:solidFill>
                  <a:schemeClr val="tx1"/>
                </a:solidFill>
                <a:latin typeface="+mj-lt"/>
                <a:cs typeface="Segoe UI" panose="020B0502040204020203" pitchFamily="34" charset="0"/>
              </a:defRPr>
            </a:lvl3pPr>
            <a:lvl4pPr>
              <a:defRPr sz="1000" b="0" i="0">
                <a:solidFill>
                  <a:schemeClr val="tx1"/>
                </a:solidFill>
                <a:latin typeface="+mj-lt"/>
                <a:cs typeface="Segoe UI" panose="020B0502040204020203" pitchFamily="34" charset="0"/>
              </a:defRPr>
            </a:lvl4pPr>
            <a:lvl5pPr>
              <a:defRPr sz="1000" b="0" i="0">
                <a:solidFill>
                  <a:schemeClr val="tx1"/>
                </a:solidFill>
                <a:latin typeface="+mj-lt"/>
                <a:cs typeface="Segoe UI" panose="020B0502040204020203" pitchFamily="34" charset="0"/>
              </a:defRPr>
            </a:lvl5pPr>
            <a:lvl6pPr>
              <a:defRPr sz="1000" b="0" i="0">
                <a:solidFill>
                  <a:schemeClr val="tx1"/>
                </a:solidFill>
                <a:latin typeface="+mj-lt"/>
                <a:cs typeface="Segoe UI" panose="020B0502040204020203" pitchFamily="34" charset="0"/>
              </a:defRPr>
            </a:lvl6pPr>
            <a:lvl7pPr>
              <a:defRPr sz="1000" b="0" i="0">
                <a:solidFill>
                  <a:schemeClr val="tx1"/>
                </a:solidFill>
                <a:latin typeface="+mj-lt"/>
                <a:cs typeface="Segoe UI" panose="020B0502040204020203" pitchFamily="34" charset="0"/>
              </a:defRPr>
            </a:lvl7pPr>
            <a:lvl8pPr>
              <a:defRPr sz="1000" b="0" i="0">
                <a:solidFill>
                  <a:schemeClr val="tx1"/>
                </a:solidFill>
                <a:latin typeface="+mj-lt"/>
                <a:cs typeface="Segoe UI" panose="020B0502040204020203" pitchFamily="34" charset="0"/>
              </a:defRPr>
            </a:lvl8pPr>
            <a:lvl9pPr marL="0">
              <a:defRPr sz="1000" b="0" i="0">
                <a:solidFill>
                  <a:schemeClr val="tx1"/>
                </a:solidFill>
                <a:latin typeface="+mj-lt"/>
                <a:cs typeface="Segoe UI" panose="020B0502040204020203" pitchFamily="34" charset="0"/>
              </a:defRPr>
            </a:lvl9pPr>
          </a:lstStyle>
          <a:p>
            <a:pPr indent="-3200400"/>
            <a:endParaRPr lang="en-US"/>
          </a:p>
        </p:txBody>
      </p:sp>
      <p:sp>
        <p:nvSpPr>
          <p:cNvPr id="2" name="Title 1">
            <a:extLst>
              <a:ext uri="{FF2B5EF4-FFF2-40B4-BE49-F238E27FC236}">
                <a16:creationId xmlns:a16="http://schemas.microsoft.com/office/drawing/2014/main" id="{196F23F1-5869-8449-565A-421EC2586840}"/>
              </a:ext>
            </a:extLst>
          </p:cNvPr>
          <p:cNvSpPr>
            <a:spLocks noGrp="1"/>
          </p:cNvSpPr>
          <p:nvPr>
            <p:ph type="title" hasCustomPrompt="1"/>
          </p:nvPr>
        </p:nvSpPr>
        <p:spPr>
          <a:xfrm>
            <a:off x="460376" y="1412875"/>
            <a:ext cx="5111750" cy="2333625"/>
          </a:xfrm>
          <a:prstGeom prst="rect">
            <a:avLst/>
          </a:prstGeom>
        </p:spPr>
        <p:txBody>
          <a:bodyPr anchor="b" anchorCtr="0"/>
          <a:lstStyle>
            <a:lvl1pPr>
              <a:defRPr sz="3200" b="1">
                <a:solidFill>
                  <a:schemeClr val="tx1"/>
                </a:solidFill>
              </a:defRPr>
            </a:lvl1pPr>
          </a:lstStyle>
          <a:p>
            <a:r>
              <a:rPr lang="en-US"/>
              <a:t>Click to edit title, then adjust highlight to text</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sz="quarter" idx="22"/>
          </p:nvPr>
        </p:nvSpPr>
        <p:spPr>
          <a:xfrm>
            <a:off x="6533804" y="850900"/>
            <a:ext cx="5658196" cy="5716588"/>
          </a:xfrm>
          <a:prstGeom prst="rect">
            <a:avLst/>
          </a:prstGeom>
          <a:solidFill>
            <a:schemeClr val="accent2">
              <a:lumMod val="40000"/>
              <a:lumOff val="60000"/>
            </a:schemeClr>
          </a:solidFill>
        </p:spPr>
        <p:txBody>
          <a:bodyPr tIns="2377440"/>
          <a:lstStyle>
            <a:lvl1pPr algn="ctr">
              <a:defRPr b="0" i="0"/>
            </a:lvl1pPr>
          </a:lstStyle>
          <a:p>
            <a:r>
              <a:rPr lang="en-US"/>
              <a:t>Click icon to add picture</a:t>
            </a:r>
          </a:p>
        </p:txBody>
      </p:sp>
      <p:pic>
        <p:nvPicPr>
          <p:cNvPr id="8" name="Picture 7" descr="A blue text on a black background&#10;&#10;Description automatically generated">
            <a:extLst>
              <a:ext uri="{FF2B5EF4-FFF2-40B4-BE49-F238E27FC236}">
                <a16:creationId xmlns:a16="http://schemas.microsoft.com/office/drawing/2014/main" id="{99C39A15-0DF8-9994-72A6-86C1C28A16AA}"/>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6" y="350432"/>
            <a:ext cx="2330449" cy="487768"/>
          </a:xfrm>
          <a:prstGeom prst="rect">
            <a:avLst/>
          </a:prstGeom>
        </p:spPr>
      </p:pic>
    </p:spTree>
    <p:extLst>
      <p:ext uri="{BB962C8B-B14F-4D97-AF65-F5344CB8AC3E}">
        <p14:creationId xmlns:p14="http://schemas.microsoft.com/office/powerpoint/2010/main" val="94802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_2_two_im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EFE2CDD-AD51-E6E6-9801-DCCED248B4B9}"/>
              </a:ext>
            </a:extLst>
          </p:cNvPr>
          <p:cNvSpPr>
            <a:spLocks noGrp="1"/>
          </p:cNvSpPr>
          <p:nvPr>
            <p:ph type="body" sz="quarter" idx="23" hasCustomPrompt="1"/>
          </p:nvPr>
        </p:nvSpPr>
        <p:spPr>
          <a:xfrm>
            <a:off x="0" y="3240042"/>
            <a:ext cx="1739348" cy="586696"/>
          </a:xfrm>
          <a:prstGeom prst="rect">
            <a:avLst/>
          </a:prstGeom>
          <a:blipFill>
            <a:blip r:embed="rId3"/>
            <a:stretch>
              <a:fillRect/>
            </a:stretch>
          </a:blipFill>
        </p:spPr>
        <p:txBody>
          <a:bodyPr/>
          <a:lstStyle>
            <a:lvl1pPr>
              <a:defRPr sz="2800" b="0" i="0"/>
            </a:lvl1pPr>
          </a:lstStyle>
          <a:p>
            <a:pPr lvl="0"/>
            <a:r>
              <a:rPr lang="en-US"/>
              <a:t> </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5106989"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2" name="Title 1">
            <a:extLst>
              <a:ext uri="{FF2B5EF4-FFF2-40B4-BE49-F238E27FC236}">
                <a16:creationId xmlns:a16="http://schemas.microsoft.com/office/drawing/2014/main" id="{196F23F1-5869-8449-565A-421EC2586840}"/>
              </a:ext>
            </a:extLst>
          </p:cNvPr>
          <p:cNvSpPr>
            <a:spLocks noGrp="1"/>
          </p:cNvSpPr>
          <p:nvPr>
            <p:ph type="title" hasCustomPrompt="1"/>
          </p:nvPr>
        </p:nvSpPr>
        <p:spPr>
          <a:xfrm>
            <a:off x="460376" y="1412875"/>
            <a:ext cx="5111750" cy="2333625"/>
          </a:xfrm>
          <a:prstGeom prst="rect">
            <a:avLst/>
          </a:prstGeom>
        </p:spPr>
        <p:txBody>
          <a:bodyPr anchor="b" anchorCtr="0"/>
          <a:lstStyle>
            <a:lvl1pPr>
              <a:defRPr sz="3200" b="1">
                <a:solidFill>
                  <a:schemeClr val="tx1"/>
                </a:solidFill>
              </a:defRPr>
            </a:lvl1pPr>
          </a:lstStyle>
          <a:p>
            <a:r>
              <a:rPr lang="en-US"/>
              <a:t>Click to edit title, then adjust highlight to text</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sz="quarter" idx="22" hasCustomPrompt="1"/>
          </p:nvPr>
        </p:nvSpPr>
        <p:spPr>
          <a:xfrm>
            <a:off x="6520070" y="850900"/>
            <a:ext cx="5671929" cy="5716588"/>
          </a:xfrm>
          <a:prstGeom prst="rect">
            <a:avLst/>
          </a:prstGeom>
          <a:solidFill>
            <a:schemeClr val="accent2">
              <a:lumMod val="40000"/>
              <a:lumOff val="60000"/>
            </a:schemeClr>
          </a:solidFill>
        </p:spPr>
        <p:txBody>
          <a:bodyPr tIns="2377440"/>
          <a:lstStyle>
            <a:lvl1pPr marL="0" marR="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b="0" i="0"/>
            </a:lvl1pPr>
          </a:lstStyle>
          <a:p>
            <a:r>
              <a:rPr lang="en-US"/>
              <a:t>Industry/Functional image</a:t>
            </a:r>
          </a:p>
        </p:txBody>
      </p:sp>
      <p:pic>
        <p:nvPicPr>
          <p:cNvPr id="8" name="Picture 7" descr="A blue text on a black background&#10;&#10;Description automatically generated">
            <a:extLst>
              <a:ext uri="{FF2B5EF4-FFF2-40B4-BE49-F238E27FC236}">
                <a16:creationId xmlns:a16="http://schemas.microsoft.com/office/drawing/2014/main" id="{99C39A15-0DF8-9994-72A6-86C1C28A16AA}"/>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6" y="350432"/>
            <a:ext cx="2330449" cy="487768"/>
          </a:xfrm>
          <a:prstGeom prst="rect">
            <a:avLst/>
          </a:prstGeom>
        </p:spPr>
      </p:pic>
      <p:sp>
        <p:nvSpPr>
          <p:cNvPr id="3" name="Picture Placeholder 4">
            <a:extLst>
              <a:ext uri="{FF2B5EF4-FFF2-40B4-BE49-F238E27FC236}">
                <a16:creationId xmlns:a16="http://schemas.microsoft.com/office/drawing/2014/main" id="{F99506F5-C36B-BDCD-CE02-3F42CD24047A}"/>
              </a:ext>
            </a:extLst>
          </p:cNvPr>
          <p:cNvSpPr>
            <a:spLocks noGrp="1"/>
          </p:cNvSpPr>
          <p:nvPr>
            <p:ph type="pic" sz="quarter" idx="24" hasCustomPrompt="1"/>
          </p:nvPr>
        </p:nvSpPr>
        <p:spPr>
          <a:xfrm>
            <a:off x="5659161" y="2385392"/>
            <a:ext cx="2471048" cy="2445026"/>
          </a:xfrm>
          <a:prstGeom prst="rect">
            <a:avLst/>
          </a:prstGeom>
          <a:solidFill>
            <a:schemeClr val="accent2">
              <a:lumMod val="60000"/>
              <a:lumOff val="40000"/>
            </a:schemeClr>
          </a:solidFill>
        </p:spPr>
        <p:txBody>
          <a:bodyPr tIns="731520"/>
          <a:lstStyle>
            <a:lvl1pPr algn="ctr">
              <a:defRPr b="0" i="0"/>
            </a:lvl1pPr>
          </a:lstStyle>
          <a:p>
            <a:r>
              <a:rPr lang="en-US"/>
              <a:t>Abstract image</a:t>
            </a:r>
          </a:p>
        </p:txBody>
      </p:sp>
      <p:sp>
        <p:nvSpPr>
          <p:cNvPr id="4" name="Text Placeholder 9">
            <a:extLst>
              <a:ext uri="{FF2B5EF4-FFF2-40B4-BE49-F238E27FC236}">
                <a16:creationId xmlns:a16="http://schemas.microsoft.com/office/drawing/2014/main" id="{845B44C6-F3CB-894B-D0B3-F4A1C0020735}"/>
              </a:ext>
            </a:extLst>
          </p:cNvPr>
          <p:cNvSpPr>
            <a:spLocks noGrp="1"/>
          </p:cNvSpPr>
          <p:nvPr>
            <p:ph type="body" sz="quarter" idx="25" hasCustomPrompt="1"/>
          </p:nvPr>
        </p:nvSpPr>
        <p:spPr>
          <a:xfrm rot="10800000" flipH="1">
            <a:off x="5824330" y="1413507"/>
            <a:ext cx="1461053" cy="1419143"/>
          </a:xfrm>
          <a:prstGeom prst="rect">
            <a:avLst/>
          </a:prstGeom>
          <a:blipFill>
            <a:blip r:embed="rId5"/>
            <a:stretch>
              <a:fillRect/>
            </a:stretch>
          </a:blipFill>
        </p:spPr>
        <p:txBody>
          <a:bodyPr/>
          <a:lstStyle>
            <a:lvl1pPr>
              <a:defRPr sz="2800" b="0" i="0"/>
            </a:lvl1pPr>
          </a:lstStyle>
          <a:p>
            <a:pPr lvl="0"/>
            <a:r>
              <a:rPr lang="en-US"/>
              <a:t> </a:t>
            </a:r>
          </a:p>
        </p:txBody>
      </p:sp>
      <p:sp>
        <p:nvSpPr>
          <p:cNvPr id="6" name="Date Placeholder 6">
            <a:extLst>
              <a:ext uri="{FF2B5EF4-FFF2-40B4-BE49-F238E27FC236}">
                <a16:creationId xmlns:a16="http://schemas.microsoft.com/office/drawing/2014/main" id="{C837860D-6193-C889-B5AE-2132DFF5FA2A}"/>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tx1"/>
                </a:solidFill>
                <a:latin typeface="+mn-lt"/>
                <a:cs typeface="Segoe UI" panose="020B0502040204020203" pitchFamily="34" charset="0"/>
              </a:defRPr>
            </a:lvl1pPr>
            <a:lvl2pPr>
              <a:defRPr sz="1000" b="0" i="0">
                <a:solidFill>
                  <a:schemeClr val="tx1"/>
                </a:solidFill>
                <a:latin typeface="+mj-lt"/>
                <a:cs typeface="Segoe UI" panose="020B0502040204020203" pitchFamily="34" charset="0"/>
              </a:defRPr>
            </a:lvl2pPr>
            <a:lvl3pPr>
              <a:defRPr sz="1000" b="0" i="0">
                <a:solidFill>
                  <a:schemeClr val="tx1"/>
                </a:solidFill>
                <a:latin typeface="+mj-lt"/>
                <a:cs typeface="Segoe UI" panose="020B0502040204020203" pitchFamily="34" charset="0"/>
              </a:defRPr>
            </a:lvl3pPr>
            <a:lvl4pPr>
              <a:defRPr sz="1000" b="0" i="0">
                <a:solidFill>
                  <a:schemeClr val="tx1"/>
                </a:solidFill>
                <a:latin typeface="+mj-lt"/>
                <a:cs typeface="Segoe UI" panose="020B0502040204020203" pitchFamily="34" charset="0"/>
              </a:defRPr>
            </a:lvl4pPr>
            <a:lvl5pPr>
              <a:defRPr sz="1000" b="0" i="0">
                <a:solidFill>
                  <a:schemeClr val="tx1"/>
                </a:solidFill>
                <a:latin typeface="+mj-lt"/>
                <a:cs typeface="Segoe UI" panose="020B0502040204020203" pitchFamily="34" charset="0"/>
              </a:defRPr>
            </a:lvl5pPr>
            <a:lvl6pPr>
              <a:defRPr sz="1000" b="0" i="0">
                <a:solidFill>
                  <a:schemeClr val="tx1"/>
                </a:solidFill>
                <a:latin typeface="+mj-lt"/>
                <a:cs typeface="Segoe UI" panose="020B0502040204020203" pitchFamily="34" charset="0"/>
              </a:defRPr>
            </a:lvl6pPr>
            <a:lvl7pPr>
              <a:defRPr sz="1000" b="0" i="0">
                <a:solidFill>
                  <a:schemeClr val="tx1"/>
                </a:solidFill>
                <a:latin typeface="+mj-lt"/>
                <a:cs typeface="Segoe UI" panose="020B0502040204020203" pitchFamily="34" charset="0"/>
              </a:defRPr>
            </a:lvl7pPr>
            <a:lvl8pPr>
              <a:defRPr sz="1000" b="0" i="0">
                <a:solidFill>
                  <a:schemeClr val="tx1"/>
                </a:solidFill>
                <a:latin typeface="+mj-lt"/>
                <a:cs typeface="Segoe UI" panose="020B0502040204020203" pitchFamily="34" charset="0"/>
              </a:defRPr>
            </a:lvl8pPr>
            <a:lvl9pPr marL="0">
              <a:defRPr sz="1000" b="0" i="0">
                <a:solidFill>
                  <a:schemeClr val="tx1"/>
                </a:solidFill>
                <a:latin typeface="+mj-lt"/>
                <a:cs typeface="Segoe UI" panose="020B0502040204020203" pitchFamily="34" charset="0"/>
              </a:defRPr>
            </a:lvl9pPr>
          </a:lstStyle>
          <a:p>
            <a:pPr indent="-3200400"/>
            <a:endParaRPr lang="en-US"/>
          </a:p>
        </p:txBody>
      </p:sp>
    </p:spTree>
    <p:extLst>
      <p:ext uri="{BB962C8B-B14F-4D97-AF65-F5344CB8AC3E}">
        <p14:creationId xmlns:p14="http://schemas.microsoft.com/office/powerpoint/2010/main" val="3929022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_3_one_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4884945"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7" name="Date Placeholder 6">
            <a:extLst>
              <a:ext uri="{FF2B5EF4-FFF2-40B4-BE49-F238E27FC236}">
                <a16:creationId xmlns:a16="http://schemas.microsoft.com/office/drawing/2014/main" id="{F1FDC329-725F-504E-A193-47ADCC26AD4C}"/>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bg1"/>
                </a:solidFill>
                <a:latin typeface="+mn-lt"/>
                <a:cs typeface="Segoe UI" panose="020B0502040204020203" pitchFamily="34" charset="0"/>
              </a:defRPr>
            </a:lvl1pPr>
            <a:lvl2pPr>
              <a:defRPr sz="1000" b="0" i="0">
                <a:solidFill>
                  <a:schemeClr val="bg1"/>
                </a:solidFill>
                <a:latin typeface="+mj-lt"/>
                <a:cs typeface="Segoe UI" panose="020B0502040204020203" pitchFamily="34" charset="0"/>
              </a:defRPr>
            </a:lvl2pPr>
            <a:lvl3pPr>
              <a:defRPr sz="1000" b="0" i="0">
                <a:solidFill>
                  <a:schemeClr val="bg1"/>
                </a:solidFill>
                <a:latin typeface="+mj-lt"/>
                <a:cs typeface="Segoe UI" panose="020B0502040204020203" pitchFamily="34" charset="0"/>
              </a:defRPr>
            </a:lvl3pPr>
            <a:lvl4pPr>
              <a:defRPr sz="1000" b="0" i="0">
                <a:solidFill>
                  <a:schemeClr val="bg1"/>
                </a:solidFill>
                <a:latin typeface="+mj-lt"/>
                <a:cs typeface="Segoe UI" panose="020B0502040204020203" pitchFamily="34" charset="0"/>
              </a:defRPr>
            </a:lvl4pPr>
            <a:lvl5pPr>
              <a:defRPr sz="1000" b="0" i="0">
                <a:solidFill>
                  <a:schemeClr val="bg1"/>
                </a:solidFill>
                <a:latin typeface="+mj-lt"/>
                <a:cs typeface="Segoe UI" panose="020B0502040204020203" pitchFamily="34" charset="0"/>
              </a:defRPr>
            </a:lvl5pPr>
            <a:lvl6pPr>
              <a:defRPr sz="1000" b="0" i="0">
                <a:solidFill>
                  <a:schemeClr val="bg1"/>
                </a:solidFill>
                <a:latin typeface="+mj-lt"/>
                <a:cs typeface="Segoe UI" panose="020B0502040204020203" pitchFamily="34" charset="0"/>
              </a:defRPr>
            </a:lvl6pPr>
            <a:lvl7pPr>
              <a:defRPr sz="1000" b="0" i="0">
                <a:solidFill>
                  <a:schemeClr val="bg1"/>
                </a:solidFill>
                <a:latin typeface="+mj-lt"/>
                <a:cs typeface="Segoe UI" panose="020B0502040204020203" pitchFamily="34" charset="0"/>
              </a:defRPr>
            </a:lvl7pPr>
            <a:lvl8pPr>
              <a:defRPr sz="1000" b="0" i="0">
                <a:solidFill>
                  <a:schemeClr val="bg1"/>
                </a:solidFill>
                <a:latin typeface="+mj-lt"/>
                <a:cs typeface="Segoe UI" panose="020B0502040204020203" pitchFamily="34" charset="0"/>
              </a:defRPr>
            </a:lvl8pPr>
            <a:lvl9pPr marL="0">
              <a:defRPr sz="1000" b="0" i="0">
                <a:solidFill>
                  <a:schemeClr val="bg1"/>
                </a:solidFill>
                <a:latin typeface="+mj-lt"/>
                <a:cs typeface="Segoe UI" panose="020B0502040204020203" pitchFamily="34" charset="0"/>
              </a:defRPr>
            </a:lvl9pPr>
          </a:lstStyle>
          <a:p>
            <a:pPr indent="-3200400"/>
            <a:endParaRPr lang="en-US"/>
          </a:p>
        </p:txBody>
      </p:sp>
      <p:sp>
        <p:nvSpPr>
          <p:cNvPr id="2" name="Title 1">
            <a:extLst>
              <a:ext uri="{FF2B5EF4-FFF2-40B4-BE49-F238E27FC236}">
                <a16:creationId xmlns:a16="http://schemas.microsoft.com/office/drawing/2014/main" id="{196F23F1-5869-8449-565A-421EC2586840}"/>
              </a:ext>
            </a:extLst>
          </p:cNvPr>
          <p:cNvSpPr>
            <a:spLocks noGrp="1"/>
          </p:cNvSpPr>
          <p:nvPr>
            <p:ph type="title"/>
          </p:nvPr>
        </p:nvSpPr>
        <p:spPr>
          <a:xfrm>
            <a:off x="460376" y="1412875"/>
            <a:ext cx="4889499" cy="2333625"/>
          </a:xfrm>
          <a:prstGeom prst="rect">
            <a:avLst/>
          </a:prstGeom>
        </p:spPr>
        <p:txBody>
          <a:bodyPr anchor="b" anchorCtr="0"/>
          <a:lstStyle>
            <a:lvl1pPr>
              <a:defRPr sz="3200" b="1">
                <a:solidFill>
                  <a:schemeClr val="bg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sz="quarter" idx="22"/>
          </p:nvPr>
        </p:nvSpPr>
        <p:spPr>
          <a:xfrm>
            <a:off x="5572126" y="1152939"/>
            <a:ext cx="4317309" cy="4343400"/>
          </a:xfrm>
          <a:prstGeom prst="rect">
            <a:avLst/>
          </a:prstGeom>
          <a:solidFill>
            <a:schemeClr val="accent2">
              <a:lumMod val="40000"/>
              <a:lumOff val="60000"/>
            </a:schemeClr>
          </a:solidFill>
        </p:spPr>
        <p:txBody>
          <a:bodyPr tIns="1737360"/>
          <a:lstStyle>
            <a:lvl1pPr algn="ctr">
              <a:defRPr b="0" i="0"/>
            </a:lvl1pPr>
          </a:lstStyle>
          <a:p>
            <a:r>
              <a:rPr lang="en-US"/>
              <a:t>Click icon to add picture</a:t>
            </a:r>
          </a:p>
        </p:txBody>
      </p:sp>
      <p:pic>
        <p:nvPicPr>
          <p:cNvPr id="8" name="Picture 7">
            <a:extLst>
              <a:ext uri="{FF2B5EF4-FFF2-40B4-BE49-F238E27FC236}">
                <a16:creationId xmlns:a16="http://schemas.microsoft.com/office/drawing/2014/main" id="{99C39A15-0DF8-9994-72A6-86C1C28A16AA}"/>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460377" y="350432"/>
            <a:ext cx="2330447" cy="487768"/>
          </a:xfrm>
          <a:prstGeom prst="rect">
            <a:avLst/>
          </a:prstGeom>
        </p:spPr>
      </p:pic>
    </p:spTree>
    <p:extLst>
      <p:ext uri="{BB962C8B-B14F-4D97-AF65-F5344CB8AC3E}">
        <p14:creationId xmlns:p14="http://schemas.microsoft.com/office/powerpoint/2010/main" val="2490373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_4_two_im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048FDED8-DCD9-3558-37D8-CCBB536FED5D}"/>
              </a:ext>
            </a:extLst>
          </p:cNvPr>
          <p:cNvSpPr>
            <a:spLocks noGrp="1"/>
          </p:cNvSpPr>
          <p:nvPr>
            <p:ph type="pic" sz="quarter" idx="22" hasCustomPrompt="1"/>
          </p:nvPr>
        </p:nvSpPr>
        <p:spPr>
          <a:xfrm>
            <a:off x="5572127" y="1152939"/>
            <a:ext cx="4317308" cy="4343400"/>
          </a:xfrm>
          <a:prstGeom prst="rect">
            <a:avLst/>
          </a:prstGeom>
          <a:solidFill>
            <a:schemeClr val="accent2">
              <a:lumMod val="40000"/>
              <a:lumOff val="60000"/>
            </a:schemeClr>
          </a:solidFill>
        </p:spPr>
        <p:txBody>
          <a:bodyPr tIns="1737360"/>
          <a:lstStyle>
            <a:lvl1pPr algn="ctr">
              <a:defRPr b="0" i="0"/>
            </a:lvl1pPr>
          </a:lstStyle>
          <a:p>
            <a:pPr marL="0" marR="0" lvl="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lang="en-US"/>
              <a:t>Industry/Functional image</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4885430"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3" name="Picture Placeholder 4">
            <a:extLst>
              <a:ext uri="{FF2B5EF4-FFF2-40B4-BE49-F238E27FC236}">
                <a16:creationId xmlns:a16="http://schemas.microsoft.com/office/drawing/2014/main" id="{F99506F5-C36B-BDCD-CE02-3F42CD24047A}"/>
              </a:ext>
            </a:extLst>
          </p:cNvPr>
          <p:cNvSpPr>
            <a:spLocks noGrp="1"/>
          </p:cNvSpPr>
          <p:nvPr>
            <p:ph type="pic" sz="quarter" idx="24" hasCustomPrompt="1"/>
          </p:nvPr>
        </p:nvSpPr>
        <p:spPr>
          <a:xfrm>
            <a:off x="10110995" y="2574234"/>
            <a:ext cx="1788490" cy="1779793"/>
          </a:xfrm>
          <a:prstGeom prst="rect">
            <a:avLst/>
          </a:prstGeom>
          <a:solidFill>
            <a:schemeClr val="accent2">
              <a:lumMod val="60000"/>
              <a:lumOff val="40000"/>
            </a:schemeClr>
          </a:solidFill>
        </p:spPr>
        <p:txBody>
          <a:bodyPr tIns="457200"/>
          <a:lstStyle>
            <a:lvl1pPr algn="ctr">
              <a:defRPr b="0" i="0"/>
            </a:lvl1pPr>
          </a:lstStyle>
          <a:p>
            <a:r>
              <a:rPr lang="en-US"/>
              <a:t>Abstract image</a:t>
            </a:r>
          </a:p>
        </p:txBody>
      </p:sp>
      <p:pic>
        <p:nvPicPr>
          <p:cNvPr id="6" name="Picture 5">
            <a:extLst>
              <a:ext uri="{FF2B5EF4-FFF2-40B4-BE49-F238E27FC236}">
                <a16:creationId xmlns:a16="http://schemas.microsoft.com/office/drawing/2014/main" id="{DC409858-A590-A05A-F7E6-371FAFEE5D1F}"/>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460377" y="350432"/>
            <a:ext cx="2330447" cy="487768"/>
          </a:xfrm>
          <a:prstGeom prst="rect">
            <a:avLst/>
          </a:prstGeom>
        </p:spPr>
      </p:pic>
      <p:sp>
        <p:nvSpPr>
          <p:cNvPr id="9" name="Date Placeholder 6">
            <a:extLst>
              <a:ext uri="{FF2B5EF4-FFF2-40B4-BE49-F238E27FC236}">
                <a16:creationId xmlns:a16="http://schemas.microsoft.com/office/drawing/2014/main" id="{A0C19E44-9FDD-32D2-CA44-9C517501348A}"/>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bg1"/>
                </a:solidFill>
                <a:latin typeface="+mn-lt"/>
                <a:cs typeface="Segoe UI" panose="020B0502040204020203" pitchFamily="34" charset="0"/>
              </a:defRPr>
            </a:lvl1pPr>
            <a:lvl2pPr>
              <a:defRPr sz="1000" b="0" i="0">
                <a:solidFill>
                  <a:schemeClr val="bg1"/>
                </a:solidFill>
                <a:latin typeface="+mj-lt"/>
                <a:cs typeface="Segoe UI" panose="020B0502040204020203" pitchFamily="34" charset="0"/>
              </a:defRPr>
            </a:lvl2pPr>
            <a:lvl3pPr>
              <a:defRPr sz="1000" b="0" i="0">
                <a:solidFill>
                  <a:schemeClr val="bg1"/>
                </a:solidFill>
                <a:latin typeface="+mj-lt"/>
                <a:cs typeface="Segoe UI" panose="020B0502040204020203" pitchFamily="34" charset="0"/>
              </a:defRPr>
            </a:lvl3pPr>
            <a:lvl4pPr>
              <a:defRPr sz="1000" b="0" i="0">
                <a:solidFill>
                  <a:schemeClr val="bg1"/>
                </a:solidFill>
                <a:latin typeface="+mj-lt"/>
                <a:cs typeface="Segoe UI" panose="020B0502040204020203" pitchFamily="34" charset="0"/>
              </a:defRPr>
            </a:lvl4pPr>
            <a:lvl5pPr>
              <a:defRPr sz="1000" b="0" i="0">
                <a:solidFill>
                  <a:schemeClr val="bg1"/>
                </a:solidFill>
                <a:latin typeface="+mj-lt"/>
                <a:cs typeface="Segoe UI" panose="020B0502040204020203" pitchFamily="34" charset="0"/>
              </a:defRPr>
            </a:lvl5pPr>
            <a:lvl6pPr>
              <a:defRPr sz="1000" b="0" i="0">
                <a:solidFill>
                  <a:schemeClr val="bg1"/>
                </a:solidFill>
                <a:latin typeface="+mj-lt"/>
                <a:cs typeface="Segoe UI" panose="020B0502040204020203" pitchFamily="34" charset="0"/>
              </a:defRPr>
            </a:lvl6pPr>
            <a:lvl7pPr>
              <a:defRPr sz="1000" b="0" i="0">
                <a:solidFill>
                  <a:schemeClr val="bg1"/>
                </a:solidFill>
                <a:latin typeface="+mj-lt"/>
                <a:cs typeface="Segoe UI" panose="020B0502040204020203" pitchFamily="34" charset="0"/>
              </a:defRPr>
            </a:lvl7pPr>
            <a:lvl8pPr>
              <a:defRPr sz="1000" b="0" i="0">
                <a:solidFill>
                  <a:schemeClr val="bg1"/>
                </a:solidFill>
                <a:latin typeface="+mj-lt"/>
                <a:cs typeface="Segoe UI" panose="020B0502040204020203" pitchFamily="34" charset="0"/>
              </a:defRPr>
            </a:lvl8pPr>
            <a:lvl9pPr marL="0">
              <a:defRPr sz="1000" b="0" i="0">
                <a:solidFill>
                  <a:schemeClr val="bg1"/>
                </a:solidFill>
                <a:latin typeface="+mj-lt"/>
                <a:cs typeface="Segoe UI" panose="020B0502040204020203" pitchFamily="34" charset="0"/>
              </a:defRPr>
            </a:lvl9pPr>
          </a:lstStyle>
          <a:p>
            <a:pPr indent="-3200400"/>
            <a:endParaRPr lang="en-US"/>
          </a:p>
        </p:txBody>
      </p:sp>
      <p:sp>
        <p:nvSpPr>
          <p:cNvPr id="11" name="Title 1">
            <a:extLst>
              <a:ext uri="{FF2B5EF4-FFF2-40B4-BE49-F238E27FC236}">
                <a16:creationId xmlns:a16="http://schemas.microsoft.com/office/drawing/2014/main" id="{9244323D-D055-BCD3-DE22-B0A344D2BF9E}"/>
              </a:ext>
            </a:extLst>
          </p:cNvPr>
          <p:cNvSpPr>
            <a:spLocks noGrp="1"/>
          </p:cNvSpPr>
          <p:nvPr>
            <p:ph type="title"/>
          </p:nvPr>
        </p:nvSpPr>
        <p:spPr>
          <a:xfrm>
            <a:off x="460376" y="1412875"/>
            <a:ext cx="4889985" cy="2333625"/>
          </a:xfrm>
          <a:prstGeom prst="rect">
            <a:avLst/>
          </a:prstGeom>
        </p:spPr>
        <p:txBody>
          <a:bodyPr anchor="b" anchorCtr="0"/>
          <a:lstStyle>
            <a:lvl1pPr>
              <a:defRPr sz="3200" b="1">
                <a:solidFill>
                  <a:schemeClr val="bg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963EF1FF-C264-2760-38A0-BB33456CC32B}"/>
              </a:ext>
            </a:extLst>
          </p:cNvPr>
          <p:cNvSpPr>
            <a:spLocks noGrp="1"/>
          </p:cNvSpPr>
          <p:nvPr>
            <p:ph type="body" sz="quarter" idx="25" hasCustomPrompt="1"/>
          </p:nvPr>
        </p:nvSpPr>
        <p:spPr>
          <a:xfrm flipH="1">
            <a:off x="9484277" y="3825875"/>
            <a:ext cx="1488523" cy="1463067"/>
          </a:xfrm>
          <a:prstGeom prst="rect">
            <a:avLst/>
          </a:prstGeom>
          <a:blipFill>
            <a:blip r:embed="rId4"/>
            <a:stretch>
              <a:fillRect/>
            </a:stretch>
          </a:blipFill>
        </p:spPr>
        <p:txBody>
          <a:bodyPr/>
          <a:lstStyle>
            <a:lvl1pPr>
              <a:defRPr b="0" i="0"/>
            </a:lvl1pPr>
          </a:lstStyle>
          <a:p>
            <a:pPr lvl="0"/>
            <a:r>
              <a:rPr lang="en-US"/>
              <a:t> </a:t>
            </a:r>
          </a:p>
        </p:txBody>
      </p:sp>
    </p:spTree>
    <p:extLst>
      <p:ext uri="{BB962C8B-B14F-4D97-AF65-F5344CB8AC3E}">
        <p14:creationId xmlns:p14="http://schemas.microsoft.com/office/powerpoint/2010/main" val="65088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972B6A5-01FD-899A-FA5B-50AED31DFBE5}"/>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ECAE3597-928B-CB48-EED1-29B1135F105F}"/>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1368B83A-3779-569C-36A3-CDD67449E482}"/>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0" name="Picture Placeholder 4">
            <a:extLst>
              <a:ext uri="{FF2B5EF4-FFF2-40B4-BE49-F238E27FC236}">
                <a16:creationId xmlns:a16="http://schemas.microsoft.com/office/drawing/2014/main" id="{1FB5A361-F9DC-DE5A-6274-208702766B8E}"/>
              </a:ext>
            </a:extLst>
          </p:cNvPr>
          <p:cNvSpPr>
            <a:spLocks noGrp="1"/>
          </p:cNvSpPr>
          <p:nvPr>
            <p:ph type="pic" sz="quarter" idx="22"/>
          </p:nvPr>
        </p:nvSpPr>
        <p:spPr>
          <a:xfrm>
            <a:off x="6248400" y="1508125"/>
            <a:ext cx="4470400" cy="4473575"/>
          </a:xfrm>
          <a:prstGeom prst="rect">
            <a:avLst/>
          </a:prstGeom>
          <a:solidFill>
            <a:schemeClr val="accent2">
              <a:lumMod val="40000"/>
              <a:lumOff val="60000"/>
            </a:schemeClr>
          </a:solidFill>
        </p:spPr>
        <p:txBody>
          <a:bodyPr tIns="1737360"/>
          <a:lstStyle>
            <a:lvl1pPr algn="ctr">
              <a:defRPr b="0" i="0"/>
            </a:lvl1pPr>
          </a:lstStyle>
          <a:p>
            <a:r>
              <a:rPr lang="en-US"/>
              <a:t>Click icon to add picture</a:t>
            </a:r>
          </a:p>
        </p:txBody>
      </p:sp>
      <p:sp>
        <p:nvSpPr>
          <p:cNvPr id="5" name="Text Placeholder 3">
            <a:extLst>
              <a:ext uri="{FF2B5EF4-FFF2-40B4-BE49-F238E27FC236}">
                <a16:creationId xmlns:a16="http://schemas.microsoft.com/office/drawing/2014/main" id="{25FBCF55-BB8C-ECD8-868D-78FE6035F732}"/>
              </a:ext>
            </a:extLst>
          </p:cNvPr>
          <p:cNvSpPr>
            <a:spLocks noGrp="1"/>
          </p:cNvSpPr>
          <p:nvPr>
            <p:ph type="body" sz="quarter" idx="34" hasCustomPrompt="1"/>
          </p:nvPr>
        </p:nvSpPr>
        <p:spPr>
          <a:xfrm>
            <a:off x="460375" y="1508125"/>
            <a:ext cx="789691" cy="4511674"/>
          </a:xfrm>
          <a:prstGeom prst="rect">
            <a:avLst/>
          </a:prstGeom>
          <a:ln>
            <a:noFill/>
          </a:ln>
        </p:spPr>
        <p:txBody>
          <a:bodyPr tIns="0" anchor="ctr" anchorCtr="0"/>
          <a:lstStyle>
            <a:lvl1pPr>
              <a:lnSpc>
                <a:spcPct val="100000"/>
              </a:lnSpc>
              <a:spcBef>
                <a:spcPts val="0"/>
              </a:spcBef>
              <a:spcAft>
                <a:spcPts val="700"/>
              </a:spcAft>
              <a:defRPr sz="3600" b="1" i="0">
                <a:ln w="12700">
                  <a:noFill/>
                </a:ln>
                <a:solidFill>
                  <a:schemeClr val="accent1"/>
                </a:solidFill>
                <a:latin typeface="+mn-lt"/>
              </a:defRPr>
            </a:lvl1pPr>
            <a:lvl2pPr>
              <a:lnSpc>
                <a:spcPct val="100000"/>
              </a:lnSpc>
              <a:spcBef>
                <a:spcPts val="0"/>
              </a:spcBef>
              <a:spcAft>
                <a:spcPts val="700"/>
              </a:spcAft>
              <a:defRPr sz="3600" b="1" i="0" spc="0">
                <a:ln w="12700">
                  <a:noFill/>
                </a:ln>
                <a:solidFill>
                  <a:schemeClr val="accent1"/>
                </a:solidFill>
                <a:latin typeface="+mn-lt"/>
                <a:cs typeface="Calibri" panose="020F0502020204030204" pitchFamily="34" charset="0"/>
              </a:defRPr>
            </a:lvl2pPr>
            <a:lvl3pPr>
              <a:lnSpc>
                <a:spcPct val="100000"/>
              </a:lnSpc>
              <a:spcBef>
                <a:spcPts val="0"/>
              </a:spcBef>
              <a:spcAft>
                <a:spcPts val="700"/>
              </a:spcAft>
              <a:buNone/>
              <a:defRPr sz="3600" b="1" i="0">
                <a:ln w="12700">
                  <a:noFill/>
                </a:ln>
                <a:solidFill>
                  <a:schemeClr val="accent1"/>
                </a:solidFill>
                <a:latin typeface="+mn-lt"/>
                <a:cs typeface="Calibri" panose="020F0502020204030204" pitchFamily="34" charset="0"/>
              </a:defRPr>
            </a:lvl3pPr>
            <a:lvl4pPr marL="0">
              <a:lnSpc>
                <a:spcPct val="100000"/>
              </a:lnSpc>
              <a:spcBef>
                <a:spcPts val="0"/>
              </a:spcBef>
              <a:spcAft>
                <a:spcPts val="700"/>
              </a:spcAft>
              <a:buNone/>
              <a:defRPr sz="3600" b="1" i="0">
                <a:ln w="12700">
                  <a:noFill/>
                </a:ln>
                <a:solidFill>
                  <a:schemeClr val="accent1"/>
                </a:solidFill>
                <a:latin typeface="+mn-lt"/>
                <a:cs typeface="Calibri" panose="020F0502020204030204" pitchFamily="34" charset="0"/>
              </a:defRPr>
            </a:lvl4pPr>
            <a:lvl5pPr marL="0">
              <a:lnSpc>
                <a:spcPct val="100000"/>
              </a:lnSpc>
              <a:spcBef>
                <a:spcPts val="0"/>
              </a:spcBef>
              <a:spcAft>
                <a:spcPts val="700"/>
              </a:spcAft>
              <a:buNone/>
              <a:defRPr sz="3600" b="1" i="0">
                <a:ln w="12700">
                  <a:noFill/>
                </a:ln>
                <a:solidFill>
                  <a:schemeClr val="accent1"/>
                </a:solidFill>
                <a:latin typeface="+mn-lt"/>
                <a:cs typeface="Calibri" panose="020F0502020204030204" pitchFamily="34" charset="0"/>
              </a:defRPr>
            </a:lvl5pPr>
            <a:lvl6pPr>
              <a:lnSpc>
                <a:spcPct val="100000"/>
              </a:lnSpc>
              <a:spcAft>
                <a:spcPts val="700"/>
              </a:spcAft>
              <a:buNone/>
              <a:defRPr sz="3600" b="1">
                <a:ln w="12700">
                  <a:noFill/>
                </a:ln>
                <a:solidFill>
                  <a:schemeClr val="accent1"/>
                </a:solidFill>
                <a:latin typeface="+mn-lt"/>
                <a:cs typeface="Calibri" panose="020F0502020204030204" pitchFamily="34" charset="0"/>
              </a:defRPr>
            </a:lvl6pPr>
            <a:lvl7pPr marL="0">
              <a:lnSpc>
                <a:spcPct val="100000"/>
              </a:lnSpc>
              <a:spcAft>
                <a:spcPts val="700"/>
              </a:spcAft>
              <a:buNone/>
              <a:defRPr sz="3600" b="1">
                <a:ln w="12700">
                  <a:noFill/>
                </a:ln>
                <a:solidFill>
                  <a:schemeClr val="accent1"/>
                </a:solidFill>
                <a:latin typeface="+mn-lt"/>
                <a:cs typeface="Calibri" panose="020F0502020204030204" pitchFamily="34" charset="0"/>
              </a:defRPr>
            </a:lvl7pPr>
            <a:lvl8pPr marL="0">
              <a:lnSpc>
                <a:spcPct val="100000"/>
              </a:lnSpc>
              <a:spcAft>
                <a:spcPts val="700"/>
              </a:spcAft>
              <a:buNone/>
              <a:defRPr sz="3600" b="1">
                <a:ln w="12700">
                  <a:noFill/>
                </a:ln>
                <a:solidFill>
                  <a:schemeClr val="accent1"/>
                </a:solidFill>
                <a:latin typeface="+mn-lt"/>
                <a:cs typeface="Calibri" panose="020F0502020204030204" pitchFamily="34" charset="0"/>
              </a:defRPr>
            </a:lvl8pPr>
            <a:lvl9pPr>
              <a:lnSpc>
                <a:spcPct val="100000"/>
              </a:lnSpc>
              <a:spcAft>
                <a:spcPts val="700"/>
              </a:spcAft>
              <a:defRPr sz="3600" b="1">
                <a:ln w="12700">
                  <a:noFill/>
                </a:ln>
                <a:solidFill>
                  <a:schemeClr val="accent1"/>
                </a:solidFill>
                <a:latin typeface="+mn-lt"/>
                <a:cs typeface="Calibri" panose="020F0502020204030204" pitchFamily="34" charset="0"/>
              </a:defRPr>
            </a:lvl9pPr>
          </a:lstStyle>
          <a:p>
            <a:pPr lvl="0"/>
            <a:r>
              <a:rPr lang="en-US"/>
              <a:t>01</a:t>
            </a:r>
          </a:p>
          <a:p>
            <a:pPr lvl="0"/>
            <a:r>
              <a:rPr lang="en-US"/>
              <a:t>02</a:t>
            </a:r>
          </a:p>
          <a:p>
            <a:pPr lvl="0"/>
            <a:r>
              <a:rPr lang="en-US"/>
              <a:t>03</a:t>
            </a:r>
          </a:p>
          <a:p>
            <a:pPr lvl="0"/>
            <a:r>
              <a:rPr lang="en-US"/>
              <a:t>04</a:t>
            </a:r>
          </a:p>
          <a:p>
            <a:pPr lvl="0"/>
            <a:r>
              <a:rPr lang="en-US"/>
              <a:t>05</a:t>
            </a:r>
          </a:p>
          <a:p>
            <a:pPr lvl="0"/>
            <a:r>
              <a:rPr lang="en-US"/>
              <a:t>06</a:t>
            </a:r>
          </a:p>
          <a:p>
            <a:pPr lvl="0"/>
            <a:r>
              <a:rPr lang="en-US"/>
              <a:t>07</a:t>
            </a:r>
          </a:p>
        </p:txBody>
      </p:sp>
      <p:sp>
        <p:nvSpPr>
          <p:cNvPr id="3" name="Rectangle 2">
            <a:extLst>
              <a:ext uri="{FF2B5EF4-FFF2-40B4-BE49-F238E27FC236}">
                <a16:creationId xmlns:a16="http://schemas.microsoft.com/office/drawing/2014/main" id="{F9D3A198-41C5-A389-D58D-6067B66B5EE8}"/>
              </a:ext>
            </a:extLst>
          </p:cNvPr>
          <p:cNvSpPr>
            <a:spLocks noGrp="1" noRot="1" noMove="1" noResize="1" noEditPoints="1" noAdjustHandles="1" noChangeArrowheads="1" noChangeShapeType="1"/>
          </p:cNvSpPr>
          <p:nvPr userDrawn="1"/>
        </p:nvSpPr>
        <p:spPr bwMode="auto">
          <a:xfrm>
            <a:off x="300446" y="966651"/>
            <a:ext cx="2050868" cy="195943"/>
          </a:xfrm>
          <a:prstGeom prst="rect">
            <a:avLst/>
          </a:prstGeom>
          <a:solidFill>
            <a:schemeClr val="bg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 name="Title 2">
            <a:extLst>
              <a:ext uri="{FF2B5EF4-FFF2-40B4-BE49-F238E27FC236}">
                <a16:creationId xmlns:a16="http://schemas.microsoft.com/office/drawing/2014/main" id="{92DD1241-B542-4023-F74B-C762BE058065}"/>
              </a:ext>
            </a:extLst>
          </p:cNvPr>
          <p:cNvSpPr>
            <a:spLocks noGrp="1"/>
          </p:cNvSpPr>
          <p:nvPr>
            <p:ph type="title" hasCustomPrompt="1"/>
          </p:nvPr>
        </p:nvSpPr>
        <p:spPr>
          <a:xfrm>
            <a:off x="460372" y="556953"/>
            <a:ext cx="11268077" cy="855922"/>
          </a:xfrm>
          <a:prstGeom prst="rect">
            <a:avLst/>
          </a:prstGeom>
        </p:spPr>
        <p:txBody>
          <a:bodyPr/>
          <a:lstStyle>
            <a:lvl1pPr>
              <a:defRPr sz="2200"/>
            </a:lvl1pPr>
          </a:lstStyle>
          <a:p>
            <a:r>
              <a:rPr lang="en-US"/>
              <a:t>Click to edit Agenda/Contents Title</a:t>
            </a:r>
          </a:p>
        </p:txBody>
      </p:sp>
      <p:sp>
        <p:nvSpPr>
          <p:cNvPr id="13" name="Content Placeholder 7">
            <a:extLst>
              <a:ext uri="{FF2B5EF4-FFF2-40B4-BE49-F238E27FC236}">
                <a16:creationId xmlns:a16="http://schemas.microsoft.com/office/drawing/2014/main" id="{2EBB998A-4A7F-95A1-ABAB-78ABF3E6EAAD}"/>
              </a:ext>
            </a:extLst>
          </p:cNvPr>
          <p:cNvSpPr>
            <a:spLocks noGrp="1"/>
          </p:cNvSpPr>
          <p:nvPr>
            <p:ph sz="quarter" idx="20" hasCustomPrompt="1"/>
          </p:nvPr>
        </p:nvSpPr>
        <p:spPr>
          <a:xfrm>
            <a:off x="1250065" y="1508125"/>
            <a:ext cx="4174689" cy="4511673"/>
          </a:xfrm>
          <a:prstGeom prst="rect">
            <a:avLst/>
          </a:prstGeom>
        </p:spPr>
        <p:txBody>
          <a:bodyPr anchor="ctr"/>
          <a:lstStyle>
            <a:lvl1pPr>
              <a:spcAft>
                <a:spcPts val="2900"/>
              </a:spcAft>
              <a:defRPr sz="1800" b="1" i="0"/>
            </a:lvl1pPr>
            <a:lvl2pPr marL="295275" indent="-285750">
              <a:spcAft>
                <a:spcPts val="2900"/>
              </a:spcAft>
              <a:buFont typeface="Arial" panose="020B0604020202020204" pitchFamily="34" charset="0"/>
              <a:buChar char="•"/>
              <a:tabLst/>
              <a:defRPr sz="1800" b="1" i="0"/>
            </a:lvl2pPr>
            <a:lvl3pPr marL="635000" indent="-287338">
              <a:spcAft>
                <a:spcPts val="2900"/>
              </a:spcAft>
              <a:tabLst/>
              <a:defRPr sz="1800" b="1" i="0"/>
            </a:lvl3pPr>
            <a:lvl4pPr marL="971550" indent="-285750">
              <a:spcAft>
                <a:spcPts val="2900"/>
              </a:spcAft>
              <a:tabLst/>
              <a:defRPr sz="1800" b="1" i="0"/>
            </a:lvl4pPr>
            <a:lvl5pPr marL="1320800" indent="-287338">
              <a:spcAft>
                <a:spcPts val="2900"/>
              </a:spcAft>
              <a:tabLst/>
              <a:defRPr sz="1800" b="1" i="0"/>
            </a:lvl5pPr>
            <a:lvl6pPr marL="1658938" indent="-287338">
              <a:spcAft>
                <a:spcPts val="2900"/>
              </a:spcAft>
              <a:tabLst/>
              <a:defRPr sz="1800" b="1"/>
            </a:lvl6pPr>
            <a:lvl7pPr marL="2006600" indent="-287338">
              <a:spcAft>
                <a:spcPts val="2900"/>
              </a:spcAft>
              <a:tabLst/>
              <a:defRPr sz="1800" b="1"/>
            </a:lvl7pPr>
            <a:lvl8pPr marL="2344738" indent="-266700">
              <a:tabLst/>
              <a:defRPr/>
            </a:lvl8pPr>
            <a:lvl9pPr marL="2692400" indent="-285750">
              <a:tabLst/>
              <a:defRPr/>
            </a:lvl9pPr>
          </a:lstStyle>
          <a:p>
            <a:pPr lvl="0"/>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p:txBody>
      </p:sp>
      <p:sp>
        <p:nvSpPr>
          <p:cNvPr id="8" name="Text Placeholder 9">
            <a:extLst>
              <a:ext uri="{FF2B5EF4-FFF2-40B4-BE49-F238E27FC236}">
                <a16:creationId xmlns:a16="http://schemas.microsoft.com/office/drawing/2014/main" id="{CD71F599-75FF-0AEF-010B-B70DBAA7A833}"/>
              </a:ext>
            </a:extLst>
          </p:cNvPr>
          <p:cNvSpPr>
            <a:spLocks noGrp="1"/>
          </p:cNvSpPr>
          <p:nvPr>
            <p:ph type="body" sz="quarter" idx="26" hasCustomPrompt="1"/>
          </p:nvPr>
        </p:nvSpPr>
        <p:spPr>
          <a:xfrm flipH="1" flipV="1">
            <a:off x="364794" y="855203"/>
            <a:ext cx="1381456" cy="192234"/>
          </a:xfrm>
          <a:prstGeom prst="rect">
            <a:avLst/>
          </a:prstGeom>
          <a:blipFill dpi="0" rotWithShape="0">
            <a:blip r:embed="rId4"/>
            <a:srcRect/>
            <a:stretch>
              <a:fillRect t="-317465" b="-325807"/>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363208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_2">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4836E44-27EF-D8DB-2ACB-DE3980E63D82}"/>
              </a:ext>
            </a:extLst>
          </p:cNvPr>
          <p:cNvSpPr>
            <a:spLocks noGrp="1" noRot="1" noMove="1" noResize="1" noEditPoints="1" noAdjustHandles="1" noChangeArrowheads="1" noChangeShapeType="1"/>
          </p:cNvSpPr>
          <p:nvPr userDrawn="1"/>
        </p:nvSpPr>
        <p:spPr bwMode="auto">
          <a:xfrm>
            <a:off x="300446" y="966651"/>
            <a:ext cx="2050868" cy="195943"/>
          </a:xfrm>
          <a:prstGeom prst="rect">
            <a:avLst/>
          </a:prstGeom>
          <a:solidFill>
            <a:schemeClr val="bg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 name="Rectangle 6">
            <a:extLst>
              <a:ext uri="{FF2B5EF4-FFF2-40B4-BE49-F238E27FC236}">
                <a16:creationId xmlns:a16="http://schemas.microsoft.com/office/drawing/2014/main" id="{2FBA661D-36AF-0575-B525-6804A0045D53}"/>
              </a:ext>
            </a:extLst>
          </p:cNvPr>
          <p:cNvSpPr/>
          <p:nvPr userDrawn="1"/>
        </p:nvSpPr>
        <p:spPr bwMode="auto">
          <a:xfrm>
            <a:off x="0" y="0"/>
            <a:ext cx="3935767" cy="6858000"/>
          </a:xfrm>
          <a:prstGeom prst="rect">
            <a:avLst/>
          </a:prstGeom>
          <a:solidFill>
            <a:schemeClr val="tx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Footer Placeholder 3">
            <a:extLst>
              <a:ext uri="{FF2B5EF4-FFF2-40B4-BE49-F238E27FC236}">
                <a16:creationId xmlns:a16="http://schemas.microsoft.com/office/drawing/2014/main" id="{F972B6A5-01FD-899A-FA5B-50AED31DFBE5}"/>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ECAE3597-928B-CB48-EED1-29B1135F105F}"/>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1368B83A-3779-569C-36A3-CDD67449E482}"/>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0" name="Picture Placeholder 4">
            <a:extLst>
              <a:ext uri="{FF2B5EF4-FFF2-40B4-BE49-F238E27FC236}">
                <a16:creationId xmlns:a16="http://schemas.microsoft.com/office/drawing/2014/main" id="{1FB5A361-F9DC-DE5A-6274-208702766B8E}"/>
              </a:ext>
            </a:extLst>
          </p:cNvPr>
          <p:cNvSpPr>
            <a:spLocks noGrp="1"/>
          </p:cNvSpPr>
          <p:nvPr>
            <p:ph type="pic" sz="quarter" idx="22"/>
          </p:nvPr>
        </p:nvSpPr>
        <p:spPr>
          <a:xfrm>
            <a:off x="610669" y="1508125"/>
            <a:ext cx="3913550" cy="3916330"/>
          </a:xfrm>
          <a:prstGeom prst="rect">
            <a:avLst/>
          </a:prstGeom>
          <a:solidFill>
            <a:schemeClr val="accent2">
              <a:lumMod val="40000"/>
              <a:lumOff val="60000"/>
            </a:schemeClr>
          </a:solidFill>
        </p:spPr>
        <p:txBody>
          <a:bodyPr tIns="1737360"/>
          <a:lstStyle>
            <a:lvl1pPr algn="ctr">
              <a:defRPr b="0" i="0"/>
            </a:lvl1pPr>
          </a:lstStyle>
          <a:p>
            <a:r>
              <a:rPr lang="en-US"/>
              <a:t>Click icon to add picture</a:t>
            </a:r>
          </a:p>
        </p:txBody>
      </p:sp>
      <p:sp>
        <p:nvSpPr>
          <p:cNvPr id="13" name="Title 2">
            <a:extLst>
              <a:ext uri="{FF2B5EF4-FFF2-40B4-BE49-F238E27FC236}">
                <a16:creationId xmlns:a16="http://schemas.microsoft.com/office/drawing/2014/main" id="{439BE691-B1BB-8E34-2EA4-D0406BCBF408}"/>
              </a:ext>
            </a:extLst>
          </p:cNvPr>
          <p:cNvSpPr>
            <a:spLocks noGrp="1"/>
          </p:cNvSpPr>
          <p:nvPr>
            <p:ph type="title" hasCustomPrompt="1"/>
          </p:nvPr>
        </p:nvSpPr>
        <p:spPr>
          <a:xfrm>
            <a:off x="5168648" y="556953"/>
            <a:ext cx="6559800" cy="855922"/>
          </a:xfrm>
          <a:prstGeom prst="rect">
            <a:avLst/>
          </a:prstGeom>
        </p:spPr>
        <p:txBody>
          <a:bodyPr/>
          <a:lstStyle>
            <a:lvl1pPr>
              <a:defRPr sz="2200"/>
            </a:lvl1pPr>
          </a:lstStyle>
          <a:p>
            <a:r>
              <a:rPr lang="en-US"/>
              <a:t>Click to edit Agenda/Contents Title</a:t>
            </a:r>
          </a:p>
        </p:txBody>
      </p:sp>
      <p:sp>
        <p:nvSpPr>
          <p:cNvPr id="14" name="Content Placeholder 7">
            <a:extLst>
              <a:ext uri="{FF2B5EF4-FFF2-40B4-BE49-F238E27FC236}">
                <a16:creationId xmlns:a16="http://schemas.microsoft.com/office/drawing/2014/main" id="{501FEA8E-002C-6C24-1D7D-8DE43490479E}"/>
              </a:ext>
            </a:extLst>
          </p:cNvPr>
          <p:cNvSpPr>
            <a:spLocks noGrp="1"/>
          </p:cNvSpPr>
          <p:nvPr>
            <p:ph sz="quarter" idx="20" hasCustomPrompt="1"/>
          </p:nvPr>
        </p:nvSpPr>
        <p:spPr>
          <a:xfrm>
            <a:off x="5168649" y="1508125"/>
            <a:ext cx="6559800" cy="4511673"/>
          </a:xfrm>
          <a:prstGeom prst="rect">
            <a:avLst/>
          </a:prstGeom>
        </p:spPr>
        <p:txBody>
          <a:bodyPr anchor="t"/>
          <a:lstStyle>
            <a:lvl1pPr>
              <a:spcAft>
                <a:spcPts val="1200"/>
              </a:spcAft>
              <a:defRPr sz="1800" b="1" i="0"/>
            </a:lvl1pPr>
            <a:lvl2pPr marL="295275" indent="-285750">
              <a:spcAft>
                <a:spcPts val="1200"/>
              </a:spcAft>
              <a:buFont typeface="Arial" panose="020B0604020202020204" pitchFamily="34" charset="0"/>
              <a:buChar char="•"/>
              <a:tabLst/>
              <a:defRPr sz="1800" b="1" i="0"/>
            </a:lvl2pPr>
            <a:lvl3pPr marL="635000" indent="-287338">
              <a:spcAft>
                <a:spcPts val="1200"/>
              </a:spcAft>
              <a:tabLst/>
              <a:defRPr sz="1800" b="1" i="0"/>
            </a:lvl3pPr>
            <a:lvl4pPr marL="971550" indent="-285750">
              <a:spcAft>
                <a:spcPts val="1200"/>
              </a:spcAft>
              <a:tabLst/>
              <a:defRPr sz="1800" b="1" i="0"/>
            </a:lvl4pPr>
            <a:lvl5pPr marL="1320800" indent="-287338">
              <a:spcAft>
                <a:spcPts val="1200"/>
              </a:spcAft>
              <a:tabLst/>
              <a:defRPr sz="1800" b="1" i="0"/>
            </a:lvl5pPr>
            <a:lvl6pPr marL="1658938" indent="-287338">
              <a:spcAft>
                <a:spcPts val="1200"/>
              </a:spcAft>
              <a:tabLst/>
              <a:defRPr sz="1800" b="1"/>
            </a:lvl6pPr>
            <a:lvl7pPr marL="2006600" indent="-287338">
              <a:spcAft>
                <a:spcPts val="1200"/>
              </a:spcAft>
              <a:tabLst/>
              <a:defRPr sz="1800" b="1"/>
            </a:lvl7pPr>
            <a:lvl8pPr marL="2344738" indent="-266700">
              <a:tabLst/>
              <a:defRPr/>
            </a:lvl8pPr>
            <a:lvl9pPr marL="2692400" indent="-285750">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9">
            <a:extLst>
              <a:ext uri="{FF2B5EF4-FFF2-40B4-BE49-F238E27FC236}">
                <a16:creationId xmlns:a16="http://schemas.microsoft.com/office/drawing/2014/main" id="{5AC43BAF-6C08-503E-AB09-63A6DE719E03}"/>
              </a:ext>
            </a:extLst>
          </p:cNvPr>
          <p:cNvSpPr>
            <a:spLocks noGrp="1"/>
          </p:cNvSpPr>
          <p:nvPr>
            <p:ph type="body" sz="quarter" idx="26" hasCustomPrompt="1"/>
          </p:nvPr>
        </p:nvSpPr>
        <p:spPr>
          <a:xfrm flipH="1" flipV="1">
            <a:off x="5020644" y="857796"/>
            <a:ext cx="1381456" cy="192234"/>
          </a:xfrm>
          <a:prstGeom prst="rect">
            <a:avLst/>
          </a:prstGeom>
          <a:blipFill dpi="0" rotWithShape="0">
            <a:blip r:embed="rId3"/>
            <a:srcRect/>
            <a:stretch>
              <a:fillRect t="-317465" b="-325807"/>
            </a:stretch>
          </a:blipFill>
        </p:spPr>
        <p:txBody>
          <a:bodyPr/>
          <a:lstStyle>
            <a:lvl1pPr>
              <a:defRPr sz="2800" b="0" i="0"/>
            </a:lvl1pPr>
          </a:lstStyle>
          <a:p>
            <a:pPr lvl="0"/>
            <a:r>
              <a:rPr lang="en-US"/>
              <a:t> </a:t>
            </a:r>
          </a:p>
        </p:txBody>
      </p:sp>
      <p:pic>
        <p:nvPicPr>
          <p:cNvPr id="8" name="Picture 7">
            <a:extLst>
              <a:ext uri="{FF2B5EF4-FFF2-40B4-BE49-F238E27FC236}">
                <a16:creationId xmlns:a16="http://schemas.microsoft.com/office/drawing/2014/main" id="{F6EE3324-F78B-080E-CEED-7AF10A908BF8}"/>
              </a:ext>
            </a:extLst>
          </p:cNvPr>
          <p:cNvPicPr>
            <a:picLocks noChangeAspect="1"/>
          </p:cNvPicPr>
          <p:nvPr userDrawn="1"/>
        </p:nvPicPr>
        <p:blipFill>
          <a:blip r:embed="rId4" cstate="hqprint">
            <a:extLst>
              <a:ext uri="{28A0092B-C50C-407E-A947-70E740481C1C}">
                <a14:useLocalDpi xmlns:a14="http://schemas.microsoft.com/office/drawing/2010/main"/>
              </a:ext>
            </a:extLst>
          </a:blip>
          <a:srcRect/>
          <a:stretch/>
        </p:blipFill>
        <p:spPr>
          <a:xfrm>
            <a:off x="460378" y="6325375"/>
            <a:ext cx="1457322" cy="305021"/>
          </a:xfrm>
          <a:prstGeom prst="rect">
            <a:avLst/>
          </a:prstGeom>
        </p:spPr>
      </p:pic>
    </p:spTree>
    <p:extLst>
      <p:ext uri="{BB962C8B-B14F-4D97-AF65-F5344CB8AC3E}">
        <p14:creationId xmlns:p14="http://schemas.microsoft.com/office/powerpoint/2010/main" val="1526032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1co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F281B9B0-919B-7605-4D45-9E1F54B94E3A}"/>
              </a:ext>
            </a:extLst>
          </p:cNvPr>
          <p:cNvSpPr>
            <a:spLocks noGrp="1"/>
          </p:cNvSpPr>
          <p:nvPr>
            <p:ph idx="1" hasCustomPrompt="1"/>
          </p:nvPr>
        </p:nvSpPr>
        <p:spPr>
          <a:xfrm>
            <a:off x="460372" y="1770063"/>
            <a:ext cx="11268074" cy="4249738"/>
          </a:xfrm>
          <a:prstGeom prst="rect">
            <a:avLst/>
          </a:prstGeom>
        </p:spPr>
        <p:txBody>
          <a:bodyPr vert="horz" lIns="0" tIns="0" rIns="0" bIns="0" rtlCol="0">
            <a:noAutofit/>
          </a:bodyPr>
          <a:lstStyle>
            <a:lvl1pPr>
              <a:spcAft>
                <a:spcPts val="600"/>
              </a:spcAft>
              <a:defRPr/>
            </a:lvl1pPr>
            <a:lvl2pPr marL="295275" indent="-295275">
              <a:spcAft>
                <a:spcPts val="600"/>
              </a:spcAft>
              <a:tabLst/>
              <a:defRPr/>
            </a:lvl2pPr>
            <a:lvl3pPr>
              <a:spcAft>
                <a:spcPts val="600"/>
              </a:spcAft>
              <a:defRPr/>
            </a:lvl3pPr>
            <a:lvl4pPr>
              <a:spcAft>
                <a:spcPts val="600"/>
              </a:spcAft>
              <a:defRPr/>
            </a:lvl4pPr>
            <a:lvl5pPr>
              <a:spcAft>
                <a:spcPts val="600"/>
              </a:spcAft>
              <a:defRPr/>
            </a:lvl5pPr>
            <a:lvl6pPr>
              <a:spcAft>
                <a:spcPts val="600"/>
              </a:spcAft>
              <a:defRPr/>
            </a:lvl6pPr>
            <a:lvl7pPr>
              <a:spcAft>
                <a:spcPts val="600"/>
              </a:spcAft>
              <a:defRPr/>
            </a:lvl7pPr>
            <a:lvl8pPr>
              <a:spcAft>
                <a:spcPts val="600"/>
              </a:spcAft>
              <a:defRPr/>
            </a:lvl8pPr>
            <a:lvl9pPr>
              <a:spcAft>
                <a:spcPts val="600"/>
              </a:spcAf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1" name="Footer Placeholder 10">
            <a:extLst>
              <a:ext uri="{FF2B5EF4-FFF2-40B4-BE49-F238E27FC236}">
                <a16:creationId xmlns:a16="http://schemas.microsoft.com/office/drawing/2014/main" id="{F263E73F-DEF9-130F-B071-D10FB1CB5161}"/>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12" name="Slide Number Placeholder 11">
            <a:extLst>
              <a:ext uri="{FF2B5EF4-FFF2-40B4-BE49-F238E27FC236}">
                <a16:creationId xmlns:a16="http://schemas.microsoft.com/office/drawing/2014/main" id="{72307C66-749A-F18A-899A-DCE7C0FC87C7}"/>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sp>
        <p:nvSpPr>
          <p:cNvPr id="3" name="Title 2">
            <a:extLst>
              <a:ext uri="{FF2B5EF4-FFF2-40B4-BE49-F238E27FC236}">
                <a16:creationId xmlns:a16="http://schemas.microsoft.com/office/drawing/2014/main" id="{039D28D3-7724-CABE-5E01-C686E737731A}"/>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5" name="Picture 4" descr="A blue text on a black background&#10;&#10;Description automatically generated">
            <a:extLst>
              <a:ext uri="{FF2B5EF4-FFF2-40B4-BE49-F238E27FC236}">
                <a16:creationId xmlns:a16="http://schemas.microsoft.com/office/drawing/2014/main" id="{08B542EB-5CB8-F0A6-4DB5-533C78B14DAF}"/>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6" name="Text Placeholder 15">
            <a:extLst>
              <a:ext uri="{FF2B5EF4-FFF2-40B4-BE49-F238E27FC236}">
                <a16:creationId xmlns:a16="http://schemas.microsoft.com/office/drawing/2014/main" id="{BF08CDCA-7295-067B-E037-76ACEB96299C}"/>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2813096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_2co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7AC6684-4917-893D-7978-45194F506A94}"/>
              </a:ext>
            </a:extLst>
          </p:cNvPr>
          <p:cNvSpPr>
            <a:spLocks noGrp="1"/>
          </p:cNvSpPr>
          <p:nvPr>
            <p:ph type="ftr" sz="quarter" idx="22"/>
          </p:nvPr>
        </p:nvSpPr>
        <p:spPr/>
        <p:txBody>
          <a:bodyPr/>
          <a:lstStyle>
            <a:lvl1pPr>
              <a:defRPr b="0" i="0"/>
            </a:lvl1pPr>
          </a:lstStyle>
          <a:p>
            <a:r>
              <a:rPr lang="en-US"/>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B3050605-C097-CBBB-F6AE-D408F5C6B153}"/>
              </a:ext>
            </a:extLst>
          </p:cNvPr>
          <p:cNvSpPr>
            <a:spLocks noGrp="1"/>
          </p:cNvSpPr>
          <p:nvPr>
            <p:ph type="sldNum" sz="quarter" idx="23"/>
          </p:nvPr>
        </p:nvSpPr>
        <p:spPr/>
        <p:txBody>
          <a:bodyPr/>
          <a:lstStyle>
            <a:lvl1pPr>
              <a:defRPr b="0" i="0"/>
            </a:lvl1pPr>
          </a:lstStyle>
          <a:p>
            <a:fld id="{63DCA5C9-2E11-4C67-86EB-AE1DE127DC64}" type="slidenum">
              <a:rPr lang="en-US" smtClean="0"/>
              <a:pPr/>
              <a:t>‹#›</a:t>
            </a:fld>
            <a:endParaRPr lang="en-US"/>
          </a:p>
        </p:txBody>
      </p:sp>
      <p:sp>
        <p:nvSpPr>
          <p:cNvPr id="4" name="Title 3">
            <a:extLst>
              <a:ext uri="{FF2B5EF4-FFF2-40B4-BE49-F238E27FC236}">
                <a16:creationId xmlns:a16="http://schemas.microsoft.com/office/drawing/2014/main" id="{987FB2C3-7DEF-A787-97F3-478F892A584F}"/>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7" name="Picture 6" descr="A blue text on a black background&#10;&#10;Description automatically generated">
            <a:extLst>
              <a:ext uri="{FF2B5EF4-FFF2-40B4-BE49-F238E27FC236}">
                <a16:creationId xmlns:a16="http://schemas.microsoft.com/office/drawing/2014/main" id="{BD0AB5E2-A78F-EF72-4306-83FB4F13DF1D}"/>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Content Placeholder 7">
            <a:extLst>
              <a:ext uri="{FF2B5EF4-FFF2-40B4-BE49-F238E27FC236}">
                <a16:creationId xmlns:a16="http://schemas.microsoft.com/office/drawing/2014/main" id="{7EC1626D-C51D-F91B-9E51-AEACBDEBE7B9}"/>
              </a:ext>
            </a:extLst>
          </p:cNvPr>
          <p:cNvSpPr>
            <a:spLocks noGrp="1"/>
          </p:cNvSpPr>
          <p:nvPr>
            <p:ph sz="quarter" idx="20"/>
          </p:nvPr>
        </p:nvSpPr>
        <p:spPr>
          <a:xfrm>
            <a:off x="460375" y="1770063"/>
            <a:ext cx="5521325"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800F75C6-D0DF-371B-63BB-406F6DC95786}"/>
              </a:ext>
            </a:extLst>
          </p:cNvPr>
          <p:cNvSpPr>
            <a:spLocks noGrp="1"/>
          </p:cNvSpPr>
          <p:nvPr>
            <p:ph sz="quarter" idx="24"/>
          </p:nvPr>
        </p:nvSpPr>
        <p:spPr>
          <a:xfrm>
            <a:off x="6210300" y="1770063"/>
            <a:ext cx="551815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15">
            <a:extLst>
              <a:ext uri="{FF2B5EF4-FFF2-40B4-BE49-F238E27FC236}">
                <a16:creationId xmlns:a16="http://schemas.microsoft.com/office/drawing/2014/main" id="{40D1E5F1-9491-BB3D-DC45-8C7C55783F5A}"/>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988714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_3co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FA9757-0038-867C-A6F8-301106810F83}"/>
              </a:ext>
            </a:extLst>
          </p:cNvPr>
          <p:cNvSpPr>
            <a:spLocks noGrp="1"/>
          </p:cNvSpPr>
          <p:nvPr>
            <p:ph type="ftr" sz="quarter" idx="15"/>
          </p:nvPr>
        </p:nvSpPr>
        <p:spPr/>
        <p:txBody>
          <a:bodyPr/>
          <a:lstStyle>
            <a:lvl1pPr>
              <a:defRPr b="0" i="0"/>
            </a:lvl1pPr>
          </a:lstStyle>
          <a:p>
            <a:r>
              <a:rPr lang="en-US"/>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7100BA09-8485-6F97-9E99-971ACED93B24}"/>
              </a:ext>
            </a:extLst>
          </p:cNvPr>
          <p:cNvSpPr>
            <a:spLocks noGrp="1"/>
          </p:cNvSpPr>
          <p:nvPr>
            <p:ph type="sldNum" sz="quarter" idx="16"/>
          </p:nvPr>
        </p:nvSpPr>
        <p:spPr/>
        <p:txBody>
          <a:bodyPr/>
          <a:lstStyle>
            <a:lvl1pPr>
              <a:defRPr b="0" i="0"/>
            </a:lvl1pPr>
          </a:lstStyle>
          <a:p>
            <a:fld id="{63DCA5C9-2E11-4C67-86EB-AE1DE127DC64}" type="slidenum">
              <a:rPr lang="en-US" smtClean="0"/>
              <a:pPr/>
              <a:t>‹#›</a:t>
            </a:fld>
            <a:endParaRPr lang="en-US"/>
          </a:p>
        </p:txBody>
      </p:sp>
      <p:pic>
        <p:nvPicPr>
          <p:cNvPr id="8" name="Picture 7" descr="A blue text on a black background&#10;&#10;Description automatically generated">
            <a:extLst>
              <a:ext uri="{FF2B5EF4-FFF2-40B4-BE49-F238E27FC236}">
                <a16:creationId xmlns:a16="http://schemas.microsoft.com/office/drawing/2014/main" id="{3E9F9052-AA30-3941-3438-16032648210F}"/>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0" name="Content Placeholder 7">
            <a:extLst>
              <a:ext uri="{FF2B5EF4-FFF2-40B4-BE49-F238E27FC236}">
                <a16:creationId xmlns:a16="http://schemas.microsoft.com/office/drawing/2014/main" id="{0056E07F-5641-0AC8-7606-9184F560AECF}"/>
              </a:ext>
            </a:extLst>
          </p:cNvPr>
          <p:cNvSpPr>
            <a:spLocks noGrp="1"/>
          </p:cNvSpPr>
          <p:nvPr>
            <p:ph sz="quarter" idx="20"/>
          </p:nvPr>
        </p:nvSpPr>
        <p:spPr>
          <a:xfrm>
            <a:off x="460375" y="1770063"/>
            <a:ext cx="360680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D82477B9-0A32-B6C4-2F46-122799F3984B}"/>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sp>
        <p:nvSpPr>
          <p:cNvPr id="12" name="Content Placeholder 7">
            <a:extLst>
              <a:ext uri="{FF2B5EF4-FFF2-40B4-BE49-F238E27FC236}">
                <a16:creationId xmlns:a16="http://schemas.microsoft.com/office/drawing/2014/main" id="{2951039B-3D00-6FDA-3076-5C33B65A3ABD}"/>
              </a:ext>
            </a:extLst>
          </p:cNvPr>
          <p:cNvSpPr>
            <a:spLocks noGrp="1"/>
          </p:cNvSpPr>
          <p:nvPr>
            <p:ph sz="quarter" idx="21"/>
          </p:nvPr>
        </p:nvSpPr>
        <p:spPr>
          <a:xfrm>
            <a:off x="8124827" y="1770063"/>
            <a:ext cx="360680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7">
            <a:extLst>
              <a:ext uri="{FF2B5EF4-FFF2-40B4-BE49-F238E27FC236}">
                <a16:creationId xmlns:a16="http://schemas.microsoft.com/office/drawing/2014/main" id="{7FE16D19-354D-731F-F73E-FA767DF68429}"/>
              </a:ext>
            </a:extLst>
          </p:cNvPr>
          <p:cNvSpPr>
            <a:spLocks noGrp="1"/>
          </p:cNvSpPr>
          <p:nvPr>
            <p:ph sz="quarter" idx="22"/>
          </p:nvPr>
        </p:nvSpPr>
        <p:spPr>
          <a:xfrm>
            <a:off x="4321019" y="1770063"/>
            <a:ext cx="360680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Text Placeholder 15">
            <a:extLst>
              <a:ext uri="{FF2B5EF4-FFF2-40B4-BE49-F238E27FC236}">
                <a16:creationId xmlns:a16="http://schemas.microsoft.com/office/drawing/2014/main" id="{3FEF5C62-2517-1AC3-C2A2-6FB57854A32F}"/>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2360105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_3col_captio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FA9757-0038-867C-A6F8-301106810F83}"/>
              </a:ext>
            </a:extLst>
          </p:cNvPr>
          <p:cNvSpPr>
            <a:spLocks noGrp="1"/>
          </p:cNvSpPr>
          <p:nvPr>
            <p:ph type="ftr" sz="quarter" idx="15"/>
          </p:nvPr>
        </p:nvSpPr>
        <p:spPr/>
        <p:txBody>
          <a:bodyPr/>
          <a:lstStyle>
            <a:lvl1pPr>
              <a:defRPr b="0" i="0"/>
            </a:lvl1pPr>
          </a:lstStyle>
          <a:p>
            <a:r>
              <a:rPr lang="en-US"/>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7100BA09-8485-6F97-9E99-971ACED93B24}"/>
              </a:ext>
            </a:extLst>
          </p:cNvPr>
          <p:cNvSpPr>
            <a:spLocks noGrp="1"/>
          </p:cNvSpPr>
          <p:nvPr>
            <p:ph type="sldNum" sz="quarter" idx="16"/>
          </p:nvPr>
        </p:nvSpPr>
        <p:spPr/>
        <p:txBody>
          <a:bodyPr/>
          <a:lstStyle>
            <a:lvl1pPr>
              <a:defRPr b="0" i="0"/>
            </a:lvl1pPr>
          </a:lstStyle>
          <a:p>
            <a:fld id="{63DCA5C9-2E11-4C67-86EB-AE1DE127DC64}" type="slidenum">
              <a:rPr lang="en-US" smtClean="0"/>
              <a:pPr/>
              <a:t>‹#›</a:t>
            </a:fld>
            <a:endParaRPr lang="en-US"/>
          </a:p>
        </p:txBody>
      </p:sp>
      <p:sp>
        <p:nvSpPr>
          <p:cNvPr id="8" name="Text Placeholder 7">
            <a:extLst>
              <a:ext uri="{FF2B5EF4-FFF2-40B4-BE49-F238E27FC236}">
                <a16:creationId xmlns:a16="http://schemas.microsoft.com/office/drawing/2014/main" id="{F3286076-E0DB-E4CC-E8A2-BEEF556EB4A1}"/>
              </a:ext>
            </a:extLst>
          </p:cNvPr>
          <p:cNvSpPr>
            <a:spLocks noGrp="1"/>
          </p:cNvSpPr>
          <p:nvPr>
            <p:ph type="body" sz="quarter" idx="19"/>
          </p:nvPr>
        </p:nvSpPr>
        <p:spPr>
          <a:xfrm>
            <a:off x="460375" y="4356447"/>
            <a:ext cx="3606800" cy="1663354"/>
          </a:xfrm>
          <a:prstGeom prst="rect">
            <a:avLst/>
          </a:prstGeom>
        </p:spPr>
        <p:txBody>
          <a:bodyPr/>
          <a:lstStyle>
            <a:lvl1pPr>
              <a:defRPr b="0" i="0"/>
            </a:lvl1pPr>
            <a:lvl2pPr>
              <a:defRPr b="0" i="0"/>
            </a:lvl2pPr>
          </a:lstStyle>
          <a:p>
            <a:pPr lvl="0"/>
            <a:r>
              <a:rPr lang="en-US"/>
              <a:t>Click to edit Master text styles</a:t>
            </a:r>
          </a:p>
          <a:p>
            <a:pPr lvl="1"/>
            <a:r>
              <a:rPr lang="en-US"/>
              <a:t>Second level</a:t>
            </a:r>
          </a:p>
        </p:txBody>
      </p:sp>
      <p:sp>
        <p:nvSpPr>
          <p:cNvPr id="10" name="Picture Placeholder 9">
            <a:extLst>
              <a:ext uri="{FF2B5EF4-FFF2-40B4-BE49-F238E27FC236}">
                <a16:creationId xmlns:a16="http://schemas.microsoft.com/office/drawing/2014/main" id="{9180B2BC-2194-6BE9-E9A2-C04BB80C88E8}"/>
              </a:ext>
            </a:extLst>
          </p:cNvPr>
          <p:cNvSpPr>
            <a:spLocks noGrp="1"/>
          </p:cNvSpPr>
          <p:nvPr>
            <p:ph type="pic" sz="quarter" idx="20"/>
          </p:nvPr>
        </p:nvSpPr>
        <p:spPr>
          <a:xfrm>
            <a:off x="460375" y="1771911"/>
            <a:ext cx="3606800" cy="2375659"/>
          </a:xfrm>
          <a:prstGeom prst="rect">
            <a:avLst/>
          </a:prstGeom>
          <a:solidFill>
            <a:schemeClr val="accent2">
              <a:lumMod val="40000"/>
              <a:lumOff val="60000"/>
            </a:schemeClr>
          </a:solidFill>
        </p:spPr>
        <p:txBody>
          <a:bodyPr tIns="640080"/>
          <a:lstStyle>
            <a:lvl1pPr algn="ctr">
              <a:defRPr b="0" i="0"/>
            </a:lvl1pPr>
          </a:lstStyle>
          <a:p>
            <a:r>
              <a:rPr lang="en-US"/>
              <a:t>Click icon to add picture</a:t>
            </a:r>
          </a:p>
        </p:txBody>
      </p:sp>
      <p:sp>
        <p:nvSpPr>
          <p:cNvPr id="11" name="Text Placeholder 7">
            <a:extLst>
              <a:ext uri="{FF2B5EF4-FFF2-40B4-BE49-F238E27FC236}">
                <a16:creationId xmlns:a16="http://schemas.microsoft.com/office/drawing/2014/main" id="{94FC2909-4B91-2381-4FE8-6075BBEADFCA}"/>
              </a:ext>
            </a:extLst>
          </p:cNvPr>
          <p:cNvSpPr>
            <a:spLocks noGrp="1"/>
          </p:cNvSpPr>
          <p:nvPr>
            <p:ph type="body" sz="quarter" idx="21"/>
          </p:nvPr>
        </p:nvSpPr>
        <p:spPr>
          <a:xfrm>
            <a:off x="4298950" y="4356447"/>
            <a:ext cx="3606800" cy="1663354"/>
          </a:xfrm>
          <a:prstGeom prst="rect">
            <a:avLst/>
          </a:prstGeom>
        </p:spPr>
        <p:txBody>
          <a:bodyPr/>
          <a:lstStyle>
            <a:lvl1pPr>
              <a:defRPr b="0" i="0"/>
            </a:lvl1pPr>
            <a:lvl2pPr>
              <a:defRPr b="0" i="0"/>
            </a:lvl2pPr>
          </a:lstStyle>
          <a:p>
            <a:pPr lvl="0"/>
            <a:r>
              <a:rPr lang="en-US"/>
              <a:t>Click to edit Master text styles</a:t>
            </a:r>
          </a:p>
          <a:p>
            <a:pPr lvl="1"/>
            <a:r>
              <a:rPr lang="en-US"/>
              <a:t>Second level</a:t>
            </a:r>
          </a:p>
        </p:txBody>
      </p:sp>
      <p:sp>
        <p:nvSpPr>
          <p:cNvPr id="12" name="Picture Placeholder 9">
            <a:extLst>
              <a:ext uri="{FF2B5EF4-FFF2-40B4-BE49-F238E27FC236}">
                <a16:creationId xmlns:a16="http://schemas.microsoft.com/office/drawing/2014/main" id="{44FEA637-5129-BC73-5672-885823C9D06D}"/>
              </a:ext>
            </a:extLst>
          </p:cNvPr>
          <p:cNvSpPr>
            <a:spLocks noGrp="1"/>
          </p:cNvSpPr>
          <p:nvPr>
            <p:ph type="pic" sz="quarter" idx="22"/>
          </p:nvPr>
        </p:nvSpPr>
        <p:spPr>
          <a:xfrm>
            <a:off x="4298950" y="1771911"/>
            <a:ext cx="3606800" cy="2375659"/>
          </a:xfrm>
          <a:prstGeom prst="rect">
            <a:avLst/>
          </a:prstGeom>
          <a:solidFill>
            <a:schemeClr val="accent2">
              <a:lumMod val="40000"/>
              <a:lumOff val="60000"/>
            </a:schemeClr>
          </a:solidFill>
        </p:spPr>
        <p:txBody>
          <a:bodyPr tIns="640080"/>
          <a:lstStyle>
            <a:lvl1pPr algn="ctr">
              <a:defRPr b="0" i="0"/>
            </a:lvl1pPr>
          </a:lstStyle>
          <a:p>
            <a:r>
              <a:rPr lang="en-US"/>
              <a:t>Click icon to add picture</a:t>
            </a:r>
          </a:p>
        </p:txBody>
      </p:sp>
      <p:sp>
        <p:nvSpPr>
          <p:cNvPr id="13" name="Text Placeholder 7">
            <a:extLst>
              <a:ext uri="{FF2B5EF4-FFF2-40B4-BE49-F238E27FC236}">
                <a16:creationId xmlns:a16="http://schemas.microsoft.com/office/drawing/2014/main" id="{8F7C1D54-4D08-B846-D72D-58481B1CA9AA}"/>
              </a:ext>
            </a:extLst>
          </p:cNvPr>
          <p:cNvSpPr>
            <a:spLocks noGrp="1"/>
          </p:cNvSpPr>
          <p:nvPr>
            <p:ph type="body" sz="quarter" idx="23"/>
          </p:nvPr>
        </p:nvSpPr>
        <p:spPr>
          <a:xfrm>
            <a:off x="8121650" y="4356447"/>
            <a:ext cx="3606800" cy="1663354"/>
          </a:xfrm>
          <a:prstGeom prst="rect">
            <a:avLst/>
          </a:prstGeom>
        </p:spPr>
        <p:txBody>
          <a:bodyPr/>
          <a:lstStyle>
            <a:lvl1pPr>
              <a:defRPr b="0" i="0"/>
            </a:lvl1pPr>
            <a:lvl2pPr>
              <a:defRPr b="0" i="0"/>
            </a:lvl2pPr>
          </a:lstStyle>
          <a:p>
            <a:pPr lvl="0"/>
            <a:r>
              <a:rPr lang="en-US"/>
              <a:t>Click to edit Master text styles</a:t>
            </a:r>
          </a:p>
          <a:p>
            <a:pPr lvl="1"/>
            <a:r>
              <a:rPr lang="en-US"/>
              <a:t>Second level</a:t>
            </a:r>
          </a:p>
        </p:txBody>
      </p:sp>
      <p:sp>
        <p:nvSpPr>
          <p:cNvPr id="14" name="Picture Placeholder 9">
            <a:extLst>
              <a:ext uri="{FF2B5EF4-FFF2-40B4-BE49-F238E27FC236}">
                <a16:creationId xmlns:a16="http://schemas.microsoft.com/office/drawing/2014/main" id="{AF8A9ABB-83F4-8553-6F94-7B3490556A79}"/>
              </a:ext>
            </a:extLst>
          </p:cNvPr>
          <p:cNvSpPr>
            <a:spLocks noGrp="1"/>
          </p:cNvSpPr>
          <p:nvPr>
            <p:ph type="pic" sz="quarter" idx="24"/>
          </p:nvPr>
        </p:nvSpPr>
        <p:spPr>
          <a:xfrm>
            <a:off x="8121650" y="1771911"/>
            <a:ext cx="3606800" cy="2375659"/>
          </a:xfrm>
          <a:prstGeom prst="rect">
            <a:avLst/>
          </a:prstGeom>
          <a:solidFill>
            <a:schemeClr val="accent2">
              <a:lumMod val="40000"/>
              <a:lumOff val="60000"/>
            </a:schemeClr>
          </a:solidFill>
        </p:spPr>
        <p:txBody>
          <a:bodyPr tIns="640080"/>
          <a:lstStyle>
            <a:lvl1pPr algn="ctr">
              <a:defRPr b="0" i="0"/>
            </a:lvl1pPr>
          </a:lstStyle>
          <a:p>
            <a:r>
              <a:rPr lang="en-US"/>
              <a:t>Click icon to add picture</a:t>
            </a:r>
          </a:p>
        </p:txBody>
      </p:sp>
      <p:sp>
        <p:nvSpPr>
          <p:cNvPr id="2" name="Title 1">
            <a:extLst>
              <a:ext uri="{FF2B5EF4-FFF2-40B4-BE49-F238E27FC236}">
                <a16:creationId xmlns:a16="http://schemas.microsoft.com/office/drawing/2014/main" id="{37073C04-F7C8-4626-A414-BE74337C9F01}"/>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4" name="Picture 3" descr="A blue text on a black background&#10;&#10;Description automatically generated">
            <a:extLst>
              <a:ext uri="{FF2B5EF4-FFF2-40B4-BE49-F238E27FC236}">
                <a16:creationId xmlns:a16="http://schemas.microsoft.com/office/drawing/2014/main" id="{8518CA3C-FFE4-73E3-F3BB-66D14BA3889E}"/>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1" name="Text Placeholder 15">
            <a:extLst>
              <a:ext uri="{FF2B5EF4-FFF2-40B4-BE49-F238E27FC236}">
                <a16:creationId xmlns:a16="http://schemas.microsoft.com/office/drawing/2014/main" id="{23AC8427-599A-D3E6-AA33-38751B2C8D83}"/>
              </a:ext>
            </a:extLst>
          </p:cNvPr>
          <p:cNvSpPr>
            <a:spLocks noGrp="1"/>
          </p:cNvSpPr>
          <p:nvPr>
            <p:ph type="body" sz="quarter" idx="25"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291655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_ful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sz="quarter" idx="10"/>
          </p:nvPr>
        </p:nvSpPr>
        <p:spPr>
          <a:xfrm>
            <a:off x="0" y="1"/>
            <a:ext cx="12191999" cy="6132512"/>
          </a:xfrm>
          <a:prstGeom prst="rect">
            <a:avLst/>
          </a:prstGeom>
          <a:solidFill>
            <a:schemeClr val="accent2">
              <a:lumMod val="40000"/>
              <a:lumOff val="60000"/>
            </a:schemeClr>
          </a:solidFill>
        </p:spPr>
        <p:txBody>
          <a:bodyPr tIns="2560320" rIns="0"/>
          <a:lstStyle>
            <a:lvl1pPr algn="ctr">
              <a:defRPr b="0" i="0">
                <a:solidFill>
                  <a:schemeClr val="tx1"/>
                </a:solidFill>
              </a:defRPr>
            </a:lvl1pPr>
          </a:lstStyle>
          <a:p>
            <a:r>
              <a:rPr lang="en-US"/>
              <a:t>Click icon to add picture</a:t>
            </a:r>
          </a:p>
        </p:txBody>
      </p:sp>
      <p:sp>
        <p:nvSpPr>
          <p:cNvPr id="5" name="Footer Placeholder 4">
            <a:extLst>
              <a:ext uri="{FF2B5EF4-FFF2-40B4-BE49-F238E27FC236}">
                <a16:creationId xmlns:a16="http://schemas.microsoft.com/office/drawing/2014/main" id="{D4389C8F-D452-9AD4-4144-B49736DC8CEB}"/>
              </a:ext>
            </a:extLst>
          </p:cNvPr>
          <p:cNvSpPr>
            <a:spLocks noGrp="1"/>
          </p:cNvSpPr>
          <p:nvPr>
            <p:ph type="ftr" sz="quarter" idx="11"/>
          </p:nvPr>
        </p:nvSpPr>
        <p:spPr/>
        <p:txBody>
          <a:bodyPr/>
          <a:lstStyle>
            <a:lvl1pPr>
              <a:defRPr b="0" i="0"/>
            </a:lvl1pPr>
          </a:lstStyle>
          <a:p>
            <a:r>
              <a:rPr lang="en-US"/>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17A657E4-04D6-B96F-C916-7934FB6812BD}"/>
              </a:ext>
            </a:extLst>
          </p:cNvPr>
          <p:cNvSpPr>
            <a:spLocks noGrp="1"/>
          </p:cNvSpPr>
          <p:nvPr>
            <p:ph type="sldNum" sz="quarter" idx="12"/>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166B6FE5-A7B7-31A2-9906-5DCB55A82C7C}"/>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Tree>
    <p:extLst>
      <p:ext uri="{BB962C8B-B14F-4D97-AF65-F5344CB8AC3E}">
        <p14:creationId xmlns:p14="http://schemas.microsoft.com/office/powerpoint/2010/main" val="34550608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_full_head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sz="quarter" idx="10"/>
          </p:nvPr>
        </p:nvSpPr>
        <p:spPr>
          <a:xfrm>
            <a:off x="460375" y="1770063"/>
            <a:ext cx="11268076" cy="4249737"/>
          </a:xfrm>
          <a:prstGeom prst="rect">
            <a:avLst/>
          </a:prstGeom>
          <a:solidFill>
            <a:schemeClr val="accent2">
              <a:lumMod val="40000"/>
              <a:lumOff val="60000"/>
            </a:schemeClr>
          </a:solidFill>
        </p:spPr>
        <p:txBody>
          <a:bodyPr tIns="2468880" rIns="0"/>
          <a:lstStyle>
            <a:lvl1pPr algn="ctr">
              <a:defRPr b="0" i="0">
                <a:solidFill>
                  <a:schemeClr val="tx1"/>
                </a:solidFill>
              </a:defRPr>
            </a:lvl1pPr>
          </a:lstStyle>
          <a:p>
            <a:r>
              <a:rPr lang="en-US"/>
              <a:t>Click icon to add picture</a:t>
            </a:r>
          </a:p>
        </p:txBody>
      </p:sp>
      <p:sp>
        <p:nvSpPr>
          <p:cNvPr id="6" name="Footer Placeholder 5">
            <a:extLst>
              <a:ext uri="{FF2B5EF4-FFF2-40B4-BE49-F238E27FC236}">
                <a16:creationId xmlns:a16="http://schemas.microsoft.com/office/drawing/2014/main" id="{D4479B74-17F1-EBC9-69EE-229D47AE65AC}"/>
              </a:ext>
            </a:extLst>
          </p:cNvPr>
          <p:cNvSpPr>
            <a:spLocks noGrp="1"/>
          </p:cNvSpPr>
          <p:nvPr>
            <p:ph type="ftr" sz="quarter" idx="16"/>
          </p:nvPr>
        </p:nvSpPr>
        <p:spPr/>
        <p:txBody>
          <a:bodyPr/>
          <a:lstStyle>
            <a:lvl1pPr>
              <a:defRPr b="0" i="0"/>
            </a:lvl1pPr>
          </a:lstStyle>
          <a:p>
            <a:r>
              <a:rPr lang="en-US"/>
              <a:t>© 2026 West Monroe Partners | Reproduction and/or distribution without West Monroe Partners’ prior consent is prohibited.</a:t>
            </a:r>
          </a:p>
        </p:txBody>
      </p:sp>
      <p:sp>
        <p:nvSpPr>
          <p:cNvPr id="7" name="Slide Number Placeholder 6">
            <a:extLst>
              <a:ext uri="{FF2B5EF4-FFF2-40B4-BE49-F238E27FC236}">
                <a16:creationId xmlns:a16="http://schemas.microsoft.com/office/drawing/2014/main" id="{7B5A2861-0858-0FB8-8FC6-453F5A493617}"/>
              </a:ext>
            </a:extLst>
          </p:cNvPr>
          <p:cNvSpPr>
            <a:spLocks noGrp="1"/>
          </p:cNvSpPr>
          <p:nvPr>
            <p:ph type="sldNum" sz="quarter" idx="17"/>
          </p:nvPr>
        </p:nvSpPr>
        <p:spPr/>
        <p:txBody>
          <a:bodyPr/>
          <a:lstStyle>
            <a:lvl1pPr>
              <a:defRPr b="0" i="0"/>
            </a:lvl1pPr>
          </a:lstStyle>
          <a:p>
            <a:fld id="{63DCA5C9-2E11-4C67-86EB-AE1DE127DC64}" type="slidenum">
              <a:rPr lang="en-US" smtClean="0"/>
              <a:pPr/>
              <a:t>‹#›</a:t>
            </a:fld>
            <a:endParaRPr lang="en-US"/>
          </a:p>
        </p:txBody>
      </p:sp>
      <p:sp>
        <p:nvSpPr>
          <p:cNvPr id="2" name="Title 1">
            <a:extLst>
              <a:ext uri="{FF2B5EF4-FFF2-40B4-BE49-F238E27FC236}">
                <a16:creationId xmlns:a16="http://schemas.microsoft.com/office/drawing/2014/main" id="{7AAE4AD5-D1B4-C05A-51DA-AA8783158CDF}"/>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3" name="Picture 2" descr="A blue text on a black background&#10;&#10;Description automatically generated">
            <a:extLst>
              <a:ext uri="{FF2B5EF4-FFF2-40B4-BE49-F238E27FC236}">
                <a16:creationId xmlns:a16="http://schemas.microsoft.com/office/drawing/2014/main" id="{405238A7-736B-DB47-15BA-AFDAB063C38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ext Placeholder 15">
            <a:extLst>
              <a:ext uri="{FF2B5EF4-FFF2-40B4-BE49-F238E27FC236}">
                <a16:creationId xmlns:a16="http://schemas.microsoft.com/office/drawing/2014/main" id="{831A1A2D-C89C-6D53-136D-138D70CAF518}"/>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32358383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_header_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5" name="Picture 4" descr="A blue text on a black background&#10;&#10;Description automatically generated">
            <a:extLst>
              <a:ext uri="{FF2B5EF4-FFF2-40B4-BE49-F238E27FC236}">
                <a16:creationId xmlns:a16="http://schemas.microsoft.com/office/drawing/2014/main" id="{1AD17AF9-0181-A578-8688-456C5094B46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7512771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_footer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EC829E04-BCCD-010B-AD64-B2BB49639E85}"/>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Tree>
    <p:extLst>
      <p:ext uri="{BB962C8B-B14F-4D97-AF65-F5344CB8AC3E}">
        <p14:creationId xmlns:p14="http://schemas.microsoft.com/office/powerpoint/2010/main" val="38076461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_footer2">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EC829E04-BCCD-010B-AD64-B2BB49639E85}"/>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Tree>
    <p:extLst>
      <p:ext uri="{BB962C8B-B14F-4D97-AF65-F5344CB8AC3E}">
        <p14:creationId xmlns:p14="http://schemas.microsoft.com/office/powerpoint/2010/main" val="20522950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_video">
    <p:bg>
      <p:bgPr>
        <a:solidFill>
          <a:srgbClr val="000000"/>
        </a:solidFill>
        <a:effectLst/>
      </p:bgPr>
    </p:bg>
    <p:spTree>
      <p:nvGrpSpPr>
        <p:cNvPr id="1" name=""/>
        <p:cNvGrpSpPr/>
        <p:nvPr/>
      </p:nvGrpSpPr>
      <p:grpSpPr>
        <a:xfrm>
          <a:off x="0" y="0"/>
          <a:ext cx="0" cy="0"/>
          <a:chOff x="0" y="0"/>
          <a:chExt cx="0" cy="0"/>
        </a:xfrm>
      </p:grpSpPr>
      <p:sp>
        <p:nvSpPr>
          <p:cNvPr id="3" name="Media Placeholder 2"/>
          <p:cNvSpPr>
            <a:spLocks noGrp="1"/>
          </p:cNvSpPr>
          <p:nvPr>
            <p:ph type="media" sz="quarter" idx="10" hasCustomPrompt="1"/>
          </p:nvPr>
        </p:nvSpPr>
        <p:spPr>
          <a:xfrm>
            <a:off x="0" y="0"/>
            <a:ext cx="12192000" cy="6858000"/>
          </a:xfrm>
          <a:prstGeom prst="rect">
            <a:avLst/>
          </a:prstGeom>
          <a:solidFill>
            <a:srgbClr val="000000"/>
          </a:solidFill>
        </p:spPr>
        <p:txBody>
          <a:bodyPr tIns="731520" anchor="ctr" anchorCtr="0"/>
          <a:lstStyle>
            <a:lvl1pPr algn="ctr">
              <a:defRPr sz="2000" b="0" i="0">
                <a:solidFill>
                  <a:schemeClr val="bg1"/>
                </a:solidFill>
              </a:defRPr>
            </a:lvl1pPr>
          </a:lstStyle>
          <a:p>
            <a:r>
              <a:rPr lang="en-US"/>
              <a:t>Click icon to add video</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9">
            <a:extLst>
              <a:ext uri="{FF2B5EF4-FFF2-40B4-BE49-F238E27FC236}">
                <a16:creationId xmlns:a16="http://schemas.microsoft.com/office/drawing/2014/main" id="{E3D8E744-7A24-AE07-4B72-9BE3D3C4E03D}"/>
              </a:ext>
            </a:extLst>
          </p:cNvPr>
          <p:cNvSpPr>
            <a:spLocks noGrp="1"/>
          </p:cNvSpPr>
          <p:nvPr>
            <p:ph type="body" sz="quarter" idx="23" hasCustomPrompt="1"/>
          </p:nvPr>
        </p:nvSpPr>
        <p:spPr>
          <a:xfrm>
            <a:off x="711749" y="3465467"/>
            <a:ext cx="1381456" cy="586696"/>
          </a:xfrm>
          <a:prstGeom prst="rect">
            <a:avLst/>
          </a:prstGeom>
          <a:blipFill>
            <a:blip r:embed="rId3"/>
            <a:stretch>
              <a:fillRect/>
            </a:stretch>
          </a:blipFill>
        </p:spPr>
        <p:txBody>
          <a:bodyPr/>
          <a:lstStyle>
            <a:lvl1pPr>
              <a:defRPr sz="2800" b="0" i="0"/>
            </a:lvl1pPr>
          </a:lstStyle>
          <a:p>
            <a:pPr lvl="0"/>
            <a:r>
              <a:rPr lang="en-US"/>
              <a:t> </a:t>
            </a:r>
          </a:p>
        </p:txBody>
      </p:sp>
      <p:pic>
        <p:nvPicPr>
          <p:cNvPr id="7" name="Picture 6" descr="A blue lines in a black background&#10;&#10;Description automatically generated">
            <a:extLst>
              <a:ext uri="{FF2B5EF4-FFF2-40B4-BE49-F238E27FC236}">
                <a16:creationId xmlns:a16="http://schemas.microsoft.com/office/drawing/2014/main" id="{A310CFA1-867A-3E7A-1507-F7FCD5A5D7A0}"/>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91227" y="2216888"/>
            <a:ext cx="1421661" cy="1421661"/>
          </a:xfrm>
          <a:prstGeom prst="rect">
            <a:avLst/>
          </a:prstGeom>
        </p:spPr>
      </p:pic>
      <p:pic>
        <p:nvPicPr>
          <p:cNvPr id="2" name="Picture 1" descr="A blue text on a black background&#10;&#10;Description automatically generated">
            <a:extLst>
              <a:ext uri="{FF2B5EF4-FFF2-40B4-BE49-F238E27FC236}">
                <a16:creationId xmlns:a16="http://schemas.microsoft.com/office/drawing/2014/main" id="{7701E9E8-6CE3-3FD1-A880-33FA940FBCFA}"/>
              </a:ext>
            </a:extLst>
          </p:cNvPr>
          <p:cNvPicPr>
            <a:picLocks noChangeAspect="1"/>
          </p:cNvPicPr>
          <p:nvPr userDrawn="1"/>
        </p:nvPicPr>
        <p:blipFill>
          <a:blip r:embed="rId5" cstate="hqprint">
            <a:extLst>
              <a:ext uri="{28A0092B-C50C-407E-A947-70E740481C1C}">
                <a14:useLocalDpi xmlns:a14="http://schemas.microsoft.com/office/drawing/2010/main"/>
              </a:ext>
            </a:extLst>
          </a:blip>
          <a:stretch>
            <a:fillRect/>
          </a:stretch>
        </p:blipFill>
        <p:spPr>
          <a:xfrm>
            <a:off x="460376" y="6021389"/>
            <a:ext cx="2330449" cy="487768"/>
          </a:xfrm>
          <a:prstGeom prst="rect">
            <a:avLst/>
          </a:prstGeom>
        </p:spPr>
      </p:pic>
      <p:sp>
        <p:nvSpPr>
          <p:cNvPr id="3" name="Title 2">
            <a:extLst>
              <a:ext uri="{FF2B5EF4-FFF2-40B4-BE49-F238E27FC236}">
                <a16:creationId xmlns:a16="http://schemas.microsoft.com/office/drawing/2014/main" id="{E370F854-6EFF-21FF-B3FC-87FF997AA62F}"/>
              </a:ext>
            </a:extLst>
          </p:cNvPr>
          <p:cNvSpPr>
            <a:spLocks noGrp="1"/>
          </p:cNvSpPr>
          <p:nvPr>
            <p:ph type="title" hasCustomPrompt="1"/>
          </p:nvPr>
        </p:nvSpPr>
        <p:spPr>
          <a:xfrm>
            <a:off x="800717" y="2995922"/>
            <a:ext cx="5815983" cy="3023877"/>
          </a:xfrm>
          <a:prstGeom prst="rect">
            <a:avLst/>
          </a:prstGeom>
        </p:spPr>
        <p:txBody>
          <a:bodyPr lIns="0" anchor="t" anchorCtr="0"/>
          <a:lstStyle>
            <a:lvl1pPr>
              <a:defRPr sz="3200">
                <a:solidFill>
                  <a:schemeClr val="tx1"/>
                </a:solidFill>
              </a:defRPr>
            </a:lvl1pPr>
          </a:lstStyle>
          <a:p>
            <a:r>
              <a:rPr lang="en-US"/>
              <a:t>Closing statement goes here adjust highlight on text</a:t>
            </a:r>
          </a:p>
        </p:txBody>
      </p:sp>
    </p:spTree>
    <p:extLst>
      <p:ext uri="{BB962C8B-B14F-4D97-AF65-F5344CB8AC3E}">
        <p14:creationId xmlns:p14="http://schemas.microsoft.com/office/powerpoint/2010/main" val="16168165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Subtitle</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4889499" cy="1582615"/>
          </a:xfrm>
          <a:prstGeom prst="rect">
            <a:avLst/>
          </a:prstGeo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sp>
        <p:nvSpPr>
          <p:cNvPr id="4" name="Picture Placeholder 4">
            <a:extLst>
              <a:ext uri="{FF2B5EF4-FFF2-40B4-BE49-F238E27FC236}">
                <a16:creationId xmlns:a16="http://schemas.microsoft.com/office/drawing/2014/main" id="{AFAE7868-93D0-7991-9DCD-38EE119B8992}"/>
              </a:ext>
            </a:extLst>
          </p:cNvPr>
          <p:cNvSpPr>
            <a:spLocks noGrp="1"/>
          </p:cNvSpPr>
          <p:nvPr>
            <p:ph type="pic" sz="quarter" idx="22" hasCustomPrompt="1"/>
          </p:nvPr>
        </p:nvSpPr>
        <p:spPr>
          <a:xfrm>
            <a:off x="6210300" y="1959429"/>
            <a:ext cx="2926896" cy="2944585"/>
          </a:xfrm>
          <a:prstGeom prst="rect">
            <a:avLst/>
          </a:prstGeom>
          <a:noFill/>
        </p:spPr>
        <p:txBody>
          <a:bodyPr tIns="1737360"/>
          <a:lstStyle>
            <a:lvl1pPr algn="ctr">
              <a:defRPr b="0" i="0"/>
            </a:lvl1pPr>
          </a:lstStyle>
          <a:p>
            <a:r>
              <a:rPr lang="en-US"/>
              <a:t>Delete image </a:t>
            </a:r>
            <a:br>
              <a:rPr lang="en-US"/>
            </a:br>
            <a:r>
              <a:rPr lang="en-US"/>
              <a:t>placeholder </a:t>
            </a:r>
            <a:br>
              <a:rPr lang="en-US"/>
            </a:br>
            <a:r>
              <a:rPr lang="en-US"/>
              <a:t>if not needed</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11" name="Rectangle 10">
            <a:extLst>
              <a:ext uri="{FF2B5EF4-FFF2-40B4-BE49-F238E27FC236}">
                <a16:creationId xmlns:a16="http://schemas.microsoft.com/office/drawing/2014/main" id="{42C7BC3E-22B9-A296-42F7-5B7D706CE6B8}"/>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 name="Text Placeholder 15">
            <a:extLst>
              <a:ext uri="{FF2B5EF4-FFF2-40B4-BE49-F238E27FC236}">
                <a16:creationId xmlns:a16="http://schemas.microsoft.com/office/drawing/2014/main" id="{4B4ADB86-DEB5-499D-FF21-A738C7D1D5AC}"/>
              </a:ext>
            </a:extLst>
          </p:cNvPr>
          <p:cNvSpPr>
            <a:spLocks noGrp="1"/>
          </p:cNvSpPr>
          <p:nvPr>
            <p:ph type="body" sz="quarter" idx="23" hasCustomPrompt="1"/>
          </p:nvPr>
        </p:nvSpPr>
        <p:spPr>
          <a:xfrm>
            <a:off x="465137" y="1412875"/>
            <a:ext cx="4884738"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sp>
        <p:nvSpPr>
          <p:cNvPr id="12" name="Text Placeholder 9">
            <a:extLst>
              <a:ext uri="{FF2B5EF4-FFF2-40B4-BE49-F238E27FC236}">
                <a16:creationId xmlns:a16="http://schemas.microsoft.com/office/drawing/2014/main" id="{703A3625-ACCF-543A-C450-5CA908828445}"/>
              </a:ext>
            </a:extLst>
          </p:cNvPr>
          <p:cNvSpPr>
            <a:spLocks noGrp="1"/>
          </p:cNvSpPr>
          <p:nvPr>
            <p:ph type="body" sz="quarter" idx="26" hasCustomPrompt="1"/>
          </p:nvPr>
        </p:nvSpPr>
        <p:spPr>
          <a:xfrm flipH="1" flipV="1">
            <a:off x="364794" y="2519917"/>
            <a:ext cx="1381456" cy="192234"/>
          </a:xfrm>
          <a:prstGeom prst="rect">
            <a:avLst/>
          </a:prstGeom>
          <a:blipFill dpi="0" rotWithShape="0">
            <a:blip r:embed="rId5"/>
            <a:srcRect/>
            <a:stretch>
              <a:fillRect t="20350"/>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5465217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Subtitle</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4889499" cy="1582615"/>
          </a:xfrm>
          <a:prstGeom prst="rect">
            <a:avLst/>
          </a:prstGeo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sp>
        <p:nvSpPr>
          <p:cNvPr id="4" name="Picture Placeholder 4">
            <a:extLst>
              <a:ext uri="{FF2B5EF4-FFF2-40B4-BE49-F238E27FC236}">
                <a16:creationId xmlns:a16="http://schemas.microsoft.com/office/drawing/2014/main" id="{AFAE7868-93D0-7991-9DCD-38EE119B8992}"/>
              </a:ext>
            </a:extLst>
          </p:cNvPr>
          <p:cNvSpPr>
            <a:spLocks noGrp="1"/>
          </p:cNvSpPr>
          <p:nvPr>
            <p:ph type="pic" sz="quarter" idx="22" hasCustomPrompt="1"/>
          </p:nvPr>
        </p:nvSpPr>
        <p:spPr>
          <a:xfrm>
            <a:off x="6210300" y="1959429"/>
            <a:ext cx="2926896" cy="2944585"/>
          </a:xfrm>
          <a:prstGeom prst="rect">
            <a:avLst/>
          </a:prstGeom>
          <a:noFill/>
        </p:spPr>
        <p:txBody>
          <a:bodyPr tIns="1737360"/>
          <a:lstStyle>
            <a:lvl1pPr algn="ctr">
              <a:defRPr b="0" i="0"/>
            </a:lvl1pPr>
          </a:lstStyle>
          <a:p>
            <a:r>
              <a:rPr lang="en-US"/>
              <a:t>Delete image </a:t>
            </a:r>
            <a:br>
              <a:rPr lang="en-US"/>
            </a:br>
            <a:r>
              <a:rPr lang="en-US"/>
              <a:t>placeholder </a:t>
            </a:r>
            <a:br>
              <a:rPr lang="en-US"/>
            </a:br>
            <a:r>
              <a:rPr lang="en-US"/>
              <a:t>if not needed</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6" name="Rectangle 5">
            <a:extLst>
              <a:ext uri="{FF2B5EF4-FFF2-40B4-BE49-F238E27FC236}">
                <a16:creationId xmlns:a16="http://schemas.microsoft.com/office/drawing/2014/main" id="{D6255CA2-1EF0-D45E-0F8C-D8FFCF0F48BF}"/>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2"/>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4884738"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sp>
        <p:nvSpPr>
          <p:cNvPr id="11" name="Text Placeholder 9">
            <a:extLst>
              <a:ext uri="{FF2B5EF4-FFF2-40B4-BE49-F238E27FC236}">
                <a16:creationId xmlns:a16="http://schemas.microsoft.com/office/drawing/2014/main" id="{71F24330-E4EB-5F2D-3E9D-837E687DE41B}"/>
              </a:ext>
            </a:extLst>
          </p:cNvPr>
          <p:cNvSpPr>
            <a:spLocks noGrp="1"/>
          </p:cNvSpPr>
          <p:nvPr>
            <p:ph type="body" sz="quarter" idx="26" hasCustomPrompt="1"/>
          </p:nvPr>
        </p:nvSpPr>
        <p:spPr>
          <a:xfrm flipH="1" flipV="1">
            <a:off x="364794" y="2519917"/>
            <a:ext cx="1381456" cy="192234"/>
          </a:xfrm>
          <a:prstGeom prst="rect">
            <a:avLst/>
          </a:prstGeom>
          <a:blipFill dpi="0" rotWithShape="0">
            <a:blip r:embed="rId5"/>
            <a:srcRect/>
            <a:stretch>
              <a:fillRect t="20350"/>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42429223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AFAE7868-93D0-7991-9DCD-38EE119B8992}"/>
              </a:ext>
            </a:extLst>
          </p:cNvPr>
          <p:cNvSpPr>
            <a:spLocks noGrp="1"/>
          </p:cNvSpPr>
          <p:nvPr>
            <p:ph type="pic" sz="quarter" idx="22" hasCustomPrompt="1"/>
          </p:nvPr>
        </p:nvSpPr>
        <p:spPr>
          <a:xfrm>
            <a:off x="6210300" y="1959429"/>
            <a:ext cx="2926896" cy="2944585"/>
          </a:xfrm>
          <a:prstGeom prst="rect">
            <a:avLst/>
          </a:prstGeom>
          <a:noFill/>
        </p:spPr>
        <p:txBody>
          <a:bodyPr tIns="1737360"/>
          <a:lstStyle>
            <a:lvl1pPr algn="ctr">
              <a:defRPr b="0" i="0"/>
            </a:lvl1pPr>
          </a:lstStyle>
          <a:p>
            <a:r>
              <a:rPr lang="en-US"/>
              <a:t>Delete image </a:t>
            </a:r>
            <a:br>
              <a:rPr lang="en-US"/>
            </a:br>
            <a:r>
              <a:rPr lang="en-US"/>
              <a:t>placeholder </a:t>
            </a:r>
            <a:br>
              <a:rPr lang="en-US"/>
            </a:br>
            <a:r>
              <a:rPr lang="en-US"/>
              <a:t>if not needed</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pic>
        <p:nvPicPr>
          <p:cNvPr id="6" name="Graphic 5">
            <a:extLst>
              <a:ext uri="{FF2B5EF4-FFF2-40B4-BE49-F238E27FC236}">
                <a16:creationId xmlns:a16="http://schemas.microsoft.com/office/drawing/2014/main" id="{CB739827-0EF1-5A90-C689-D8B5CCBE5DC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60375" y="2056147"/>
            <a:ext cx="1135813" cy="1135813"/>
          </a:xfrm>
          <a:prstGeom prst="rect">
            <a:avLst/>
          </a:prstGeom>
        </p:spPr>
      </p:pic>
      <p:sp>
        <p:nvSpPr>
          <p:cNvPr id="11" name="Text Placeholder 15">
            <a:extLst>
              <a:ext uri="{FF2B5EF4-FFF2-40B4-BE49-F238E27FC236}">
                <a16:creationId xmlns:a16="http://schemas.microsoft.com/office/drawing/2014/main" id="{538F5BB5-9720-46B1-5D3D-A302578A8824}"/>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Subtitle</a:t>
            </a:r>
          </a:p>
        </p:txBody>
      </p:sp>
      <p:sp>
        <p:nvSpPr>
          <p:cNvPr id="12" name="Title 1">
            <a:extLst>
              <a:ext uri="{FF2B5EF4-FFF2-40B4-BE49-F238E27FC236}">
                <a16:creationId xmlns:a16="http://schemas.microsoft.com/office/drawing/2014/main" id="{47E0355B-5AFF-3130-816E-3E1FC2EAADEB}"/>
              </a:ext>
            </a:extLst>
          </p:cNvPr>
          <p:cNvSpPr>
            <a:spLocks noGrp="1"/>
          </p:cNvSpPr>
          <p:nvPr>
            <p:ph type="title" hasCustomPrompt="1"/>
          </p:nvPr>
        </p:nvSpPr>
        <p:spPr>
          <a:xfrm>
            <a:off x="460376" y="2860430"/>
            <a:ext cx="4889499" cy="1582615"/>
          </a:xfrm>
          <a:prstGeom prst="rect">
            <a:avLst/>
          </a:prstGeom>
        </p:spPr>
        <p:txBody>
          <a:bodyPr anchor="b" anchorCtr="0"/>
          <a:lstStyle>
            <a:lvl1pPr>
              <a:defRPr sz="3200" b="1">
                <a:solidFill>
                  <a:schemeClr val="tx1"/>
                </a:solidFill>
              </a:defRPr>
            </a:lvl1pPr>
          </a:lstStyle>
          <a:p>
            <a:r>
              <a:rPr lang="en-US"/>
              <a:t>Divider title goes up to three lines lorem ipsum dolor </a:t>
            </a:r>
            <a:r>
              <a:rPr lang="en-US" err="1"/>
              <a:t>tatem</a:t>
            </a:r>
            <a:r>
              <a:rPr lang="en-US"/>
              <a:t> </a:t>
            </a:r>
            <a:r>
              <a:rPr lang="en-US" err="1"/>
              <a:t>voluptis</a:t>
            </a:r>
            <a:endParaRPr lang="en-US"/>
          </a:p>
        </p:txBody>
      </p:sp>
      <p:sp>
        <p:nvSpPr>
          <p:cNvPr id="2" name="Rectangle 1">
            <a:extLst>
              <a:ext uri="{FF2B5EF4-FFF2-40B4-BE49-F238E27FC236}">
                <a16:creationId xmlns:a16="http://schemas.microsoft.com/office/drawing/2014/main" id="{0C051312-AC51-CC64-7366-205949959795}"/>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accent3"/>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3" name="Text Placeholder 15">
            <a:extLst>
              <a:ext uri="{FF2B5EF4-FFF2-40B4-BE49-F238E27FC236}">
                <a16:creationId xmlns:a16="http://schemas.microsoft.com/office/drawing/2014/main" id="{734E4BC5-1B66-30E6-F254-0A105D850529}"/>
              </a:ext>
            </a:extLst>
          </p:cNvPr>
          <p:cNvSpPr>
            <a:spLocks noGrp="1"/>
          </p:cNvSpPr>
          <p:nvPr>
            <p:ph type="body" sz="quarter" idx="23" hasCustomPrompt="1"/>
          </p:nvPr>
        </p:nvSpPr>
        <p:spPr>
          <a:xfrm>
            <a:off x="465137" y="1412875"/>
            <a:ext cx="4884738" cy="1219200"/>
          </a:xfrm>
          <a:prstGeom prst="rect">
            <a:avLst/>
          </a:prstGeom>
        </p:spPr>
        <p:txBody>
          <a:bodyPr tIns="0" rIns="0" bIns="0" anchor="b" anchorCtr="0"/>
          <a:lstStyle>
            <a:lvl1pPr>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3" name="Text Placeholder 9">
            <a:extLst>
              <a:ext uri="{FF2B5EF4-FFF2-40B4-BE49-F238E27FC236}">
                <a16:creationId xmlns:a16="http://schemas.microsoft.com/office/drawing/2014/main" id="{E8FD128D-692A-2AB6-3921-483D465C6837}"/>
              </a:ext>
            </a:extLst>
          </p:cNvPr>
          <p:cNvSpPr>
            <a:spLocks noGrp="1"/>
          </p:cNvSpPr>
          <p:nvPr>
            <p:ph type="body" sz="quarter" idx="26" hasCustomPrompt="1"/>
          </p:nvPr>
        </p:nvSpPr>
        <p:spPr>
          <a:xfrm flipH="1" flipV="1">
            <a:off x="364794" y="2519917"/>
            <a:ext cx="1381456" cy="192234"/>
          </a:xfrm>
          <a:prstGeom prst="rect">
            <a:avLst/>
          </a:prstGeom>
          <a:blipFill dpi="0" rotWithShape="0">
            <a:blip r:embed="rId5"/>
            <a:srcRect/>
            <a:stretch>
              <a:fillRect t="-317465" b="-325807"/>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642101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7439024" cy="1582615"/>
          </a:xfrm>
          <a:prstGeom prst="rect">
            <a:avLst/>
          </a:prstGeo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pic>
        <p:nvPicPr>
          <p:cNvPr id="8" name="Picture 7">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460378" y="6325375"/>
            <a:ext cx="1457322"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2026 West Monroe Partners | Reproduction and/or distribution without West Monroe Partners’ prior consent is prohibited.</a:t>
            </a:r>
          </a:p>
        </p:txBody>
      </p:sp>
      <p:sp>
        <p:nvSpPr>
          <p:cNvPr id="4" name="Rectangle 3">
            <a:extLst>
              <a:ext uri="{FF2B5EF4-FFF2-40B4-BE49-F238E27FC236}">
                <a16:creationId xmlns:a16="http://schemas.microsoft.com/office/drawing/2014/main" id="{95CBE2C9-5A5E-773A-E96D-1C621C1DE593}"/>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
        <p:nvSpPr>
          <p:cNvPr id="6" name="Text Placeholder 9">
            <a:extLst>
              <a:ext uri="{FF2B5EF4-FFF2-40B4-BE49-F238E27FC236}">
                <a16:creationId xmlns:a16="http://schemas.microsoft.com/office/drawing/2014/main" id="{EF039B7C-D581-90C0-FE95-E79986FE71E8}"/>
              </a:ext>
            </a:extLst>
          </p:cNvPr>
          <p:cNvSpPr>
            <a:spLocks noGrp="1"/>
          </p:cNvSpPr>
          <p:nvPr>
            <p:ph type="body" sz="quarter" idx="26" hasCustomPrompt="1"/>
          </p:nvPr>
        </p:nvSpPr>
        <p:spPr>
          <a:xfrm flipH="1" flipV="1">
            <a:off x="364794" y="2519917"/>
            <a:ext cx="1381456" cy="192234"/>
          </a:xfrm>
          <a:prstGeom prst="rect">
            <a:avLst/>
          </a:prstGeom>
          <a:blipFill dpi="0" rotWithShape="0">
            <a:blip r:embed="rId4"/>
            <a:srcRect/>
            <a:stretch>
              <a:fillRect t="20350"/>
            </a:stretch>
          </a:blipFill>
        </p:spPr>
        <p:txBody>
          <a:bodyPr/>
          <a:lstStyle>
            <a:lvl1pPr>
              <a:defRPr sz="2800" b="0" i="0"/>
            </a:lvl1pPr>
          </a:lstStyle>
          <a:p>
            <a:pPr lvl="0"/>
            <a:r>
              <a:rPr lang="en-US"/>
              <a:t> </a:t>
            </a:r>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7434263"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spTree>
    <p:extLst>
      <p:ext uri="{BB962C8B-B14F-4D97-AF65-F5344CB8AC3E}">
        <p14:creationId xmlns:p14="http://schemas.microsoft.com/office/powerpoint/2010/main" val="40457485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tx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1E01929-6060-49E5-B70E-DC1D68D228F3}"/>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460378" y="6325375"/>
            <a:ext cx="1457322" cy="305021"/>
          </a:xfrm>
          <a:prstGeom prst="rect">
            <a:avLst/>
          </a:prstGeom>
        </p:spPr>
      </p:pic>
      <p:pic>
        <p:nvPicPr>
          <p:cNvPr id="13" name="Graphic 12">
            <a:extLst>
              <a:ext uri="{FF2B5EF4-FFF2-40B4-BE49-F238E27FC236}">
                <a16:creationId xmlns:a16="http://schemas.microsoft.com/office/drawing/2014/main" id="{D8BF26C2-CCEC-B240-E2B1-D98A7597DDE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14" name="Text Placeholder 15">
            <a:extLst>
              <a:ext uri="{FF2B5EF4-FFF2-40B4-BE49-F238E27FC236}">
                <a16:creationId xmlns:a16="http://schemas.microsoft.com/office/drawing/2014/main" id="{91349BA5-E5D7-8838-7AD9-8CD40C540304}"/>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15" name="Title 1">
            <a:extLst>
              <a:ext uri="{FF2B5EF4-FFF2-40B4-BE49-F238E27FC236}">
                <a16:creationId xmlns:a16="http://schemas.microsoft.com/office/drawing/2014/main" id="{08D77ED4-A2DF-F309-9245-4D540E2DBEC0}"/>
              </a:ext>
            </a:extLst>
          </p:cNvPr>
          <p:cNvSpPr>
            <a:spLocks noGrp="1"/>
          </p:cNvSpPr>
          <p:nvPr>
            <p:ph type="title" hasCustomPrompt="1"/>
          </p:nvPr>
        </p:nvSpPr>
        <p:spPr>
          <a:xfrm>
            <a:off x="460376" y="2860430"/>
            <a:ext cx="7439024" cy="1582615"/>
          </a:xfrm>
          <a:prstGeom prst="rect">
            <a:avLst/>
          </a:prstGeo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sp>
        <p:nvSpPr>
          <p:cNvPr id="17" name="Footer Placeholder 8">
            <a:extLst>
              <a:ext uri="{FF2B5EF4-FFF2-40B4-BE49-F238E27FC236}">
                <a16:creationId xmlns:a16="http://schemas.microsoft.com/office/drawing/2014/main" id="{0AE61501-EDB9-8CAF-0EF0-22A64141B31D}"/>
              </a:ext>
            </a:extLst>
          </p:cNvPr>
          <p:cNvSpPr>
            <a:spLocks noGrp="1"/>
          </p:cNvSpPr>
          <p:nvPr>
            <p:ph type="ftr" sz="quarter" idx="24"/>
          </p:nvPr>
        </p:nvSpPr>
        <p:spPr>
          <a:xfrm>
            <a:off x="4321019" y="6400798"/>
            <a:ext cx="7102834" cy="167949"/>
          </a:xfrm>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2026 West Monroe Partners | Reproduction and/or distribution without West Monroe Partners’ prior consent is prohibited.</a:t>
            </a:r>
          </a:p>
        </p:txBody>
      </p:sp>
      <p:sp>
        <p:nvSpPr>
          <p:cNvPr id="2" name="Rectangle 1">
            <a:extLst>
              <a:ext uri="{FF2B5EF4-FFF2-40B4-BE49-F238E27FC236}">
                <a16:creationId xmlns:a16="http://schemas.microsoft.com/office/drawing/2014/main" id="{B549349A-74DC-0FF5-41EC-9D501D64B9B5}"/>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2"/>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8" name="Slide Number Placeholder 9">
            <a:extLst>
              <a:ext uri="{FF2B5EF4-FFF2-40B4-BE49-F238E27FC236}">
                <a16:creationId xmlns:a16="http://schemas.microsoft.com/office/drawing/2014/main" id="{8D3971E5-0157-0707-6BDF-E2F60F632232}"/>
              </a:ext>
            </a:extLst>
          </p:cNvPr>
          <p:cNvSpPr>
            <a:spLocks noGrp="1"/>
          </p:cNvSpPr>
          <p:nvPr>
            <p:ph type="sldNum" sz="quarter" idx="25"/>
          </p:nvPr>
        </p:nvSpPr>
        <p:spPr>
          <a:xfrm>
            <a:off x="11509578" y="6400799"/>
            <a:ext cx="218871" cy="1679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
        <p:nvSpPr>
          <p:cNvPr id="16" name="Text Placeholder 15">
            <a:extLst>
              <a:ext uri="{FF2B5EF4-FFF2-40B4-BE49-F238E27FC236}">
                <a16:creationId xmlns:a16="http://schemas.microsoft.com/office/drawing/2014/main" id="{AD2D5AC6-08C3-1A7C-4E2C-A1DF593E06DA}"/>
              </a:ext>
            </a:extLst>
          </p:cNvPr>
          <p:cNvSpPr>
            <a:spLocks noGrp="1"/>
          </p:cNvSpPr>
          <p:nvPr>
            <p:ph type="body" sz="quarter" idx="23" hasCustomPrompt="1"/>
          </p:nvPr>
        </p:nvSpPr>
        <p:spPr>
          <a:xfrm>
            <a:off x="465137" y="1412875"/>
            <a:ext cx="7434263"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sp>
        <p:nvSpPr>
          <p:cNvPr id="3" name="Text Placeholder 9">
            <a:extLst>
              <a:ext uri="{FF2B5EF4-FFF2-40B4-BE49-F238E27FC236}">
                <a16:creationId xmlns:a16="http://schemas.microsoft.com/office/drawing/2014/main" id="{8F05334E-78D6-1BA6-A09B-6F37EB4BC5FC}"/>
              </a:ext>
            </a:extLst>
          </p:cNvPr>
          <p:cNvSpPr>
            <a:spLocks noGrp="1"/>
          </p:cNvSpPr>
          <p:nvPr>
            <p:ph type="body" sz="quarter" idx="26" hasCustomPrompt="1"/>
          </p:nvPr>
        </p:nvSpPr>
        <p:spPr>
          <a:xfrm flipH="1" flipV="1">
            <a:off x="364794" y="2519917"/>
            <a:ext cx="1381456" cy="192234"/>
          </a:xfrm>
          <a:prstGeom prst="rect">
            <a:avLst/>
          </a:prstGeom>
          <a:blipFill dpi="0" rotWithShape="0">
            <a:blip r:embed="rId4"/>
            <a:srcRect/>
            <a:stretch>
              <a:fillRect t="20350"/>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15669555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3"/>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7439024" cy="1582615"/>
          </a:xfrm>
          <a:prstGeom prst="rect">
            <a:avLst/>
          </a:prstGeom>
        </p:spPr>
        <p:txBody>
          <a:bodyPr anchor="b" anchorCtr="0"/>
          <a:lstStyle>
            <a:lvl1pPr>
              <a:defRPr sz="3200" b="1">
                <a:solidFill>
                  <a:schemeClr val="tx1"/>
                </a:solidFill>
              </a:defRPr>
            </a:lvl1pPr>
          </a:lstStyle>
          <a:p>
            <a:r>
              <a:rPr lang="en-US"/>
              <a:t>Divider title goes up to three lines lorem ipsum dolor </a:t>
            </a:r>
            <a:r>
              <a:rPr lang="en-US" err="1"/>
              <a:t>tatem</a:t>
            </a:r>
            <a:r>
              <a:rPr lang="en-US"/>
              <a:t> </a:t>
            </a:r>
            <a:r>
              <a:rPr lang="en-US" err="1"/>
              <a:t>voluptis</a:t>
            </a:r>
            <a:endParaRPr lang="en-US"/>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4" name="Rectangle 3">
            <a:extLst>
              <a:ext uri="{FF2B5EF4-FFF2-40B4-BE49-F238E27FC236}">
                <a16:creationId xmlns:a16="http://schemas.microsoft.com/office/drawing/2014/main" id="{4026A7AA-BD38-4791-4316-8DF767838FF4}"/>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accent3"/>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7434263" cy="1219200"/>
          </a:xfrm>
          <a:prstGeom prst="rect">
            <a:avLst/>
          </a:prstGeom>
        </p:spPr>
        <p:txBody>
          <a:bodyPr tIns="0" rIns="0" bIns="0" anchor="b" anchorCtr="0"/>
          <a:lstStyle>
            <a:lvl1pPr>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13" name="Text Placeholder 9">
            <a:extLst>
              <a:ext uri="{FF2B5EF4-FFF2-40B4-BE49-F238E27FC236}">
                <a16:creationId xmlns:a16="http://schemas.microsoft.com/office/drawing/2014/main" id="{3B3FA78F-7164-1F04-B57D-BA7C3FDD53DC}"/>
              </a:ext>
            </a:extLst>
          </p:cNvPr>
          <p:cNvSpPr>
            <a:spLocks noGrp="1"/>
          </p:cNvSpPr>
          <p:nvPr>
            <p:ph type="body" sz="quarter" idx="26" hasCustomPrompt="1"/>
          </p:nvPr>
        </p:nvSpPr>
        <p:spPr>
          <a:xfrm flipH="1" flipV="1">
            <a:off x="364794" y="2519917"/>
            <a:ext cx="1381456" cy="192234"/>
          </a:xfrm>
          <a:prstGeom prst="rect">
            <a:avLst/>
          </a:prstGeom>
          <a:blipFill dpi="0" rotWithShape="0">
            <a:blip r:embed="rId4"/>
            <a:srcRect/>
            <a:stretch>
              <a:fillRect t="-317465" b="-325807"/>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25897377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key_message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3550629"/>
            <a:ext cx="2190750" cy="2210410"/>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1655763"/>
            <a:ext cx="4889503" cy="1727489"/>
          </a:xfrm>
          <a:prstGeom prst="rect">
            <a:avLst/>
          </a:prstGeom>
        </p:spPr>
        <p:txBody>
          <a:bodyPr tIns="45720" anchor="t" anchorCtr="0"/>
          <a:lstStyle>
            <a:lvl1pPr>
              <a:defRPr sz="2200">
                <a:solidFill>
                  <a:schemeClr val="tx1"/>
                </a:solidFill>
              </a:defRPr>
            </a:lvl1pPr>
          </a:lstStyle>
          <a:p>
            <a:r>
              <a:rPr lang="en-US"/>
              <a:t>Key message up to four lines</a:t>
            </a:r>
          </a:p>
        </p:txBody>
      </p:sp>
      <p:sp>
        <p:nvSpPr>
          <p:cNvPr id="6" name="Text Placeholder 10">
            <a:extLst>
              <a:ext uri="{FF2B5EF4-FFF2-40B4-BE49-F238E27FC236}">
                <a16:creationId xmlns:a16="http://schemas.microsoft.com/office/drawing/2014/main" id="{0BC4C2C2-2752-910D-3A89-477FA608D615}"/>
              </a:ext>
            </a:extLst>
          </p:cNvPr>
          <p:cNvSpPr>
            <a:spLocks noGrp="1"/>
          </p:cNvSpPr>
          <p:nvPr>
            <p:ph type="body" sz="quarter" idx="27"/>
          </p:nvPr>
        </p:nvSpPr>
        <p:spPr>
          <a:xfrm>
            <a:off x="5572125" y="1770063"/>
            <a:ext cx="6156324" cy="4249737"/>
          </a:xfrm>
          <a:prstGeom prst="rect">
            <a:avLst/>
          </a:prstGeom>
        </p:spPr>
        <p:txBody>
          <a:bodyPr tIns="0"/>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66D47BD9-9D76-91EC-BFB6-6A3B1BD0C1DF}"/>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7925124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key_messag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982828"/>
            <a:ext cx="2078544" cy="2081385"/>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3317132"/>
            <a:ext cx="3606803" cy="2702668"/>
          </a:xfrm>
          <a:prstGeom prst="rect">
            <a:avLst/>
          </a:prstGeom>
        </p:spPr>
        <p:txBody>
          <a:bodyPr tIns="45720" rIns="228600" anchor="t" anchorCtr="0"/>
          <a:lstStyle>
            <a:lvl1pPr>
              <a:defRPr sz="2200">
                <a:solidFill>
                  <a:schemeClr val="bg1"/>
                </a:solidFill>
              </a:defRPr>
            </a:lvl1pPr>
          </a:lstStyle>
          <a:p>
            <a:r>
              <a:rPr lang="en-US"/>
              <a:t>Key message up to four lines long lorem ipsum dolor sit </a:t>
            </a:r>
            <a:r>
              <a:rPr lang="en-US" err="1"/>
              <a:t>amet</a:t>
            </a:r>
            <a:endParaRPr lang="en-US"/>
          </a:p>
        </p:txBody>
      </p:sp>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p:nvPr>
        </p:nvSpPr>
        <p:spPr>
          <a:xfrm>
            <a:off x="5572125" y="1770063"/>
            <a:ext cx="6156324" cy="4249737"/>
          </a:xfrm>
          <a:prstGeom prst="rect">
            <a:avLst/>
          </a:prstGeom>
        </p:spPr>
        <p:txBody>
          <a:bodyPr tIns="0"/>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5B72D3CC-6F75-2997-9493-09F5DEB0EBDD}"/>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5394600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_message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982828"/>
            <a:ext cx="2078544" cy="2081385"/>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3317132"/>
            <a:ext cx="3606803" cy="2702668"/>
          </a:xfrm>
          <a:prstGeom prst="rect">
            <a:avLst/>
          </a:prstGeom>
        </p:spPr>
        <p:txBody>
          <a:bodyPr tIns="45720" rIns="228600" anchor="t" anchorCtr="0"/>
          <a:lstStyle>
            <a:lvl1pPr>
              <a:defRPr sz="2200">
                <a:solidFill>
                  <a:schemeClr val="bg1"/>
                </a:solidFill>
              </a:defRPr>
            </a:lvl1pPr>
          </a:lstStyle>
          <a:p>
            <a:r>
              <a:rPr lang="en-US"/>
              <a:t>Key message up to four lines long lorem ipsum dolor sit </a:t>
            </a:r>
            <a:r>
              <a:rPr lang="en-US" err="1"/>
              <a:t>amet</a:t>
            </a:r>
            <a:endParaRPr lang="en-US"/>
          </a:p>
        </p:txBody>
      </p:sp>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p:nvPr>
        </p:nvSpPr>
        <p:spPr>
          <a:xfrm>
            <a:off x="5572125" y="1770063"/>
            <a:ext cx="6156324" cy="4249737"/>
          </a:xfrm>
          <a:prstGeom prst="rect">
            <a:avLst/>
          </a:prstGeom>
        </p:spPr>
        <p:txBody>
          <a:bodyPr tIns="0"/>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C85F9C23-4103-DAA2-9E40-C6DA8F9717CC}"/>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1247144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ur_tea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hasCustomPrompt="1"/>
          </p:nvPr>
        </p:nvSpPr>
        <p:spPr>
          <a:xfrm>
            <a:off x="460376" y="28050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5" name="TextBox 4">
            <a:extLst>
              <a:ext uri="{FF2B5EF4-FFF2-40B4-BE49-F238E27FC236}">
                <a16:creationId xmlns:a16="http://schemas.microsoft.com/office/drawing/2014/main" id="{055DE255-BAC4-98A8-8AB1-993F10F0E0B4}"/>
              </a:ext>
            </a:extLst>
          </p:cNvPr>
          <p:cNvSpPr txBox="1"/>
          <p:nvPr userDrawn="1"/>
        </p:nvSpPr>
        <p:spPr>
          <a:xfrm>
            <a:off x="460377" y="549275"/>
            <a:ext cx="2333625" cy="449296"/>
          </a:xfrm>
          <a:prstGeom prst="rect">
            <a:avLst/>
          </a:prstGeom>
          <a:noFill/>
        </p:spPr>
        <p:txBody>
          <a:bodyPr wrap="square" lIns="0" tIns="0" rIns="0" bIns="0" rtlCol="0" anchor="b" anchorCtr="0">
            <a:normAutofit/>
          </a:bodyPr>
          <a:lstStyle/>
          <a:p>
            <a:pPr marL="0" lvl="0" indent="-3657600" algn="l">
              <a:spcAft>
                <a:spcPts val="600"/>
              </a:spcAft>
            </a:pPr>
            <a:r>
              <a:rPr lang="en-US" sz="2800" b="1" i="0">
                <a:solidFill>
                  <a:schemeClr val="tx1"/>
                </a:solidFill>
                <a:latin typeface="+mn-lt"/>
                <a:ea typeface="Roboto" panose="02000000000000000000" pitchFamily="2" charset="0"/>
                <a:cs typeface="Segoe UI" panose="020B0502040204020203" pitchFamily="34" charset="0"/>
              </a:rPr>
              <a:t>OUR TEAM</a:t>
            </a:r>
          </a:p>
        </p:txBody>
      </p:sp>
      <p:sp>
        <p:nvSpPr>
          <p:cNvPr id="6" name="Picture Placeholder 7">
            <a:extLst>
              <a:ext uri="{FF2B5EF4-FFF2-40B4-BE49-F238E27FC236}">
                <a16:creationId xmlns:a16="http://schemas.microsoft.com/office/drawing/2014/main" id="{753585D2-035A-9C52-F792-68204444001D}"/>
              </a:ext>
            </a:extLst>
          </p:cNvPr>
          <p:cNvSpPr>
            <a:spLocks noGrp="1"/>
          </p:cNvSpPr>
          <p:nvPr>
            <p:ph type="pic" sz="quarter" idx="28" hasCustomPrompt="1"/>
          </p:nvPr>
        </p:nvSpPr>
        <p:spPr>
          <a:xfrm>
            <a:off x="29559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16" name="Picture Placeholder 7">
            <a:extLst>
              <a:ext uri="{FF2B5EF4-FFF2-40B4-BE49-F238E27FC236}">
                <a16:creationId xmlns:a16="http://schemas.microsoft.com/office/drawing/2014/main" id="{EC6EA86D-3D54-3C8B-9084-66965F19A952}"/>
              </a:ext>
            </a:extLst>
          </p:cNvPr>
          <p:cNvSpPr>
            <a:spLocks noGrp="1"/>
          </p:cNvSpPr>
          <p:nvPr>
            <p:ph type="pic" sz="quarter" idx="30" hasCustomPrompt="1"/>
          </p:nvPr>
        </p:nvSpPr>
        <p:spPr>
          <a:xfrm>
            <a:off x="54578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18" name="Picture Placeholder 7">
            <a:extLst>
              <a:ext uri="{FF2B5EF4-FFF2-40B4-BE49-F238E27FC236}">
                <a16:creationId xmlns:a16="http://schemas.microsoft.com/office/drawing/2014/main" id="{2B0C0247-3C2B-13E0-7861-209542696FE7}"/>
              </a:ext>
            </a:extLst>
          </p:cNvPr>
          <p:cNvSpPr>
            <a:spLocks noGrp="1"/>
          </p:cNvSpPr>
          <p:nvPr>
            <p:ph type="pic" sz="quarter" idx="32" hasCustomPrompt="1"/>
          </p:nvPr>
        </p:nvSpPr>
        <p:spPr>
          <a:xfrm>
            <a:off x="79597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0" name="Picture Placeholder 7">
            <a:extLst>
              <a:ext uri="{FF2B5EF4-FFF2-40B4-BE49-F238E27FC236}">
                <a16:creationId xmlns:a16="http://schemas.microsoft.com/office/drawing/2014/main" id="{702162B6-132E-1D51-55BE-F91BCE8149C2}"/>
              </a:ext>
            </a:extLst>
          </p:cNvPr>
          <p:cNvSpPr>
            <a:spLocks noGrp="1"/>
          </p:cNvSpPr>
          <p:nvPr>
            <p:ph type="pic" sz="quarter" idx="34" hasCustomPrompt="1"/>
          </p:nvPr>
        </p:nvSpPr>
        <p:spPr>
          <a:xfrm>
            <a:off x="104616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2" name="Picture Placeholder 7">
            <a:extLst>
              <a:ext uri="{FF2B5EF4-FFF2-40B4-BE49-F238E27FC236}">
                <a16:creationId xmlns:a16="http://schemas.microsoft.com/office/drawing/2014/main" id="{E4EC5019-E69A-00D2-92D7-8C5DC80BE9C4}"/>
              </a:ext>
            </a:extLst>
          </p:cNvPr>
          <p:cNvSpPr>
            <a:spLocks noGrp="1"/>
          </p:cNvSpPr>
          <p:nvPr>
            <p:ph type="pic" sz="quarter" idx="36" hasCustomPrompt="1"/>
          </p:nvPr>
        </p:nvSpPr>
        <p:spPr>
          <a:xfrm>
            <a:off x="460375"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4" name="Picture Placeholder 7">
            <a:extLst>
              <a:ext uri="{FF2B5EF4-FFF2-40B4-BE49-F238E27FC236}">
                <a16:creationId xmlns:a16="http://schemas.microsoft.com/office/drawing/2014/main" id="{52C7A6A6-5C73-77A5-2E6E-E7F3F7A014F3}"/>
              </a:ext>
            </a:extLst>
          </p:cNvPr>
          <p:cNvSpPr>
            <a:spLocks noGrp="1"/>
          </p:cNvSpPr>
          <p:nvPr>
            <p:ph type="pic" sz="quarter" idx="38" hasCustomPrompt="1"/>
          </p:nvPr>
        </p:nvSpPr>
        <p:spPr>
          <a:xfrm>
            <a:off x="29559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6" name="Picture Placeholder 7">
            <a:extLst>
              <a:ext uri="{FF2B5EF4-FFF2-40B4-BE49-F238E27FC236}">
                <a16:creationId xmlns:a16="http://schemas.microsoft.com/office/drawing/2014/main" id="{DDEF697F-461D-FA88-976C-A0BFC93DC4A6}"/>
              </a:ext>
            </a:extLst>
          </p:cNvPr>
          <p:cNvSpPr>
            <a:spLocks noGrp="1"/>
          </p:cNvSpPr>
          <p:nvPr>
            <p:ph type="pic" sz="quarter" idx="40" hasCustomPrompt="1"/>
          </p:nvPr>
        </p:nvSpPr>
        <p:spPr>
          <a:xfrm>
            <a:off x="54578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8" name="Picture Placeholder 7">
            <a:extLst>
              <a:ext uri="{FF2B5EF4-FFF2-40B4-BE49-F238E27FC236}">
                <a16:creationId xmlns:a16="http://schemas.microsoft.com/office/drawing/2014/main" id="{8753D85C-855C-CBB1-203A-B69A0492213A}"/>
              </a:ext>
            </a:extLst>
          </p:cNvPr>
          <p:cNvSpPr>
            <a:spLocks noGrp="1"/>
          </p:cNvSpPr>
          <p:nvPr>
            <p:ph type="pic" sz="quarter" idx="42" hasCustomPrompt="1"/>
          </p:nvPr>
        </p:nvSpPr>
        <p:spPr>
          <a:xfrm>
            <a:off x="79597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30" name="Picture Placeholder 7">
            <a:extLst>
              <a:ext uri="{FF2B5EF4-FFF2-40B4-BE49-F238E27FC236}">
                <a16:creationId xmlns:a16="http://schemas.microsoft.com/office/drawing/2014/main" id="{3B1EC1D9-EBE8-118C-7EBD-1188B4CE3126}"/>
              </a:ext>
            </a:extLst>
          </p:cNvPr>
          <p:cNvSpPr>
            <a:spLocks noGrp="1"/>
          </p:cNvSpPr>
          <p:nvPr>
            <p:ph type="pic" sz="quarter" idx="44" hasCustomPrompt="1"/>
          </p:nvPr>
        </p:nvSpPr>
        <p:spPr>
          <a:xfrm>
            <a:off x="104616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32" name="Text Placeholder 10">
            <a:extLst>
              <a:ext uri="{FF2B5EF4-FFF2-40B4-BE49-F238E27FC236}">
                <a16:creationId xmlns:a16="http://schemas.microsoft.com/office/drawing/2014/main" id="{40F17B41-3514-4548-9F64-BD0783E5043C}"/>
              </a:ext>
            </a:extLst>
          </p:cNvPr>
          <p:cNvSpPr>
            <a:spLocks noGrp="1"/>
          </p:cNvSpPr>
          <p:nvPr>
            <p:ph type="body" sz="quarter" idx="45" hasCustomPrompt="1"/>
          </p:nvPr>
        </p:nvSpPr>
        <p:spPr>
          <a:xfrm>
            <a:off x="460376" y="51164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33" name="Text Placeholder 10">
            <a:extLst>
              <a:ext uri="{FF2B5EF4-FFF2-40B4-BE49-F238E27FC236}">
                <a16:creationId xmlns:a16="http://schemas.microsoft.com/office/drawing/2014/main" id="{EB42D664-ABD7-6992-836F-019D706B3316}"/>
              </a:ext>
            </a:extLst>
          </p:cNvPr>
          <p:cNvSpPr>
            <a:spLocks noGrp="1"/>
          </p:cNvSpPr>
          <p:nvPr>
            <p:ph type="body" sz="quarter" idx="46" hasCustomPrompt="1"/>
          </p:nvPr>
        </p:nvSpPr>
        <p:spPr>
          <a:xfrm>
            <a:off x="2955924" y="28050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34" name="Text Placeholder 10">
            <a:extLst>
              <a:ext uri="{FF2B5EF4-FFF2-40B4-BE49-F238E27FC236}">
                <a16:creationId xmlns:a16="http://schemas.microsoft.com/office/drawing/2014/main" id="{57753F74-4729-CECF-7D00-79DE09C36AE2}"/>
              </a:ext>
            </a:extLst>
          </p:cNvPr>
          <p:cNvSpPr>
            <a:spLocks noGrp="1"/>
          </p:cNvSpPr>
          <p:nvPr>
            <p:ph type="body" sz="quarter" idx="47" hasCustomPrompt="1"/>
          </p:nvPr>
        </p:nvSpPr>
        <p:spPr>
          <a:xfrm>
            <a:off x="2955924" y="51164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35" name="Text Placeholder 10">
            <a:extLst>
              <a:ext uri="{FF2B5EF4-FFF2-40B4-BE49-F238E27FC236}">
                <a16:creationId xmlns:a16="http://schemas.microsoft.com/office/drawing/2014/main" id="{D963EBFA-BDB3-6ABA-B662-D773E665EF7D}"/>
              </a:ext>
            </a:extLst>
          </p:cNvPr>
          <p:cNvSpPr>
            <a:spLocks noGrp="1"/>
          </p:cNvSpPr>
          <p:nvPr>
            <p:ph type="body" sz="quarter" idx="48" hasCustomPrompt="1"/>
          </p:nvPr>
        </p:nvSpPr>
        <p:spPr>
          <a:xfrm>
            <a:off x="5457824" y="28050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36" name="Text Placeholder 10">
            <a:extLst>
              <a:ext uri="{FF2B5EF4-FFF2-40B4-BE49-F238E27FC236}">
                <a16:creationId xmlns:a16="http://schemas.microsoft.com/office/drawing/2014/main" id="{5C9260E7-C77B-2BE4-996E-B01E4A70536E}"/>
              </a:ext>
            </a:extLst>
          </p:cNvPr>
          <p:cNvSpPr>
            <a:spLocks noGrp="1"/>
          </p:cNvSpPr>
          <p:nvPr>
            <p:ph type="body" sz="quarter" idx="49" hasCustomPrompt="1"/>
          </p:nvPr>
        </p:nvSpPr>
        <p:spPr>
          <a:xfrm>
            <a:off x="5457824" y="51164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37" name="Text Placeholder 10">
            <a:extLst>
              <a:ext uri="{FF2B5EF4-FFF2-40B4-BE49-F238E27FC236}">
                <a16:creationId xmlns:a16="http://schemas.microsoft.com/office/drawing/2014/main" id="{4C415A5E-F122-67EA-DB56-8D538C16EC93}"/>
              </a:ext>
            </a:extLst>
          </p:cNvPr>
          <p:cNvSpPr>
            <a:spLocks noGrp="1"/>
          </p:cNvSpPr>
          <p:nvPr>
            <p:ph type="body" sz="quarter" idx="50" hasCustomPrompt="1"/>
          </p:nvPr>
        </p:nvSpPr>
        <p:spPr>
          <a:xfrm>
            <a:off x="7959724" y="28050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38" name="Text Placeholder 10">
            <a:extLst>
              <a:ext uri="{FF2B5EF4-FFF2-40B4-BE49-F238E27FC236}">
                <a16:creationId xmlns:a16="http://schemas.microsoft.com/office/drawing/2014/main" id="{197FC507-64A7-6845-D924-3EA93ED3F213}"/>
              </a:ext>
            </a:extLst>
          </p:cNvPr>
          <p:cNvSpPr>
            <a:spLocks noGrp="1"/>
          </p:cNvSpPr>
          <p:nvPr>
            <p:ph type="body" sz="quarter" idx="51" hasCustomPrompt="1"/>
          </p:nvPr>
        </p:nvSpPr>
        <p:spPr>
          <a:xfrm>
            <a:off x="7959724" y="51164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39" name="Text Placeholder 10">
            <a:extLst>
              <a:ext uri="{FF2B5EF4-FFF2-40B4-BE49-F238E27FC236}">
                <a16:creationId xmlns:a16="http://schemas.microsoft.com/office/drawing/2014/main" id="{A6263E65-C2F3-E85E-175C-3F8D04FD039A}"/>
              </a:ext>
            </a:extLst>
          </p:cNvPr>
          <p:cNvSpPr>
            <a:spLocks noGrp="1"/>
          </p:cNvSpPr>
          <p:nvPr>
            <p:ph type="body" sz="quarter" idx="52" hasCustomPrompt="1"/>
          </p:nvPr>
        </p:nvSpPr>
        <p:spPr>
          <a:xfrm>
            <a:off x="10461624" y="2805026"/>
            <a:ext cx="1730376"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40" name="Text Placeholder 10">
            <a:extLst>
              <a:ext uri="{FF2B5EF4-FFF2-40B4-BE49-F238E27FC236}">
                <a16:creationId xmlns:a16="http://schemas.microsoft.com/office/drawing/2014/main" id="{EACCA106-5A32-14F5-6436-3A8FA32128EB}"/>
              </a:ext>
            </a:extLst>
          </p:cNvPr>
          <p:cNvSpPr>
            <a:spLocks noGrp="1"/>
          </p:cNvSpPr>
          <p:nvPr>
            <p:ph type="body" sz="quarter" idx="53" hasCustomPrompt="1"/>
          </p:nvPr>
        </p:nvSpPr>
        <p:spPr>
          <a:xfrm>
            <a:off x="10461624" y="5116426"/>
            <a:ext cx="1730376"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2" name="Text Placeholder 15">
            <a:extLst>
              <a:ext uri="{FF2B5EF4-FFF2-40B4-BE49-F238E27FC236}">
                <a16:creationId xmlns:a16="http://schemas.microsoft.com/office/drawing/2014/main" id="{51E2F942-8396-45B5-EC6D-8AFC76FA1201}"/>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34001686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i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1424072"/>
            <a:ext cx="1600199" cy="1589663"/>
          </a:xfrm>
          <a:prstGeom prst="rect">
            <a:avLst/>
          </a:prstGeom>
          <a:solidFill>
            <a:schemeClr val="accent2">
              <a:lumMod val="40000"/>
              <a:lumOff val="60000"/>
            </a:schemeClr>
          </a:solidFill>
        </p:spPr>
        <p:txBody>
          <a:bodyPr tIns="457200"/>
          <a:lstStyle>
            <a:lvl1pPr algn="ctr">
              <a:defRPr sz="1000" b="0" i="0"/>
            </a:lvl1pPr>
          </a:lstStyle>
          <a:p>
            <a:r>
              <a:rPr lang="en-US"/>
              <a:t>Headshot</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hasCustomPrompt="1"/>
          </p:nvPr>
        </p:nvSpPr>
        <p:spPr>
          <a:xfrm>
            <a:off x="460376" y="3077336"/>
            <a:ext cx="1600199" cy="955574"/>
          </a:xfrm>
          <a:prstGeom prst="rect">
            <a:avLst/>
          </a:prstGeom>
        </p:spPr>
        <p:txBody>
          <a:bodyPr tIns="0"/>
          <a:lstStyle>
            <a:lvl1pPr>
              <a:spcAft>
                <a:spcPts val="0"/>
              </a:spcAft>
              <a:defRPr sz="1600" b="1" i="0">
                <a:solidFill>
                  <a:schemeClr val="tx1"/>
                </a:solidFill>
              </a:defRPr>
            </a:lvl1pPr>
            <a:lvl2pPr>
              <a:defRPr sz="16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stStyle>
          <a:p>
            <a:pPr lvl="0"/>
            <a:r>
              <a:rPr lang="en-US"/>
              <a:t>Name Lastname</a:t>
            </a:r>
          </a:p>
          <a:p>
            <a:pPr lvl="0"/>
            <a:r>
              <a:rPr lang="en-US"/>
              <a:t>Title</a:t>
            </a:r>
          </a:p>
        </p:txBody>
      </p:sp>
      <p:sp>
        <p:nvSpPr>
          <p:cNvPr id="5" name="TextBox 4">
            <a:extLst>
              <a:ext uri="{FF2B5EF4-FFF2-40B4-BE49-F238E27FC236}">
                <a16:creationId xmlns:a16="http://schemas.microsoft.com/office/drawing/2014/main" id="{055DE255-BAC4-98A8-8AB1-993F10F0E0B4}"/>
              </a:ext>
            </a:extLst>
          </p:cNvPr>
          <p:cNvSpPr txBox="1"/>
          <p:nvPr userDrawn="1"/>
        </p:nvSpPr>
        <p:spPr>
          <a:xfrm>
            <a:off x="460377" y="549275"/>
            <a:ext cx="2333625" cy="449296"/>
          </a:xfrm>
          <a:prstGeom prst="rect">
            <a:avLst/>
          </a:prstGeom>
          <a:noFill/>
        </p:spPr>
        <p:txBody>
          <a:bodyPr wrap="square" lIns="0" tIns="0" rIns="0" bIns="0" rtlCol="0" anchor="b" anchorCtr="0">
            <a:normAutofit/>
          </a:bodyPr>
          <a:lstStyle/>
          <a:p>
            <a:pPr marL="0" lvl="0" indent="-3657600" algn="l">
              <a:spcAft>
                <a:spcPts val="600"/>
              </a:spcAft>
            </a:pPr>
            <a:r>
              <a:rPr lang="en-US" sz="2800" b="1" i="0">
                <a:solidFill>
                  <a:schemeClr val="tx1"/>
                </a:solidFill>
                <a:latin typeface="+mn-lt"/>
                <a:ea typeface="Roboto" panose="02000000000000000000" pitchFamily="2" charset="0"/>
                <a:cs typeface="Segoe UI" panose="020B0502040204020203" pitchFamily="34" charset="0"/>
              </a:rPr>
              <a:t>BIO</a:t>
            </a:r>
          </a:p>
        </p:txBody>
      </p:sp>
      <p:sp>
        <p:nvSpPr>
          <p:cNvPr id="4" name="TextBox 3">
            <a:extLst>
              <a:ext uri="{FF2B5EF4-FFF2-40B4-BE49-F238E27FC236}">
                <a16:creationId xmlns:a16="http://schemas.microsoft.com/office/drawing/2014/main" id="{C5F7974B-9D4B-FA7C-DB5D-C7B4A4D2A99D}"/>
              </a:ext>
            </a:extLst>
          </p:cNvPr>
          <p:cNvSpPr txBox="1"/>
          <p:nvPr userDrawn="1"/>
        </p:nvSpPr>
        <p:spPr>
          <a:xfrm>
            <a:off x="7315200" y="-1397000"/>
            <a:ext cx="0" cy="0"/>
          </a:xfrm>
          <a:prstGeom prst="rect">
            <a:avLst/>
          </a:prstGeom>
          <a:noFill/>
        </p:spPr>
        <p:txBody>
          <a:bodyPr wrap="none" lIns="0" tIns="0" rIns="0" bIns="0" rtlCol="0">
            <a:normAutofit fontScale="25000" lnSpcReduction="20000"/>
          </a:bodyPr>
          <a:lstStyle/>
          <a:p>
            <a:pPr marL="0" indent="-3657600" algn="l">
              <a:spcAft>
                <a:spcPts val="600"/>
              </a:spcAft>
            </a:pPr>
            <a:endParaRPr lang="en-US" sz="1600" b="0" i="0">
              <a:solidFill>
                <a:schemeClr val="bg1"/>
              </a:solidFill>
              <a:latin typeface="+mn-lt"/>
              <a:ea typeface="Roboto" panose="02000000000000000000" pitchFamily="2" charset="0"/>
              <a:cs typeface="Segoe UI" panose="020B0502040204020203" pitchFamily="34" charset="0"/>
            </a:endParaRPr>
          </a:p>
        </p:txBody>
      </p:sp>
      <p:sp>
        <p:nvSpPr>
          <p:cNvPr id="13" name="Text Placeholder 12">
            <a:extLst>
              <a:ext uri="{FF2B5EF4-FFF2-40B4-BE49-F238E27FC236}">
                <a16:creationId xmlns:a16="http://schemas.microsoft.com/office/drawing/2014/main" id="{C83773E0-B2A9-5900-EA67-04A744D0B7D9}"/>
              </a:ext>
            </a:extLst>
          </p:cNvPr>
          <p:cNvSpPr>
            <a:spLocks noGrp="1"/>
          </p:cNvSpPr>
          <p:nvPr>
            <p:ph type="body" sz="quarter" idx="28"/>
          </p:nvPr>
        </p:nvSpPr>
        <p:spPr>
          <a:xfrm>
            <a:off x="2268071" y="1412875"/>
            <a:ext cx="5631329" cy="4606925"/>
          </a:xfrm>
          <a:prstGeom prst="rect">
            <a:avLst/>
          </a:prstGeom>
        </p:spPr>
        <p:txBody>
          <a:bodyPr/>
          <a:lstStyle>
            <a:lvl1pPr>
              <a:defRPr sz="1400" b="0" i="0"/>
            </a:lvl1pPr>
            <a:lvl2pPr>
              <a:defRPr sz="1400" b="0" i="0"/>
            </a:lvl2pPr>
            <a:lvl3pPr>
              <a:defRPr sz="1400" b="0" i="0"/>
            </a:lvl3pPr>
            <a:lvl4pPr>
              <a:defRPr sz="1400" b="0" i="0"/>
            </a:lvl4pPr>
            <a:lvl5pPr>
              <a:defRPr sz="14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2">
            <a:extLst>
              <a:ext uri="{FF2B5EF4-FFF2-40B4-BE49-F238E27FC236}">
                <a16:creationId xmlns:a16="http://schemas.microsoft.com/office/drawing/2014/main" id="{F12F582F-DFC3-8EA9-41A3-9E5797F985A9}"/>
              </a:ext>
            </a:extLst>
          </p:cNvPr>
          <p:cNvSpPr>
            <a:spLocks noGrp="1"/>
          </p:cNvSpPr>
          <p:nvPr>
            <p:ph type="body" sz="quarter" idx="29" hasCustomPrompt="1"/>
          </p:nvPr>
        </p:nvSpPr>
        <p:spPr>
          <a:xfrm>
            <a:off x="8076579" y="1347340"/>
            <a:ext cx="3459790" cy="2272161"/>
          </a:xfrm>
          <a:prstGeom prst="rect">
            <a:avLst/>
          </a:prstGeom>
          <a:solidFill>
            <a:schemeClr val="accent4"/>
          </a:solidFill>
        </p:spPr>
        <p:txBody>
          <a:bodyPr lIns="182880" tIns="182880" rIns="182880" bIns="182880"/>
          <a:lstStyle>
            <a:lvl1pPr>
              <a:defRPr sz="1400" b="1" i="0" u="sng">
                <a:solidFill>
                  <a:schemeClr val="accent2"/>
                </a:solidFill>
              </a:defRPr>
            </a:lvl1pPr>
            <a:lvl2pPr marL="228600" indent="-228600">
              <a:buClr>
                <a:schemeClr val="tx1"/>
              </a:buClr>
              <a:buFont typeface="Arial" panose="020B0604020202020204" pitchFamily="34" charset="0"/>
              <a:buChar char="•"/>
              <a:defRPr sz="1400" b="0" i="0">
                <a:solidFill>
                  <a:schemeClr val="tx1"/>
                </a:solidFill>
              </a:defRPr>
            </a:lvl2pPr>
            <a:lvl3pPr marL="457200">
              <a:defRPr/>
            </a:lvl3pPr>
            <a:lvl4pPr marL="685800">
              <a:defRPr sz="1400"/>
            </a:lvl4pPr>
            <a:lvl5pPr marL="914400">
              <a:defRPr/>
            </a:lvl5pPr>
          </a:lstStyle>
          <a:p>
            <a:pPr lvl="0"/>
            <a:r>
              <a:rPr lang="en-US"/>
              <a:t>Industries served</a:t>
            </a:r>
          </a:p>
          <a:p>
            <a:pPr lvl="1"/>
            <a:r>
              <a:rPr lang="en-US"/>
              <a:t>Bullet</a:t>
            </a:r>
          </a:p>
        </p:txBody>
      </p:sp>
      <p:sp>
        <p:nvSpPr>
          <p:cNvPr id="15" name="Text Placeholder 12">
            <a:extLst>
              <a:ext uri="{FF2B5EF4-FFF2-40B4-BE49-F238E27FC236}">
                <a16:creationId xmlns:a16="http://schemas.microsoft.com/office/drawing/2014/main" id="{90DCED2C-4702-3E26-08C4-BE0F781E7BCE}"/>
              </a:ext>
            </a:extLst>
          </p:cNvPr>
          <p:cNvSpPr>
            <a:spLocks noGrp="1"/>
          </p:cNvSpPr>
          <p:nvPr>
            <p:ph type="body" sz="quarter" idx="30" hasCustomPrompt="1"/>
          </p:nvPr>
        </p:nvSpPr>
        <p:spPr>
          <a:xfrm>
            <a:off x="8076579" y="3743441"/>
            <a:ext cx="3459790" cy="2272161"/>
          </a:xfrm>
          <a:prstGeom prst="rect">
            <a:avLst/>
          </a:prstGeom>
          <a:solidFill>
            <a:schemeClr val="accent4"/>
          </a:solidFill>
        </p:spPr>
        <p:txBody>
          <a:bodyPr lIns="182880" tIns="182880" rIns="182880" bIns="182880"/>
          <a:lstStyle>
            <a:lvl1pPr>
              <a:defRPr sz="1400" b="1" i="0" u="sng">
                <a:solidFill>
                  <a:schemeClr val="accent2"/>
                </a:solidFill>
              </a:defRPr>
            </a:lvl1pPr>
            <a:lvl2pPr marL="228600" indent="-228600">
              <a:buClr>
                <a:schemeClr val="tx1"/>
              </a:buClr>
              <a:buFont typeface="Arial" panose="020B0604020202020204" pitchFamily="34" charset="0"/>
              <a:buChar char="•"/>
              <a:defRPr sz="1400" b="0" i="0">
                <a:solidFill>
                  <a:schemeClr val="tx1"/>
                </a:solidFill>
              </a:defRPr>
            </a:lvl2pPr>
            <a:lvl3pPr marL="457200">
              <a:defRPr/>
            </a:lvl3pPr>
            <a:lvl4pPr marL="685800">
              <a:defRPr sz="1400"/>
            </a:lvl4pPr>
            <a:lvl5pPr marL="914400">
              <a:defRPr/>
            </a:lvl5pPr>
          </a:lstStyle>
          <a:p>
            <a:pPr lvl="0"/>
            <a:r>
              <a:rPr lang="en-US"/>
              <a:t>Skills &amp; Specialties</a:t>
            </a:r>
          </a:p>
          <a:p>
            <a:pPr lvl="1"/>
            <a:r>
              <a:rPr lang="en-US"/>
              <a:t>Bullet</a:t>
            </a:r>
          </a:p>
        </p:txBody>
      </p:sp>
      <p:sp>
        <p:nvSpPr>
          <p:cNvPr id="2" name="Text Placeholder 15">
            <a:extLst>
              <a:ext uri="{FF2B5EF4-FFF2-40B4-BE49-F238E27FC236}">
                <a16:creationId xmlns:a16="http://schemas.microsoft.com/office/drawing/2014/main" id="{8BBB8F65-14F9-B931-3059-9EFE5E3B97E1}"/>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696631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ase_stud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Text Placeholder 15">
            <a:extLst>
              <a:ext uri="{FF2B5EF4-FFF2-40B4-BE49-F238E27FC236}">
                <a16:creationId xmlns:a16="http://schemas.microsoft.com/office/drawing/2014/main" id="{59819361-C169-F543-35DA-BD3C6C3B985E}"/>
              </a:ext>
            </a:extLst>
          </p:cNvPr>
          <p:cNvSpPr>
            <a:spLocks noGrp="1"/>
          </p:cNvSpPr>
          <p:nvPr>
            <p:ph type="body" sz="quarter" idx="33" hasCustomPrompt="1"/>
          </p:nvPr>
        </p:nvSpPr>
        <p:spPr>
          <a:xfrm>
            <a:off x="4298950" y="831591"/>
            <a:ext cx="3602038" cy="1436596"/>
          </a:xfrm>
          <a:prstGeom prst="rect">
            <a:avLst/>
          </a:prstGeo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3" name="Text Placeholder 12">
            <a:extLst>
              <a:ext uri="{FF2B5EF4-FFF2-40B4-BE49-F238E27FC236}">
                <a16:creationId xmlns:a16="http://schemas.microsoft.com/office/drawing/2014/main" id="{C83773E0-B2A9-5900-EA67-04A744D0B7D9}"/>
              </a:ext>
            </a:extLst>
          </p:cNvPr>
          <p:cNvSpPr>
            <a:spLocks noGrp="1"/>
          </p:cNvSpPr>
          <p:nvPr>
            <p:ph type="body" sz="quarter" idx="28"/>
          </p:nvPr>
        </p:nvSpPr>
        <p:spPr>
          <a:xfrm>
            <a:off x="460375" y="2202611"/>
            <a:ext cx="3606800" cy="3817189"/>
          </a:xfrm>
          <a:prstGeom prst="rect">
            <a:avLst/>
          </a:prstGeom>
        </p:spPr>
        <p:txBody>
          <a:bodyPr tIns="91440"/>
          <a:lstStyle>
            <a:lvl1pPr>
              <a:defRPr sz="1200" b="0" i="0"/>
            </a:lvl1pPr>
            <a:lvl2pPr marL="285750" indent="-276225">
              <a:tabLst/>
              <a:defRPr sz="1200" b="0" i="0"/>
            </a:lvl2pPr>
            <a:lvl3pPr marL="628650" indent="-285750">
              <a:tabLst/>
              <a:defRPr sz="1200" b="0" i="0"/>
            </a:lvl3pPr>
            <a:lvl4pPr marL="973138" indent="-276225">
              <a:buFont typeface="Arial" panose="020B0604020202020204" pitchFamily="34" charset="0"/>
              <a:buChar char="•"/>
              <a:tabLst/>
              <a:defRPr sz="1200" b="0" i="0"/>
            </a:lvl4pPr>
            <a:lvl5pPr marL="1317625" indent="-287338">
              <a:tabLst/>
              <a:defRPr sz="1200" b="0" i="0"/>
            </a:lvl5pPr>
            <a:lvl6pPr marL="182880" indent="-182880">
              <a:buAutoNum type="arabicPeriod"/>
              <a:defRPr sz="1200"/>
            </a:lvl6pPr>
            <a:lvl7pPr marL="365760" indent="-182880">
              <a:buAutoNum type="arabicPeriod"/>
              <a:defRPr sz="1200"/>
            </a:lvl7pPr>
            <a:lvl8pPr marL="548640" indent="-182880">
              <a:defRPr sz="1200"/>
            </a:lvl8pPr>
            <a:lvl9pPr>
              <a:defRPr sz="14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15">
            <a:extLst>
              <a:ext uri="{FF2B5EF4-FFF2-40B4-BE49-F238E27FC236}">
                <a16:creationId xmlns:a16="http://schemas.microsoft.com/office/drawing/2014/main" id="{F2F2811C-682B-50C7-DB15-23C006FAFC16}"/>
              </a:ext>
            </a:extLst>
          </p:cNvPr>
          <p:cNvSpPr>
            <a:spLocks noGrp="1"/>
          </p:cNvSpPr>
          <p:nvPr>
            <p:ph type="body" sz="quarter" idx="19" hasCustomPrompt="1"/>
          </p:nvPr>
        </p:nvSpPr>
        <p:spPr>
          <a:xfrm>
            <a:off x="465138" y="556953"/>
            <a:ext cx="3602038" cy="556953"/>
          </a:xfrm>
          <a:prstGeom prst="rect">
            <a:avLst/>
          </a:prstGeom>
        </p:spPr>
        <p:txBody>
          <a:bodyPr tIns="228600" rIns="0" bIns="0" anchor="t" anchorCtr="0"/>
          <a:lstStyle>
            <a:lvl1pPr>
              <a:spcAft>
                <a:spcPts val="0"/>
              </a:spcAft>
              <a:buFontTx/>
              <a:buNone/>
              <a:defRPr sz="1500" b="1" i="0" cap="all"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all"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CLIENT NAME</a:t>
            </a:r>
          </a:p>
        </p:txBody>
      </p:sp>
      <p:sp>
        <p:nvSpPr>
          <p:cNvPr id="12" name="Title 11">
            <a:extLst>
              <a:ext uri="{FF2B5EF4-FFF2-40B4-BE49-F238E27FC236}">
                <a16:creationId xmlns:a16="http://schemas.microsoft.com/office/drawing/2014/main" id="{73D86145-91C7-C9AD-8439-02A6318C3553}"/>
              </a:ext>
            </a:extLst>
          </p:cNvPr>
          <p:cNvSpPr>
            <a:spLocks noGrp="1"/>
          </p:cNvSpPr>
          <p:nvPr>
            <p:ph type="title"/>
          </p:nvPr>
        </p:nvSpPr>
        <p:spPr>
          <a:xfrm>
            <a:off x="460375" y="1116054"/>
            <a:ext cx="3606800" cy="1086557"/>
          </a:xfrm>
          <a:prstGeom prst="rect">
            <a:avLst/>
          </a:prstGeom>
        </p:spPr>
        <p:txBody>
          <a:bodyPr tIns="45720"/>
          <a:lstStyle>
            <a:lvl1pPr>
              <a:defRPr sz="2200">
                <a:solidFill>
                  <a:schemeClr val="tx1"/>
                </a:solidFill>
              </a:defRPr>
            </a:lvl1pPr>
          </a:lstStyle>
          <a:p>
            <a:r>
              <a:rPr lang="en-US"/>
              <a:t>Click to edit Master title style</a:t>
            </a:r>
          </a:p>
        </p:txBody>
      </p:sp>
      <p:sp>
        <p:nvSpPr>
          <p:cNvPr id="16" name="Picture Placeholder 7">
            <a:extLst>
              <a:ext uri="{FF2B5EF4-FFF2-40B4-BE49-F238E27FC236}">
                <a16:creationId xmlns:a16="http://schemas.microsoft.com/office/drawing/2014/main" id="{85295369-BD35-627D-DCF3-70F052CE99AA}"/>
              </a:ext>
            </a:extLst>
          </p:cNvPr>
          <p:cNvSpPr>
            <a:spLocks noGrp="1"/>
          </p:cNvSpPr>
          <p:nvPr>
            <p:ph type="pic" sz="quarter" idx="10" hasCustomPrompt="1"/>
          </p:nvPr>
        </p:nvSpPr>
        <p:spPr>
          <a:xfrm>
            <a:off x="8124824" y="835429"/>
            <a:ext cx="3603625" cy="4854171"/>
          </a:xfrm>
          <a:prstGeom prst="rect">
            <a:avLst/>
          </a:prstGeom>
          <a:solidFill>
            <a:schemeClr val="accent2">
              <a:lumMod val="40000"/>
              <a:lumOff val="60000"/>
            </a:schemeClr>
          </a:solidFill>
        </p:spPr>
        <p:txBody>
          <a:bodyPr tIns="1828800"/>
          <a:lstStyle>
            <a:lvl1pPr algn="ctr">
              <a:defRPr b="0" i="0"/>
            </a:lvl1pPr>
          </a:lstStyle>
          <a:p>
            <a:r>
              <a:rPr lang="en-US"/>
              <a:t>Relevant image or </a:t>
            </a:r>
            <a:br>
              <a:rPr lang="en-US"/>
            </a:br>
            <a:r>
              <a:rPr lang="en-US"/>
              <a:t>product prototype</a:t>
            </a:r>
          </a:p>
        </p:txBody>
      </p:sp>
      <p:sp>
        <p:nvSpPr>
          <p:cNvPr id="17" name="Text Placeholder 15">
            <a:extLst>
              <a:ext uri="{FF2B5EF4-FFF2-40B4-BE49-F238E27FC236}">
                <a16:creationId xmlns:a16="http://schemas.microsoft.com/office/drawing/2014/main" id="{B2F81DA5-F8CF-9074-55A0-F820DE7FFD70}"/>
              </a:ext>
            </a:extLst>
          </p:cNvPr>
          <p:cNvSpPr>
            <a:spLocks noGrp="1"/>
          </p:cNvSpPr>
          <p:nvPr>
            <p:ph type="body" sz="quarter" idx="23" hasCustomPrompt="1"/>
          </p:nvPr>
        </p:nvSpPr>
        <p:spPr>
          <a:xfrm>
            <a:off x="4516834" y="1014960"/>
            <a:ext cx="1372790" cy="510741"/>
          </a:xfrm>
          <a:prstGeom prst="rect">
            <a:avLst/>
          </a:prstGeo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18" name="Text Placeholder 15">
            <a:extLst>
              <a:ext uri="{FF2B5EF4-FFF2-40B4-BE49-F238E27FC236}">
                <a16:creationId xmlns:a16="http://schemas.microsoft.com/office/drawing/2014/main" id="{B61EB7FF-E196-443F-C2CC-DAFC7495AF6C}"/>
              </a:ext>
            </a:extLst>
          </p:cNvPr>
          <p:cNvSpPr>
            <a:spLocks noGrp="1"/>
          </p:cNvSpPr>
          <p:nvPr>
            <p:ph type="body" sz="quarter" idx="31" hasCustomPrompt="1"/>
          </p:nvPr>
        </p:nvSpPr>
        <p:spPr>
          <a:xfrm>
            <a:off x="4516834" y="1525702"/>
            <a:ext cx="1372791" cy="556953"/>
          </a:xfrm>
          <a:prstGeom prst="rect">
            <a:avLst/>
          </a:prstGeom>
        </p:spPr>
        <p:txBody>
          <a:bodyPr tIns="0" rIns="0" bIns="0" anchor="t" anchorCtr="0"/>
          <a:lstStyle>
            <a:lvl1pPr>
              <a:spcAft>
                <a:spcPts val="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Stat descriptor lorem ipsum</a:t>
            </a:r>
          </a:p>
        </p:txBody>
      </p:sp>
      <p:sp>
        <p:nvSpPr>
          <p:cNvPr id="19" name="Text Placeholder 15">
            <a:extLst>
              <a:ext uri="{FF2B5EF4-FFF2-40B4-BE49-F238E27FC236}">
                <a16:creationId xmlns:a16="http://schemas.microsoft.com/office/drawing/2014/main" id="{883E52D6-5A2B-54FE-B2FD-50F05B9B1649}"/>
              </a:ext>
            </a:extLst>
          </p:cNvPr>
          <p:cNvSpPr>
            <a:spLocks noGrp="1"/>
          </p:cNvSpPr>
          <p:nvPr>
            <p:ph type="body" sz="quarter" idx="32" hasCustomPrompt="1"/>
          </p:nvPr>
        </p:nvSpPr>
        <p:spPr>
          <a:xfrm>
            <a:off x="5981700" y="1014838"/>
            <a:ext cx="1786952" cy="1067817"/>
          </a:xfrm>
          <a:prstGeom prst="rect">
            <a:avLst/>
          </a:prstGeo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Lorem ipsum dolor sit </a:t>
            </a:r>
            <a:r>
              <a:rPr lang="en-US" err="1"/>
              <a:t>amet</a:t>
            </a:r>
            <a:endParaRPr lang="en-US"/>
          </a:p>
        </p:txBody>
      </p:sp>
      <p:sp>
        <p:nvSpPr>
          <p:cNvPr id="26" name="Text Placeholder 25">
            <a:extLst>
              <a:ext uri="{FF2B5EF4-FFF2-40B4-BE49-F238E27FC236}">
                <a16:creationId xmlns:a16="http://schemas.microsoft.com/office/drawing/2014/main" id="{145EC9BB-9EA6-882D-C1C8-A929A8D7679A}"/>
              </a:ext>
            </a:extLst>
          </p:cNvPr>
          <p:cNvSpPr>
            <a:spLocks noGrp="1"/>
          </p:cNvSpPr>
          <p:nvPr>
            <p:ph type="body" sz="quarter" idx="38" hasCustomPrompt="1"/>
          </p:nvPr>
        </p:nvSpPr>
        <p:spPr>
          <a:xfrm>
            <a:off x="4300536" y="4419803"/>
            <a:ext cx="803275" cy="269761"/>
          </a:xfrm>
          <a:prstGeom prst="rect">
            <a:avLst/>
          </a:prstGeom>
          <a:blipFill>
            <a:blip>
              <a:extLst>
                <a:ext uri="{96DAC541-7B7A-43D3-8B79-37D633B846F1}">
                  <asvg:svgBlip xmlns:asvg="http://schemas.microsoft.com/office/drawing/2016/SVG/main" r:embed="rId4"/>
                </a:ext>
              </a:extLst>
            </a:blip>
            <a:stretch>
              <a:fillRect/>
            </a:stretch>
          </a:blipFill>
        </p:spPr>
        <p:txBody>
          <a:bodyPr/>
          <a:lstStyle>
            <a:lvl1pPr>
              <a:defRPr b="0" i="0"/>
            </a:lvl1pPr>
          </a:lstStyle>
          <a:p>
            <a:pPr lvl="0"/>
            <a:r>
              <a:rPr lang="en-US"/>
              <a:t> </a:t>
            </a:r>
          </a:p>
        </p:txBody>
      </p:sp>
      <p:sp>
        <p:nvSpPr>
          <p:cNvPr id="27" name="Text Placeholder 15">
            <a:extLst>
              <a:ext uri="{FF2B5EF4-FFF2-40B4-BE49-F238E27FC236}">
                <a16:creationId xmlns:a16="http://schemas.microsoft.com/office/drawing/2014/main" id="{A32C7319-9E77-357E-1E6B-23D733A030D1}"/>
              </a:ext>
            </a:extLst>
          </p:cNvPr>
          <p:cNvSpPr>
            <a:spLocks noGrp="1"/>
          </p:cNvSpPr>
          <p:nvPr>
            <p:ph type="body" sz="quarter" idx="39" hasCustomPrompt="1"/>
          </p:nvPr>
        </p:nvSpPr>
        <p:spPr>
          <a:xfrm>
            <a:off x="4298950" y="4800601"/>
            <a:ext cx="3600450" cy="1219458"/>
          </a:xfrm>
          <a:prstGeom prst="rect">
            <a:avLst/>
          </a:prstGeom>
        </p:spPr>
        <p:txBody>
          <a:bodyPr tIns="0" rIns="0" bIns="0" anchor="t" anchorCtr="0"/>
          <a:lstStyle>
            <a:lvl1pPr>
              <a:spcAft>
                <a:spcPts val="100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Testimonial or project highlight goes here lorem ipsum dolor. Lorem </a:t>
            </a:r>
            <a:r>
              <a:rPr lang="en-US" err="1"/>
              <a:t>amet</a:t>
            </a:r>
            <a:r>
              <a:rPr lang="en-US"/>
              <a:t> </a:t>
            </a:r>
            <a:r>
              <a:rPr lang="en-US" err="1"/>
              <a:t>repudicae</a:t>
            </a:r>
            <a:r>
              <a:rPr lang="en-US"/>
              <a:t> </a:t>
            </a:r>
            <a:r>
              <a:rPr lang="en-US" err="1"/>
              <a:t>nihitatis</a:t>
            </a:r>
            <a:r>
              <a:rPr lang="en-US"/>
              <a:t> et </a:t>
            </a:r>
            <a:r>
              <a:rPr lang="en-US" err="1"/>
              <a:t>magnam</a:t>
            </a:r>
            <a:r>
              <a:rPr lang="en-US"/>
              <a:t>.</a:t>
            </a:r>
          </a:p>
        </p:txBody>
      </p:sp>
      <p:sp>
        <p:nvSpPr>
          <p:cNvPr id="30" name="Text Placeholder 15">
            <a:extLst>
              <a:ext uri="{FF2B5EF4-FFF2-40B4-BE49-F238E27FC236}">
                <a16:creationId xmlns:a16="http://schemas.microsoft.com/office/drawing/2014/main" id="{ABD1EAE9-28F1-F022-0886-6034CEE48011}"/>
              </a:ext>
            </a:extLst>
          </p:cNvPr>
          <p:cNvSpPr>
            <a:spLocks noGrp="1"/>
          </p:cNvSpPr>
          <p:nvPr>
            <p:ph type="body" sz="quarter" idx="40" hasCustomPrompt="1"/>
          </p:nvPr>
        </p:nvSpPr>
        <p:spPr>
          <a:xfrm>
            <a:off x="4298950" y="2506012"/>
            <a:ext cx="3602038" cy="1436596"/>
          </a:xfrm>
          <a:prstGeom prst="rect">
            <a:avLst/>
          </a:prstGeo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31" name="Text Placeholder 15">
            <a:extLst>
              <a:ext uri="{FF2B5EF4-FFF2-40B4-BE49-F238E27FC236}">
                <a16:creationId xmlns:a16="http://schemas.microsoft.com/office/drawing/2014/main" id="{C701D8AA-933D-5BE4-F7F1-E10444A625FD}"/>
              </a:ext>
            </a:extLst>
          </p:cNvPr>
          <p:cNvSpPr>
            <a:spLocks noGrp="1"/>
          </p:cNvSpPr>
          <p:nvPr>
            <p:ph type="body" sz="quarter" idx="41" hasCustomPrompt="1"/>
          </p:nvPr>
        </p:nvSpPr>
        <p:spPr>
          <a:xfrm>
            <a:off x="4516834" y="2689381"/>
            <a:ext cx="1372790" cy="510741"/>
          </a:xfrm>
          <a:prstGeom prst="rect">
            <a:avLst/>
          </a:prstGeo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32" name="Text Placeholder 15">
            <a:extLst>
              <a:ext uri="{FF2B5EF4-FFF2-40B4-BE49-F238E27FC236}">
                <a16:creationId xmlns:a16="http://schemas.microsoft.com/office/drawing/2014/main" id="{B7C2371B-53EA-E95C-F739-EFE9AE51735E}"/>
              </a:ext>
            </a:extLst>
          </p:cNvPr>
          <p:cNvSpPr>
            <a:spLocks noGrp="1"/>
          </p:cNvSpPr>
          <p:nvPr>
            <p:ph type="body" sz="quarter" idx="42" hasCustomPrompt="1"/>
          </p:nvPr>
        </p:nvSpPr>
        <p:spPr>
          <a:xfrm>
            <a:off x="4516834" y="3200123"/>
            <a:ext cx="1372791" cy="556953"/>
          </a:xfrm>
          <a:prstGeom prst="rect">
            <a:avLst/>
          </a:prstGeom>
        </p:spPr>
        <p:txBody>
          <a:bodyPr tIns="0" rIns="0" bIns="0" anchor="t" anchorCtr="0"/>
          <a:lstStyle>
            <a:lvl1pPr>
              <a:spcAft>
                <a:spcPts val="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Stat descriptor lorem ipsum</a:t>
            </a:r>
          </a:p>
        </p:txBody>
      </p:sp>
      <p:sp>
        <p:nvSpPr>
          <p:cNvPr id="33" name="Text Placeholder 15">
            <a:extLst>
              <a:ext uri="{FF2B5EF4-FFF2-40B4-BE49-F238E27FC236}">
                <a16:creationId xmlns:a16="http://schemas.microsoft.com/office/drawing/2014/main" id="{EF52418C-31BC-D8CA-DAA7-32470FE01E79}"/>
              </a:ext>
            </a:extLst>
          </p:cNvPr>
          <p:cNvSpPr>
            <a:spLocks noGrp="1"/>
          </p:cNvSpPr>
          <p:nvPr>
            <p:ph type="body" sz="quarter" idx="43" hasCustomPrompt="1"/>
          </p:nvPr>
        </p:nvSpPr>
        <p:spPr>
          <a:xfrm>
            <a:off x="5981700" y="2689259"/>
            <a:ext cx="1786952" cy="1067817"/>
          </a:xfrm>
          <a:prstGeom prst="rect">
            <a:avLst/>
          </a:prstGeo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Lorem ipsum dolor sit </a:t>
            </a:r>
            <a:r>
              <a:rPr lang="en-US" err="1"/>
              <a:t>amet</a:t>
            </a:r>
            <a:endParaRPr lang="en-US"/>
          </a:p>
        </p:txBody>
      </p:sp>
      <p:sp>
        <p:nvSpPr>
          <p:cNvPr id="2" name="Text Placeholder 15">
            <a:extLst>
              <a:ext uri="{FF2B5EF4-FFF2-40B4-BE49-F238E27FC236}">
                <a16:creationId xmlns:a16="http://schemas.microsoft.com/office/drawing/2014/main" id="{AD00B111-831B-7B8E-4399-AF47F1033036}"/>
              </a:ext>
            </a:extLst>
          </p:cNvPr>
          <p:cNvSpPr>
            <a:spLocks noGrp="1"/>
          </p:cNvSpPr>
          <p:nvPr>
            <p:ph type="body" sz="quarter" idx="44"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42567442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tement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12" name="Title 1">
            <a:extLst>
              <a:ext uri="{FF2B5EF4-FFF2-40B4-BE49-F238E27FC236}">
                <a16:creationId xmlns:a16="http://schemas.microsoft.com/office/drawing/2014/main" id="{47E0355B-5AFF-3130-816E-3E1FC2EAADEB}"/>
              </a:ext>
            </a:extLst>
          </p:cNvPr>
          <p:cNvSpPr>
            <a:spLocks noGrp="1"/>
          </p:cNvSpPr>
          <p:nvPr>
            <p:ph type="title" hasCustomPrompt="1"/>
          </p:nvPr>
        </p:nvSpPr>
        <p:spPr>
          <a:xfrm>
            <a:off x="6210300" y="1092531"/>
            <a:ext cx="5518150" cy="4678878"/>
          </a:xfrm>
          <a:prstGeom prst="rect">
            <a:avLst/>
          </a:prstGeom>
        </p:spPr>
        <p:txBody>
          <a:bodyPr anchor="ctr" anchorCtr="0"/>
          <a:lstStyle>
            <a:lvl1pPr>
              <a:defRPr sz="2800" b="1">
                <a:solidFill>
                  <a:schemeClr val="tx1"/>
                </a:solidFill>
              </a:defRPr>
            </a:lvl1pPr>
          </a:lstStyle>
          <a:p>
            <a:r>
              <a:rPr lang="en-US"/>
              <a:t>Statement lorem ipsum dolor sit </a:t>
            </a:r>
            <a:r>
              <a:rPr lang="en-US" err="1"/>
              <a:t>amet</a:t>
            </a:r>
            <a:r>
              <a:rPr lang="en-US"/>
              <a:t>, </a:t>
            </a:r>
            <a:r>
              <a:rPr lang="en-US" err="1"/>
              <a:t>consectetur</a:t>
            </a:r>
            <a:r>
              <a:rPr lang="en-US"/>
              <a:t> </a:t>
            </a:r>
            <a:r>
              <a:rPr lang="en-US" err="1"/>
              <a:t>elit</a:t>
            </a:r>
            <a:r>
              <a:rPr lang="en-US"/>
              <a:t>, sed do </a:t>
            </a:r>
            <a:r>
              <a:rPr lang="en-US" err="1"/>
              <a:t>eiusmod</a:t>
            </a:r>
            <a:r>
              <a:rPr lang="en-US"/>
              <a:t> </a:t>
            </a:r>
            <a:r>
              <a:rPr lang="en-US" err="1"/>
              <a:t>tempor</a:t>
            </a:r>
            <a:r>
              <a:rPr lang="en-US"/>
              <a:t> </a:t>
            </a:r>
            <a:r>
              <a:rPr lang="en-US" err="1"/>
              <a:t>amet</a:t>
            </a:r>
            <a:endParaRPr lang="en-US"/>
          </a:p>
        </p:txBody>
      </p:sp>
      <p:sp>
        <p:nvSpPr>
          <p:cNvPr id="2" name="Picture Placeholder 7">
            <a:extLst>
              <a:ext uri="{FF2B5EF4-FFF2-40B4-BE49-F238E27FC236}">
                <a16:creationId xmlns:a16="http://schemas.microsoft.com/office/drawing/2014/main" id="{83BAC274-EB05-8089-8DCA-82CC218E7B7D}"/>
              </a:ext>
            </a:extLst>
          </p:cNvPr>
          <p:cNvSpPr>
            <a:spLocks noGrp="1"/>
          </p:cNvSpPr>
          <p:nvPr>
            <p:ph type="pic" sz="quarter"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defRPr b="0" i="0"/>
            </a:lvl1pPr>
          </a:lstStyle>
          <a:p>
            <a:r>
              <a:rPr lang="en-US"/>
              <a:t>Picture</a:t>
            </a:r>
          </a:p>
        </p:txBody>
      </p:sp>
    </p:spTree>
    <p:extLst>
      <p:ext uri="{BB962C8B-B14F-4D97-AF65-F5344CB8AC3E}">
        <p14:creationId xmlns:p14="http://schemas.microsoft.com/office/powerpoint/2010/main" val="18914104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tatement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6" name="Title 1">
            <a:extLst>
              <a:ext uri="{FF2B5EF4-FFF2-40B4-BE49-F238E27FC236}">
                <a16:creationId xmlns:a16="http://schemas.microsoft.com/office/drawing/2014/main" id="{7678C184-31FA-D189-F5F1-A649E85A2BA7}"/>
              </a:ext>
            </a:extLst>
          </p:cNvPr>
          <p:cNvSpPr>
            <a:spLocks noGrp="1"/>
          </p:cNvSpPr>
          <p:nvPr>
            <p:ph type="title" hasCustomPrompt="1"/>
          </p:nvPr>
        </p:nvSpPr>
        <p:spPr>
          <a:xfrm>
            <a:off x="6210300" y="1092531"/>
            <a:ext cx="5518150" cy="4678878"/>
          </a:xfrm>
          <a:prstGeom prst="rect">
            <a:avLst/>
          </a:prstGeom>
        </p:spPr>
        <p:txBody>
          <a:bodyPr anchor="ctr" anchorCtr="0"/>
          <a:lstStyle>
            <a:lvl1pPr>
              <a:defRPr sz="2800" b="1">
                <a:solidFill>
                  <a:schemeClr val="bg1"/>
                </a:solidFill>
              </a:defRPr>
            </a:lvl1pPr>
          </a:lstStyle>
          <a:p>
            <a:r>
              <a:rPr lang="en-US"/>
              <a:t>Statement lorem ipsum dolor sit </a:t>
            </a:r>
            <a:r>
              <a:rPr lang="en-US" err="1"/>
              <a:t>amet</a:t>
            </a:r>
            <a:r>
              <a:rPr lang="en-US"/>
              <a:t>, </a:t>
            </a:r>
            <a:r>
              <a:rPr lang="en-US" err="1"/>
              <a:t>consectetur</a:t>
            </a:r>
            <a:r>
              <a:rPr lang="en-US"/>
              <a:t> </a:t>
            </a:r>
            <a:r>
              <a:rPr lang="en-US" err="1"/>
              <a:t>elit</a:t>
            </a:r>
            <a:r>
              <a:rPr lang="en-US"/>
              <a:t>, sed do </a:t>
            </a:r>
            <a:r>
              <a:rPr lang="en-US" err="1"/>
              <a:t>eiusmod</a:t>
            </a:r>
            <a:r>
              <a:rPr lang="en-US"/>
              <a:t> </a:t>
            </a:r>
            <a:r>
              <a:rPr lang="en-US" err="1"/>
              <a:t>tempor</a:t>
            </a:r>
            <a:r>
              <a:rPr lang="en-US"/>
              <a:t> </a:t>
            </a:r>
            <a:r>
              <a:rPr lang="en-US" err="1"/>
              <a:t>amet</a:t>
            </a:r>
            <a:endParaRPr lang="en-US"/>
          </a:p>
        </p:txBody>
      </p:sp>
      <p:sp>
        <p:nvSpPr>
          <p:cNvPr id="11" name="Picture Placeholder 7">
            <a:extLst>
              <a:ext uri="{FF2B5EF4-FFF2-40B4-BE49-F238E27FC236}">
                <a16:creationId xmlns:a16="http://schemas.microsoft.com/office/drawing/2014/main" id="{0A7DEA8A-BFCC-0AC5-D777-EE87427CC9B6}"/>
              </a:ext>
            </a:extLst>
          </p:cNvPr>
          <p:cNvSpPr>
            <a:spLocks noGrp="1"/>
          </p:cNvSpPr>
          <p:nvPr>
            <p:ph type="pic" sz="quarter"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defRPr b="0" i="0"/>
            </a:lvl1pPr>
          </a:lstStyle>
          <a:p>
            <a:r>
              <a:rPr lang="en-US"/>
              <a:t>Picture</a:t>
            </a:r>
          </a:p>
        </p:txBody>
      </p:sp>
      <p:sp>
        <p:nvSpPr>
          <p:cNvPr id="12" name="Footer Placeholder 8">
            <a:extLst>
              <a:ext uri="{FF2B5EF4-FFF2-40B4-BE49-F238E27FC236}">
                <a16:creationId xmlns:a16="http://schemas.microsoft.com/office/drawing/2014/main" id="{8657527A-CAEB-FEAB-3416-F225B5A68F7F}"/>
              </a:ext>
            </a:extLst>
          </p:cNvPr>
          <p:cNvSpPr>
            <a:spLocks noGrp="1"/>
          </p:cNvSpPr>
          <p:nvPr>
            <p:ph type="ftr" sz="quarter" idx="24"/>
          </p:nvPr>
        </p:nvSpPr>
        <p:spPr>
          <a:xfrm>
            <a:off x="4321019" y="6400798"/>
            <a:ext cx="7102834" cy="167949"/>
          </a:xfrm>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2026 West Monroe Partners | Reproduction and/or distribution without West Monroe Partners’ prior consent is prohibited.</a:t>
            </a:r>
          </a:p>
        </p:txBody>
      </p:sp>
      <p:sp>
        <p:nvSpPr>
          <p:cNvPr id="13" name="Slide Number Placeholder 9">
            <a:extLst>
              <a:ext uri="{FF2B5EF4-FFF2-40B4-BE49-F238E27FC236}">
                <a16:creationId xmlns:a16="http://schemas.microsoft.com/office/drawing/2014/main" id="{6129BC8C-D508-35AC-1FA3-37F936E3752F}"/>
              </a:ext>
            </a:extLst>
          </p:cNvPr>
          <p:cNvSpPr>
            <a:spLocks noGrp="1"/>
          </p:cNvSpPr>
          <p:nvPr>
            <p:ph type="sldNum" sz="quarter" idx="25"/>
          </p:nvPr>
        </p:nvSpPr>
        <p:spPr>
          <a:xfrm>
            <a:off x="11509578" y="6400799"/>
            <a:ext cx="218871" cy="1679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Tree>
    <p:extLst>
      <p:ext uri="{BB962C8B-B14F-4D97-AF65-F5344CB8AC3E}">
        <p14:creationId xmlns:p14="http://schemas.microsoft.com/office/powerpoint/2010/main" val="16996086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tatement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6" name="Title 1">
            <a:extLst>
              <a:ext uri="{FF2B5EF4-FFF2-40B4-BE49-F238E27FC236}">
                <a16:creationId xmlns:a16="http://schemas.microsoft.com/office/drawing/2014/main" id="{7A099A38-A8A2-7263-BB25-EE5337AAA98C}"/>
              </a:ext>
            </a:extLst>
          </p:cNvPr>
          <p:cNvSpPr>
            <a:spLocks noGrp="1"/>
          </p:cNvSpPr>
          <p:nvPr>
            <p:ph type="title" hasCustomPrompt="1"/>
          </p:nvPr>
        </p:nvSpPr>
        <p:spPr>
          <a:xfrm>
            <a:off x="6210300" y="1092531"/>
            <a:ext cx="5518150" cy="4678878"/>
          </a:xfrm>
          <a:prstGeom prst="rect">
            <a:avLst/>
          </a:prstGeom>
        </p:spPr>
        <p:txBody>
          <a:bodyPr anchor="ctr" anchorCtr="0"/>
          <a:lstStyle>
            <a:lvl1pPr>
              <a:defRPr sz="2800" b="1">
                <a:solidFill>
                  <a:schemeClr val="bg1"/>
                </a:solidFill>
              </a:defRPr>
            </a:lvl1pPr>
          </a:lstStyle>
          <a:p>
            <a:r>
              <a:rPr lang="en-US"/>
              <a:t>Statement lorem ipsum dolor sit </a:t>
            </a:r>
            <a:r>
              <a:rPr lang="en-US" err="1"/>
              <a:t>amet</a:t>
            </a:r>
            <a:r>
              <a:rPr lang="en-US"/>
              <a:t>, </a:t>
            </a:r>
            <a:r>
              <a:rPr lang="en-US" err="1"/>
              <a:t>consectetur</a:t>
            </a:r>
            <a:r>
              <a:rPr lang="en-US"/>
              <a:t> </a:t>
            </a:r>
            <a:r>
              <a:rPr lang="en-US" err="1"/>
              <a:t>elit</a:t>
            </a:r>
            <a:r>
              <a:rPr lang="en-US"/>
              <a:t>, sed do </a:t>
            </a:r>
            <a:r>
              <a:rPr lang="en-US" err="1"/>
              <a:t>eiusmod</a:t>
            </a:r>
            <a:r>
              <a:rPr lang="en-US"/>
              <a:t> </a:t>
            </a:r>
            <a:r>
              <a:rPr lang="en-US" err="1"/>
              <a:t>tempor</a:t>
            </a:r>
            <a:r>
              <a:rPr lang="en-US"/>
              <a:t> </a:t>
            </a:r>
            <a:r>
              <a:rPr lang="en-US" err="1"/>
              <a:t>amet</a:t>
            </a:r>
            <a:endParaRPr lang="en-US"/>
          </a:p>
        </p:txBody>
      </p:sp>
      <p:sp>
        <p:nvSpPr>
          <p:cNvPr id="11" name="Picture Placeholder 7">
            <a:extLst>
              <a:ext uri="{FF2B5EF4-FFF2-40B4-BE49-F238E27FC236}">
                <a16:creationId xmlns:a16="http://schemas.microsoft.com/office/drawing/2014/main" id="{4262223A-9D73-96F4-3DE6-CDEEF4F5878B}"/>
              </a:ext>
            </a:extLst>
          </p:cNvPr>
          <p:cNvSpPr>
            <a:spLocks noGrp="1"/>
          </p:cNvSpPr>
          <p:nvPr>
            <p:ph type="pic" sz="quarter"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defRPr b="0" i="0"/>
            </a:lvl1pPr>
          </a:lstStyle>
          <a:p>
            <a:r>
              <a:rPr lang="en-US"/>
              <a:t>Picture</a:t>
            </a:r>
          </a:p>
        </p:txBody>
      </p:sp>
      <p:sp>
        <p:nvSpPr>
          <p:cNvPr id="12" name="Footer Placeholder 8">
            <a:extLst>
              <a:ext uri="{FF2B5EF4-FFF2-40B4-BE49-F238E27FC236}">
                <a16:creationId xmlns:a16="http://schemas.microsoft.com/office/drawing/2014/main" id="{8E270589-B840-8D56-E32B-99AA9C396E34}"/>
              </a:ext>
            </a:extLst>
          </p:cNvPr>
          <p:cNvSpPr>
            <a:spLocks noGrp="1"/>
          </p:cNvSpPr>
          <p:nvPr>
            <p:ph type="ftr" sz="quarter" idx="24"/>
          </p:nvPr>
        </p:nvSpPr>
        <p:spPr>
          <a:xfrm>
            <a:off x="4321019" y="6400798"/>
            <a:ext cx="7102834" cy="167949"/>
          </a:xfrm>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2026 West Monroe Partners | Reproduction and/or distribution without West Monroe Partners’ prior consent is prohibited.</a:t>
            </a:r>
          </a:p>
        </p:txBody>
      </p:sp>
      <p:sp>
        <p:nvSpPr>
          <p:cNvPr id="13" name="Slide Number Placeholder 9">
            <a:extLst>
              <a:ext uri="{FF2B5EF4-FFF2-40B4-BE49-F238E27FC236}">
                <a16:creationId xmlns:a16="http://schemas.microsoft.com/office/drawing/2014/main" id="{0F30AAAB-5875-7313-E3C5-DDE3A87DE7E4}"/>
              </a:ext>
            </a:extLst>
          </p:cNvPr>
          <p:cNvSpPr>
            <a:spLocks noGrp="1"/>
          </p:cNvSpPr>
          <p:nvPr>
            <p:ph type="sldNum" sz="quarter" idx="25"/>
          </p:nvPr>
        </p:nvSpPr>
        <p:spPr>
          <a:xfrm>
            <a:off x="11509578" y="6400799"/>
            <a:ext cx="218871" cy="1679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Tree>
    <p:extLst>
      <p:ext uri="{BB962C8B-B14F-4D97-AF65-F5344CB8AC3E}">
        <p14:creationId xmlns:p14="http://schemas.microsoft.com/office/powerpoint/2010/main" val="4463594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tatement_4_two_im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Text Placeholder 9">
            <a:extLst>
              <a:ext uri="{FF2B5EF4-FFF2-40B4-BE49-F238E27FC236}">
                <a16:creationId xmlns:a16="http://schemas.microsoft.com/office/drawing/2014/main" id="{567773C6-F57B-6E9F-F954-058B210A9903}"/>
              </a:ext>
            </a:extLst>
          </p:cNvPr>
          <p:cNvSpPr>
            <a:spLocks noGrp="1"/>
          </p:cNvSpPr>
          <p:nvPr>
            <p:ph type="body" sz="quarter" idx="23" hasCustomPrompt="1"/>
          </p:nvPr>
        </p:nvSpPr>
        <p:spPr>
          <a:xfrm>
            <a:off x="0" y="3240042"/>
            <a:ext cx="3441700" cy="586696"/>
          </a:xfrm>
          <a:prstGeom prst="rect">
            <a:avLst/>
          </a:prstGeom>
          <a:blipFill>
            <a:blip r:embed="rId3"/>
            <a:stretch>
              <a:fillRect/>
            </a:stretch>
          </a:blipFill>
        </p:spPr>
        <p:txBody>
          <a:bodyPr/>
          <a:lstStyle>
            <a:lvl1pPr>
              <a:defRPr sz="2800" b="0" i="0"/>
            </a:lvl1pPr>
          </a:lstStyle>
          <a:p>
            <a:pPr lvl="0"/>
            <a:r>
              <a:rPr lang="en-US"/>
              <a:t> </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14" name="Title 1">
            <a:extLst>
              <a:ext uri="{FF2B5EF4-FFF2-40B4-BE49-F238E27FC236}">
                <a16:creationId xmlns:a16="http://schemas.microsoft.com/office/drawing/2014/main" id="{561928D6-AF33-2FC3-7DA3-712B90A8FF99}"/>
              </a:ext>
            </a:extLst>
          </p:cNvPr>
          <p:cNvSpPr>
            <a:spLocks noGrp="1"/>
          </p:cNvSpPr>
          <p:nvPr>
            <p:ph type="title" hasCustomPrompt="1"/>
          </p:nvPr>
        </p:nvSpPr>
        <p:spPr>
          <a:xfrm>
            <a:off x="460377" y="1770064"/>
            <a:ext cx="6156323" cy="1962936"/>
          </a:xfrm>
          <a:prstGeom prst="rect">
            <a:avLst/>
          </a:prstGeom>
        </p:spPr>
        <p:txBody>
          <a:bodyPr anchor="b" anchorCtr="0"/>
          <a:lstStyle>
            <a:lvl1pPr>
              <a:defRPr sz="2800" b="1">
                <a:solidFill>
                  <a:schemeClr val="tx1"/>
                </a:solidFill>
              </a:defRPr>
            </a:lvl1pPr>
          </a:lstStyle>
          <a:p>
            <a:r>
              <a:rPr lang="en-US"/>
              <a:t>Statement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amet</a:t>
            </a:r>
            <a:r>
              <a:rPr lang="en-US"/>
              <a:t> adjust highlight et dolore. </a:t>
            </a:r>
          </a:p>
        </p:txBody>
      </p:sp>
      <p:sp>
        <p:nvSpPr>
          <p:cNvPr id="15" name="Picture Placeholder 7">
            <a:extLst>
              <a:ext uri="{FF2B5EF4-FFF2-40B4-BE49-F238E27FC236}">
                <a16:creationId xmlns:a16="http://schemas.microsoft.com/office/drawing/2014/main" id="{2B7400D2-037A-9FDF-16A4-0FD79008EAA7}"/>
              </a:ext>
            </a:extLst>
          </p:cNvPr>
          <p:cNvSpPr>
            <a:spLocks noGrp="1"/>
          </p:cNvSpPr>
          <p:nvPr>
            <p:ph type="pic" sz="quarter" idx="10" hasCustomPrompt="1"/>
          </p:nvPr>
        </p:nvSpPr>
        <p:spPr>
          <a:xfrm>
            <a:off x="7805583" y="1143000"/>
            <a:ext cx="2566219" cy="2569906"/>
          </a:xfrm>
          <a:prstGeom prst="rect">
            <a:avLst/>
          </a:prstGeom>
          <a:solidFill>
            <a:schemeClr val="accent2">
              <a:lumMod val="40000"/>
              <a:lumOff val="60000"/>
            </a:schemeClr>
          </a:solidFill>
        </p:spPr>
        <p:txBody>
          <a:bodyPr tIns="822960"/>
          <a:lstStyle>
            <a:lvl1pPr algn="ctr">
              <a:defRPr b="0" i="0"/>
            </a:lvl1pPr>
          </a:lstStyle>
          <a:p>
            <a:r>
              <a:rPr lang="en-US"/>
              <a:t>Picture</a:t>
            </a:r>
          </a:p>
        </p:txBody>
      </p:sp>
      <p:sp>
        <p:nvSpPr>
          <p:cNvPr id="16" name="Picture Placeholder 7">
            <a:extLst>
              <a:ext uri="{FF2B5EF4-FFF2-40B4-BE49-F238E27FC236}">
                <a16:creationId xmlns:a16="http://schemas.microsoft.com/office/drawing/2014/main" id="{2351EC89-08D0-926B-7E0B-EF30F37058AA}"/>
              </a:ext>
            </a:extLst>
          </p:cNvPr>
          <p:cNvSpPr>
            <a:spLocks noGrp="1"/>
          </p:cNvSpPr>
          <p:nvPr>
            <p:ph type="pic" sz="quarter" idx="26" hasCustomPrompt="1"/>
          </p:nvPr>
        </p:nvSpPr>
        <p:spPr>
          <a:xfrm>
            <a:off x="8465574" y="3900948"/>
            <a:ext cx="1906228" cy="1902542"/>
          </a:xfrm>
          <a:prstGeom prst="rect">
            <a:avLst/>
          </a:prstGeom>
          <a:solidFill>
            <a:schemeClr val="accent2">
              <a:lumMod val="40000"/>
              <a:lumOff val="60000"/>
            </a:schemeClr>
          </a:solidFill>
        </p:spPr>
        <p:txBody>
          <a:bodyPr tIns="548640"/>
          <a:lstStyle>
            <a:lvl1pPr algn="ctr">
              <a:defRPr b="0" i="0"/>
            </a:lvl1pPr>
          </a:lstStyle>
          <a:p>
            <a:r>
              <a:rPr lang="en-US"/>
              <a:t>Picture</a:t>
            </a:r>
          </a:p>
        </p:txBody>
      </p:sp>
    </p:spTree>
    <p:extLst>
      <p:ext uri="{BB962C8B-B14F-4D97-AF65-F5344CB8AC3E}">
        <p14:creationId xmlns:p14="http://schemas.microsoft.com/office/powerpoint/2010/main" val="16042934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Client Callou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Text Placeholder 15">
            <a:extLst>
              <a:ext uri="{FF2B5EF4-FFF2-40B4-BE49-F238E27FC236}">
                <a16:creationId xmlns:a16="http://schemas.microsoft.com/office/drawing/2014/main" id="{59819361-C169-F543-35DA-BD3C6C3B985E}"/>
              </a:ext>
            </a:extLst>
          </p:cNvPr>
          <p:cNvSpPr>
            <a:spLocks noGrp="1"/>
          </p:cNvSpPr>
          <p:nvPr>
            <p:ph type="body" sz="quarter" idx="33" hasCustomPrompt="1"/>
          </p:nvPr>
        </p:nvSpPr>
        <p:spPr>
          <a:xfrm>
            <a:off x="4298950" y="831591"/>
            <a:ext cx="3602038" cy="1436596"/>
          </a:xfr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2024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3" name="Text Placeholder 12">
            <a:extLst>
              <a:ext uri="{FF2B5EF4-FFF2-40B4-BE49-F238E27FC236}">
                <a16:creationId xmlns:a16="http://schemas.microsoft.com/office/drawing/2014/main" id="{C83773E0-B2A9-5900-EA67-04A744D0B7D9}"/>
              </a:ext>
            </a:extLst>
          </p:cNvPr>
          <p:cNvSpPr>
            <a:spLocks noGrp="1"/>
          </p:cNvSpPr>
          <p:nvPr>
            <p:ph type="body" sz="quarter" idx="28"/>
          </p:nvPr>
        </p:nvSpPr>
        <p:spPr>
          <a:xfrm>
            <a:off x="460375" y="2202611"/>
            <a:ext cx="3606800" cy="3817189"/>
          </a:xfrm>
        </p:spPr>
        <p:txBody>
          <a:bodyPr tIns="91440"/>
          <a:lstStyle>
            <a:lvl1pPr>
              <a:defRPr sz="1400" b="0" i="0"/>
            </a:lvl1pPr>
            <a:lvl2pPr>
              <a:defRPr sz="1400" b="1" i="0"/>
            </a:lvl2pPr>
            <a:lvl3pPr marL="137160" indent="-137160">
              <a:defRPr sz="1200" b="0" i="0"/>
            </a:lvl3pPr>
            <a:lvl4pPr marL="274320" indent="-137160">
              <a:defRPr sz="1200" b="0" i="0"/>
            </a:lvl4pPr>
            <a:lvl5pPr marL="411480" indent="-137160">
              <a:defRPr sz="1200" b="0" i="0"/>
            </a:lvl5pPr>
            <a:lvl6pPr marL="182880" indent="-182880">
              <a:buAutoNum type="arabicPeriod"/>
              <a:defRPr sz="1200"/>
            </a:lvl6pPr>
            <a:lvl7pPr marL="365760" indent="-182880">
              <a:buAutoNum type="arabicPeriod"/>
              <a:defRPr sz="1200"/>
            </a:lvl7pPr>
            <a:lvl8pPr marL="548640" indent="-182880">
              <a:defRPr sz="1200"/>
            </a:lvl8pPr>
            <a:lvl9pPr>
              <a:defRPr sz="14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15">
            <a:extLst>
              <a:ext uri="{FF2B5EF4-FFF2-40B4-BE49-F238E27FC236}">
                <a16:creationId xmlns:a16="http://schemas.microsoft.com/office/drawing/2014/main" id="{F2F2811C-682B-50C7-DB15-23C006FAFC16}"/>
              </a:ext>
            </a:extLst>
          </p:cNvPr>
          <p:cNvSpPr>
            <a:spLocks noGrp="1"/>
          </p:cNvSpPr>
          <p:nvPr>
            <p:ph type="body" sz="quarter" idx="19" hasCustomPrompt="1"/>
          </p:nvPr>
        </p:nvSpPr>
        <p:spPr>
          <a:xfrm>
            <a:off x="465138" y="556953"/>
            <a:ext cx="3602038" cy="556953"/>
          </a:xfrm>
        </p:spPr>
        <p:txBody>
          <a:bodyPr tIns="228600" rIns="0" bIns="0" anchor="t" anchorCtr="0"/>
          <a:lstStyle>
            <a:lvl1pPr>
              <a:spcAft>
                <a:spcPts val="0"/>
              </a:spcAft>
              <a:buFontTx/>
              <a:buNone/>
              <a:defRPr sz="1600" b="1" i="0" cap="all"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all"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CLIENT NAME</a:t>
            </a:r>
          </a:p>
        </p:txBody>
      </p:sp>
      <p:sp>
        <p:nvSpPr>
          <p:cNvPr id="12" name="Title 11">
            <a:extLst>
              <a:ext uri="{FF2B5EF4-FFF2-40B4-BE49-F238E27FC236}">
                <a16:creationId xmlns:a16="http://schemas.microsoft.com/office/drawing/2014/main" id="{73D86145-91C7-C9AD-8439-02A6318C3553}"/>
              </a:ext>
            </a:extLst>
          </p:cNvPr>
          <p:cNvSpPr>
            <a:spLocks noGrp="1"/>
          </p:cNvSpPr>
          <p:nvPr>
            <p:ph type="title"/>
          </p:nvPr>
        </p:nvSpPr>
        <p:spPr>
          <a:xfrm>
            <a:off x="460375" y="1116054"/>
            <a:ext cx="3606800" cy="1086557"/>
          </a:xfrm>
        </p:spPr>
        <p:txBody>
          <a:bodyPr tIns="45720"/>
          <a:lstStyle>
            <a:lvl1pPr>
              <a:defRPr sz="2000">
                <a:solidFill>
                  <a:schemeClr val="tx1"/>
                </a:solidFill>
              </a:defRPr>
            </a:lvl1pPr>
          </a:lstStyle>
          <a:p>
            <a:r>
              <a:rPr lang="en-US"/>
              <a:t>Click to edit Master title style</a:t>
            </a:r>
          </a:p>
        </p:txBody>
      </p:sp>
      <p:sp>
        <p:nvSpPr>
          <p:cNvPr id="16" name="Picture Placeholder 7">
            <a:extLst>
              <a:ext uri="{FF2B5EF4-FFF2-40B4-BE49-F238E27FC236}">
                <a16:creationId xmlns:a16="http://schemas.microsoft.com/office/drawing/2014/main" id="{85295369-BD35-627D-DCF3-70F052CE99AA}"/>
              </a:ext>
            </a:extLst>
          </p:cNvPr>
          <p:cNvSpPr>
            <a:spLocks noGrp="1"/>
          </p:cNvSpPr>
          <p:nvPr>
            <p:ph type="pic" sz="quarter" idx="10" hasCustomPrompt="1"/>
          </p:nvPr>
        </p:nvSpPr>
        <p:spPr>
          <a:xfrm>
            <a:off x="8124824" y="835429"/>
            <a:ext cx="3603625" cy="4854171"/>
          </a:xfrm>
          <a:prstGeom prst="rect">
            <a:avLst/>
          </a:prstGeom>
          <a:solidFill>
            <a:schemeClr val="accent2">
              <a:lumMod val="40000"/>
              <a:lumOff val="60000"/>
            </a:schemeClr>
          </a:solidFill>
        </p:spPr>
        <p:txBody>
          <a:bodyPr tIns="1828800"/>
          <a:lstStyle>
            <a:lvl1pPr algn="ctr">
              <a:defRPr b="0" i="0"/>
            </a:lvl1pPr>
          </a:lstStyle>
          <a:p>
            <a:r>
              <a:rPr lang="en-US"/>
              <a:t>Relevant image or </a:t>
            </a:r>
            <a:br>
              <a:rPr lang="en-US"/>
            </a:br>
            <a:r>
              <a:rPr lang="en-US"/>
              <a:t>product prototype</a:t>
            </a:r>
          </a:p>
        </p:txBody>
      </p:sp>
      <p:sp>
        <p:nvSpPr>
          <p:cNvPr id="17" name="Text Placeholder 15">
            <a:extLst>
              <a:ext uri="{FF2B5EF4-FFF2-40B4-BE49-F238E27FC236}">
                <a16:creationId xmlns:a16="http://schemas.microsoft.com/office/drawing/2014/main" id="{B2F81DA5-F8CF-9074-55A0-F820DE7FFD70}"/>
              </a:ext>
            </a:extLst>
          </p:cNvPr>
          <p:cNvSpPr>
            <a:spLocks noGrp="1"/>
          </p:cNvSpPr>
          <p:nvPr>
            <p:ph type="body" sz="quarter" idx="23" hasCustomPrompt="1"/>
          </p:nvPr>
        </p:nvSpPr>
        <p:spPr>
          <a:xfrm>
            <a:off x="4516834" y="1014960"/>
            <a:ext cx="1372790" cy="510741"/>
          </a:xfr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18" name="Text Placeholder 15">
            <a:extLst>
              <a:ext uri="{FF2B5EF4-FFF2-40B4-BE49-F238E27FC236}">
                <a16:creationId xmlns:a16="http://schemas.microsoft.com/office/drawing/2014/main" id="{B61EB7FF-E196-443F-C2CC-DAFC7495AF6C}"/>
              </a:ext>
            </a:extLst>
          </p:cNvPr>
          <p:cNvSpPr>
            <a:spLocks noGrp="1"/>
          </p:cNvSpPr>
          <p:nvPr>
            <p:ph type="body" sz="quarter" idx="31" hasCustomPrompt="1"/>
          </p:nvPr>
        </p:nvSpPr>
        <p:spPr>
          <a:xfrm>
            <a:off x="4516834" y="1525702"/>
            <a:ext cx="1372791" cy="556953"/>
          </a:xfrm>
        </p:spPr>
        <p:txBody>
          <a:bodyPr tIns="0" rIns="0" bIns="0" anchor="t" anchorCtr="0"/>
          <a:lstStyle>
            <a:lvl1pPr>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Stat descriptor lorem ipsum</a:t>
            </a:r>
          </a:p>
        </p:txBody>
      </p:sp>
      <p:sp>
        <p:nvSpPr>
          <p:cNvPr id="19" name="Text Placeholder 15">
            <a:extLst>
              <a:ext uri="{FF2B5EF4-FFF2-40B4-BE49-F238E27FC236}">
                <a16:creationId xmlns:a16="http://schemas.microsoft.com/office/drawing/2014/main" id="{883E52D6-5A2B-54FE-B2FD-50F05B9B1649}"/>
              </a:ext>
            </a:extLst>
          </p:cNvPr>
          <p:cNvSpPr>
            <a:spLocks noGrp="1"/>
          </p:cNvSpPr>
          <p:nvPr>
            <p:ph type="body" sz="quarter" idx="32" hasCustomPrompt="1"/>
          </p:nvPr>
        </p:nvSpPr>
        <p:spPr>
          <a:xfrm>
            <a:off x="5981700" y="1014838"/>
            <a:ext cx="1786952" cy="1067817"/>
          </a:xfr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Lorem ipsum dolor sit </a:t>
            </a:r>
            <a:r>
              <a:rPr lang="en-US" err="1"/>
              <a:t>amet</a:t>
            </a:r>
            <a:endParaRPr lang="en-US"/>
          </a:p>
        </p:txBody>
      </p:sp>
      <p:sp>
        <p:nvSpPr>
          <p:cNvPr id="26" name="Text Placeholder 25">
            <a:extLst>
              <a:ext uri="{FF2B5EF4-FFF2-40B4-BE49-F238E27FC236}">
                <a16:creationId xmlns:a16="http://schemas.microsoft.com/office/drawing/2014/main" id="{145EC9BB-9EA6-882D-C1C8-A929A8D7679A}"/>
              </a:ext>
            </a:extLst>
          </p:cNvPr>
          <p:cNvSpPr>
            <a:spLocks noGrp="1"/>
          </p:cNvSpPr>
          <p:nvPr>
            <p:ph type="body" sz="quarter" idx="38" hasCustomPrompt="1"/>
          </p:nvPr>
        </p:nvSpPr>
        <p:spPr>
          <a:xfrm>
            <a:off x="4300536" y="4419803"/>
            <a:ext cx="803275" cy="269761"/>
          </a:xfrm>
          <a:blipFill>
            <a:blip>
              <a:extLst>
                <a:ext uri="{96DAC541-7B7A-43D3-8B79-37D633B846F1}">
                  <asvg:svgBlip xmlns:asvg="http://schemas.microsoft.com/office/drawing/2016/SVG/main" r:embed="rId4"/>
                </a:ext>
              </a:extLst>
            </a:blip>
            <a:stretch>
              <a:fillRect/>
            </a:stretch>
          </a:blipFill>
        </p:spPr>
        <p:txBody>
          <a:bodyPr/>
          <a:lstStyle>
            <a:lvl1pPr>
              <a:defRPr b="0" i="0"/>
            </a:lvl1pPr>
          </a:lstStyle>
          <a:p>
            <a:pPr lvl="0"/>
            <a:r>
              <a:rPr lang="en-US"/>
              <a:t> </a:t>
            </a:r>
          </a:p>
        </p:txBody>
      </p:sp>
      <p:sp>
        <p:nvSpPr>
          <p:cNvPr id="27" name="Text Placeholder 15">
            <a:extLst>
              <a:ext uri="{FF2B5EF4-FFF2-40B4-BE49-F238E27FC236}">
                <a16:creationId xmlns:a16="http://schemas.microsoft.com/office/drawing/2014/main" id="{A32C7319-9E77-357E-1E6B-23D733A030D1}"/>
              </a:ext>
            </a:extLst>
          </p:cNvPr>
          <p:cNvSpPr>
            <a:spLocks noGrp="1"/>
          </p:cNvSpPr>
          <p:nvPr>
            <p:ph type="body" sz="quarter" idx="39" hasCustomPrompt="1"/>
          </p:nvPr>
        </p:nvSpPr>
        <p:spPr>
          <a:xfrm>
            <a:off x="4298950" y="4800601"/>
            <a:ext cx="3600450" cy="1219458"/>
          </a:xfrm>
        </p:spPr>
        <p:txBody>
          <a:bodyPr tIns="0" rIns="0" bIns="0" anchor="t" anchorCtr="0"/>
          <a:lstStyle>
            <a:lvl1pPr>
              <a:spcAft>
                <a:spcPts val="1000"/>
              </a:spcAft>
              <a:buFontTx/>
              <a:buNone/>
              <a:defRPr sz="1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Testimonial or project highlight goes here lorem ipsum dolor. Lorem </a:t>
            </a:r>
            <a:r>
              <a:rPr lang="en-US" err="1"/>
              <a:t>amet</a:t>
            </a:r>
            <a:r>
              <a:rPr lang="en-US"/>
              <a:t> </a:t>
            </a:r>
            <a:r>
              <a:rPr lang="en-US" err="1"/>
              <a:t>repudicae</a:t>
            </a:r>
            <a:r>
              <a:rPr lang="en-US"/>
              <a:t> </a:t>
            </a:r>
            <a:r>
              <a:rPr lang="en-US" err="1"/>
              <a:t>nihitatis</a:t>
            </a:r>
            <a:r>
              <a:rPr lang="en-US"/>
              <a:t> et </a:t>
            </a:r>
            <a:r>
              <a:rPr lang="en-US" err="1"/>
              <a:t>magnam</a:t>
            </a:r>
            <a:r>
              <a:rPr lang="en-US"/>
              <a:t>.</a:t>
            </a:r>
          </a:p>
        </p:txBody>
      </p:sp>
      <p:sp>
        <p:nvSpPr>
          <p:cNvPr id="30" name="Text Placeholder 15">
            <a:extLst>
              <a:ext uri="{FF2B5EF4-FFF2-40B4-BE49-F238E27FC236}">
                <a16:creationId xmlns:a16="http://schemas.microsoft.com/office/drawing/2014/main" id="{ABD1EAE9-28F1-F022-0886-6034CEE48011}"/>
              </a:ext>
            </a:extLst>
          </p:cNvPr>
          <p:cNvSpPr>
            <a:spLocks noGrp="1"/>
          </p:cNvSpPr>
          <p:nvPr>
            <p:ph type="body" sz="quarter" idx="40" hasCustomPrompt="1"/>
          </p:nvPr>
        </p:nvSpPr>
        <p:spPr>
          <a:xfrm>
            <a:off x="4298950" y="2506012"/>
            <a:ext cx="3602038" cy="1436596"/>
          </a:xfr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31" name="Text Placeholder 15">
            <a:extLst>
              <a:ext uri="{FF2B5EF4-FFF2-40B4-BE49-F238E27FC236}">
                <a16:creationId xmlns:a16="http://schemas.microsoft.com/office/drawing/2014/main" id="{C701D8AA-933D-5BE4-F7F1-E10444A625FD}"/>
              </a:ext>
            </a:extLst>
          </p:cNvPr>
          <p:cNvSpPr>
            <a:spLocks noGrp="1"/>
          </p:cNvSpPr>
          <p:nvPr>
            <p:ph type="body" sz="quarter" idx="41" hasCustomPrompt="1"/>
          </p:nvPr>
        </p:nvSpPr>
        <p:spPr>
          <a:xfrm>
            <a:off x="4516834" y="2689381"/>
            <a:ext cx="1372790" cy="510741"/>
          </a:xfr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32" name="Text Placeholder 15">
            <a:extLst>
              <a:ext uri="{FF2B5EF4-FFF2-40B4-BE49-F238E27FC236}">
                <a16:creationId xmlns:a16="http://schemas.microsoft.com/office/drawing/2014/main" id="{B7C2371B-53EA-E95C-F739-EFE9AE51735E}"/>
              </a:ext>
            </a:extLst>
          </p:cNvPr>
          <p:cNvSpPr>
            <a:spLocks noGrp="1"/>
          </p:cNvSpPr>
          <p:nvPr>
            <p:ph type="body" sz="quarter" idx="42" hasCustomPrompt="1"/>
          </p:nvPr>
        </p:nvSpPr>
        <p:spPr>
          <a:xfrm>
            <a:off x="4516834" y="3200123"/>
            <a:ext cx="1372791" cy="556953"/>
          </a:xfrm>
        </p:spPr>
        <p:txBody>
          <a:bodyPr tIns="0" rIns="0" bIns="0" anchor="t" anchorCtr="0"/>
          <a:lstStyle>
            <a:lvl1pPr>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Stat descriptor lorem ipsum</a:t>
            </a:r>
          </a:p>
        </p:txBody>
      </p:sp>
      <p:sp>
        <p:nvSpPr>
          <p:cNvPr id="33" name="Text Placeholder 15">
            <a:extLst>
              <a:ext uri="{FF2B5EF4-FFF2-40B4-BE49-F238E27FC236}">
                <a16:creationId xmlns:a16="http://schemas.microsoft.com/office/drawing/2014/main" id="{EF52418C-31BC-D8CA-DAA7-32470FE01E79}"/>
              </a:ext>
            </a:extLst>
          </p:cNvPr>
          <p:cNvSpPr>
            <a:spLocks noGrp="1"/>
          </p:cNvSpPr>
          <p:nvPr>
            <p:ph type="body" sz="quarter" idx="43" hasCustomPrompt="1"/>
          </p:nvPr>
        </p:nvSpPr>
        <p:spPr>
          <a:xfrm>
            <a:off x="5981700" y="2689259"/>
            <a:ext cx="1786952" cy="1067817"/>
          </a:xfr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Lorem ipsum dolor sit </a:t>
            </a:r>
            <a:r>
              <a:rPr lang="en-US" err="1"/>
              <a:t>amet</a:t>
            </a:r>
            <a:endParaRPr lang="en-US"/>
          </a:p>
        </p:txBody>
      </p:sp>
      <p:sp>
        <p:nvSpPr>
          <p:cNvPr id="2" name="Text Placeholder 15">
            <a:extLst>
              <a:ext uri="{FF2B5EF4-FFF2-40B4-BE49-F238E27FC236}">
                <a16:creationId xmlns:a16="http://schemas.microsoft.com/office/drawing/2014/main" id="{AD00B111-831B-7B8E-4399-AF47F1033036}"/>
              </a:ext>
            </a:extLst>
          </p:cNvPr>
          <p:cNvSpPr>
            <a:spLocks noGrp="1"/>
          </p:cNvSpPr>
          <p:nvPr>
            <p:ph type="body" sz="quarter" idx="44" hasCustomPrompt="1"/>
          </p:nvPr>
        </p:nvSpPr>
        <p:spPr>
          <a:xfrm>
            <a:off x="465137" y="0"/>
            <a:ext cx="5106989" cy="556953"/>
          </a:xfr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grpSp>
        <p:nvGrpSpPr>
          <p:cNvPr id="87" name="Group 86">
            <a:extLst>
              <a:ext uri="{FF2B5EF4-FFF2-40B4-BE49-F238E27FC236}">
                <a16:creationId xmlns:a16="http://schemas.microsoft.com/office/drawing/2014/main" id="{FCC55A77-7B5B-1E85-0BA0-D2C6FE0657DE}"/>
              </a:ext>
            </a:extLst>
          </p:cNvPr>
          <p:cNvGrpSpPr/>
          <p:nvPr userDrawn="1"/>
        </p:nvGrpSpPr>
        <p:grpSpPr>
          <a:xfrm>
            <a:off x="-1" y="7094960"/>
            <a:ext cx="12102536" cy="683063"/>
            <a:chOff x="-1" y="7094960"/>
            <a:chExt cx="12102536" cy="683063"/>
          </a:xfrm>
        </p:grpSpPr>
        <p:grpSp>
          <p:nvGrpSpPr>
            <p:cNvPr id="88" name="Group 87">
              <a:extLst>
                <a:ext uri="{FF2B5EF4-FFF2-40B4-BE49-F238E27FC236}">
                  <a16:creationId xmlns:a16="http://schemas.microsoft.com/office/drawing/2014/main" id="{CFF8E4E0-6ED9-59E5-21C6-C87636B52D83}"/>
                </a:ext>
              </a:extLst>
            </p:cNvPr>
            <p:cNvGrpSpPr/>
            <p:nvPr userDrawn="1"/>
          </p:nvGrpSpPr>
          <p:grpSpPr>
            <a:xfrm>
              <a:off x="-1" y="7100885"/>
              <a:ext cx="2273966" cy="677138"/>
              <a:chOff x="-1" y="7100885"/>
              <a:chExt cx="2273966" cy="677138"/>
            </a:xfrm>
          </p:grpSpPr>
          <p:sp>
            <p:nvSpPr>
              <p:cNvPr id="115" name="Rectangle 114">
                <a:extLst>
                  <a:ext uri="{FF2B5EF4-FFF2-40B4-BE49-F238E27FC236}">
                    <a16:creationId xmlns:a16="http://schemas.microsoft.com/office/drawing/2014/main" id="{6A5A636C-D502-1C90-FCF3-C6EC017433F4}"/>
                  </a:ext>
                </a:extLst>
              </p:cNvPr>
              <p:cNvSpPr/>
              <p:nvPr userDrawn="1"/>
            </p:nvSpPr>
            <p:spPr>
              <a:xfrm rot="16200000">
                <a:off x="12213" y="7088672"/>
                <a:ext cx="358001" cy="382428"/>
              </a:xfrm>
              <a:prstGeom prst="rect">
                <a:avLst/>
              </a:prstGeom>
              <a:solidFill>
                <a:schemeClr val="bg1"/>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16" name="Rectangle 115">
                <a:extLst>
                  <a:ext uri="{FF2B5EF4-FFF2-40B4-BE49-F238E27FC236}">
                    <a16:creationId xmlns:a16="http://schemas.microsoft.com/office/drawing/2014/main" id="{D12861DE-5389-498D-CCF3-72E4E56AF40C}"/>
                  </a:ext>
                </a:extLst>
              </p:cNvPr>
              <p:cNvSpPr/>
              <p:nvPr userDrawn="1"/>
            </p:nvSpPr>
            <p:spPr>
              <a:xfrm rot="16200000">
                <a:off x="957981" y="7088672"/>
                <a:ext cx="358001" cy="382428"/>
              </a:xfrm>
              <a:prstGeom prst="rect">
                <a:avLst/>
              </a:prstGeom>
              <a:solidFill>
                <a:srgbClr val="50658E"/>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17" name="Rectangle 116">
                <a:extLst>
                  <a:ext uri="{FF2B5EF4-FFF2-40B4-BE49-F238E27FC236}">
                    <a16:creationId xmlns:a16="http://schemas.microsoft.com/office/drawing/2014/main" id="{568522AD-6C0A-68DE-700A-2582CD2B0916}"/>
                  </a:ext>
                </a:extLst>
              </p:cNvPr>
              <p:cNvSpPr/>
              <p:nvPr userDrawn="1"/>
            </p:nvSpPr>
            <p:spPr>
              <a:xfrm rot="16200000">
                <a:off x="1430865" y="7088672"/>
                <a:ext cx="358001" cy="382428"/>
              </a:xfrm>
              <a:prstGeom prst="rect">
                <a:avLst/>
              </a:prstGeom>
              <a:solidFill>
                <a:srgbClr val="CED7E6"/>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18" name="Rectangle 117">
                <a:extLst>
                  <a:ext uri="{FF2B5EF4-FFF2-40B4-BE49-F238E27FC236}">
                    <a16:creationId xmlns:a16="http://schemas.microsoft.com/office/drawing/2014/main" id="{08388829-DB73-D379-29A8-78FF2A51CD05}"/>
                  </a:ext>
                </a:extLst>
              </p:cNvPr>
              <p:cNvSpPr/>
              <p:nvPr userDrawn="1"/>
            </p:nvSpPr>
            <p:spPr>
              <a:xfrm rot="16200000">
                <a:off x="1903750" y="7088672"/>
                <a:ext cx="358001" cy="382428"/>
              </a:xfrm>
              <a:prstGeom prst="rect">
                <a:avLst/>
              </a:prstGeom>
              <a:solidFill>
                <a:srgbClr val="E8EEF8"/>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19" name="TextBox 118">
                <a:extLst>
                  <a:ext uri="{FF2B5EF4-FFF2-40B4-BE49-F238E27FC236}">
                    <a16:creationId xmlns:a16="http://schemas.microsoft.com/office/drawing/2014/main" id="{BB35CCA4-1A8C-90CE-1A2E-990628A6C121}"/>
                  </a:ext>
                </a:extLst>
              </p:cNvPr>
              <p:cNvSpPr txBox="1"/>
              <p:nvPr userDrawn="1"/>
            </p:nvSpPr>
            <p:spPr>
              <a:xfrm>
                <a:off x="-1" y="7520200"/>
                <a:ext cx="540301" cy="257823"/>
              </a:xfrm>
              <a:prstGeom prst="rect">
                <a:avLst/>
              </a:prstGeom>
              <a:noFill/>
            </p:spPr>
            <p:txBody>
              <a:bodyPr wrap="square" lIns="0" tIns="0" rIns="0" bIns="36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Primary</a:t>
                </a:r>
              </a:p>
            </p:txBody>
          </p:sp>
          <p:sp>
            <p:nvSpPr>
              <p:cNvPr id="120" name="Rectangle 119">
                <a:extLst>
                  <a:ext uri="{FF2B5EF4-FFF2-40B4-BE49-F238E27FC236}">
                    <a16:creationId xmlns:a16="http://schemas.microsoft.com/office/drawing/2014/main" id="{06EDC3DC-92A9-7422-3483-2820DB2924CC}"/>
                  </a:ext>
                </a:extLst>
              </p:cNvPr>
              <p:cNvSpPr/>
              <p:nvPr userDrawn="1"/>
            </p:nvSpPr>
            <p:spPr>
              <a:xfrm rot="16200000">
                <a:off x="485097" y="7088672"/>
                <a:ext cx="358001" cy="382428"/>
              </a:xfrm>
              <a:prstGeom prst="rect">
                <a:avLst/>
              </a:prstGeom>
              <a:solidFill>
                <a:srgbClr val="070154"/>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grpSp>
        <p:grpSp>
          <p:nvGrpSpPr>
            <p:cNvPr id="89" name="Group 88">
              <a:extLst>
                <a:ext uri="{FF2B5EF4-FFF2-40B4-BE49-F238E27FC236}">
                  <a16:creationId xmlns:a16="http://schemas.microsoft.com/office/drawing/2014/main" id="{69788326-2E81-3D94-B5AB-FB4AFC78C494}"/>
                </a:ext>
              </a:extLst>
            </p:cNvPr>
            <p:cNvGrpSpPr/>
            <p:nvPr userDrawn="1"/>
          </p:nvGrpSpPr>
          <p:grpSpPr>
            <a:xfrm>
              <a:off x="2655911" y="7100885"/>
              <a:ext cx="1322942" cy="677138"/>
              <a:chOff x="2727944" y="7100885"/>
              <a:chExt cx="1322942" cy="677138"/>
            </a:xfrm>
          </p:grpSpPr>
          <p:sp>
            <p:nvSpPr>
              <p:cNvPr id="111" name="Rectangle 110">
                <a:extLst>
                  <a:ext uri="{FF2B5EF4-FFF2-40B4-BE49-F238E27FC236}">
                    <a16:creationId xmlns:a16="http://schemas.microsoft.com/office/drawing/2014/main" id="{78C9927B-E3F5-7632-44F1-625AF38A224E}"/>
                  </a:ext>
                </a:extLst>
              </p:cNvPr>
              <p:cNvSpPr/>
              <p:nvPr userDrawn="1"/>
            </p:nvSpPr>
            <p:spPr>
              <a:xfrm rot="16200000">
                <a:off x="2740159" y="7088672"/>
                <a:ext cx="358001" cy="382428"/>
              </a:xfrm>
              <a:prstGeom prst="rect">
                <a:avLst/>
              </a:prstGeom>
              <a:solidFill>
                <a:srgbClr val="F900D3"/>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12" name="Rectangle 111">
                <a:extLst>
                  <a:ext uri="{FF2B5EF4-FFF2-40B4-BE49-F238E27FC236}">
                    <a16:creationId xmlns:a16="http://schemas.microsoft.com/office/drawing/2014/main" id="{6FA4D2C2-CE4B-5211-5946-2605496B18D9}"/>
                  </a:ext>
                </a:extLst>
              </p:cNvPr>
              <p:cNvSpPr/>
              <p:nvPr userDrawn="1"/>
            </p:nvSpPr>
            <p:spPr>
              <a:xfrm rot="16200000">
                <a:off x="3680671" y="7088672"/>
                <a:ext cx="358001" cy="382428"/>
              </a:xfrm>
              <a:prstGeom prst="rect">
                <a:avLst/>
              </a:prstGeom>
              <a:solidFill>
                <a:srgbClr val="0047FF"/>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13" name="TextBox 112">
                <a:extLst>
                  <a:ext uri="{FF2B5EF4-FFF2-40B4-BE49-F238E27FC236}">
                    <a16:creationId xmlns:a16="http://schemas.microsoft.com/office/drawing/2014/main" id="{6D6CBC16-4C7A-F1D1-4687-1022275A61FD}"/>
                  </a:ext>
                </a:extLst>
              </p:cNvPr>
              <p:cNvSpPr txBox="1"/>
              <p:nvPr userDrawn="1"/>
            </p:nvSpPr>
            <p:spPr>
              <a:xfrm>
                <a:off x="2727944" y="7520200"/>
                <a:ext cx="520281" cy="257823"/>
              </a:xfrm>
              <a:prstGeom prst="rect">
                <a:avLst/>
              </a:prstGeom>
              <a:noFill/>
            </p:spPr>
            <p:txBody>
              <a:bodyPr wrap="square" lIns="0" tIns="0" rIns="0" bIns="36000" rtlCol="0" anchor="t" anchorCtr="0">
                <a:noAutofit/>
              </a:bodyPr>
              <a:lstStyle/>
              <a:p>
                <a:r>
                  <a:rPr lang="en-US" sz="800" b="0" i="0" spc="0" baseline="0">
                    <a:solidFill>
                      <a:schemeClr val="tx1"/>
                    </a:solidFill>
                    <a:latin typeface="+mj-lt"/>
                    <a:ea typeface="Verdana" panose="020B0604030504040204" pitchFamily="34" charset="0"/>
                    <a:cs typeface="Arial" panose="020B0604020202020204" pitchFamily="34" charset="0"/>
                  </a:rPr>
                  <a:t>Accent</a:t>
                </a:r>
              </a:p>
            </p:txBody>
          </p:sp>
          <p:sp>
            <p:nvSpPr>
              <p:cNvPr id="114" name="Rectangle 113">
                <a:extLst>
                  <a:ext uri="{FF2B5EF4-FFF2-40B4-BE49-F238E27FC236}">
                    <a16:creationId xmlns:a16="http://schemas.microsoft.com/office/drawing/2014/main" id="{A03A540A-2F1E-684D-4C20-B3A23C60D92C}"/>
                  </a:ext>
                </a:extLst>
              </p:cNvPr>
              <p:cNvSpPr/>
              <p:nvPr userDrawn="1"/>
            </p:nvSpPr>
            <p:spPr>
              <a:xfrm rot="16200000">
                <a:off x="3210415" y="7088672"/>
                <a:ext cx="358001" cy="382428"/>
              </a:xfrm>
              <a:prstGeom prst="rect">
                <a:avLst/>
              </a:prstGeom>
              <a:solidFill>
                <a:srgbClr val="F6EB21"/>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grpSp>
        <p:grpSp>
          <p:nvGrpSpPr>
            <p:cNvPr id="90" name="Group 89">
              <a:extLst>
                <a:ext uri="{FF2B5EF4-FFF2-40B4-BE49-F238E27FC236}">
                  <a16:creationId xmlns:a16="http://schemas.microsoft.com/office/drawing/2014/main" id="{8809A83F-38DF-F44C-9554-1884A6A6E2DC}"/>
                </a:ext>
              </a:extLst>
            </p:cNvPr>
            <p:cNvGrpSpPr/>
            <p:nvPr userDrawn="1"/>
          </p:nvGrpSpPr>
          <p:grpSpPr>
            <a:xfrm>
              <a:off x="10778614" y="7094960"/>
              <a:ext cx="1323921" cy="683063"/>
              <a:chOff x="10868079" y="7094960"/>
              <a:chExt cx="1323921" cy="683063"/>
            </a:xfrm>
          </p:grpSpPr>
          <p:sp>
            <p:nvSpPr>
              <p:cNvPr id="107" name="Rectangle 106">
                <a:extLst>
                  <a:ext uri="{FF2B5EF4-FFF2-40B4-BE49-F238E27FC236}">
                    <a16:creationId xmlns:a16="http://schemas.microsoft.com/office/drawing/2014/main" id="{34B989D6-4994-A5BD-B93D-183FECD9027E}"/>
                  </a:ext>
                </a:extLst>
              </p:cNvPr>
              <p:cNvSpPr/>
              <p:nvPr userDrawn="1"/>
            </p:nvSpPr>
            <p:spPr>
              <a:xfrm rot="16200000">
                <a:off x="10880293" y="7082747"/>
                <a:ext cx="358001" cy="382428"/>
              </a:xfrm>
              <a:prstGeom prst="rect">
                <a:avLst/>
              </a:prstGeom>
              <a:solidFill>
                <a:srgbClr val="1DD465"/>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08" name="Rectangle 107">
                <a:extLst>
                  <a:ext uri="{FF2B5EF4-FFF2-40B4-BE49-F238E27FC236}">
                    <a16:creationId xmlns:a16="http://schemas.microsoft.com/office/drawing/2014/main" id="{F591F43B-E1C2-7799-BD41-A4B75568924B}"/>
                  </a:ext>
                </a:extLst>
              </p:cNvPr>
              <p:cNvSpPr/>
              <p:nvPr userDrawn="1"/>
            </p:nvSpPr>
            <p:spPr>
              <a:xfrm rot="16200000">
                <a:off x="11821785" y="7082747"/>
                <a:ext cx="358001" cy="382428"/>
              </a:xfrm>
              <a:prstGeom prst="rect">
                <a:avLst/>
              </a:prstGeom>
              <a:solidFill>
                <a:srgbClr val="F52C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09" name="TextBox 108">
                <a:extLst>
                  <a:ext uri="{FF2B5EF4-FFF2-40B4-BE49-F238E27FC236}">
                    <a16:creationId xmlns:a16="http://schemas.microsoft.com/office/drawing/2014/main" id="{ED8E2B40-922E-4064-F636-2EA0495B0AF9}"/>
                  </a:ext>
                </a:extLst>
              </p:cNvPr>
              <p:cNvSpPr txBox="1"/>
              <p:nvPr userDrawn="1"/>
            </p:nvSpPr>
            <p:spPr>
              <a:xfrm>
                <a:off x="10868079" y="7520200"/>
                <a:ext cx="540301" cy="257823"/>
              </a:xfrm>
              <a:prstGeom prst="rect">
                <a:avLst/>
              </a:prstGeom>
              <a:noFill/>
            </p:spPr>
            <p:txBody>
              <a:bodyPr wrap="square" lIns="0" tIns="0" rIns="0" bIns="36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KPIs</a:t>
                </a:r>
              </a:p>
            </p:txBody>
          </p:sp>
          <p:sp>
            <p:nvSpPr>
              <p:cNvPr id="110" name="Rectangle 109">
                <a:extLst>
                  <a:ext uri="{FF2B5EF4-FFF2-40B4-BE49-F238E27FC236}">
                    <a16:creationId xmlns:a16="http://schemas.microsoft.com/office/drawing/2014/main" id="{70E1F5CC-86CF-ED2A-CE9F-1828EB2D25B5}"/>
                  </a:ext>
                </a:extLst>
              </p:cNvPr>
              <p:cNvSpPr/>
              <p:nvPr userDrawn="1"/>
            </p:nvSpPr>
            <p:spPr>
              <a:xfrm rot="16200000">
                <a:off x="11355036" y="7082747"/>
                <a:ext cx="358001" cy="382428"/>
              </a:xfrm>
              <a:prstGeom prst="rect">
                <a:avLst/>
              </a:prstGeom>
              <a:solidFill>
                <a:srgbClr val="FFC7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grpSp>
        <p:grpSp>
          <p:nvGrpSpPr>
            <p:cNvPr id="91" name="Group 90">
              <a:extLst>
                <a:ext uri="{FF2B5EF4-FFF2-40B4-BE49-F238E27FC236}">
                  <a16:creationId xmlns:a16="http://schemas.microsoft.com/office/drawing/2014/main" id="{1D0EAF8B-1F5D-13D2-2580-AFE65CE35A4E}"/>
                </a:ext>
              </a:extLst>
            </p:cNvPr>
            <p:cNvGrpSpPr/>
            <p:nvPr userDrawn="1"/>
          </p:nvGrpSpPr>
          <p:grpSpPr>
            <a:xfrm>
              <a:off x="9055231" y="7100885"/>
              <a:ext cx="1351453" cy="677138"/>
              <a:chOff x="7261018" y="7100885"/>
              <a:chExt cx="1351453" cy="677138"/>
            </a:xfrm>
          </p:grpSpPr>
          <p:sp>
            <p:nvSpPr>
              <p:cNvPr id="103" name="Rectangle 102">
                <a:extLst>
                  <a:ext uri="{FF2B5EF4-FFF2-40B4-BE49-F238E27FC236}">
                    <a16:creationId xmlns:a16="http://schemas.microsoft.com/office/drawing/2014/main" id="{97CD8EB0-2E5E-B0DF-D3F1-0F8A53C27C63}"/>
                  </a:ext>
                </a:extLst>
              </p:cNvPr>
              <p:cNvSpPr/>
              <p:nvPr userDrawn="1"/>
            </p:nvSpPr>
            <p:spPr>
              <a:xfrm rot="16200000">
                <a:off x="7273232" y="7088673"/>
                <a:ext cx="358001" cy="382428"/>
              </a:xfrm>
              <a:prstGeom prst="rect">
                <a:avLst/>
              </a:prstGeom>
              <a:solidFill>
                <a:srgbClr val="E8EEF8"/>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04" name="Rectangle 103">
                <a:extLst>
                  <a:ext uri="{FF2B5EF4-FFF2-40B4-BE49-F238E27FC236}">
                    <a16:creationId xmlns:a16="http://schemas.microsoft.com/office/drawing/2014/main" id="{F7CE2E08-9EE1-3C02-EF22-00B2CE587FF0}"/>
                  </a:ext>
                </a:extLst>
              </p:cNvPr>
              <p:cNvSpPr/>
              <p:nvPr userDrawn="1"/>
            </p:nvSpPr>
            <p:spPr>
              <a:xfrm rot="16200000">
                <a:off x="8242256" y="7088672"/>
                <a:ext cx="358001" cy="382428"/>
              </a:xfrm>
              <a:prstGeom prst="rect">
                <a:avLst/>
              </a:prstGeom>
              <a:solidFill>
                <a:srgbClr val="97A4BA"/>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05" name="TextBox 104">
                <a:extLst>
                  <a:ext uri="{FF2B5EF4-FFF2-40B4-BE49-F238E27FC236}">
                    <a16:creationId xmlns:a16="http://schemas.microsoft.com/office/drawing/2014/main" id="{0DD58ED1-DDA9-2E8A-B796-0F198B78FA79}"/>
                  </a:ext>
                </a:extLst>
              </p:cNvPr>
              <p:cNvSpPr txBox="1"/>
              <p:nvPr userDrawn="1"/>
            </p:nvSpPr>
            <p:spPr>
              <a:xfrm>
                <a:off x="7261018" y="7520200"/>
                <a:ext cx="1134831" cy="257823"/>
              </a:xfrm>
              <a:prstGeom prst="rect">
                <a:avLst/>
              </a:prstGeom>
              <a:noFill/>
            </p:spPr>
            <p:txBody>
              <a:bodyPr wrap="square" lIns="0" tIns="0" rIns="0" bIns="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Deemphasis Data Vis</a:t>
                </a:r>
              </a:p>
            </p:txBody>
          </p:sp>
          <p:sp>
            <p:nvSpPr>
              <p:cNvPr id="106" name="Rectangle 105">
                <a:extLst>
                  <a:ext uri="{FF2B5EF4-FFF2-40B4-BE49-F238E27FC236}">
                    <a16:creationId xmlns:a16="http://schemas.microsoft.com/office/drawing/2014/main" id="{509FE808-F3A8-6834-B622-A4768E805BB4}"/>
                  </a:ext>
                </a:extLst>
              </p:cNvPr>
              <p:cNvSpPr/>
              <p:nvPr userDrawn="1"/>
            </p:nvSpPr>
            <p:spPr>
              <a:xfrm rot="16200000">
                <a:off x="7757744" y="7088673"/>
                <a:ext cx="358001" cy="382428"/>
              </a:xfrm>
              <a:prstGeom prst="rect">
                <a:avLst/>
              </a:prstGeom>
              <a:solidFill>
                <a:srgbClr val="CED7E6"/>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grpSp>
        <p:grpSp>
          <p:nvGrpSpPr>
            <p:cNvPr id="92" name="Group 91">
              <a:extLst>
                <a:ext uri="{FF2B5EF4-FFF2-40B4-BE49-F238E27FC236}">
                  <a16:creationId xmlns:a16="http://schemas.microsoft.com/office/drawing/2014/main" id="{DB80208E-D970-93C2-DBB1-16A3CE90893F}"/>
                </a:ext>
              </a:extLst>
            </p:cNvPr>
            <p:cNvGrpSpPr/>
            <p:nvPr userDrawn="1"/>
          </p:nvGrpSpPr>
          <p:grpSpPr>
            <a:xfrm>
              <a:off x="4345020" y="7100883"/>
              <a:ext cx="4333458" cy="677140"/>
              <a:chOff x="12817101" y="7100883"/>
              <a:chExt cx="4333458" cy="677140"/>
            </a:xfrm>
          </p:grpSpPr>
          <p:sp>
            <p:nvSpPr>
              <p:cNvPr id="93" name="TextBox 92">
                <a:extLst>
                  <a:ext uri="{FF2B5EF4-FFF2-40B4-BE49-F238E27FC236}">
                    <a16:creationId xmlns:a16="http://schemas.microsoft.com/office/drawing/2014/main" id="{8E140823-449A-9951-3F1E-25230A1601A5}"/>
                  </a:ext>
                </a:extLst>
              </p:cNvPr>
              <p:cNvSpPr txBox="1"/>
              <p:nvPr userDrawn="1"/>
            </p:nvSpPr>
            <p:spPr>
              <a:xfrm>
                <a:off x="12817101" y="7520200"/>
                <a:ext cx="1480498" cy="257823"/>
              </a:xfrm>
              <a:prstGeom prst="rect">
                <a:avLst/>
              </a:prstGeom>
              <a:noFill/>
            </p:spPr>
            <p:txBody>
              <a:bodyPr wrap="square" lIns="0" tIns="0" rIns="0" bIns="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Categorical Data Vis</a:t>
                </a:r>
              </a:p>
            </p:txBody>
          </p:sp>
          <p:sp>
            <p:nvSpPr>
              <p:cNvPr id="94" name="Rectangle 93">
                <a:extLst>
                  <a:ext uri="{FF2B5EF4-FFF2-40B4-BE49-F238E27FC236}">
                    <a16:creationId xmlns:a16="http://schemas.microsoft.com/office/drawing/2014/main" id="{39E5EBA7-924D-EF2C-A255-7B4B3B3C4FC4}"/>
                  </a:ext>
                </a:extLst>
              </p:cNvPr>
              <p:cNvSpPr/>
              <p:nvPr userDrawn="1"/>
            </p:nvSpPr>
            <p:spPr>
              <a:xfrm>
                <a:off x="12817101" y="7100883"/>
                <a:ext cx="382428" cy="358001"/>
              </a:xfrm>
              <a:prstGeom prst="rect">
                <a:avLst/>
              </a:prstGeom>
              <a:solidFill>
                <a:srgbClr val="F900D3"/>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1</a:t>
                </a:r>
              </a:p>
            </p:txBody>
          </p:sp>
          <p:sp>
            <p:nvSpPr>
              <p:cNvPr id="95" name="Rectangle 94">
                <a:extLst>
                  <a:ext uri="{FF2B5EF4-FFF2-40B4-BE49-F238E27FC236}">
                    <a16:creationId xmlns:a16="http://schemas.microsoft.com/office/drawing/2014/main" id="{24BF95EC-F08B-B6C7-7FA9-B48C6A1E80F2}"/>
                  </a:ext>
                </a:extLst>
              </p:cNvPr>
              <p:cNvSpPr/>
              <p:nvPr userDrawn="1"/>
            </p:nvSpPr>
            <p:spPr>
              <a:xfrm>
                <a:off x="14298738" y="7100883"/>
                <a:ext cx="382428" cy="358001"/>
              </a:xfrm>
              <a:prstGeom prst="rect">
                <a:avLst/>
              </a:prstGeom>
              <a:solidFill>
                <a:srgbClr val="FFC7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4</a:t>
                </a:r>
              </a:p>
            </p:txBody>
          </p:sp>
          <p:sp>
            <p:nvSpPr>
              <p:cNvPr id="96" name="Rectangle 95">
                <a:extLst>
                  <a:ext uri="{FF2B5EF4-FFF2-40B4-BE49-F238E27FC236}">
                    <a16:creationId xmlns:a16="http://schemas.microsoft.com/office/drawing/2014/main" id="{8855FCE3-9748-0F17-E35A-AE22C0B621D0}"/>
                  </a:ext>
                </a:extLst>
              </p:cNvPr>
              <p:cNvSpPr/>
              <p:nvPr userDrawn="1"/>
            </p:nvSpPr>
            <p:spPr>
              <a:xfrm>
                <a:off x="15286496" y="7100883"/>
                <a:ext cx="382428" cy="358001"/>
              </a:xfrm>
              <a:prstGeom prst="rect">
                <a:avLst/>
              </a:prstGeom>
              <a:solidFill>
                <a:srgbClr val="00FCB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6</a:t>
                </a:r>
              </a:p>
            </p:txBody>
          </p:sp>
          <p:sp>
            <p:nvSpPr>
              <p:cNvPr id="97" name="Rectangle 96">
                <a:extLst>
                  <a:ext uri="{FF2B5EF4-FFF2-40B4-BE49-F238E27FC236}">
                    <a16:creationId xmlns:a16="http://schemas.microsoft.com/office/drawing/2014/main" id="{09ECF99B-0C24-5B91-E870-13347AC04FB1}"/>
                  </a:ext>
                </a:extLst>
              </p:cNvPr>
              <p:cNvSpPr/>
              <p:nvPr userDrawn="1"/>
            </p:nvSpPr>
            <p:spPr>
              <a:xfrm>
                <a:off x="13804859" y="7100883"/>
                <a:ext cx="382428" cy="358001"/>
              </a:xfrm>
              <a:prstGeom prst="rect">
                <a:avLst/>
              </a:prstGeom>
              <a:solidFill>
                <a:srgbClr val="1DD566"/>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3</a:t>
                </a:r>
              </a:p>
            </p:txBody>
          </p:sp>
          <p:sp>
            <p:nvSpPr>
              <p:cNvPr id="98" name="Rectangle 97">
                <a:extLst>
                  <a:ext uri="{FF2B5EF4-FFF2-40B4-BE49-F238E27FC236}">
                    <a16:creationId xmlns:a16="http://schemas.microsoft.com/office/drawing/2014/main" id="{AD22B21C-293E-9585-A105-2208A7569426}"/>
                  </a:ext>
                </a:extLst>
              </p:cNvPr>
              <p:cNvSpPr/>
              <p:nvPr userDrawn="1"/>
            </p:nvSpPr>
            <p:spPr>
              <a:xfrm>
                <a:off x="13310980" y="7100883"/>
                <a:ext cx="382428" cy="358001"/>
              </a:xfrm>
              <a:prstGeom prst="rect">
                <a:avLst/>
              </a:prstGeom>
              <a:solidFill>
                <a:srgbClr val="00E8FA"/>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2</a:t>
                </a:r>
              </a:p>
            </p:txBody>
          </p:sp>
          <p:sp>
            <p:nvSpPr>
              <p:cNvPr id="99" name="Rectangle 98">
                <a:extLst>
                  <a:ext uri="{FF2B5EF4-FFF2-40B4-BE49-F238E27FC236}">
                    <a16:creationId xmlns:a16="http://schemas.microsoft.com/office/drawing/2014/main" id="{2892D20F-9755-C283-8644-BD52E28B1F29}"/>
                  </a:ext>
                </a:extLst>
              </p:cNvPr>
              <p:cNvSpPr/>
              <p:nvPr userDrawn="1"/>
            </p:nvSpPr>
            <p:spPr>
              <a:xfrm>
                <a:off x="14792617" y="7100883"/>
                <a:ext cx="382428" cy="358001"/>
              </a:xfrm>
              <a:prstGeom prst="rect">
                <a:avLst/>
              </a:prstGeom>
              <a:solidFill>
                <a:srgbClr val="B741FF"/>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5</a:t>
                </a:r>
              </a:p>
            </p:txBody>
          </p:sp>
          <p:sp>
            <p:nvSpPr>
              <p:cNvPr id="100" name="Rectangle 99">
                <a:extLst>
                  <a:ext uri="{FF2B5EF4-FFF2-40B4-BE49-F238E27FC236}">
                    <a16:creationId xmlns:a16="http://schemas.microsoft.com/office/drawing/2014/main" id="{D10598D4-89A6-C2DA-883B-9E64BFA03A00}"/>
                  </a:ext>
                </a:extLst>
              </p:cNvPr>
              <p:cNvSpPr/>
              <p:nvPr userDrawn="1"/>
            </p:nvSpPr>
            <p:spPr>
              <a:xfrm>
                <a:off x="15780375" y="7100883"/>
                <a:ext cx="382428" cy="358001"/>
              </a:xfrm>
              <a:prstGeom prst="rect">
                <a:avLst/>
              </a:prstGeom>
              <a:solidFill>
                <a:srgbClr val="FF8A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7</a:t>
                </a:r>
              </a:p>
            </p:txBody>
          </p:sp>
          <p:sp>
            <p:nvSpPr>
              <p:cNvPr id="101" name="Rectangle 100">
                <a:extLst>
                  <a:ext uri="{FF2B5EF4-FFF2-40B4-BE49-F238E27FC236}">
                    <a16:creationId xmlns:a16="http://schemas.microsoft.com/office/drawing/2014/main" id="{F15EE1BB-F0B1-624E-6CF1-5C1506FD0FA9}"/>
                  </a:ext>
                </a:extLst>
              </p:cNvPr>
              <p:cNvSpPr/>
              <p:nvPr userDrawn="1"/>
            </p:nvSpPr>
            <p:spPr>
              <a:xfrm>
                <a:off x="16768131" y="7100883"/>
                <a:ext cx="382428" cy="358001"/>
              </a:xfrm>
              <a:prstGeom prst="rect">
                <a:avLst/>
              </a:prstGeom>
              <a:solidFill>
                <a:srgbClr val="F52C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9</a:t>
                </a:r>
              </a:p>
            </p:txBody>
          </p:sp>
          <p:sp>
            <p:nvSpPr>
              <p:cNvPr id="102" name="Rectangle 101">
                <a:extLst>
                  <a:ext uri="{FF2B5EF4-FFF2-40B4-BE49-F238E27FC236}">
                    <a16:creationId xmlns:a16="http://schemas.microsoft.com/office/drawing/2014/main" id="{66A24B20-98C9-3665-8857-49EAD655C110}"/>
                  </a:ext>
                </a:extLst>
              </p:cNvPr>
              <p:cNvSpPr/>
              <p:nvPr userDrawn="1"/>
            </p:nvSpPr>
            <p:spPr>
              <a:xfrm>
                <a:off x="16274254" y="7100883"/>
                <a:ext cx="382428" cy="358001"/>
              </a:xfrm>
              <a:prstGeom prst="rect">
                <a:avLst/>
              </a:prstGeom>
              <a:solidFill>
                <a:srgbClr val="00A3FF"/>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8</a:t>
                </a:r>
              </a:p>
            </p:txBody>
          </p:sp>
        </p:grpSp>
      </p:grpSp>
    </p:spTree>
    <p:extLst>
      <p:ext uri="{BB962C8B-B14F-4D97-AF65-F5344CB8AC3E}">
        <p14:creationId xmlns:p14="http://schemas.microsoft.com/office/powerpoint/2010/main" val="29660426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ivider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p:spPr>
        <p:txBody>
          <a:bodyPr tIns="91440" rIns="0" bIns="0" anchor="t" anchorCtr="0"/>
          <a:lstStyle>
            <a:lvl1pPr>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Subtitle</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4889499" cy="1582615"/>
          </a:xfr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sp>
        <p:nvSpPr>
          <p:cNvPr id="4" name="Picture Placeholder 4">
            <a:extLst>
              <a:ext uri="{FF2B5EF4-FFF2-40B4-BE49-F238E27FC236}">
                <a16:creationId xmlns:a16="http://schemas.microsoft.com/office/drawing/2014/main" id="{AFAE7868-93D0-7991-9DCD-38EE119B8992}"/>
              </a:ext>
            </a:extLst>
          </p:cNvPr>
          <p:cNvSpPr>
            <a:spLocks noGrp="1"/>
          </p:cNvSpPr>
          <p:nvPr>
            <p:ph type="pic" sz="quarter" idx="22" hasCustomPrompt="1"/>
          </p:nvPr>
        </p:nvSpPr>
        <p:spPr>
          <a:xfrm>
            <a:off x="6210300" y="1959429"/>
            <a:ext cx="2926896" cy="2944585"/>
          </a:xfrm>
          <a:noFill/>
        </p:spPr>
        <p:txBody>
          <a:bodyPr tIns="1737360"/>
          <a:lstStyle>
            <a:lvl1pPr algn="ctr">
              <a:defRPr b="0" i="0"/>
            </a:lvl1pPr>
          </a:lstStyle>
          <a:p>
            <a:r>
              <a:rPr lang="en-US"/>
              <a:t>Delete image </a:t>
            </a:r>
            <a:br>
              <a:rPr lang="en-US"/>
            </a:br>
            <a:r>
              <a:rPr lang="en-US"/>
              <a:t>placeholder </a:t>
            </a:r>
            <a:br>
              <a:rPr lang="en-US"/>
            </a:br>
            <a:r>
              <a:rPr lang="en-US"/>
              <a:t>if not needed</a:t>
            </a:r>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1281113" cy="1219200"/>
          </a:xfr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Tree>
    <p:extLst>
      <p:ext uri="{BB962C8B-B14F-4D97-AF65-F5344CB8AC3E}">
        <p14:creationId xmlns:p14="http://schemas.microsoft.com/office/powerpoint/2010/main" val="265475488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ivider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p:spPr>
        <p:txBody>
          <a:bodyPr tIns="91440" rIns="0" bIns="0" anchor="t" anchorCtr="0"/>
          <a:lstStyle>
            <a:lvl1pPr>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Subtitle</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4889499" cy="1582615"/>
          </a:xfr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sp>
        <p:nvSpPr>
          <p:cNvPr id="4" name="Picture Placeholder 4">
            <a:extLst>
              <a:ext uri="{FF2B5EF4-FFF2-40B4-BE49-F238E27FC236}">
                <a16:creationId xmlns:a16="http://schemas.microsoft.com/office/drawing/2014/main" id="{AFAE7868-93D0-7991-9DCD-38EE119B8992}"/>
              </a:ext>
            </a:extLst>
          </p:cNvPr>
          <p:cNvSpPr>
            <a:spLocks noGrp="1"/>
          </p:cNvSpPr>
          <p:nvPr>
            <p:ph type="pic" sz="quarter" idx="22" hasCustomPrompt="1"/>
          </p:nvPr>
        </p:nvSpPr>
        <p:spPr>
          <a:xfrm>
            <a:off x="6210300" y="1959429"/>
            <a:ext cx="2926896" cy="2944585"/>
          </a:xfrm>
          <a:noFill/>
        </p:spPr>
        <p:txBody>
          <a:bodyPr tIns="1737360"/>
          <a:lstStyle>
            <a:lvl1pPr algn="ctr">
              <a:defRPr b="0" i="0"/>
            </a:lvl1pPr>
          </a:lstStyle>
          <a:p>
            <a:r>
              <a:rPr lang="en-US"/>
              <a:t>Delete image </a:t>
            </a:r>
            <a:br>
              <a:rPr lang="en-US"/>
            </a:br>
            <a:r>
              <a:rPr lang="en-US"/>
              <a:t>placeholder </a:t>
            </a:r>
            <a:br>
              <a:rPr lang="en-US"/>
            </a:br>
            <a:r>
              <a:rPr lang="en-US"/>
              <a:t>if not needed</a:t>
            </a:r>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1281113" cy="1219200"/>
          </a:xfr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Tree>
    <p:extLst>
      <p:ext uri="{BB962C8B-B14F-4D97-AF65-F5344CB8AC3E}">
        <p14:creationId xmlns:p14="http://schemas.microsoft.com/office/powerpoint/2010/main" val="28626296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ivider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AFAE7868-93D0-7991-9DCD-38EE119B8992}"/>
              </a:ext>
            </a:extLst>
          </p:cNvPr>
          <p:cNvSpPr>
            <a:spLocks noGrp="1"/>
          </p:cNvSpPr>
          <p:nvPr>
            <p:ph type="pic" sz="quarter" idx="22" hasCustomPrompt="1"/>
          </p:nvPr>
        </p:nvSpPr>
        <p:spPr>
          <a:xfrm>
            <a:off x="6210300" y="1959429"/>
            <a:ext cx="2926896" cy="2944585"/>
          </a:xfrm>
          <a:noFill/>
        </p:spPr>
        <p:txBody>
          <a:bodyPr tIns="1737360"/>
          <a:lstStyle>
            <a:lvl1pPr algn="ctr">
              <a:defRPr b="0" i="0"/>
            </a:lvl1pPr>
          </a:lstStyle>
          <a:p>
            <a:r>
              <a:rPr lang="en-US"/>
              <a:t>Delete image </a:t>
            </a:r>
            <a:br>
              <a:rPr lang="en-US"/>
            </a:br>
            <a:r>
              <a:rPr lang="en-US"/>
              <a:t>placeholder </a:t>
            </a:r>
            <a:br>
              <a:rPr lang="en-US"/>
            </a:br>
            <a:r>
              <a:rPr lang="en-US"/>
              <a:t>if not needed</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pic>
        <p:nvPicPr>
          <p:cNvPr id="6" name="Graphic 5">
            <a:extLst>
              <a:ext uri="{FF2B5EF4-FFF2-40B4-BE49-F238E27FC236}">
                <a16:creationId xmlns:a16="http://schemas.microsoft.com/office/drawing/2014/main" id="{B609528E-4F54-223E-12FC-63A0EE61123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60375" y="2056147"/>
            <a:ext cx="1135813" cy="1135813"/>
          </a:xfrm>
          <a:prstGeom prst="rect">
            <a:avLst/>
          </a:prstGeom>
        </p:spPr>
      </p:pic>
      <p:sp>
        <p:nvSpPr>
          <p:cNvPr id="11" name="Text Placeholder 15">
            <a:extLst>
              <a:ext uri="{FF2B5EF4-FFF2-40B4-BE49-F238E27FC236}">
                <a16:creationId xmlns:a16="http://schemas.microsoft.com/office/drawing/2014/main" id="{6EDBCA2E-70ED-41D4-8441-A5DE698F5C9C}"/>
              </a:ext>
            </a:extLst>
          </p:cNvPr>
          <p:cNvSpPr>
            <a:spLocks noGrp="1"/>
          </p:cNvSpPr>
          <p:nvPr>
            <p:ph type="body" sz="quarter" idx="19" hasCustomPrompt="1"/>
          </p:nvPr>
        </p:nvSpPr>
        <p:spPr>
          <a:xfrm>
            <a:off x="465137" y="4759568"/>
            <a:ext cx="4884945" cy="1260231"/>
          </a:xfrm>
        </p:spPr>
        <p:txBody>
          <a:bodyPr tIns="91440" rIns="0" bIns="0" anchor="t" anchorCtr="0"/>
          <a:lstStyle>
            <a:lvl1pPr>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Subtitle</a:t>
            </a:r>
          </a:p>
        </p:txBody>
      </p:sp>
      <p:sp>
        <p:nvSpPr>
          <p:cNvPr id="12" name="Title 1">
            <a:extLst>
              <a:ext uri="{FF2B5EF4-FFF2-40B4-BE49-F238E27FC236}">
                <a16:creationId xmlns:a16="http://schemas.microsoft.com/office/drawing/2014/main" id="{D05C6F3E-76CD-C576-1365-2BF1999E9AC1}"/>
              </a:ext>
            </a:extLst>
          </p:cNvPr>
          <p:cNvSpPr>
            <a:spLocks noGrp="1"/>
          </p:cNvSpPr>
          <p:nvPr>
            <p:ph type="title" hasCustomPrompt="1"/>
          </p:nvPr>
        </p:nvSpPr>
        <p:spPr>
          <a:xfrm>
            <a:off x="460376" y="2860430"/>
            <a:ext cx="4889499" cy="1582615"/>
          </a:xfr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sp>
        <p:nvSpPr>
          <p:cNvPr id="13" name="Text Placeholder 15">
            <a:extLst>
              <a:ext uri="{FF2B5EF4-FFF2-40B4-BE49-F238E27FC236}">
                <a16:creationId xmlns:a16="http://schemas.microsoft.com/office/drawing/2014/main" id="{F59FFAA7-404F-22E5-984D-83C111B6A331}"/>
              </a:ext>
            </a:extLst>
          </p:cNvPr>
          <p:cNvSpPr>
            <a:spLocks noGrp="1"/>
          </p:cNvSpPr>
          <p:nvPr>
            <p:ph type="body" sz="quarter" idx="23" hasCustomPrompt="1"/>
          </p:nvPr>
        </p:nvSpPr>
        <p:spPr>
          <a:xfrm>
            <a:off x="465137" y="1412875"/>
            <a:ext cx="1281113" cy="1219200"/>
          </a:xfr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spTree>
    <p:extLst>
      <p:ext uri="{BB962C8B-B14F-4D97-AF65-F5344CB8AC3E}">
        <p14:creationId xmlns:p14="http://schemas.microsoft.com/office/powerpoint/2010/main" val="232335901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vider_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AFAE7868-93D0-7991-9DCD-38EE119B8992}"/>
              </a:ext>
            </a:extLst>
          </p:cNvPr>
          <p:cNvSpPr>
            <a:spLocks noGrp="1"/>
          </p:cNvSpPr>
          <p:nvPr>
            <p:ph type="pic" sz="quarter" idx="22" hasCustomPrompt="1"/>
          </p:nvPr>
        </p:nvSpPr>
        <p:spPr>
          <a:xfrm>
            <a:off x="6210300" y="1959429"/>
            <a:ext cx="2926896" cy="2944585"/>
          </a:xfrm>
          <a:noFill/>
        </p:spPr>
        <p:txBody>
          <a:bodyPr tIns="1737360"/>
          <a:lstStyle>
            <a:lvl1pPr algn="ctr">
              <a:defRPr b="0" i="0"/>
            </a:lvl1pPr>
          </a:lstStyle>
          <a:p>
            <a:r>
              <a:rPr lang="en-US"/>
              <a:t>Delete image </a:t>
            </a:r>
            <a:br>
              <a:rPr lang="en-US"/>
            </a:br>
            <a:r>
              <a:rPr lang="en-US"/>
              <a:t>placeholder </a:t>
            </a:r>
            <a:br>
              <a:rPr lang="en-US"/>
            </a:br>
            <a:r>
              <a:rPr lang="en-US"/>
              <a:t>if not needed</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pic>
        <p:nvPicPr>
          <p:cNvPr id="6" name="Graphic 5">
            <a:extLst>
              <a:ext uri="{FF2B5EF4-FFF2-40B4-BE49-F238E27FC236}">
                <a16:creationId xmlns:a16="http://schemas.microsoft.com/office/drawing/2014/main" id="{CB739827-0EF1-5A90-C689-D8B5CCBE5DC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60375" y="2056147"/>
            <a:ext cx="1135813" cy="1135813"/>
          </a:xfrm>
          <a:prstGeom prst="rect">
            <a:avLst/>
          </a:prstGeom>
        </p:spPr>
      </p:pic>
      <p:sp>
        <p:nvSpPr>
          <p:cNvPr id="11" name="Text Placeholder 15">
            <a:extLst>
              <a:ext uri="{FF2B5EF4-FFF2-40B4-BE49-F238E27FC236}">
                <a16:creationId xmlns:a16="http://schemas.microsoft.com/office/drawing/2014/main" id="{538F5BB5-9720-46B1-5D3D-A302578A8824}"/>
              </a:ext>
            </a:extLst>
          </p:cNvPr>
          <p:cNvSpPr>
            <a:spLocks noGrp="1"/>
          </p:cNvSpPr>
          <p:nvPr>
            <p:ph type="body" sz="quarter" idx="19" hasCustomPrompt="1"/>
          </p:nvPr>
        </p:nvSpPr>
        <p:spPr>
          <a:xfrm>
            <a:off x="465137" y="4759568"/>
            <a:ext cx="4884945" cy="1260231"/>
          </a:xfrm>
        </p:spPr>
        <p:txBody>
          <a:bodyPr tIns="91440" rIns="0" bIns="0" anchor="t" anchorCtr="0"/>
          <a:lstStyle>
            <a:lvl1pPr>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Subtitle</a:t>
            </a:r>
          </a:p>
        </p:txBody>
      </p:sp>
      <p:sp>
        <p:nvSpPr>
          <p:cNvPr id="12" name="Title 1">
            <a:extLst>
              <a:ext uri="{FF2B5EF4-FFF2-40B4-BE49-F238E27FC236}">
                <a16:creationId xmlns:a16="http://schemas.microsoft.com/office/drawing/2014/main" id="{47E0355B-5AFF-3130-816E-3E1FC2EAADEB}"/>
              </a:ext>
            </a:extLst>
          </p:cNvPr>
          <p:cNvSpPr>
            <a:spLocks noGrp="1"/>
          </p:cNvSpPr>
          <p:nvPr>
            <p:ph type="title" hasCustomPrompt="1"/>
          </p:nvPr>
        </p:nvSpPr>
        <p:spPr>
          <a:xfrm>
            <a:off x="460376" y="2860430"/>
            <a:ext cx="4889499" cy="1582615"/>
          </a:xfrm>
        </p:spPr>
        <p:txBody>
          <a:bodyPr anchor="b" anchorCtr="0"/>
          <a:lstStyle>
            <a:lvl1pPr>
              <a:defRPr sz="3200" b="1">
                <a:solidFill>
                  <a:schemeClr val="tx1"/>
                </a:solidFill>
              </a:defRPr>
            </a:lvl1pPr>
          </a:lstStyle>
          <a:p>
            <a:r>
              <a:rPr lang="en-US"/>
              <a:t>Divider title goes up to three lines lorem ipsum dolor </a:t>
            </a:r>
            <a:r>
              <a:rPr lang="en-US" err="1"/>
              <a:t>tatem</a:t>
            </a:r>
            <a:r>
              <a:rPr lang="en-US"/>
              <a:t> </a:t>
            </a:r>
            <a:r>
              <a:rPr lang="en-US" err="1"/>
              <a:t>voluptis</a:t>
            </a:r>
            <a:endParaRPr lang="en-US"/>
          </a:p>
        </p:txBody>
      </p:sp>
      <p:sp>
        <p:nvSpPr>
          <p:cNvPr id="13" name="Text Placeholder 15">
            <a:extLst>
              <a:ext uri="{FF2B5EF4-FFF2-40B4-BE49-F238E27FC236}">
                <a16:creationId xmlns:a16="http://schemas.microsoft.com/office/drawing/2014/main" id="{734E4BC5-1B66-30E6-F254-0A105D850529}"/>
              </a:ext>
            </a:extLst>
          </p:cNvPr>
          <p:cNvSpPr>
            <a:spLocks noGrp="1"/>
          </p:cNvSpPr>
          <p:nvPr>
            <p:ph type="body" sz="quarter" idx="23" hasCustomPrompt="1"/>
          </p:nvPr>
        </p:nvSpPr>
        <p:spPr>
          <a:xfrm>
            <a:off x="465137" y="1412875"/>
            <a:ext cx="1281113" cy="1219200"/>
          </a:xfrm>
        </p:spPr>
        <p:txBody>
          <a:bodyPr tIns="0" rIns="0" bIns="0" anchor="b" anchorCtr="0"/>
          <a:lstStyle>
            <a:lvl1pPr>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Tree>
    <p:extLst>
      <p:ext uri="{BB962C8B-B14F-4D97-AF65-F5344CB8AC3E}">
        <p14:creationId xmlns:p14="http://schemas.microsoft.com/office/powerpoint/2010/main" val="81825308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p:spPr>
        <p:txBody>
          <a:bodyPr tIns="91440" rIns="0" bIns="0" anchor="t" anchorCtr="0"/>
          <a:lstStyle>
            <a:lvl1pPr>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7439024" cy="1582615"/>
          </a:xfr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1281113" cy="1219200"/>
          </a:xfr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pic>
        <p:nvPicPr>
          <p:cNvPr id="8" name="Picture 7">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460378" y="6325375"/>
            <a:ext cx="1457322"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Tree>
    <p:extLst>
      <p:ext uri="{BB962C8B-B14F-4D97-AF65-F5344CB8AC3E}">
        <p14:creationId xmlns:p14="http://schemas.microsoft.com/office/powerpoint/2010/main" val="4586235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tx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1E01929-6060-49E5-B70E-DC1D68D228F3}"/>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460378" y="6325375"/>
            <a:ext cx="1457322" cy="305021"/>
          </a:xfrm>
          <a:prstGeom prst="rect">
            <a:avLst/>
          </a:prstGeom>
        </p:spPr>
      </p:pic>
      <p:pic>
        <p:nvPicPr>
          <p:cNvPr id="13" name="Graphic 12">
            <a:extLst>
              <a:ext uri="{FF2B5EF4-FFF2-40B4-BE49-F238E27FC236}">
                <a16:creationId xmlns:a16="http://schemas.microsoft.com/office/drawing/2014/main" id="{D8BF26C2-CCEC-B240-E2B1-D98A7597DDE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14" name="Text Placeholder 15">
            <a:extLst>
              <a:ext uri="{FF2B5EF4-FFF2-40B4-BE49-F238E27FC236}">
                <a16:creationId xmlns:a16="http://schemas.microsoft.com/office/drawing/2014/main" id="{91349BA5-E5D7-8838-7AD9-8CD40C540304}"/>
              </a:ext>
            </a:extLst>
          </p:cNvPr>
          <p:cNvSpPr>
            <a:spLocks noGrp="1"/>
          </p:cNvSpPr>
          <p:nvPr>
            <p:ph type="body" sz="quarter" idx="19" hasCustomPrompt="1"/>
          </p:nvPr>
        </p:nvSpPr>
        <p:spPr>
          <a:xfrm>
            <a:off x="465137" y="4759568"/>
            <a:ext cx="4884945" cy="1260231"/>
          </a:xfrm>
        </p:spPr>
        <p:txBody>
          <a:bodyPr tIns="91440" rIns="0" bIns="0" anchor="t" anchorCtr="0"/>
          <a:lstStyle>
            <a:lvl1pPr>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15" name="Title 1">
            <a:extLst>
              <a:ext uri="{FF2B5EF4-FFF2-40B4-BE49-F238E27FC236}">
                <a16:creationId xmlns:a16="http://schemas.microsoft.com/office/drawing/2014/main" id="{08D77ED4-A2DF-F309-9245-4D540E2DBEC0}"/>
              </a:ext>
            </a:extLst>
          </p:cNvPr>
          <p:cNvSpPr>
            <a:spLocks noGrp="1"/>
          </p:cNvSpPr>
          <p:nvPr>
            <p:ph type="title" hasCustomPrompt="1"/>
          </p:nvPr>
        </p:nvSpPr>
        <p:spPr>
          <a:xfrm>
            <a:off x="460376" y="2860430"/>
            <a:ext cx="7439024" cy="1582615"/>
          </a:xfr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sp>
        <p:nvSpPr>
          <p:cNvPr id="16" name="Text Placeholder 15">
            <a:extLst>
              <a:ext uri="{FF2B5EF4-FFF2-40B4-BE49-F238E27FC236}">
                <a16:creationId xmlns:a16="http://schemas.microsoft.com/office/drawing/2014/main" id="{AD2D5AC6-08C3-1A7C-4E2C-A1DF593E06DA}"/>
              </a:ext>
            </a:extLst>
          </p:cNvPr>
          <p:cNvSpPr>
            <a:spLocks noGrp="1"/>
          </p:cNvSpPr>
          <p:nvPr>
            <p:ph type="body" sz="quarter" idx="23" hasCustomPrompt="1"/>
          </p:nvPr>
        </p:nvSpPr>
        <p:spPr>
          <a:xfrm>
            <a:off x="465137" y="1412875"/>
            <a:ext cx="1281113" cy="1219200"/>
          </a:xfr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sp>
        <p:nvSpPr>
          <p:cNvPr id="17" name="Footer Placeholder 8">
            <a:extLst>
              <a:ext uri="{FF2B5EF4-FFF2-40B4-BE49-F238E27FC236}">
                <a16:creationId xmlns:a16="http://schemas.microsoft.com/office/drawing/2014/main" id="{0AE61501-EDB9-8CAF-0EF0-22A64141B31D}"/>
              </a:ext>
            </a:extLst>
          </p:cNvPr>
          <p:cNvSpPr>
            <a:spLocks noGrp="1"/>
          </p:cNvSpPr>
          <p:nvPr>
            <p:ph type="ftr" sz="quarter" idx="24"/>
          </p:nvPr>
        </p:nvSpPr>
        <p:spPr>
          <a:xfrm>
            <a:off x="4321019" y="6400798"/>
            <a:ext cx="7102834" cy="167949"/>
          </a:xfrm>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2025 West Monroe Partners | Reproduction and/or distribution without West Monroe Partners’ prior consent is prohibited.</a:t>
            </a:r>
          </a:p>
        </p:txBody>
      </p:sp>
      <p:sp>
        <p:nvSpPr>
          <p:cNvPr id="18" name="Slide Number Placeholder 9">
            <a:extLst>
              <a:ext uri="{FF2B5EF4-FFF2-40B4-BE49-F238E27FC236}">
                <a16:creationId xmlns:a16="http://schemas.microsoft.com/office/drawing/2014/main" id="{8D3971E5-0157-0707-6BDF-E2F60F632232}"/>
              </a:ext>
            </a:extLst>
          </p:cNvPr>
          <p:cNvSpPr>
            <a:spLocks noGrp="1"/>
          </p:cNvSpPr>
          <p:nvPr>
            <p:ph type="sldNum" sz="quarter" idx="25"/>
          </p:nvPr>
        </p:nvSpPr>
        <p:spPr>
          <a:xfrm>
            <a:off x="11509578" y="6400799"/>
            <a:ext cx="218871" cy="1679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Tree>
    <p:extLst>
      <p:ext uri="{BB962C8B-B14F-4D97-AF65-F5344CB8AC3E}">
        <p14:creationId xmlns:p14="http://schemas.microsoft.com/office/powerpoint/2010/main" val="232031896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ivider_7">
    <p:bg>
      <p:bgPr>
        <a:solidFill>
          <a:schemeClr val="accent3"/>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p:spPr>
        <p:txBody>
          <a:bodyPr tIns="91440" rIns="0" bIns="0" anchor="t" anchorCtr="0"/>
          <a:lstStyle>
            <a:lvl1pPr>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7439024" cy="1582615"/>
          </a:xfrm>
        </p:spPr>
        <p:txBody>
          <a:bodyPr anchor="b" anchorCtr="0"/>
          <a:lstStyle>
            <a:lvl1pPr>
              <a:defRPr sz="3200" b="1">
                <a:solidFill>
                  <a:schemeClr val="tx1"/>
                </a:solidFill>
              </a:defRPr>
            </a:lvl1pPr>
          </a:lstStyle>
          <a:p>
            <a:r>
              <a:rPr lang="en-US"/>
              <a:t>Divider title goes up to three lines lorem ipsum dolor </a:t>
            </a:r>
            <a:r>
              <a:rPr lang="en-US" err="1"/>
              <a:t>tatem</a:t>
            </a:r>
            <a:r>
              <a:rPr lang="en-US"/>
              <a:t> </a:t>
            </a:r>
            <a:r>
              <a:rPr lang="en-US" err="1"/>
              <a:t>voluptis</a:t>
            </a:r>
            <a:endParaRPr lang="en-US"/>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1281113" cy="1219200"/>
          </a:xfrm>
        </p:spPr>
        <p:txBody>
          <a:bodyPr tIns="0" rIns="0" bIns="0" anchor="b" anchorCtr="0"/>
          <a:lstStyle>
            <a:lvl1pPr>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Tree>
    <p:extLst>
      <p:ext uri="{BB962C8B-B14F-4D97-AF65-F5344CB8AC3E}">
        <p14:creationId xmlns:p14="http://schemas.microsoft.com/office/powerpoint/2010/main" val="273414224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key_message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3550629"/>
            <a:ext cx="2190750" cy="2210410"/>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1655763"/>
            <a:ext cx="4889503" cy="1727489"/>
          </a:xfrm>
        </p:spPr>
        <p:txBody>
          <a:bodyPr tIns="45720" anchor="t" anchorCtr="0"/>
          <a:lstStyle>
            <a:lvl1pPr>
              <a:defRPr sz="2400">
                <a:solidFill>
                  <a:schemeClr val="tx1"/>
                </a:solidFill>
              </a:defRPr>
            </a:lvl1pPr>
          </a:lstStyle>
          <a:p>
            <a:r>
              <a:rPr lang="en-US"/>
              <a:t>Key message up to four lines</a:t>
            </a:r>
          </a:p>
        </p:txBody>
      </p:sp>
      <p:sp>
        <p:nvSpPr>
          <p:cNvPr id="6" name="Text Placeholder 10">
            <a:extLst>
              <a:ext uri="{FF2B5EF4-FFF2-40B4-BE49-F238E27FC236}">
                <a16:creationId xmlns:a16="http://schemas.microsoft.com/office/drawing/2014/main" id="{0BC4C2C2-2752-910D-3A89-477FA608D615}"/>
              </a:ext>
            </a:extLst>
          </p:cNvPr>
          <p:cNvSpPr>
            <a:spLocks noGrp="1"/>
          </p:cNvSpPr>
          <p:nvPr>
            <p:ph type="body" sz="quarter" idx="27"/>
          </p:nvPr>
        </p:nvSpPr>
        <p:spPr>
          <a:xfrm>
            <a:off x="5572125" y="1770063"/>
            <a:ext cx="6156324" cy="4249737"/>
          </a:xfrm>
        </p:spPr>
        <p:txBody>
          <a:bodyPr tIns="0"/>
          <a:lstStyle>
            <a:lvl1pPr>
              <a:defRPr b="0" i="0"/>
            </a:lvl1pPr>
            <a:lvl2pPr>
              <a:defRPr b="1"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66D47BD9-9D76-91EC-BFB6-6A3B1BD0C1DF}"/>
              </a:ext>
            </a:extLst>
          </p:cNvPr>
          <p:cNvSpPr>
            <a:spLocks noGrp="1"/>
          </p:cNvSpPr>
          <p:nvPr>
            <p:ph type="body" sz="quarter" idx="19" hasCustomPrompt="1"/>
          </p:nvPr>
        </p:nvSpPr>
        <p:spPr>
          <a:xfrm>
            <a:off x="465137" y="0"/>
            <a:ext cx="5106989" cy="556953"/>
          </a:xfr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357806590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key_messag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982828"/>
            <a:ext cx="2078544" cy="2081385"/>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3317132"/>
            <a:ext cx="3606803" cy="2702668"/>
          </a:xfrm>
        </p:spPr>
        <p:txBody>
          <a:bodyPr tIns="45720" rIns="228600" anchor="t" anchorCtr="0"/>
          <a:lstStyle>
            <a:lvl1pPr>
              <a:defRPr sz="2400">
                <a:solidFill>
                  <a:schemeClr val="bg1"/>
                </a:solidFill>
              </a:defRPr>
            </a:lvl1pPr>
          </a:lstStyle>
          <a:p>
            <a:r>
              <a:rPr lang="en-US"/>
              <a:t>Key message up to four lines long lorem ipsum dolor sit </a:t>
            </a:r>
            <a:r>
              <a:rPr lang="en-US" err="1"/>
              <a:t>amet</a:t>
            </a:r>
            <a:endParaRPr lang="en-US"/>
          </a:p>
        </p:txBody>
      </p:sp>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p:nvPr>
        </p:nvSpPr>
        <p:spPr>
          <a:xfrm>
            <a:off x="5572125" y="1770063"/>
            <a:ext cx="6156324" cy="4249737"/>
          </a:xfrm>
        </p:spPr>
        <p:txBody>
          <a:bodyPr tIns="0"/>
          <a:lstStyle>
            <a:lvl1pPr>
              <a:defRPr b="0" i="0"/>
            </a:lvl1pPr>
            <a:lvl2pPr>
              <a:defRPr b="1"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5B72D3CC-6F75-2997-9493-09F5DEB0EBDD}"/>
              </a:ext>
            </a:extLst>
          </p:cNvPr>
          <p:cNvSpPr>
            <a:spLocks noGrp="1"/>
          </p:cNvSpPr>
          <p:nvPr>
            <p:ph type="body" sz="quarter" idx="19" hasCustomPrompt="1"/>
          </p:nvPr>
        </p:nvSpPr>
        <p:spPr>
          <a:xfrm>
            <a:off x="465137" y="0"/>
            <a:ext cx="5106989" cy="556953"/>
          </a:xfr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31671745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key_message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982828"/>
            <a:ext cx="2078544" cy="2081385"/>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3317132"/>
            <a:ext cx="3606803" cy="2702668"/>
          </a:xfrm>
        </p:spPr>
        <p:txBody>
          <a:bodyPr tIns="45720" rIns="228600" anchor="t" anchorCtr="0"/>
          <a:lstStyle>
            <a:lvl1pPr>
              <a:defRPr sz="2400">
                <a:solidFill>
                  <a:schemeClr val="bg1"/>
                </a:solidFill>
              </a:defRPr>
            </a:lvl1pPr>
          </a:lstStyle>
          <a:p>
            <a:r>
              <a:rPr lang="en-US"/>
              <a:t>Key message up to four lines long lorem ipsum dolor sit </a:t>
            </a:r>
            <a:r>
              <a:rPr lang="en-US" err="1"/>
              <a:t>amet</a:t>
            </a:r>
            <a:endParaRPr lang="en-US"/>
          </a:p>
        </p:txBody>
      </p:sp>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p:nvPr>
        </p:nvSpPr>
        <p:spPr>
          <a:xfrm>
            <a:off x="5572125" y="1770063"/>
            <a:ext cx="6156324" cy="4249737"/>
          </a:xfrm>
        </p:spPr>
        <p:txBody>
          <a:bodyPr tIns="0"/>
          <a:lstStyle>
            <a:lvl1pPr>
              <a:defRPr b="0" i="0"/>
            </a:lvl1pPr>
            <a:lvl2pPr>
              <a:defRPr b="1"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F5F966FD-B64F-EAA3-D8ED-0F342AAC4233}"/>
              </a:ext>
            </a:extLst>
          </p:cNvPr>
          <p:cNvSpPr>
            <a:spLocks noGrp="1"/>
          </p:cNvSpPr>
          <p:nvPr>
            <p:ph type="body" sz="quarter" idx="19" hasCustomPrompt="1"/>
          </p:nvPr>
        </p:nvSpPr>
        <p:spPr>
          <a:xfrm>
            <a:off x="465137" y="0"/>
            <a:ext cx="5106989" cy="556953"/>
          </a:xfr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31809749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key_message_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982828"/>
            <a:ext cx="2078544" cy="2081385"/>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3317132"/>
            <a:ext cx="3606803" cy="2702668"/>
          </a:xfrm>
        </p:spPr>
        <p:txBody>
          <a:bodyPr tIns="45720" rIns="228600" anchor="t" anchorCtr="0"/>
          <a:lstStyle>
            <a:lvl1pPr>
              <a:defRPr sz="2400">
                <a:solidFill>
                  <a:schemeClr val="bg1"/>
                </a:solidFill>
              </a:defRPr>
            </a:lvl1pPr>
          </a:lstStyle>
          <a:p>
            <a:r>
              <a:rPr lang="en-US"/>
              <a:t>Key message up to four lines long lorem ipsum dolor sit </a:t>
            </a:r>
            <a:r>
              <a:rPr lang="en-US" err="1"/>
              <a:t>amet</a:t>
            </a:r>
            <a:endParaRPr lang="en-US"/>
          </a:p>
        </p:txBody>
      </p:sp>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p:nvPr>
        </p:nvSpPr>
        <p:spPr>
          <a:xfrm>
            <a:off x="5572125" y="1770063"/>
            <a:ext cx="6156324" cy="4249737"/>
          </a:xfrm>
        </p:spPr>
        <p:txBody>
          <a:bodyPr tIns="0"/>
          <a:lstStyle>
            <a:lvl1pPr>
              <a:defRPr b="0" i="0"/>
            </a:lvl1pPr>
            <a:lvl2pPr>
              <a:defRPr b="1"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C85F9C23-4103-DAA2-9E40-C6DA8F9717CC}"/>
              </a:ext>
            </a:extLst>
          </p:cNvPr>
          <p:cNvSpPr>
            <a:spLocks noGrp="1"/>
          </p:cNvSpPr>
          <p:nvPr>
            <p:ph type="body" sz="quarter" idx="19" hasCustomPrompt="1"/>
          </p:nvPr>
        </p:nvSpPr>
        <p:spPr>
          <a:xfrm>
            <a:off x="465137" y="0"/>
            <a:ext cx="5106989" cy="556953"/>
          </a:xfr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429296040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Our Tea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hasCustomPrompt="1"/>
          </p:nvPr>
        </p:nvSpPr>
        <p:spPr>
          <a:xfrm>
            <a:off x="460376" y="2805026"/>
            <a:ext cx="2330450" cy="488748"/>
          </a:xfr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a:t>
            </a:r>
            <a:r>
              <a:rPr lang="en-US" err="1"/>
              <a:t>Lastname</a:t>
            </a:r>
            <a:endParaRPr lang="en-US"/>
          </a:p>
          <a:p>
            <a:pPr lvl="1"/>
            <a:r>
              <a:rPr lang="en-US"/>
              <a:t>Title</a:t>
            </a:r>
          </a:p>
        </p:txBody>
      </p:sp>
      <p:sp>
        <p:nvSpPr>
          <p:cNvPr id="5" name="TextBox 4">
            <a:extLst>
              <a:ext uri="{FF2B5EF4-FFF2-40B4-BE49-F238E27FC236}">
                <a16:creationId xmlns:a16="http://schemas.microsoft.com/office/drawing/2014/main" id="{055DE255-BAC4-98A8-8AB1-993F10F0E0B4}"/>
              </a:ext>
            </a:extLst>
          </p:cNvPr>
          <p:cNvSpPr txBox="1"/>
          <p:nvPr userDrawn="1"/>
        </p:nvSpPr>
        <p:spPr>
          <a:xfrm>
            <a:off x="460377" y="549275"/>
            <a:ext cx="2333625" cy="449296"/>
          </a:xfrm>
          <a:prstGeom prst="rect">
            <a:avLst/>
          </a:prstGeom>
          <a:noFill/>
        </p:spPr>
        <p:txBody>
          <a:bodyPr wrap="square" lIns="0" tIns="0" rIns="0" bIns="0" rtlCol="0" anchor="b" anchorCtr="0">
            <a:normAutofit/>
          </a:bodyPr>
          <a:lstStyle/>
          <a:p>
            <a:pPr marL="0" lvl="0" indent="-3657600" algn="l">
              <a:spcAft>
                <a:spcPts val="600"/>
              </a:spcAft>
            </a:pPr>
            <a:r>
              <a:rPr lang="en-US" sz="2800" b="1" i="0">
                <a:solidFill>
                  <a:schemeClr val="tx1"/>
                </a:solidFill>
                <a:latin typeface="+mn-lt"/>
                <a:ea typeface="Roboto" panose="02000000000000000000" pitchFamily="2" charset="0"/>
                <a:cs typeface="Segoe UI" panose="020B0502040204020203" pitchFamily="34" charset="0"/>
              </a:rPr>
              <a:t>OUR TEAM</a:t>
            </a:r>
          </a:p>
        </p:txBody>
      </p:sp>
      <p:sp>
        <p:nvSpPr>
          <p:cNvPr id="6" name="Picture Placeholder 7">
            <a:extLst>
              <a:ext uri="{FF2B5EF4-FFF2-40B4-BE49-F238E27FC236}">
                <a16:creationId xmlns:a16="http://schemas.microsoft.com/office/drawing/2014/main" id="{753585D2-035A-9C52-F792-68204444001D}"/>
              </a:ext>
            </a:extLst>
          </p:cNvPr>
          <p:cNvSpPr>
            <a:spLocks noGrp="1"/>
          </p:cNvSpPr>
          <p:nvPr>
            <p:ph type="pic" sz="quarter" idx="28" hasCustomPrompt="1"/>
          </p:nvPr>
        </p:nvSpPr>
        <p:spPr>
          <a:xfrm>
            <a:off x="29559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16" name="Picture Placeholder 7">
            <a:extLst>
              <a:ext uri="{FF2B5EF4-FFF2-40B4-BE49-F238E27FC236}">
                <a16:creationId xmlns:a16="http://schemas.microsoft.com/office/drawing/2014/main" id="{EC6EA86D-3D54-3C8B-9084-66965F19A952}"/>
              </a:ext>
            </a:extLst>
          </p:cNvPr>
          <p:cNvSpPr>
            <a:spLocks noGrp="1"/>
          </p:cNvSpPr>
          <p:nvPr>
            <p:ph type="pic" sz="quarter" idx="30" hasCustomPrompt="1"/>
          </p:nvPr>
        </p:nvSpPr>
        <p:spPr>
          <a:xfrm>
            <a:off x="54578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18" name="Picture Placeholder 7">
            <a:extLst>
              <a:ext uri="{FF2B5EF4-FFF2-40B4-BE49-F238E27FC236}">
                <a16:creationId xmlns:a16="http://schemas.microsoft.com/office/drawing/2014/main" id="{2B0C0247-3C2B-13E0-7861-209542696FE7}"/>
              </a:ext>
            </a:extLst>
          </p:cNvPr>
          <p:cNvSpPr>
            <a:spLocks noGrp="1"/>
          </p:cNvSpPr>
          <p:nvPr>
            <p:ph type="pic" sz="quarter" idx="32" hasCustomPrompt="1"/>
          </p:nvPr>
        </p:nvSpPr>
        <p:spPr>
          <a:xfrm>
            <a:off x="79597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0" name="Picture Placeholder 7">
            <a:extLst>
              <a:ext uri="{FF2B5EF4-FFF2-40B4-BE49-F238E27FC236}">
                <a16:creationId xmlns:a16="http://schemas.microsoft.com/office/drawing/2014/main" id="{702162B6-132E-1D51-55BE-F91BCE8149C2}"/>
              </a:ext>
            </a:extLst>
          </p:cNvPr>
          <p:cNvSpPr>
            <a:spLocks noGrp="1"/>
          </p:cNvSpPr>
          <p:nvPr>
            <p:ph type="pic" sz="quarter" idx="34" hasCustomPrompt="1"/>
          </p:nvPr>
        </p:nvSpPr>
        <p:spPr>
          <a:xfrm>
            <a:off x="104616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2" name="Picture Placeholder 7">
            <a:extLst>
              <a:ext uri="{FF2B5EF4-FFF2-40B4-BE49-F238E27FC236}">
                <a16:creationId xmlns:a16="http://schemas.microsoft.com/office/drawing/2014/main" id="{E4EC5019-E69A-00D2-92D7-8C5DC80BE9C4}"/>
              </a:ext>
            </a:extLst>
          </p:cNvPr>
          <p:cNvSpPr>
            <a:spLocks noGrp="1"/>
          </p:cNvSpPr>
          <p:nvPr>
            <p:ph type="pic" sz="quarter" idx="36" hasCustomPrompt="1"/>
          </p:nvPr>
        </p:nvSpPr>
        <p:spPr>
          <a:xfrm>
            <a:off x="460375"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4" name="Picture Placeholder 7">
            <a:extLst>
              <a:ext uri="{FF2B5EF4-FFF2-40B4-BE49-F238E27FC236}">
                <a16:creationId xmlns:a16="http://schemas.microsoft.com/office/drawing/2014/main" id="{52C7A6A6-5C73-77A5-2E6E-E7F3F7A014F3}"/>
              </a:ext>
            </a:extLst>
          </p:cNvPr>
          <p:cNvSpPr>
            <a:spLocks noGrp="1"/>
          </p:cNvSpPr>
          <p:nvPr>
            <p:ph type="pic" sz="quarter" idx="38" hasCustomPrompt="1"/>
          </p:nvPr>
        </p:nvSpPr>
        <p:spPr>
          <a:xfrm>
            <a:off x="29559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6" name="Picture Placeholder 7">
            <a:extLst>
              <a:ext uri="{FF2B5EF4-FFF2-40B4-BE49-F238E27FC236}">
                <a16:creationId xmlns:a16="http://schemas.microsoft.com/office/drawing/2014/main" id="{DDEF697F-461D-FA88-976C-A0BFC93DC4A6}"/>
              </a:ext>
            </a:extLst>
          </p:cNvPr>
          <p:cNvSpPr>
            <a:spLocks noGrp="1"/>
          </p:cNvSpPr>
          <p:nvPr>
            <p:ph type="pic" sz="quarter" idx="40" hasCustomPrompt="1"/>
          </p:nvPr>
        </p:nvSpPr>
        <p:spPr>
          <a:xfrm>
            <a:off x="54578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8" name="Picture Placeholder 7">
            <a:extLst>
              <a:ext uri="{FF2B5EF4-FFF2-40B4-BE49-F238E27FC236}">
                <a16:creationId xmlns:a16="http://schemas.microsoft.com/office/drawing/2014/main" id="{8753D85C-855C-CBB1-203A-B69A0492213A}"/>
              </a:ext>
            </a:extLst>
          </p:cNvPr>
          <p:cNvSpPr>
            <a:spLocks noGrp="1"/>
          </p:cNvSpPr>
          <p:nvPr>
            <p:ph type="pic" sz="quarter" idx="42" hasCustomPrompt="1"/>
          </p:nvPr>
        </p:nvSpPr>
        <p:spPr>
          <a:xfrm>
            <a:off x="79597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30" name="Picture Placeholder 7">
            <a:extLst>
              <a:ext uri="{FF2B5EF4-FFF2-40B4-BE49-F238E27FC236}">
                <a16:creationId xmlns:a16="http://schemas.microsoft.com/office/drawing/2014/main" id="{3B1EC1D9-EBE8-118C-7EBD-1188B4CE3126}"/>
              </a:ext>
            </a:extLst>
          </p:cNvPr>
          <p:cNvSpPr>
            <a:spLocks noGrp="1"/>
          </p:cNvSpPr>
          <p:nvPr>
            <p:ph type="pic" sz="quarter" idx="44" hasCustomPrompt="1"/>
          </p:nvPr>
        </p:nvSpPr>
        <p:spPr>
          <a:xfrm>
            <a:off x="104616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32" name="Text Placeholder 10">
            <a:extLst>
              <a:ext uri="{FF2B5EF4-FFF2-40B4-BE49-F238E27FC236}">
                <a16:creationId xmlns:a16="http://schemas.microsoft.com/office/drawing/2014/main" id="{40F17B41-3514-4548-9F64-BD0783E5043C}"/>
              </a:ext>
            </a:extLst>
          </p:cNvPr>
          <p:cNvSpPr>
            <a:spLocks noGrp="1"/>
          </p:cNvSpPr>
          <p:nvPr>
            <p:ph type="body" sz="quarter" idx="45" hasCustomPrompt="1"/>
          </p:nvPr>
        </p:nvSpPr>
        <p:spPr>
          <a:xfrm>
            <a:off x="460376" y="5116426"/>
            <a:ext cx="2330450" cy="488748"/>
          </a:xfr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a:t>
            </a:r>
            <a:r>
              <a:rPr lang="en-US" err="1"/>
              <a:t>Lastname</a:t>
            </a:r>
            <a:endParaRPr lang="en-US"/>
          </a:p>
          <a:p>
            <a:pPr lvl="1"/>
            <a:r>
              <a:rPr lang="en-US"/>
              <a:t>Title</a:t>
            </a:r>
          </a:p>
        </p:txBody>
      </p:sp>
      <p:sp>
        <p:nvSpPr>
          <p:cNvPr id="33" name="Text Placeholder 10">
            <a:extLst>
              <a:ext uri="{FF2B5EF4-FFF2-40B4-BE49-F238E27FC236}">
                <a16:creationId xmlns:a16="http://schemas.microsoft.com/office/drawing/2014/main" id="{EB42D664-ABD7-6992-836F-019D706B3316}"/>
              </a:ext>
            </a:extLst>
          </p:cNvPr>
          <p:cNvSpPr>
            <a:spLocks noGrp="1"/>
          </p:cNvSpPr>
          <p:nvPr>
            <p:ph type="body" sz="quarter" idx="46" hasCustomPrompt="1"/>
          </p:nvPr>
        </p:nvSpPr>
        <p:spPr>
          <a:xfrm>
            <a:off x="2955924" y="2805026"/>
            <a:ext cx="2330450" cy="488748"/>
          </a:xfr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a:t>
            </a:r>
            <a:r>
              <a:rPr lang="en-US" err="1"/>
              <a:t>Lastname</a:t>
            </a:r>
            <a:endParaRPr lang="en-US"/>
          </a:p>
          <a:p>
            <a:pPr lvl="1"/>
            <a:r>
              <a:rPr lang="en-US"/>
              <a:t>Title</a:t>
            </a:r>
          </a:p>
        </p:txBody>
      </p:sp>
      <p:sp>
        <p:nvSpPr>
          <p:cNvPr id="34" name="Text Placeholder 10">
            <a:extLst>
              <a:ext uri="{FF2B5EF4-FFF2-40B4-BE49-F238E27FC236}">
                <a16:creationId xmlns:a16="http://schemas.microsoft.com/office/drawing/2014/main" id="{57753F74-4729-CECF-7D00-79DE09C36AE2}"/>
              </a:ext>
            </a:extLst>
          </p:cNvPr>
          <p:cNvSpPr>
            <a:spLocks noGrp="1"/>
          </p:cNvSpPr>
          <p:nvPr>
            <p:ph type="body" sz="quarter" idx="47" hasCustomPrompt="1"/>
          </p:nvPr>
        </p:nvSpPr>
        <p:spPr>
          <a:xfrm>
            <a:off x="2955924" y="5116426"/>
            <a:ext cx="2330450" cy="488748"/>
          </a:xfr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a:t>
            </a:r>
            <a:r>
              <a:rPr lang="en-US" err="1"/>
              <a:t>Lastname</a:t>
            </a:r>
            <a:endParaRPr lang="en-US"/>
          </a:p>
          <a:p>
            <a:pPr lvl="1"/>
            <a:r>
              <a:rPr lang="en-US"/>
              <a:t>Title</a:t>
            </a:r>
          </a:p>
        </p:txBody>
      </p:sp>
      <p:sp>
        <p:nvSpPr>
          <p:cNvPr id="35" name="Text Placeholder 10">
            <a:extLst>
              <a:ext uri="{FF2B5EF4-FFF2-40B4-BE49-F238E27FC236}">
                <a16:creationId xmlns:a16="http://schemas.microsoft.com/office/drawing/2014/main" id="{D963EBFA-BDB3-6ABA-B662-D773E665EF7D}"/>
              </a:ext>
            </a:extLst>
          </p:cNvPr>
          <p:cNvSpPr>
            <a:spLocks noGrp="1"/>
          </p:cNvSpPr>
          <p:nvPr>
            <p:ph type="body" sz="quarter" idx="48" hasCustomPrompt="1"/>
          </p:nvPr>
        </p:nvSpPr>
        <p:spPr>
          <a:xfrm>
            <a:off x="5457824" y="2805026"/>
            <a:ext cx="2330450" cy="488748"/>
          </a:xfr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a:t>
            </a:r>
            <a:r>
              <a:rPr lang="en-US" err="1"/>
              <a:t>Lastname</a:t>
            </a:r>
            <a:endParaRPr lang="en-US"/>
          </a:p>
          <a:p>
            <a:pPr lvl="1"/>
            <a:r>
              <a:rPr lang="en-US"/>
              <a:t>Title</a:t>
            </a:r>
          </a:p>
        </p:txBody>
      </p:sp>
      <p:sp>
        <p:nvSpPr>
          <p:cNvPr id="36" name="Text Placeholder 10">
            <a:extLst>
              <a:ext uri="{FF2B5EF4-FFF2-40B4-BE49-F238E27FC236}">
                <a16:creationId xmlns:a16="http://schemas.microsoft.com/office/drawing/2014/main" id="{5C9260E7-C77B-2BE4-996E-B01E4A70536E}"/>
              </a:ext>
            </a:extLst>
          </p:cNvPr>
          <p:cNvSpPr>
            <a:spLocks noGrp="1"/>
          </p:cNvSpPr>
          <p:nvPr>
            <p:ph type="body" sz="quarter" idx="49" hasCustomPrompt="1"/>
          </p:nvPr>
        </p:nvSpPr>
        <p:spPr>
          <a:xfrm>
            <a:off x="5457824" y="5116426"/>
            <a:ext cx="2330450" cy="488748"/>
          </a:xfr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a:t>
            </a:r>
            <a:r>
              <a:rPr lang="en-US" err="1"/>
              <a:t>Lastname</a:t>
            </a:r>
            <a:endParaRPr lang="en-US"/>
          </a:p>
          <a:p>
            <a:pPr lvl="1"/>
            <a:r>
              <a:rPr lang="en-US"/>
              <a:t>Title</a:t>
            </a:r>
          </a:p>
        </p:txBody>
      </p:sp>
      <p:sp>
        <p:nvSpPr>
          <p:cNvPr id="37" name="Text Placeholder 10">
            <a:extLst>
              <a:ext uri="{FF2B5EF4-FFF2-40B4-BE49-F238E27FC236}">
                <a16:creationId xmlns:a16="http://schemas.microsoft.com/office/drawing/2014/main" id="{4C415A5E-F122-67EA-DB56-8D538C16EC93}"/>
              </a:ext>
            </a:extLst>
          </p:cNvPr>
          <p:cNvSpPr>
            <a:spLocks noGrp="1"/>
          </p:cNvSpPr>
          <p:nvPr>
            <p:ph type="body" sz="quarter" idx="50" hasCustomPrompt="1"/>
          </p:nvPr>
        </p:nvSpPr>
        <p:spPr>
          <a:xfrm>
            <a:off x="7959724" y="2805026"/>
            <a:ext cx="2330450" cy="488748"/>
          </a:xfr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a:t>
            </a:r>
            <a:r>
              <a:rPr lang="en-US" err="1"/>
              <a:t>Lastname</a:t>
            </a:r>
            <a:endParaRPr lang="en-US"/>
          </a:p>
          <a:p>
            <a:pPr lvl="1"/>
            <a:r>
              <a:rPr lang="en-US"/>
              <a:t>Title</a:t>
            </a:r>
          </a:p>
        </p:txBody>
      </p:sp>
      <p:sp>
        <p:nvSpPr>
          <p:cNvPr id="38" name="Text Placeholder 10">
            <a:extLst>
              <a:ext uri="{FF2B5EF4-FFF2-40B4-BE49-F238E27FC236}">
                <a16:creationId xmlns:a16="http://schemas.microsoft.com/office/drawing/2014/main" id="{197FC507-64A7-6845-D924-3EA93ED3F213}"/>
              </a:ext>
            </a:extLst>
          </p:cNvPr>
          <p:cNvSpPr>
            <a:spLocks noGrp="1"/>
          </p:cNvSpPr>
          <p:nvPr>
            <p:ph type="body" sz="quarter" idx="51" hasCustomPrompt="1"/>
          </p:nvPr>
        </p:nvSpPr>
        <p:spPr>
          <a:xfrm>
            <a:off x="7959724" y="5116426"/>
            <a:ext cx="2330450" cy="488748"/>
          </a:xfr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a:t>
            </a:r>
            <a:r>
              <a:rPr lang="en-US" err="1"/>
              <a:t>Lastname</a:t>
            </a:r>
            <a:endParaRPr lang="en-US"/>
          </a:p>
          <a:p>
            <a:pPr lvl="1"/>
            <a:r>
              <a:rPr lang="en-US"/>
              <a:t>Title</a:t>
            </a:r>
          </a:p>
        </p:txBody>
      </p:sp>
      <p:sp>
        <p:nvSpPr>
          <p:cNvPr id="39" name="Text Placeholder 10">
            <a:extLst>
              <a:ext uri="{FF2B5EF4-FFF2-40B4-BE49-F238E27FC236}">
                <a16:creationId xmlns:a16="http://schemas.microsoft.com/office/drawing/2014/main" id="{A6263E65-C2F3-E85E-175C-3F8D04FD039A}"/>
              </a:ext>
            </a:extLst>
          </p:cNvPr>
          <p:cNvSpPr>
            <a:spLocks noGrp="1"/>
          </p:cNvSpPr>
          <p:nvPr>
            <p:ph type="body" sz="quarter" idx="52" hasCustomPrompt="1"/>
          </p:nvPr>
        </p:nvSpPr>
        <p:spPr>
          <a:xfrm>
            <a:off x="10461624" y="2805026"/>
            <a:ext cx="1730376" cy="488748"/>
          </a:xfr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a:t>
            </a:r>
            <a:r>
              <a:rPr lang="en-US" err="1"/>
              <a:t>Lastname</a:t>
            </a:r>
            <a:endParaRPr lang="en-US"/>
          </a:p>
          <a:p>
            <a:pPr lvl="1"/>
            <a:r>
              <a:rPr lang="en-US"/>
              <a:t>Title</a:t>
            </a:r>
          </a:p>
        </p:txBody>
      </p:sp>
      <p:sp>
        <p:nvSpPr>
          <p:cNvPr id="40" name="Text Placeholder 10">
            <a:extLst>
              <a:ext uri="{FF2B5EF4-FFF2-40B4-BE49-F238E27FC236}">
                <a16:creationId xmlns:a16="http://schemas.microsoft.com/office/drawing/2014/main" id="{EACCA106-5A32-14F5-6436-3A8FA32128EB}"/>
              </a:ext>
            </a:extLst>
          </p:cNvPr>
          <p:cNvSpPr>
            <a:spLocks noGrp="1"/>
          </p:cNvSpPr>
          <p:nvPr>
            <p:ph type="body" sz="quarter" idx="53" hasCustomPrompt="1"/>
          </p:nvPr>
        </p:nvSpPr>
        <p:spPr>
          <a:xfrm>
            <a:off x="10461624" y="5116426"/>
            <a:ext cx="1730376" cy="488748"/>
          </a:xfr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a:t>
            </a:r>
            <a:r>
              <a:rPr lang="en-US" err="1"/>
              <a:t>Lastname</a:t>
            </a:r>
            <a:endParaRPr lang="en-US"/>
          </a:p>
          <a:p>
            <a:pPr lvl="1"/>
            <a:r>
              <a:rPr lang="en-US"/>
              <a:t>Title</a:t>
            </a:r>
          </a:p>
        </p:txBody>
      </p:sp>
      <p:sp>
        <p:nvSpPr>
          <p:cNvPr id="2" name="Text Placeholder 15">
            <a:extLst>
              <a:ext uri="{FF2B5EF4-FFF2-40B4-BE49-F238E27FC236}">
                <a16:creationId xmlns:a16="http://schemas.microsoft.com/office/drawing/2014/main" id="{51E2F942-8396-45B5-EC6D-8AFC76FA1201}"/>
              </a:ext>
            </a:extLst>
          </p:cNvPr>
          <p:cNvSpPr>
            <a:spLocks noGrp="1"/>
          </p:cNvSpPr>
          <p:nvPr>
            <p:ph type="body" sz="quarter" idx="19" hasCustomPrompt="1"/>
          </p:nvPr>
        </p:nvSpPr>
        <p:spPr>
          <a:xfrm>
            <a:off x="465137" y="0"/>
            <a:ext cx="5106989" cy="556953"/>
          </a:xfr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8239848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i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1424072"/>
            <a:ext cx="1600199" cy="1589663"/>
          </a:xfrm>
          <a:prstGeom prst="rect">
            <a:avLst/>
          </a:prstGeom>
          <a:solidFill>
            <a:schemeClr val="accent2">
              <a:lumMod val="40000"/>
              <a:lumOff val="60000"/>
            </a:schemeClr>
          </a:solidFill>
        </p:spPr>
        <p:txBody>
          <a:bodyPr tIns="457200"/>
          <a:lstStyle>
            <a:lvl1pPr algn="ctr">
              <a:defRPr sz="1000" b="0" i="0"/>
            </a:lvl1pPr>
          </a:lstStyle>
          <a:p>
            <a:r>
              <a:rPr lang="en-US"/>
              <a:t>Headshot</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hasCustomPrompt="1"/>
          </p:nvPr>
        </p:nvSpPr>
        <p:spPr>
          <a:xfrm>
            <a:off x="460376" y="3077336"/>
            <a:ext cx="1600199" cy="955574"/>
          </a:xfrm>
        </p:spPr>
        <p:txBody>
          <a:bodyPr tIns="0"/>
          <a:lstStyle>
            <a:lvl1pPr>
              <a:spcAft>
                <a:spcPts val="0"/>
              </a:spcAft>
              <a:defRPr sz="1600" b="1" i="0">
                <a:solidFill>
                  <a:schemeClr val="tx1"/>
                </a:solidFill>
              </a:defRPr>
            </a:lvl1pPr>
            <a:lvl2pPr>
              <a:defRPr sz="16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stStyle>
          <a:p>
            <a:pPr lvl="0"/>
            <a:r>
              <a:rPr lang="en-US"/>
              <a:t>Name </a:t>
            </a:r>
            <a:r>
              <a:rPr lang="en-US" err="1"/>
              <a:t>Lastname</a:t>
            </a:r>
            <a:endParaRPr lang="en-US"/>
          </a:p>
          <a:p>
            <a:pPr lvl="1"/>
            <a:r>
              <a:rPr lang="en-US"/>
              <a:t>Title</a:t>
            </a:r>
          </a:p>
        </p:txBody>
      </p:sp>
      <p:sp>
        <p:nvSpPr>
          <p:cNvPr id="5" name="TextBox 4">
            <a:extLst>
              <a:ext uri="{FF2B5EF4-FFF2-40B4-BE49-F238E27FC236}">
                <a16:creationId xmlns:a16="http://schemas.microsoft.com/office/drawing/2014/main" id="{055DE255-BAC4-98A8-8AB1-993F10F0E0B4}"/>
              </a:ext>
            </a:extLst>
          </p:cNvPr>
          <p:cNvSpPr txBox="1"/>
          <p:nvPr userDrawn="1"/>
        </p:nvSpPr>
        <p:spPr>
          <a:xfrm>
            <a:off x="460377" y="549275"/>
            <a:ext cx="2333625" cy="449296"/>
          </a:xfrm>
          <a:prstGeom prst="rect">
            <a:avLst/>
          </a:prstGeom>
          <a:noFill/>
        </p:spPr>
        <p:txBody>
          <a:bodyPr wrap="square" lIns="0" tIns="0" rIns="0" bIns="0" rtlCol="0" anchor="b" anchorCtr="0">
            <a:normAutofit/>
          </a:bodyPr>
          <a:lstStyle/>
          <a:p>
            <a:pPr marL="0" lvl="0" indent="-3657600" algn="l">
              <a:spcAft>
                <a:spcPts val="600"/>
              </a:spcAft>
            </a:pPr>
            <a:r>
              <a:rPr lang="en-US" sz="2800" b="1" i="0">
                <a:solidFill>
                  <a:schemeClr val="tx1"/>
                </a:solidFill>
                <a:latin typeface="+mn-lt"/>
                <a:ea typeface="Roboto" panose="02000000000000000000" pitchFamily="2" charset="0"/>
                <a:cs typeface="Segoe UI" panose="020B0502040204020203" pitchFamily="34" charset="0"/>
              </a:rPr>
              <a:t>BIO</a:t>
            </a:r>
          </a:p>
        </p:txBody>
      </p:sp>
      <p:sp>
        <p:nvSpPr>
          <p:cNvPr id="4" name="TextBox 3">
            <a:extLst>
              <a:ext uri="{FF2B5EF4-FFF2-40B4-BE49-F238E27FC236}">
                <a16:creationId xmlns:a16="http://schemas.microsoft.com/office/drawing/2014/main" id="{C5F7974B-9D4B-FA7C-DB5D-C7B4A4D2A99D}"/>
              </a:ext>
            </a:extLst>
          </p:cNvPr>
          <p:cNvSpPr txBox="1"/>
          <p:nvPr userDrawn="1"/>
        </p:nvSpPr>
        <p:spPr>
          <a:xfrm>
            <a:off x="7315200" y="-1397000"/>
            <a:ext cx="0" cy="0"/>
          </a:xfrm>
          <a:prstGeom prst="rect">
            <a:avLst/>
          </a:prstGeom>
          <a:noFill/>
        </p:spPr>
        <p:txBody>
          <a:bodyPr wrap="none" lIns="0" tIns="0" rIns="0" bIns="0" rtlCol="0">
            <a:normAutofit fontScale="25000" lnSpcReduction="20000"/>
          </a:bodyPr>
          <a:lstStyle/>
          <a:p>
            <a:pPr marL="0" indent="-3657600" algn="l">
              <a:spcAft>
                <a:spcPts val="600"/>
              </a:spcAft>
            </a:pPr>
            <a:endParaRPr lang="en-US" sz="1600" b="0" i="0">
              <a:solidFill>
                <a:schemeClr val="bg1"/>
              </a:solidFill>
              <a:latin typeface="+mn-lt"/>
              <a:ea typeface="Roboto" panose="02000000000000000000" pitchFamily="2" charset="0"/>
              <a:cs typeface="Segoe UI" panose="020B0502040204020203" pitchFamily="34" charset="0"/>
            </a:endParaRPr>
          </a:p>
        </p:txBody>
      </p:sp>
      <p:sp>
        <p:nvSpPr>
          <p:cNvPr id="13" name="Text Placeholder 12">
            <a:extLst>
              <a:ext uri="{FF2B5EF4-FFF2-40B4-BE49-F238E27FC236}">
                <a16:creationId xmlns:a16="http://schemas.microsoft.com/office/drawing/2014/main" id="{C83773E0-B2A9-5900-EA67-04A744D0B7D9}"/>
              </a:ext>
            </a:extLst>
          </p:cNvPr>
          <p:cNvSpPr>
            <a:spLocks noGrp="1"/>
          </p:cNvSpPr>
          <p:nvPr>
            <p:ph type="body" sz="quarter" idx="28"/>
          </p:nvPr>
        </p:nvSpPr>
        <p:spPr>
          <a:xfrm>
            <a:off x="2268071" y="1412875"/>
            <a:ext cx="5631329" cy="4606925"/>
          </a:xfrm>
        </p:spPr>
        <p:txBody>
          <a:bodyPr/>
          <a:lstStyle>
            <a:lvl1pPr>
              <a:defRPr sz="1400" b="0" i="0"/>
            </a:lvl1pPr>
            <a:lvl2pPr>
              <a:defRPr sz="1400" b="1" i="0"/>
            </a:lvl2pPr>
            <a:lvl3pPr>
              <a:defRPr sz="1400" b="0" i="0"/>
            </a:lvl3pPr>
            <a:lvl4pPr>
              <a:defRPr sz="1400" b="0" i="0"/>
            </a:lvl4pPr>
            <a:lvl5pPr>
              <a:defRPr sz="14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2">
            <a:extLst>
              <a:ext uri="{FF2B5EF4-FFF2-40B4-BE49-F238E27FC236}">
                <a16:creationId xmlns:a16="http://schemas.microsoft.com/office/drawing/2014/main" id="{F12F582F-DFC3-8EA9-41A3-9E5797F985A9}"/>
              </a:ext>
            </a:extLst>
          </p:cNvPr>
          <p:cNvSpPr>
            <a:spLocks noGrp="1"/>
          </p:cNvSpPr>
          <p:nvPr>
            <p:ph type="body" sz="quarter" idx="29" hasCustomPrompt="1"/>
          </p:nvPr>
        </p:nvSpPr>
        <p:spPr>
          <a:xfrm>
            <a:off x="8076579" y="1347340"/>
            <a:ext cx="3459790" cy="2272161"/>
          </a:xfrm>
          <a:solidFill>
            <a:schemeClr val="accent4"/>
          </a:solidFill>
        </p:spPr>
        <p:txBody>
          <a:bodyPr lIns="182880" tIns="182880" rIns="182880" bIns="182880"/>
          <a:lstStyle>
            <a:lvl1pPr>
              <a:defRPr sz="1400" b="1" i="0" u="sng">
                <a:solidFill>
                  <a:schemeClr val="accent2"/>
                </a:solidFill>
              </a:defRPr>
            </a:lvl1pPr>
            <a:lvl2pPr marL="228600" indent="-228600">
              <a:buClr>
                <a:schemeClr val="tx1"/>
              </a:buClr>
              <a:buFont typeface="Arial" panose="020B0604020202020204" pitchFamily="34" charset="0"/>
              <a:buChar char="•"/>
              <a:defRPr sz="1400" b="0" i="0">
                <a:solidFill>
                  <a:schemeClr val="tx1"/>
                </a:solidFill>
              </a:defRPr>
            </a:lvl2pPr>
            <a:lvl3pPr marL="457200">
              <a:defRPr/>
            </a:lvl3pPr>
            <a:lvl4pPr marL="685800">
              <a:defRPr sz="1400"/>
            </a:lvl4pPr>
            <a:lvl5pPr marL="914400">
              <a:defRPr/>
            </a:lvl5pPr>
          </a:lstStyle>
          <a:p>
            <a:pPr lvl="0"/>
            <a:r>
              <a:rPr lang="en-US"/>
              <a:t>Industries served</a:t>
            </a:r>
          </a:p>
          <a:p>
            <a:pPr lvl="1"/>
            <a:r>
              <a:rPr lang="en-US"/>
              <a:t>Bullet</a:t>
            </a:r>
          </a:p>
        </p:txBody>
      </p:sp>
      <p:sp>
        <p:nvSpPr>
          <p:cNvPr id="15" name="Text Placeholder 12">
            <a:extLst>
              <a:ext uri="{FF2B5EF4-FFF2-40B4-BE49-F238E27FC236}">
                <a16:creationId xmlns:a16="http://schemas.microsoft.com/office/drawing/2014/main" id="{90DCED2C-4702-3E26-08C4-BE0F781E7BCE}"/>
              </a:ext>
            </a:extLst>
          </p:cNvPr>
          <p:cNvSpPr>
            <a:spLocks noGrp="1"/>
          </p:cNvSpPr>
          <p:nvPr>
            <p:ph type="body" sz="quarter" idx="30" hasCustomPrompt="1"/>
          </p:nvPr>
        </p:nvSpPr>
        <p:spPr>
          <a:xfrm>
            <a:off x="8076579" y="3743441"/>
            <a:ext cx="3459790" cy="2272161"/>
          </a:xfrm>
          <a:solidFill>
            <a:schemeClr val="accent4"/>
          </a:solidFill>
        </p:spPr>
        <p:txBody>
          <a:bodyPr lIns="182880" tIns="182880" rIns="182880" bIns="182880"/>
          <a:lstStyle>
            <a:lvl1pPr>
              <a:defRPr sz="1400" b="1" i="0" u="sng">
                <a:solidFill>
                  <a:schemeClr val="accent2"/>
                </a:solidFill>
              </a:defRPr>
            </a:lvl1pPr>
            <a:lvl2pPr marL="228600" indent="-228600">
              <a:buClr>
                <a:schemeClr val="tx1"/>
              </a:buClr>
              <a:buFont typeface="Arial" panose="020B0604020202020204" pitchFamily="34" charset="0"/>
              <a:buChar char="•"/>
              <a:defRPr sz="1400" b="0" i="0">
                <a:solidFill>
                  <a:schemeClr val="tx1"/>
                </a:solidFill>
              </a:defRPr>
            </a:lvl2pPr>
            <a:lvl3pPr marL="457200">
              <a:defRPr/>
            </a:lvl3pPr>
            <a:lvl4pPr marL="685800">
              <a:defRPr sz="1400"/>
            </a:lvl4pPr>
            <a:lvl5pPr marL="914400">
              <a:defRPr/>
            </a:lvl5pPr>
          </a:lstStyle>
          <a:p>
            <a:pPr lvl="0"/>
            <a:r>
              <a:rPr lang="en-US"/>
              <a:t>Skills &amp; Specialties</a:t>
            </a:r>
          </a:p>
          <a:p>
            <a:pPr lvl="1"/>
            <a:r>
              <a:rPr lang="en-US"/>
              <a:t>Bullet</a:t>
            </a:r>
          </a:p>
        </p:txBody>
      </p:sp>
      <p:sp>
        <p:nvSpPr>
          <p:cNvPr id="2" name="Text Placeholder 15">
            <a:extLst>
              <a:ext uri="{FF2B5EF4-FFF2-40B4-BE49-F238E27FC236}">
                <a16:creationId xmlns:a16="http://schemas.microsoft.com/office/drawing/2014/main" id="{8BBB8F65-14F9-B931-3059-9EFE5E3B97E1}"/>
              </a:ext>
            </a:extLst>
          </p:cNvPr>
          <p:cNvSpPr>
            <a:spLocks noGrp="1"/>
          </p:cNvSpPr>
          <p:nvPr>
            <p:ph type="body" sz="quarter" idx="19" hasCustomPrompt="1"/>
          </p:nvPr>
        </p:nvSpPr>
        <p:spPr>
          <a:xfrm>
            <a:off x="465137" y="0"/>
            <a:ext cx="5106989" cy="556953"/>
          </a:xfr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7450154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lient Callou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Text Placeholder 15">
            <a:extLst>
              <a:ext uri="{FF2B5EF4-FFF2-40B4-BE49-F238E27FC236}">
                <a16:creationId xmlns:a16="http://schemas.microsoft.com/office/drawing/2014/main" id="{59819361-C169-F543-35DA-BD3C6C3B985E}"/>
              </a:ext>
            </a:extLst>
          </p:cNvPr>
          <p:cNvSpPr>
            <a:spLocks noGrp="1"/>
          </p:cNvSpPr>
          <p:nvPr>
            <p:ph type="body" sz="quarter" idx="33" hasCustomPrompt="1"/>
          </p:nvPr>
        </p:nvSpPr>
        <p:spPr>
          <a:xfrm>
            <a:off x="4298950" y="831591"/>
            <a:ext cx="3602038" cy="1436596"/>
          </a:xfr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3" name="Text Placeholder 12">
            <a:extLst>
              <a:ext uri="{FF2B5EF4-FFF2-40B4-BE49-F238E27FC236}">
                <a16:creationId xmlns:a16="http://schemas.microsoft.com/office/drawing/2014/main" id="{C83773E0-B2A9-5900-EA67-04A744D0B7D9}"/>
              </a:ext>
            </a:extLst>
          </p:cNvPr>
          <p:cNvSpPr>
            <a:spLocks noGrp="1"/>
          </p:cNvSpPr>
          <p:nvPr>
            <p:ph type="body" sz="quarter" idx="28"/>
          </p:nvPr>
        </p:nvSpPr>
        <p:spPr>
          <a:xfrm>
            <a:off x="460375" y="2202611"/>
            <a:ext cx="3606800" cy="3817189"/>
          </a:xfrm>
        </p:spPr>
        <p:txBody>
          <a:bodyPr tIns="91440"/>
          <a:lstStyle>
            <a:lvl1pPr>
              <a:defRPr sz="1400" b="0" i="0"/>
            </a:lvl1pPr>
            <a:lvl2pPr>
              <a:defRPr sz="1400" b="1" i="0"/>
            </a:lvl2pPr>
            <a:lvl3pPr marL="137160" indent="-137160">
              <a:defRPr sz="1200" b="0" i="0"/>
            </a:lvl3pPr>
            <a:lvl4pPr marL="274320" indent="-137160">
              <a:defRPr sz="1200" b="0" i="0"/>
            </a:lvl4pPr>
            <a:lvl5pPr marL="411480" indent="-137160">
              <a:defRPr sz="1200" b="0" i="0"/>
            </a:lvl5pPr>
            <a:lvl6pPr marL="182880" indent="-182880">
              <a:buAutoNum type="arabicPeriod"/>
              <a:defRPr sz="1200"/>
            </a:lvl6pPr>
            <a:lvl7pPr marL="365760" indent="-182880">
              <a:buAutoNum type="arabicPeriod"/>
              <a:defRPr sz="1200"/>
            </a:lvl7pPr>
            <a:lvl8pPr marL="548640" indent="-182880">
              <a:defRPr sz="1200"/>
            </a:lvl8pPr>
            <a:lvl9pPr>
              <a:defRPr sz="14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15">
            <a:extLst>
              <a:ext uri="{FF2B5EF4-FFF2-40B4-BE49-F238E27FC236}">
                <a16:creationId xmlns:a16="http://schemas.microsoft.com/office/drawing/2014/main" id="{F2F2811C-682B-50C7-DB15-23C006FAFC16}"/>
              </a:ext>
            </a:extLst>
          </p:cNvPr>
          <p:cNvSpPr>
            <a:spLocks noGrp="1"/>
          </p:cNvSpPr>
          <p:nvPr>
            <p:ph type="body" sz="quarter" idx="19" hasCustomPrompt="1"/>
          </p:nvPr>
        </p:nvSpPr>
        <p:spPr>
          <a:xfrm>
            <a:off x="465138" y="556953"/>
            <a:ext cx="3602038" cy="556953"/>
          </a:xfrm>
        </p:spPr>
        <p:txBody>
          <a:bodyPr tIns="228600" rIns="0" bIns="0" anchor="t" anchorCtr="0"/>
          <a:lstStyle>
            <a:lvl1pPr>
              <a:spcAft>
                <a:spcPts val="0"/>
              </a:spcAft>
              <a:buFontTx/>
              <a:buNone/>
              <a:defRPr sz="1600" b="1" i="0" cap="all"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all"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CLIENT NAME</a:t>
            </a:r>
          </a:p>
        </p:txBody>
      </p:sp>
      <p:sp>
        <p:nvSpPr>
          <p:cNvPr id="12" name="Title 11">
            <a:extLst>
              <a:ext uri="{FF2B5EF4-FFF2-40B4-BE49-F238E27FC236}">
                <a16:creationId xmlns:a16="http://schemas.microsoft.com/office/drawing/2014/main" id="{73D86145-91C7-C9AD-8439-02A6318C3553}"/>
              </a:ext>
            </a:extLst>
          </p:cNvPr>
          <p:cNvSpPr>
            <a:spLocks noGrp="1"/>
          </p:cNvSpPr>
          <p:nvPr>
            <p:ph type="title"/>
          </p:nvPr>
        </p:nvSpPr>
        <p:spPr>
          <a:xfrm>
            <a:off x="460375" y="1116054"/>
            <a:ext cx="3606800" cy="1086557"/>
          </a:xfrm>
        </p:spPr>
        <p:txBody>
          <a:bodyPr tIns="45720"/>
          <a:lstStyle>
            <a:lvl1pPr>
              <a:defRPr sz="2000">
                <a:solidFill>
                  <a:schemeClr val="tx1"/>
                </a:solidFill>
              </a:defRPr>
            </a:lvl1pPr>
          </a:lstStyle>
          <a:p>
            <a:r>
              <a:rPr lang="en-US"/>
              <a:t>Click to edit Master title style</a:t>
            </a:r>
          </a:p>
        </p:txBody>
      </p:sp>
      <p:sp>
        <p:nvSpPr>
          <p:cNvPr id="16" name="Picture Placeholder 7">
            <a:extLst>
              <a:ext uri="{FF2B5EF4-FFF2-40B4-BE49-F238E27FC236}">
                <a16:creationId xmlns:a16="http://schemas.microsoft.com/office/drawing/2014/main" id="{85295369-BD35-627D-DCF3-70F052CE99AA}"/>
              </a:ext>
            </a:extLst>
          </p:cNvPr>
          <p:cNvSpPr>
            <a:spLocks noGrp="1"/>
          </p:cNvSpPr>
          <p:nvPr>
            <p:ph type="pic" sz="quarter" idx="10" hasCustomPrompt="1"/>
          </p:nvPr>
        </p:nvSpPr>
        <p:spPr>
          <a:xfrm>
            <a:off x="8124824" y="835429"/>
            <a:ext cx="3603625" cy="4854171"/>
          </a:xfrm>
          <a:prstGeom prst="rect">
            <a:avLst/>
          </a:prstGeom>
          <a:solidFill>
            <a:schemeClr val="accent2">
              <a:lumMod val="40000"/>
              <a:lumOff val="60000"/>
            </a:schemeClr>
          </a:solidFill>
        </p:spPr>
        <p:txBody>
          <a:bodyPr tIns="1828800"/>
          <a:lstStyle>
            <a:lvl1pPr algn="ctr">
              <a:defRPr b="0" i="0"/>
            </a:lvl1pPr>
          </a:lstStyle>
          <a:p>
            <a:r>
              <a:rPr lang="en-US"/>
              <a:t>Relevant image or </a:t>
            </a:r>
            <a:br>
              <a:rPr lang="en-US"/>
            </a:br>
            <a:r>
              <a:rPr lang="en-US"/>
              <a:t>product prototype</a:t>
            </a:r>
          </a:p>
        </p:txBody>
      </p:sp>
      <p:sp>
        <p:nvSpPr>
          <p:cNvPr id="17" name="Text Placeholder 15">
            <a:extLst>
              <a:ext uri="{FF2B5EF4-FFF2-40B4-BE49-F238E27FC236}">
                <a16:creationId xmlns:a16="http://schemas.microsoft.com/office/drawing/2014/main" id="{B2F81DA5-F8CF-9074-55A0-F820DE7FFD70}"/>
              </a:ext>
            </a:extLst>
          </p:cNvPr>
          <p:cNvSpPr>
            <a:spLocks noGrp="1"/>
          </p:cNvSpPr>
          <p:nvPr>
            <p:ph type="body" sz="quarter" idx="23" hasCustomPrompt="1"/>
          </p:nvPr>
        </p:nvSpPr>
        <p:spPr>
          <a:xfrm>
            <a:off x="4516834" y="1014960"/>
            <a:ext cx="1372790" cy="510741"/>
          </a:xfr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18" name="Text Placeholder 15">
            <a:extLst>
              <a:ext uri="{FF2B5EF4-FFF2-40B4-BE49-F238E27FC236}">
                <a16:creationId xmlns:a16="http://schemas.microsoft.com/office/drawing/2014/main" id="{B61EB7FF-E196-443F-C2CC-DAFC7495AF6C}"/>
              </a:ext>
            </a:extLst>
          </p:cNvPr>
          <p:cNvSpPr>
            <a:spLocks noGrp="1"/>
          </p:cNvSpPr>
          <p:nvPr>
            <p:ph type="body" sz="quarter" idx="31" hasCustomPrompt="1"/>
          </p:nvPr>
        </p:nvSpPr>
        <p:spPr>
          <a:xfrm>
            <a:off x="4516834" y="1525702"/>
            <a:ext cx="1372791" cy="556953"/>
          </a:xfrm>
        </p:spPr>
        <p:txBody>
          <a:bodyPr tIns="0" rIns="0" bIns="0" anchor="t" anchorCtr="0"/>
          <a:lstStyle>
            <a:lvl1pPr>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Stat descriptor lorem ipsum</a:t>
            </a:r>
          </a:p>
        </p:txBody>
      </p:sp>
      <p:sp>
        <p:nvSpPr>
          <p:cNvPr id="19" name="Text Placeholder 15">
            <a:extLst>
              <a:ext uri="{FF2B5EF4-FFF2-40B4-BE49-F238E27FC236}">
                <a16:creationId xmlns:a16="http://schemas.microsoft.com/office/drawing/2014/main" id="{883E52D6-5A2B-54FE-B2FD-50F05B9B1649}"/>
              </a:ext>
            </a:extLst>
          </p:cNvPr>
          <p:cNvSpPr>
            <a:spLocks noGrp="1"/>
          </p:cNvSpPr>
          <p:nvPr>
            <p:ph type="body" sz="quarter" idx="32" hasCustomPrompt="1"/>
          </p:nvPr>
        </p:nvSpPr>
        <p:spPr>
          <a:xfrm>
            <a:off x="5981700" y="1014838"/>
            <a:ext cx="1786952" cy="1067817"/>
          </a:xfr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Lorem ipsum dolor sit </a:t>
            </a:r>
            <a:r>
              <a:rPr lang="en-US" err="1"/>
              <a:t>amet</a:t>
            </a:r>
            <a:endParaRPr lang="en-US"/>
          </a:p>
        </p:txBody>
      </p:sp>
      <p:sp>
        <p:nvSpPr>
          <p:cNvPr id="26" name="Text Placeholder 25">
            <a:extLst>
              <a:ext uri="{FF2B5EF4-FFF2-40B4-BE49-F238E27FC236}">
                <a16:creationId xmlns:a16="http://schemas.microsoft.com/office/drawing/2014/main" id="{145EC9BB-9EA6-882D-C1C8-A929A8D7679A}"/>
              </a:ext>
            </a:extLst>
          </p:cNvPr>
          <p:cNvSpPr>
            <a:spLocks noGrp="1"/>
          </p:cNvSpPr>
          <p:nvPr>
            <p:ph type="body" sz="quarter" idx="38" hasCustomPrompt="1"/>
          </p:nvPr>
        </p:nvSpPr>
        <p:spPr>
          <a:xfrm>
            <a:off x="4300536" y="4419803"/>
            <a:ext cx="803275" cy="269761"/>
          </a:xfrm>
          <a:blipFill>
            <a:blip>
              <a:extLst>
                <a:ext uri="{96DAC541-7B7A-43D3-8B79-37D633B846F1}">
                  <asvg:svgBlip xmlns:asvg="http://schemas.microsoft.com/office/drawing/2016/SVG/main" r:embed="rId4"/>
                </a:ext>
              </a:extLst>
            </a:blip>
            <a:stretch>
              <a:fillRect/>
            </a:stretch>
          </a:blipFill>
        </p:spPr>
        <p:txBody>
          <a:bodyPr/>
          <a:lstStyle>
            <a:lvl1pPr>
              <a:defRPr b="0" i="0"/>
            </a:lvl1pPr>
          </a:lstStyle>
          <a:p>
            <a:pPr lvl="0"/>
            <a:r>
              <a:rPr lang="en-US"/>
              <a:t> </a:t>
            </a:r>
          </a:p>
        </p:txBody>
      </p:sp>
      <p:sp>
        <p:nvSpPr>
          <p:cNvPr id="27" name="Text Placeholder 15">
            <a:extLst>
              <a:ext uri="{FF2B5EF4-FFF2-40B4-BE49-F238E27FC236}">
                <a16:creationId xmlns:a16="http://schemas.microsoft.com/office/drawing/2014/main" id="{A32C7319-9E77-357E-1E6B-23D733A030D1}"/>
              </a:ext>
            </a:extLst>
          </p:cNvPr>
          <p:cNvSpPr>
            <a:spLocks noGrp="1"/>
          </p:cNvSpPr>
          <p:nvPr>
            <p:ph type="body" sz="quarter" idx="39" hasCustomPrompt="1"/>
          </p:nvPr>
        </p:nvSpPr>
        <p:spPr>
          <a:xfrm>
            <a:off x="4298950" y="4800601"/>
            <a:ext cx="3600450" cy="1219458"/>
          </a:xfrm>
        </p:spPr>
        <p:txBody>
          <a:bodyPr tIns="0" rIns="0" bIns="0" anchor="t" anchorCtr="0"/>
          <a:lstStyle>
            <a:lvl1pPr>
              <a:spcAft>
                <a:spcPts val="1000"/>
              </a:spcAft>
              <a:buFontTx/>
              <a:buNone/>
              <a:defRPr sz="1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Testimonial or project highlight goes here lorem ipsum dolor. Lorem </a:t>
            </a:r>
            <a:r>
              <a:rPr lang="en-US" err="1"/>
              <a:t>amet</a:t>
            </a:r>
            <a:r>
              <a:rPr lang="en-US"/>
              <a:t> </a:t>
            </a:r>
            <a:r>
              <a:rPr lang="en-US" err="1"/>
              <a:t>repudicae</a:t>
            </a:r>
            <a:r>
              <a:rPr lang="en-US"/>
              <a:t> </a:t>
            </a:r>
            <a:r>
              <a:rPr lang="en-US" err="1"/>
              <a:t>nihitatis</a:t>
            </a:r>
            <a:r>
              <a:rPr lang="en-US"/>
              <a:t> et </a:t>
            </a:r>
            <a:r>
              <a:rPr lang="en-US" err="1"/>
              <a:t>magnam</a:t>
            </a:r>
            <a:r>
              <a:rPr lang="en-US"/>
              <a:t>.</a:t>
            </a:r>
          </a:p>
        </p:txBody>
      </p:sp>
      <p:sp>
        <p:nvSpPr>
          <p:cNvPr id="30" name="Text Placeholder 15">
            <a:extLst>
              <a:ext uri="{FF2B5EF4-FFF2-40B4-BE49-F238E27FC236}">
                <a16:creationId xmlns:a16="http://schemas.microsoft.com/office/drawing/2014/main" id="{ABD1EAE9-28F1-F022-0886-6034CEE48011}"/>
              </a:ext>
            </a:extLst>
          </p:cNvPr>
          <p:cNvSpPr>
            <a:spLocks noGrp="1"/>
          </p:cNvSpPr>
          <p:nvPr>
            <p:ph type="body" sz="quarter" idx="40" hasCustomPrompt="1"/>
          </p:nvPr>
        </p:nvSpPr>
        <p:spPr>
          <a:xfrm>
            <a:off x="4298950" y="2506012"/>
            <a:ext cx="3602038" cy="1436596"/>
          </a:xfr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31" name="Text Placeholder 15">
            <a:extLst>
              <a:ext uri="{FF2B5EF4-FFF2-40B4-BE49-F238E27FC236}">
                <a16:creationId xmlns:a16="http://schemas.microsoft.com/office/drawing/2014/main" id="{C701D8AA-933D-5BE4-F7F1-E10444A625FD}"/>
              </a:ext>
            </a:extLst>
          </p:cNvPr>
          <p:cNvSpPr>
            <a:spLocks noGrp="1"/>
          </p:cNvSpPr>
          <p:nvPr>
            <p:ph type="body" sz="quarter" idx="41" hasCustomPrompt="1"/>
          </p:nvPr>
        </p:nvSpPr>
        <p:spPr>
          <a:xfrm>
            <a:off x="4516834" y="2689381"/>
            <a:ext cx="1372790" cy="510741"/>
          </a:xfr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32" name="Text Placeholder 15">
            <a:extLst>
              <a:ext uri="{FF2B5EF4-FFF2-40B4-BE49-F238E27FC236}">
                <a16:creationId xmlns:a16="http://schemas.microsoft.com/office/drawing/2014/main" id="{B7C2371B-53EA-E95C-F739-EFE9AE51735E}"/>
              </a:ext>
            </a:extLst>
          </p:cNvPr>
          <p:cNvSpPr>
            <a:spLocks noGrp="1"/>
          </p:cNvSpPr>
          <p:nvPr>
            <p:ph type="body" sz="quarter" idx="42" hasCustomPrompt="1"/>
          </p:nvPr>
        </p:nvSpPr>
        <p:spPr>
          <a:xfrm>
            <a:off x="4516834" y="3200123"/>
            <a:ext cx="1372791" cy="556953"/>
          </a:xfrm>
        </p:spPr>
        <p:txBody>
          <a:bodyPr tIns="0" rIns="0" bIns="0" anchor="t" anchorCtr="0"/>
          <a:lstStyle>
            <a:lvl1pPr>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Stat descriptor lorem ipsum</a:t>
            </a:r>
          </a:p>
        </p:txBody>
      </p:sp>
      <p:sp>
        <p:nvSpPr>
          <p:cNvPr id="33" name="Text Placeholder 15">
            <a:extLst>
              <a:ext uri="{FF2B5EF4-FFF2-40B4-BE49-F238E27FC236}">
                <a16:creationId xmlns:a16="http://schemas.microsoft.com/office/drawing/2014/main" id="{EF52418C-31BC-D8CA-DAA7-32470FE01E79}"/>
              </a:ext>
            </a:extLst>
          </p:cNvPr>
          <p:cNvSpPr>
            <a:spLocks noGrp="1"/>
          </p:cNvSpPr>
          <p:nvPr>
            <p:ph type="body" sz="quarter" idx="43" hasCustomPrompt="1"/>
          </p:nvPr>
        </p:nvSpPr>
        <p:spPr>
          <a:xfrm>
            <a:off x="5981700" y="2689259"/>
            <a:ext cx="1786952" cy="1067817"/>
          </a:xfr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Lorem ipsum dolor sit </a:t>
            </a:r>
            <a:r>
              <a:rPr lang="en-US" err="1"/>
              <a:t>amet</a:t>
            </a:r>
            <a:endParaRPr lang="en-US"/>
          </a:p>
        </p:txBody>
      </p:sp>
      <p:sp>
        <p:nvSpPr>
          <p:cNvPr id="2" name="Text Placeholder 15">
            <a:extLst>
              <a:ext uri="{FF2B5EF4-FFF2-40B4-BE49-F238E27FC236}">
                <a16:creationId xmlns:a16="http://schemas.microsoft.com/office/drawing/2014/main" id="{AD00B111-831B-7B8E-4399-AF47F1033036}"/>
              </a:ext>
            </a:extLst>
          </p:cNvPr>
          <p:cNvSpPr>
            <a:spLocks noGrp="1"/>
          </p:cNvSpPr>
          <p:nvPr>
            <p:ph type="body" sz="quarter" idx="44" hasCustomPrompt="1"/>
          </p:nvPr>
        </p:nvSpPr>
        <p:spPr>
          <a:xfrm>
            <a:off x="465137" y="0"/>
            <a:ext cx="5106989" cy="556953"/>
          </a:xfr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30903342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tatement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12" name="Title 1">
            <a:extLst>
              <a:ext uri="{FF2B5EF4-FFF2-40B4-BE49-F238E27FC236}">
                <a16:creationId xmlns:a16="http://schemas.microsoft.com/office/drawing/2014/main" id="{47E0355B-5AFF-3130-816E-3E1FC2EAADEB}"/>
              </a:ext>
            </a:extLst>
          </p:cNvPr>
          <p:cNvSpPr>
            <a:spLocks noGrp="1"/>
          </p:cNvSpPr>
          <p:nvPr>
            <p:ph type="title" hasCustomPrompt="1"/>
          </p:nvPr>
        </p:nvSpPr>
        <p:spPr>
          <a:xfrm>
            <a:off x="6210300" y="1092531"/>
            <a:ext cx="5518150" cy="4678878"/>
          </a:xfrm>
        </p:spPr>
        <p:txBody>
          <a:bodyPr anchor="ctr" anchorCtr="0"/>
          <a:lstStyle>
            <a:lvl1pPr>
              <a:defRPr sz="3000" b="1">
                <a:solidFill>
                  <a:schemeClr val="tx1"/>
                </a:solidFill>
              </a:defRPr>
            </a:lvl1pPr>
          </a:lstStyle>
          <a:p>
            <a:r>
              <a:rPr lang="en-US"/>
              <a:t>Statement lorem ipsum dolor sit </a:t>
            </a:r>
            <a:r>
              <a:rPr lang="en-US" err="1"/>
              <a:t>amet</a:t>
            </a:r>
            <a:r>
              <a:rPr lang="en-US"/>
              <a:t>, </a:t>
            </a:r>
            <a:r>
              <a:rPr lang="en-US" err="1"/>
              <a:t>consectetur</a:t>
            </a:r>
            <a:r>
              <a:rPr lang="en-US"/>
              <a:t> </a:t>
            </a:r>
            <a:r>
              <a:rPr lang="en-US" err="1"/>
              <a:t>elit</a:t>
            </a:r>
            <a:r>
              <a:rPr lang="en-US"/>
              <a:t>, sed do </a:t>
            </a:r>
            <a:r>
              <a:rPr lang="en-US" err="1"/>
              <a:t>eiusmod</a:t>
            </a:r>
            <a:r>
              <a:rPr lang="en-US"/>
              <a:t> </a:t>
            </a:r>
            <a:r>
              <a:rPr lang="en-US" err="1"/>
              <a:t>tempor</a:t>
            </a:r>
            <a:r>
              <a:rPr lang="en-US"/>
              <a:t> </a:t>
            </a:r>
            <a:r>
              <a:rPr lang="en-US" err="1"/>
              <a:t>amet</a:t>
            </a:r>
            <a:endParaRPr lang="en-US"/>
          </a:p>
        </p:txBody>
      </p:sp>
      <p:sp>
        <p:nvSpPr>
          <p:cNvPr id="2" name="Picture Placeholder 7">
            <a:extLst>
              <a:ext uri="{FF2B5EF4-FFF2-40B4-BE49-F238E27FC236}">
                <a16:creationId xmlns:a16="http://schemas.microsoft.com/office/drawing/2014/main" id="{83BAC274-EB05-8089-8DCA-82CC218E7B7D}"/>
              </a:ext>
            </a:extLst>
          </p:cNvPr>
          <p:cNvSpPr>
            <a:spLocks noGrp="1"/>
          </p:cNvSpPr>
          <p:nvPr>
            <p:ph type="pic" sz="quarter"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defRPr b="0" i="0"/>
            </a:lvl1pPr>
          </a:lstStyle>
          <a:p>
            <a:r>
              <a:rPr lang="en-US"/>
              <a:t>Picture</a:t>
            </a:r>
          </a:p>
        </p:txBody>
      </p:sp>
    </p:spTree>
    <p:extLst>
      <p:ext uri="{BB962C8B-B14F-4D97-AF65-F5344CB8AC3E}">
        <p14:creationId xmlns:p14="http://schemas.microsoft.com/office/powerpoint/2010/main" val="133870546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tatement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6" name="Title 1">
            <a:extLst>
              <a:ext uri="{FF2B5EF4-FFF2-40B4-BE49-F238E27FC236}">
                <a16:creationId xmlns:a16="http://schemas.microsoft.com/office/drawing/2014/main" id="{7678C184-31FA-D189-F5F1-A649E85A2BA7}"/>
              </a:ext>
            </a:extLst>
          </p:cNvPr>
          <p:cNvSpPr>
            <a:spLocks noGrp="1"/>
          </p:cNvSpPr>
          <p:nvPr>
            <p:ph type="title" hasCustomPrompt="1"/>
          </p:nvPr>
        </p:nvSpPr>
        <p:spPr>
          <a:xfrm>
            <a:off x="6210300" y="1092531"/>
            <a:ext cx="5518150" cy="4678878"/>
          </a:xfrm>
        </p:spPr>
        <p:txBody>
          <a:bodyPr anchor="ctr" anchorCtr="0"/>
          <a:lstStyle>
            <a:lvl1pPr>
              <a:defRPr sz="3000" b="1">
                <a:solidFill>
                  <a:schemeClr val="bg1"/>
                </a:solidFill>
              </a:defRPr>
            </a:lvl1pPr>
          </a:lstStyle>
          <a:p>
            <a:r>
              <a:rPr lang="en-US"/>
              <a:t>Statement lorem ipsum dolor sit </a:t>
            </a:r>
            <a:r>
              <a:rPr lang="en-US" err="1"/>
              <a:t>amet</a:t>
            </a:r>
            <a:r>
              <a:rPr lang="en-US"/>
              <a:t>, </a:t>
            </a:r>
            <a:r>
              <a:rPr lang="en-US" err="1"/>
              <a:t>consectetur</a:t>
            </a:r>
            <a:r>
              <a:rPr lang="en-US"/>
              <a:t> </a:t>
            </a:r>
            <a:r>
              <a:rPr lang="en-US" err="1"/>
              <a:t>elit</a:t>
            </a:r>
            <a:r>
              <a:rPr lang="en-US"/>
              <a:t>, sed do </a:t>
            </a:r>
            <a:r>
              <a:rPr lang="en-US" err="1"/>
              <a:t>eiusmod</a:t>
            </a:r>
            <a:r>
              <a:rPr lang="en-US"/>
              <a:t> </a:t>
            </a:r>
            <a:r>
              <a:rPr lang="en-US" err="1"/>
              <a:t>tempor</a:t>
            </a:r>
            <a:r>
              <a:rPr lang="en-US"/>
              <a:t> </a:t>
            </a:r>
            <a:r>
              <a:rPr lang="en-US" err="1"/>
              <a:t>amet</a:t>
            </a:r>
            <a:endParaRPr lang="en-US"/>
          </a:p>
        </p:txBody>
      </p:sp>
      <p:sp>
        <p:nvSpPr>
          <p:cNvPr id="11" name="Picture Placeholder 7">
            <a:extLst>
              <a:ext uri="{FF2B5EF4-FFF2-40B4-BE49-F238E27FC236}">
                <a16:creationId xmlns:a16="http://schemas.microsoft.com/office/drawing/2014/main" id="{0A7DEA8A-BFCC-0AC5-D777-EE87427CC9B6}"/>
              </a:ext>
            </a:extLst>
          </p:cNvPr>
          <p:cNvSpPr>
            <a:spLocks noGrp="1"/>
          </p:cNvSpPr>
          <p:nvPr>
            <p:ph type="pic" sz="quarter"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defRPr b="0" i="0"/>
            </a:lvl1pPr>
          </a:lstStyle>
          <a:p>
            <a:r>
              <a:rPr lang="en-US"/>
              <a:t>Picture</a:t>
            </a:r>
          </a:p>
        </p:txBody>
      </p:sp>
      <p:sp>
        <p:nvSpPr>
          <p:cNvPr id="12" name="Footer Placeholder 8">
            <a:extLst>
              <a:ext uri="{FF2B5EF4-FFF2-40B4-BE49-F238E27FC236}">
                <a16:creationId xmlns:a16="http://schemas.microsoft.com/office/drawing/2014/main" id="{8657527A-CAEB-FEAB-3416-F225B5A68F7F}"/>
              </a:ext>
            </a:extLst>
          </p:cNvPr>
          <p:cNvSpPr>
            <a:spLocks noGrp="1"/>
          </p:cNvSpPr>
          <p:nvPr>
            <p:ph type="ftr" sz="quarter" idx="24"/>
          </p:nvPr>
        </p:nvSpPr>
        <p:spPr>
          <a:xfrm>
            <a:off x="4321019" y="6400798"/>
            <a:ext cx="7102834" cy="167949"/>
          </a:xfrm>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2025 West Monroe Partners | Reproduction and/or distribution without West Monroe Partners’ prior consent is prohibited.</a:t>
            </a:r>
          </a:p>
        </p:txBody>
      </p:sp>
      <p:sp>
        <p:nvSpPr>
          <p:cNvPr id="13" name="Slide Number Placeholder 9">
            <a:extLst>
              <a:ext uri="{FF2B5EF4-FFF2-40B4-BE49-F238E27FC236}">
                <a16:creationId xmlns:a16="http://schemas.microsoft.com/office/drawing/2014/main" id="{6129BC8C-D508-35AC-1FA3-37F936E3752F}"/>
              </a:ext>
            </a:extLst>
          </p:cNvPr>
          <p:cNvSpPr>
            <a:spLocks noGrp="1"/>
          </p:cNvSpPr>
          <p:nvPr>
            <p:ph type="sldNum" sz="quarter" idx="25"/>
          </p:nvPr>
        </p:nvSpPr>
        <p:spPr>
          <a:xfrm>
            <a:off x="11509578" y="6400799"/>
            <a:ext cx="218871" cy="1679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Tree>
    <p:extLst>
      <p:ext uri="{BB962C8B-B14F-4D97-AF65-F5344CB8AC3E}">
        <p14:creationId xmlns:p14="http://schemas.microsoft.com/office/powerpoint/2010/main" val="267381070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tatement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6" name="Title 1">
            <a:extLst>
              <a:ext uri="{FF2B5EF4-FFF2-40B4-BE49-F238E27FC236}">
                <a16:creationId xmlns:a16="http://schemas.microsoft.com/office/drawing/2014/main" id="{7A099A38-A8A2-7263-BB25-EE5337AAA98C}"/>
              </a:ext>
            </a:extLst>
          </p:cNvPr>
          <p:cNvSpPr>
            <a:spLocks noGrp="1"/>
          </p:cNvSpPr>
          <p:nvPr>
            <p:ph type="title" hasCustomPrompt="1"/>
          </p:nvPr>
        </p:nvSpPr>
        <p:spPr>
          <a:xfrm>
            <a:off x="6210300" y="1092531"/>
            <a:ext cx="5518150" cy="4678878"/>
          </a:xfrm>
        </p:spPr>
        <p:txBody>
          <a:bodyPr anchor="ctr" anchorCtr="0"/>
          <a:lstStyle>
            <a:lvl1pPr>
              <a:defRPr sz="3000" b="1">
                <a:solidFill>
                  <a:schemeClr val="bg1"/>
                </a:solidFill>
              </a:defRPr>
            </a:lvl1pPr>
          </a:lstStyle>
          <a:p>
            <a:r>
              <a:rPr lang="en-US"/>
              <a:t>Statement lorem ipsum dolor sit </a:t>
            </a:r>
            <a:r>
              <a:rPr lang="en-US" err="1"/>
              <a:t>amet</a:t>
            </a:r>
            <a:r>
              <a:rPr lang="en-US"/>
              <a:t>, </a:t>
            </a:r>
            <a:r>
              <a:rPr lang="en-US" err="1"/>
              <a:t>consectetur</a:t>
            </a:r>
            <a:r>
              <a:rPr lang="en-US"/>
              <a:t> </a:t>
            </a:r>
            <a:r>
              <a:rPr lang="en-US" err="1"/>
              <a:t>elit</a:t>
            </a:r>
            <a:r>
              <a:rPr lang="en-US"/>
              <a:t>, sed do </a:t>
            </a:r>
            <a:r>
              <a:rPr lang="en-US" err="1"/>
              <a:t>eiusmod</a:t>
            </a:r>
            <a:r>
              <a:rPr lang="en-US"/>
              <a:t> </a:t>
            </a:r>
            <a:r>
              <a:rPr lang="en-US" err="1"/>
              <a:t>tempor</a:t>
            </a:r>
            <a:r>
              <a:rPr lang="en-US"/>
              <a:t> </a:t>
            </a:r>
            <a:r>
              <a:rPr lang="en-US" err="1"/>
              <a:t>amet</a:t>
            </a:r>
            <a:endParaRPr lang="en-US"/>
          </a:p>
        </p:txBody>
      </p:sp>
      <p:sp>
        <p:nvSpPr>
          <p:cNvPr id="11" name="Picture Placeholder 7">
            <a:extLst>
              <a:ext uri="{FF2B5EF4-FFF2-40B4-BE49-F238E27FC236}">
                <a16:creationId xmlns:a16="http://schemas.microsoft.com/office/drawing/2014/main" id="{4262223A-9D73-96F4-3DE6-CDEEF4F5878B}"/>
              </a:ext>
            </a:extLst>
          </p:cNvPr>
          <p:cNvSpPr>
            <a:spLocks noGrp="1"/>
          </p:cNvSpPr>
          <p:nvPr>
            <p:ph type="pic" sz="quarter"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defRPr b="0" i="0"/>
            </a:lvl1pPr>
          </a:lstStyle>
          <a:p>
            <a:r>
              <a:rPr lang="en-US"/>
              <a:t>Picture</a:t>
            </a:r>
          </a:p>
        </p:txBody>
      </p:sp>
      <p:sp>
        <p:nvSpPr>
          <p:cNvPr id="12" name="Footer Placeholder 8">
            <a:extLst>
              <a:ext uri="{FF2B5EF4-FFF2-40B4-BE49-F238E27FC236}">
                <a16:creationId xmlns:a16="http://schemas.microsoft.com/office/drawing/2014/main" id="{8E270589-B840-8D56-E32B-99AA9C396E34}"/>
              </a:ext>
            </a:extLst>
          </p:cNvPr>
          <p:cNvSpPr>
            <a:spLocks noGrp="1"/>
          </p:cNvSpPr>
          <p:nvPr>
            <p:ph type="ftr" sz="quarter" idx="24"/>
          </p:nvPr>
        </p:nvSpPr>
        <p:spPr>
          <a:xfrm>
            <a:off x="4321019" y="6400798"/>
            <a:ext cx="7102834" cy="167949"/>
          </a:xfrm>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2025 West Monroe Partners | Reproduction and/or distribution without West Monroe Partners’ prior consent is prohibited.</a:t>
            </a:r>
          </a:p>
        </p:txBody>
      </p:sp>
      <p:sp>
        <p:nvSpPr>
          <p:cNvPr id="13" name="Slide Number Placeholder 9">
            <a:extLst>
              <a:ext uri="{FF2B5EF4-FFF2-40B4-BE49-F238E27FC236}">
                <a16:creationId xmlns:a16="http://schemas.microsoft.com/office/drawing/2014/main" id="{0F30AAAB-5875-7313-E3C5-DDE3A87DE7E4}"/>
              </a:ext>
            </a:extLst>
          </p:cNvPr>
          <p:cNvSpPr>
            <a:spLocks noGrp="1"/>
          </p:cNvSpPr>
          <p:nvPr>
            <p:ph type="sldNum" sz="quarter" idx="25"/>
          </p:nvPr>
        </p:nvSpPr>
        <p:spPr>
          <a:xfrm>
            <a:off x="11509578" y="6400799"/>
            <a:ext cx="218871" cy="1679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Tree>
    <p:extLst>
      <p:ext uri="{BB962C8B-B14F-4D97-AF65-F5344CB8AC3E}">
        <p14:creationId xmlns:p14="http://schemas.microsoft.com/office/powerpoint/2010/main" val="380051176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tatement_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2" name="Title 1">
            <a:extLst>
              <a:ext uri="{FF2B5EF4-FFF2-40B4-BE49-F238E27FC236}">
                <a16:creationId xmlns:a16="http://schemas.microsoft.com/office/drawing/2014/main" id="{4B788887-D004-88CD-2B2F-9B13389EDEFA}"/>
              </a:ext>
            </a:extLst>
          </p:cNvPr>
          <p:cNvSpPr>
            <a:spLocks noGrp="1"/>
          </p:cNvSpPr>
          <p:nvPr>
            <p:ph type="title" hasCustomPrompt="1"/>
          </p:nvPr>
        </p:nvSpPr>
        <p:spPr>
          <a:xfrm>
            <a:off x="6210300" y="1092531"/>
            <a:ext cx="5518150" cy="4678878"/>
          </a:xfrm>
        </p:spPr>
        <p:txBody>
          <a:bodyPr anchor="ctr" anchorCtr="0"/>
          <a:lstStyle>
            <a:lvl1pPr>
              <a:defRPr sz="3000" b="1">
                <a:solidFill>
                  <a:schemeClr val="bg1"/>
                </a:solidFill>
              </a:defRPr>
            </a:lvl1pPr>
          </a:lstStyle>
          <a:p>
            <a:r>
              <a:rPr lang="en-US"/>
              <a:t>Statement lorem ipsum dolor sit </a:t>
            </a:r>
            <a:r>
              <a:rPr lang="en-US" err="1"/>
              <a:t>amet</a:t>
            </a:r>
            <a:r>
              <a:rPr lang="en-US"/>
              <a:t>, </a:t>
            </a:r>
            <a:r>
              <a:rPr lang="en-US" err="1"/>
              <a:t>consectetur</a:t>
            </a:r>
            <a:r>
              <a:rPr lang="en-US"/>
              <a:t> </a:t>
            </a:r>
            <a:r>
              <a:rPr lang="en-US" err="1"/>
              <a:t>elit</a:t>
            </a:r>
            <a:r>
              <a:rPr lang="en-US"/>
              <a:t>, sed do </a:t>
            </a:r>
            <a:r>
              <a:rPr lang="en-US" err="1"/>
              <a:t>eiusmod</a:t>
            </a:r>
            <a:r>
              <a:rPr lang="en-US"/>
              <a:t> </a:t>
            </a:r>
            <a:r>
              <a:rPr lang="en-US" err="1"/>
              <a:t>tempor</a:t>
            </a:r>
            <a:r>
              <a:rPr lang="en-US"/>
              <a:t> </a:t>
            </a:r>
            <a:r>
              <a:rPr lang="en-US" err="1"/>
              <a:t>amet</a:t>
            </a:r>
            <a:endParaRPr lang="en-US"/>
          </a:p>
        </p:txBody>
      </p:sp>
      <p:sp>
        <p:nvSpPr>
          <p:cNvPr id="3" name="Picture Placeholder 7">
            <a:extLst>
              <a:ext uri="{FF2B5EF4-FFF2-40B4-BE49-F238E27FC236}">
                <a16:creationId xmlns:a16="http://schemas.microsoft.com/office/drawing/2014/main" id="{470C0859-956A-077C-4719-25A4AB065661}"/>
              </a:ext>
            </a:extLst>
          </p:cNvPr>
          <p:cNvSpPr>
            <a:spLocks noGrp="1"/>
          </p:cNvSpPr>
          <p:nvPr>
            <p:ph type="pic" sz="quarter"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defRPr b="0" i="0"/>
            </a:lvl1pPr>
          </a:lstStyle>
          <a:p>
            <a:r>
              <a:rPr lang="en-US"/>
              <a:t>Picture</a:t>
            </a:r>
          </a:p>
        </p:txBody>
      </p:sp>
    </p:spTree>
    <p:extLst>
      <p:ext uri="{BB962C8B-B14F-4D97-AF65-F5344CB8AC3E}">
        <p14:creationId xmlns:p14="http://schemas.microsoft.com/office/powerpoint/2010/main" val="249153843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tatement_5_two_im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Text Placeholder 9">
            <a:extLst>
              <a:ext uri="{FF2B5EF4-FFF2-40B4-BE49-F238E27FC236}">
                <a16:creationId xmlns:a16="http://schemas.microsoft.com/office/drawing/2014/main" id="{567773C6-F57B-6E9F-F954-058B210A9903}"/>
              </a:ext>
            </a:extLst>
          </p:cNvPr>
          <p:cNvSpPr>
            <a:spLocks noGrp="1"/>
          </p:cNvSpPr>
          <p:nvPr>
            <p:ph type="body" sz="quarter" idx="23" hasCustomPrompt="1"/>
          </p:nvPr>
        </p:nvSpPr>
        <p:spPr>
          <a:xfrm>
            <a:off x="0" y="3240042"/>
            <a:ext cx="3441700" cy="586696"/>
          </a:xfrm>
          <a:blipFill>
            <a:blip r:embed="rId3"/>
            <a:stretch>
              <a:fillRect/>
            </a:stretch>
          </a:blipFill>
        </p:spPr>
        <p:txBody>
          <a:bodyPr/>
          <a:lstStyle>
            <a:lvl1pPr>
              <a:defRPr sz="2800" b="0" i="0"/>
            </a:lvl1pPr>
          </a:lstStyle>
          <a:p>
            <a:pPr lvl="0"/>
            <a:r>
              <a:rPr lang="en-US"/>
              <a:t> </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14" name="Title 1">
            <a:extLst>
              <a:ext uri="{FF2B5EF4-FFF2-40B4-BE49-F238E27FC236}">
                <a16:creationId xmlns:a16="http://schemas.microsoft.com/office/drawing/2014/main" id="{561928D6-AF33-2FC3-7DA3-712B90A8FF99}"/>
              </a:ext>
            </a:extLst>
          </p:cNvPr>
          <p:cNvSpPr>
            <a:spLocks noGrp="1"/>
          </p:cNvSpPr>
          <p:nvPr>
            <p:ph type="title" hasCustomPrompt="1"/>
          </p:nvPr>
        </p:nvSpPr>
        <p:spPr>
          <a:xfrm>
            <a:off x="460377" y="1770064"/>
            <a:ext cx="6156323" cy="1962936"/>
          </a:xfrm>
        </p:spPr>
        <p:txBody>
          <a:bodyPr anchor="b" anchorCtr="0"/>
          <a:lstStyle>
            <a:lvl1pPr>
              <a:defRPr sz="3000" b="1">
                <a:solidFill>
                  <a:schemeClr val="tx1"/>
                </a:solidFill>
              </a:defRPr>
            </a:lvl1pPr>
          </a:lstStyle>
          <a:p>
            <a:r>
              <a:rPr lang="en-US"/>
              <a:t>Statement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amet</a:t>
            </a:r>
            <a:r>
              <a:rPr lang="en-US"/>
              <a:t> adjust highlight et dolore. </a:t>
            </a:r>
          </a:p>
        </p:txBody>
      </p:sp>
      <p:sp>
        <p:nvSpPr>
          <p:cNvPr id="15" name="Picture Placeholder 7">
            <a:extLst>
              <a:ext uri="{FF2B5EF4-FFF2-40B4-BE49-F238E27FC236}">
                <a16:creationId xmlns:a16="http://schemas.microsoft.com/office/drawing/2014/main" id="{2B7400D2-037A-9FDF-16A4-0FD79008EAA7}"/>
              </a:ext>
            </a:extLst>
          </p:cNvPr>
          <p:cNvSpPr>
            <a:spLocks noGrp="1"/>
          </p:cNvSpPr>
          <p:nvPr>
            <p:ph type="pic" sz="quarter" idx="10" hasCustomPrompt="1"/>
          </p:nvPr>
        </p:nvSpPr>
        <p:spPr>
          <a:xfrm>
            <a:off x="7805583" y="1143000"/>
            <a:ext cx="2566219" cy="2569906"/>
          </a:xfrm>
          <a:prstGeom prst="rect">
            <a:avLst/>
          </a:prstGeom>
          <a:solidFill>
            <a:schemeClr val="accent2">
              <a:lumMod val="40000"/>
              <a:lumOff val="60000"/>
            </a:schemeClr>
          </a:solidFill>
        </p:spPr>
        <p:txBody>
          <a:bodyPr tIns="822960"/>
          <a:lstStyle>
            <a:lvl1pPr algn="ctr">
              <a:defRPr b="0" i="0"/>
            </a:lvl1pPr>
          </a:lstStyle>
          <a:p>
            <a:r>
              <a:rPr lang="en-US"/>
              <a:t>Picture</a:t>
            </a:r>
          </a:p>
        </p:txBody>
      </p:sp>
      <p:sp>
        <p:nvSpPr>
          <p:cNvPr id="16" name="Picture Placeholder 7">
            <a:extLst>
              <a:ext uri="{FF2B5EF4-FFF2-40B4-BE49-F238E27FC236}">
                <a16:creationId xmlns:a16="http://schemas.microsoft.com/office/drawing/2014/main" id="{2351EC89-08D0-926B-7E0B-EF30F37058AA}"/>
              </a:ext>
            </a:extLst>
          </p:cNvPr>
          <p:cNvSpPr>
            <a:spLocks noGrp="1"/>
          </p:cNvSpPr>
          <p:nvPr>
            <p:ph type="pic" sz="quarter" idx="26" hasCustomPrompt="1"/>
          </p:nvPr>
        </p:nvSpPr>
        <p:spPr>
          <a:xfrm>
            <a:off x="8465574" y="3900948"/>
            <a:ext cx="1906228" cy="1902542"/>
          </a:xfrm>
          <a:prstGeom prst="rect">
            <a:avLst/>
          </a:prstGeom>
          <a:solidFill>
            <a:schemeClr val="accent2">
              <a:lumMod val="40000"/>
              <a:lumOff val="60000"/>
            </a:schemeClr>
          </a:solidFill>
        </p:spPr>
        <p:txBody>
          <a:bodyPr tIns="548640"/>
          <a:lstStyle>
            <a:lvl1pPr algn="ctr">
              <a:defRPr b="0" i="0"/>
            </a:lvl1pPr>
          </a:lstStyle>
          <a:p>
            <a:r>
              <a:rPr lang="en-US"/>
              <a:t>Picture</a:t>
            </a:r>
          </a:p>
        </p:txBody>
      </p:sp>
    </p:spTree>
    <p:extLst>
      <p:ext uri="{BB962C8B-B14F-4D97-AF65-F5344CB8AC3E}">
        <p14:creationId xmlns:p14="http://schemas.microsoft.com/office/powerpoint/2010/main" val="21492104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content header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sz="quarter" idx="10"/>
          </p:nvPr>
        </p:nvSpPr>
        <p:spPr/>
        <p:txBody>
          <a:bodyPr/>
          <a:lstStyle>
            <a:lvl1pPr>
              <a:defRPr b="0" i="0"/>
            </a:lvl1pPr>
          </a:lstStyle>
          <a:p>
            <a:r>
              <a:rPr lang="en-US"/>
              <a:t>© 2025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sz="quarter" idx="11"/>
          </p:nvPr>
        </p:nvSpPr>
        <p:spPr/>
        <p:txBody>
          <a:bodyPr/>
          <a:lstStyle>
            <a:lvl1pPr>
              <a:defRPr b="0" i="0"/>
            </a:lvl1pPr>
          </a:lstStyle>
          <a:p>
            <a:fld id="{63DCA5C9-2E11-4C67-86EB-AE1DE127DC64}" type="slidenum">
              <a:rPr lang="en-US"/>
              <a:pPr/>
              <a:t>‹#›</a:t>
            </a:fld>
            <a:endParaRPr lang="en-US"/>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p:txBody>
          <a:bodyPr/>
          <a:lstStyle/>
          <a:p>
            <a:r>
              <a:rPr lang="en-US"/>
              <a:t>Click to edit Master title style</a:t>
            </a:r>
          </a:p>
        </p:txBody>
      </p:sp>
      <p:pic>
        <p:nvPicPr>
          <p:cNvPr id="5" name="Picture 4" descr="A blue text on a black background&#10;&#10;Description automatically generated">
            <a:extLst>
              <a:ext uri="{FF2B5EF4-FFF2-40B4-BE49-F238E27FC236}">
                <a16:creationId xmlns:a16="http://schemas.microsoft.com/office/drawing/2014/main" id="{1AD17AF9-0181-A578-8688-456C5094B46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sz="quarter" idx="19" hasCustomPrompt="1"/>
          </p:nvPr>
        </p:nvSpPr>
        <p:spPr>
          <a:xfrm>
            <a:off x="465137" y="0"/>
            <a:ext cx="5106989" cy="556953"/>
          </a:xfr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92894406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cover_1_one_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hidden="1">
            <a:extLst>
              <a:ext uri="{FF2B5EF4-FFF2-40B4-BE49-F238E27FC236}">
                <a16:creationId xmlns:a16="http://schemas.microsoft.com/office/drawing/2014/main" id="{7EFE2CDD-AD51-E6E6-9801-DCCED248B4B9}"/>
              </a:ext>
            </a:extLst>
          </p:cNvPr>
          <p:cNvSpPr>
            <a:spLocks noGrp="1"/>
          </p:cNvSpPr>
          <p:nvPr>
            <p:ph type="body" sz="quarter" idx="23" hasCustomPrompt="1"/>
          </p:nvPr>
        </p:nvSpPr>
        <p:spPr>
          <a:xfrm>
            <a:off x="0" y="3240042"/>
            <a:ext cx="1739348" cy="586696"/>
          </a:xfrm>
          <a:blipFill>
            <a:blip r:embed="rId3"/>
            <a:stretch>
              <a:fillRect/>
            </a:stretch>
          </a:blipFill>
        </p:spPr>
        <p:txBody>
          <a:bodyPr/>
          <a:lstStyle>
            <a:lvl1pPr>
              <a:defRPr sz="2800" b="0" i="0"/>
            </a:lvl1pPr>
          </a:lstStyle>
          <a:p>
            <a:pPr lvl="0"/>
            <a:r>
              <a:rPr lang="en-US"/>
              <a:t> </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5106989" cy="1943100"/>
          </a:xfrm>
        </p:spPr>
        <p:txBody>
          <a:bodyPr tIns="91440" rIns="0" bIns="0" anchor="t" anchorCtr="0"/>
          <a:lstStyle>
            <a:lvl1pPr>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7" name="Date Placeholder 6">
            <a:extLst>
              <a:ext uri="{FF2B5EF4-FFF2-40B4-BE49-F238E27FC236}">
                <a16:creationId xmlns:a16="http://schemas.microsoft.com/office/drawing/2014/main" id="{F1FDC329-725F-504E-A193-47ADCC26AD4C}"/>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tx1"/>
                </a:solidFill>
                <a:latin typeface="+mn-lt"/>
                <a:cs typeface="Segoe UI" panose="020B0502040204020203" pitchFamily="34" charset="0"/>
              </a:defRPr>
            </a:lvl1pPr>
            <a:lvl2pPr>
              <a:defRPr sz="1000" b="0" i="0">
                <a:solidFill>
                  <a:schemeClr val="tx1"/>
                </a:solidFill>
                <a:latin typeface="+mj-lt"/>
                <a:cs typeface="Segoe UI" panose="020B0502040204020203" pitchFamily="34" charset="0"/>
              </a:defRPr>
            </a:lvl2pPr>
            <a:lvl3pPr>
              <a:defRPr sz="1000" b="0" i="0">
                <a:solidFill>
                  <a:schemeClr val="tx1"/>
                </a:solidFill>
                <a:latin typeface="+mj-lt"/>
                <a:cs typeface="Segoe UI" panose="020B0502040204020203" pitchFamily="34" charset="0"/>
              </a:defRPr>
            </a:lvl3pPr>
            <a:lvl4pPr>
              <a:defRPr sz="1000" b="0" i="0">
                <a:solidFill>
                  <a:schemeClr val="tx1"/>
                </a:solidFill>
                <a:latin typeface="+mj-lt"/>
                <a:cs typeface="Segoe UI" panose="020B0502040204020203" pitchFamily="34" charset="0"/>
              </a:defRPr>
            </a:lvl4pPr>
            <a:lvl5pPr>
              <a:defRPr sz="1000" b="0" i="0">
                <a:solidFill>
                  <a:schemeClr val="tx1"/>
                </a:solidFill>
                <a:latin typeface="+mj-lt"/>
                <a:cs typeface="Segoe UI" panose="020B0502040204020203" pitchFamily="34" charset="0"/>
              </a:defRPr>
            </a:lvl5pPr>
            <a:lvl6pPr>
              <a:defRPr sz="1000" b="0" i="0">
                <a:solidFill>
                  <a:schemeClr val="tx1"/>
                </a:solidFill>
                <a:latin typeface="+mj-lt"/>
                <a:cs typeface="Segoe UI" panose="020B0502040204020203" pitchFamily="34" charset="0"/>
              </a:defRPr>
            </a:lvl6pPr>
            <a:lvl7pPr>
              <a:defRPr sz="1000" b="0" i="0">
                <a:solidFill>
                  <a:schemeClr val="tx1"/>
                </a:solidFill>
                <a:latin typeface="+mj-lt"/>
                <a:cs typeface="Segoe UI" panose="020B0502040204020203" pitchFamily="34" charset="0"/>
              </a:defRPr>
            </a:lvl7pPr>
            <a:lvl8pPr>
              <a:defRPr sz="1000" b="0" i="0">
                <a:solidFill>
                  <a:schemeClr val="tx1"/>
                </a:solidFill>
                <a:latin typeface="+mj-lt"/>
                <a:cs typeface="Segoe UI" panose="020B0502040204020203" pitchFamily="34" charset="0"/>
              </a:defRPr>
            </a:lvl8pPr>
            <a:lvl9pPr marL="0">
              <a:defRPr sz="1000" b="0" i="0">
                <a:solidFill>
                  <a:schemeClr val="tx1"/>
                </a:solidFill>
                <a:latin typeface="+mj-lt"/>
                <a:cs typeface="Segoe UI" panose="020B0502040204020203" pitchFamily="34" charset="0"/>
              </a:defRPr>
            </a:lvl9pPr>
          </a:lstStyle>
          <a:p>
            <a:pPr indent="-3200400"/>
            <a:endParaRPr lang="en-US"/>
          </a:p>
        </p:txBody>
      </p:sp>
      <p:sp>
        <p:nvSpPr>
          <p:cNvPr id="2" name="Title 1">
            <a:extLst>
              <a:ext uri="{FF2B5EF4-FFF2-40B4-BE49-F238E27FC236}">
                <a16:creationId xmlns:a16="http://schemas.microsoft.com/office/drawing/2014/main" id="{196F23F1-5869-8449-565A-421EC2586840}"/>
              </a:ext>
            </a:extLst>
          </p:cNvPr>
          <p:cNvSpPr>
            <a:spLocks noGrp="1"/>
          </p:cNvSpPr>
          <p:nvPr>
            <p:ph type="title" hasCustomPrompt="1"/>
          </p:nvPr>
        </p:nvSpPr>
        <p:spPr>
          <a:xfrm>
            <a:off x="460376" y="1412875"/>
            <a:ext cx="5111750" cy="2333625"/>
          </a:xfrm>
        </p:spPr>
        <p:txBody>
          <a:bodyPr anchor="b" anchorCtr="0"/>
          <a:lstStyle>
            <a:lvl1pPr>
              <a:defRPr sz="3200" b="1">
                <a:solidFill>
                  <a:schemeClr val="tx1"/>
                </a:solidFill>
              </a:defRPr>
            </a:lvl1pPr>
          </a:lstStyle>
          <a:p>
            <a:r>
              <a:rPr lang="en-US"/>
              <a:t>Click to edit title, then adjust highlight to text</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sz="quarter" idx="22"/>
          </p:nvPr>
        </p:nvSpPr>
        <p:spPr>
          <a:xfrm>
            <a:off x="6533804" y="850900"/>
            <a:ext cx="5658196" cy="5716588"/>
          </a:xfrm>
          <a:solidFill>
            <a:schemeClr val="accent2">
              <a:lumMod val="40000"/>
              <a:lumOff val="60000"/>
            </a:schemeClr>
          </a:solidFill>
        </p:spPr>
        <p:txBody>
          <a:bodyPr tIns="2377440"/>
          <a:lstStyle>
            <a:lvl1pPr algn="ctr">
              <a:defRPr b="0" i="0"/>
            </a:lvl1pPr>
          </a:lstStyle>
          <a:p>
            <a:r>
              <a:rPr lang="en-US"/>
              <a:t>Click icon to add picture</a:t>
            </a:r>
          </a:p>
        </p:txBody>
      </p:sp>
      <p:pic>
        <p:nvPicPr>
          <p:cNvPr id="8" name="Picture 7" descr="A blue text on a black background&#10;&#10;Description automatically generated">
            <a:extLst>
              <a:ext uri="{FF2B5EF4-FFF2-40B4-BE49-F238E27FC236}">
                <a16:creationId xmlns:a16="http://schemas.microsoft.com/office/drawing/2014/main" id="{99C39A15-0DF8-9994-72A6-86C1C28A16AA}"/>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6" y="350432"/>
            <a:ext cx="2330449" cy="487768"/>
          </a:xfrm>
          <a:prstGeom prst="rect">
            <a:avLst/>
          </a:prstGeom>
        </p:spPr>
      </p:pic>
    </p:spTree>
    <p:extLst>
      <p:ext uri="{BB962C8B-B14F-4D97-AF65-F5344CB8AC3E}">
        <p14:creationId xmlns:p14="http://schemas.microsoft.com/office/powerpoint/2010/main" val="309533458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sz="quarter" idx="10"/>
          </p:nvPr>
        </p:nvSpPr>
        <p:spPr/>
        <p:txBody>
          <a:bodyPr/>
          <a:lstStyle>
            <a:lvl1pPr>
              <a:defRPr b="0" i="0"/>
            </a:lvl1pPr>
          </a:lstStyle>
          <a:p>
            <a:r>
              <a:rPr lang="en-US"/>
              <a:t>© 2025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EC829E04-BCCD-010B-AD64-B2BB49639E85}"/>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grpSp>
        <p:nvGrpSpPr>
          <p:cNvPr id="67" name="Group 66">
            <a:extLst>
              <a:ext uri="{FF2B5EF4-FFF2-40B4-BE49-F238E27FC236}">
                <a16:creationId xmlns:a16="http://schemas.microsoft.com/office/drawing/2014/main" id="{D46E07C5-8842-404F-819C-FA7B83115ECA}"/>
              </a:ext>
            </a:extLst>
          </p:cNvPr>
          <p:cNvGrpSpPr/>
          <p:nvPr userDrawn="1"/>
        </p:nvGrpSpPr>
        <p:grpSpPr>
          <a:xfrm>
            <a:off x="-1" y="7094960"/>
            <a:ext cx="12102536" cy="683063"/>
            <a:chOff x="-1" y="7094960"/>
            <a:chExt cx="12102536" cy="683063"/>
          </a:xfrm>
        </p:grpSpPr>
        <p:grpSp>
          <p:nvGrpSpPr>
            <p:cNvPr id="68" name="Group 67">
              <a:extLst>
                <a:ext uri="{FF2B5EF4-FFF2-40B4-BE49-F238E27FC236}">
                  <a16:creationId xmlns:a16="http://schemas.microsoft.com/office/drawing/2014/main" id="{332DA76F-A0D8-8759-6625-FF256BB19C7F}"/>
                </a:ext>
              </a:extLst>
            </p:cNvPr>
            <p:cNvGrpSpPr/>
            <p:nvPr userDrawn="1"/>
          </p:nvGrpSpPr>
          <p:grpSpPr>
            <a:xfrm>
              <a:off x="-1" y="7100885"/>
              <a:ext cx="2273966" cy="677138"/>
              <a:chOff x="-1" y="7100885"/>
              <a:chExt cx="2273966" cy="677138"/>
            </a:xfrm>
          </p:grpSpPr>
          <p:sp>
            <p:nvSpPr>
              <p:cNvPr id="95" name="Rectangle 94">
                <a:extLst>
                  <a:ext uri="{FF2B5EF4-FFF2-40B4-BE49-F238E27FC236}">
                    <a16:creationId xmlns:a16="http://schemas.microsoft.com/office/drawing/2014/main" id="{F7B7D930-471C-8AA7-0594-A62A31C94D3E}"/>
                  </a:ext>
                </a:extLst>
              </p:cNvPr>
              <p:cNvSpPr/>
              <p:nvPr userDrawn="1"/>
            </p:nvSpPr>
            <p:spPr>
              <a:xfrm rot="16200000">
                <a:off x="12213" y="7088672"/>
                <a:ext cx="358001" cy="382428"/>
              </a:xfrm>
              <a:prstGeom prst="rect">
                <a:avLst/>
              </a:prstGeom>
              <a:solidFill>
                <a:schemeClr val="bg1"/>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96" name="Rectangle 95">
                <a:extLst>
                  <a:ext uri="{FF2B5EF4-FFF2-40B4-BE49-F238E27FC236}">
                    <a16:creationId xmlns:a16="http://schemas.microsoft.com/office/drawing/2014/main" id="{C17548C0-F807-A2A3-631C-0FFA79D7A495}"/>
                  </a:ext>
                </a:extLst>
              </p:cNvPr>
              <p:cNvSpPr/>
              <p:nvPr userDrawn="1"/>
            </p:nvSpPr>
            <p:spPr>
              <a:xfrm rot="16200000">
                <a:off x="957981" y="7088672"/>
                <a:ext cx="358001" cy="382428"/>
              </a:xfrm>
              <a:prstGeom prst="rect">
                <a:avLst/>
              </a:prstGeom>
              <a:solidFill>
                <a:srgbClr val="50658E"/>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97" name="Rectangle 96">
                <a:extLst>
                  <a:ext uri="{FF2B5EF4-FFF2-40B4-BE49-F238E27FC236}">
                    <a16:creationId xmlns:a16="http://schemas.microsoft.com/office/drawing/2014/main" id="{9BB77892-C443-6A18-1186-8D2483E7FAD0}"/>
                  </a:ext>
                </a:extLst>
              </p:cNvPr>
              <p:cNvSpPr/>
              <p:nvPr userDrawn="1"/>
            </p:nvSpPr>
            <p:spPr>
              <a:xfrm rot="16200000">
                <a:off x="1430865" y="7088672"/>
                <a:ext cx="358001" cy="382428"/>
              </a:xfrm>
              <a:prstGeom prst="rect">
                <a:avLst/>
              </a:prstGeom>
              <a:solidFill>
                <a:srgbClr val="CED7E6"/>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98" name="Rectangle 97">
                <a:extLst>
                  <a:ext uri="{FF2B5EF4-FFF2-40B4-BE49-F238E27FC236}">
                    <a16:creationId xmlns:a16="http://schemas.microsoft.com/office/drawing/2014/main" id="{A988754D-7503-7F33-8677-F630856C3F0F}"/>
                  </a:ext>
                </a:extLst>
              </p:cNvPr>
              <p:cNvSpPr/>
              <p:nvPr userDrawn="1"/>
            </p:nvSpPr>
            <p:spPr>
              <a:xfrm rot="16200000">
                <a:off x="1903750" y="7088672"/>
                <a:ext cx="358001" cy="382428"/>
              </a:xfrm>
              <a:prstGeom prst="rect">
                <a:avLst/>
              </a:prstGeom>
              <a:solidFill>
                <a:srgbClr val="E8EEF8"/>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99" name="TextBox 98">
                <a:extLst>
                  <a:ext uri="{FF2B5EF4-FFF2-40B4-BE49-F238E27FC236}">
                    <a16:creationId xmlns:a16="http://schemas.microsoft.com/office/drawing/2014/main" id="{84B210BB-35B1-19EE-05AB-D3CD8FD8EC2E}"/>
                  </a:ext>
                </a:extLst>
              </p:cNvPr>
              <p:cNvSpPr txBox="1"/>
              <p:nvPr userDrawn="1"/>
            </p:nvSpPr>
            <p:spPr>
              <a:xfrm>
                <a:off x="-1" y="7520200"/>
                <a:ext cx="540301" cy="257823"/>
              </a:xfrm>
              <a:prstGeom prst="rect">
                <a:avLst/>
              </a:prstGeom>
              <a:noFill/>
            </p:spPr>
            <p:txBody>
              <a:bodyPr wrap="square" lIns="0" tIns="0" rIns="0" bIns="36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Primary</a:t>
                </a:r>
              </a:p>
            </p:txBody>
          </p:sp>
          <p:sp>
            <p:nvSpPr>
              <p:cNvPr id="100" name="Rectangle 99">
                <a:extLst>
                  <a:ext uri="{FF2B5EF4-FFF2-40B4-BE49-F238E27FC236}">
                    <a16:creationId xmlns:a16="http://schemas.microsoft.com/office/drawing/2014/main" id="{A340F331-A89E-17C2-D048-CC2126500D42}"/>
                  </a:ext>
                </a:extLst>
              </p:cNvPr>
              <p:cNvSpPr/>
              <p:nvPr userDrawn="1"/>
            </p:nvSpPr>
            <p:spPr>
              <a:xfrm rot="16200000">
                <a:off x="485097" y="7088672"/>
                <a:ext cx="358001" cy="382428"/>
              </a:xfrm>
              <a:prstGeom prst="rect">
                <a:avLst/>
              </a:prstGeom>
              <a:solidFill>
                <a:srgbClr val="070154"/>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grpSp>
        <p:grpSp>
          <p:nvGrpSpPr>
            <p:cNvPr id="69" name="Group 68">
              <a:extLst>
                <a:ext uri="{FF2B5EF4-FFF2-40B4-BE49-F238E27FC236}">
                  <a16:creationId xmlns:a16="http://schemas.microsoft.com/office/drawing/2014/main" id="{D77ADED7-8F3E-D74E-D360-B2C79D22BE1D}"/>
                </a:ext>
              </a:extLst>
            </p:cNvPr>
            <p:cNvGrpSpPr/>
            <p:nvPr userDrawn="1"/>
          </p:nvGrpSpPr>
          <p:grpSpPr>
            <a:xfrm>
              <a:off x="2655911" y="7100885"/>
              <a:ext cx="1322942" cy="677138"/>
              <a:chOff x="2727944" y="7100885"/>
              <a:chExt cx="1322942" cy="677138"/>
            </a:xfrm>
          </p:grpSpPr>
          <p:sp>
            <p:nvSpPr>
              <p:cNvPr id="91" name="Rectangle 90">
                <a:extLst>
                  <a:ext uri="{FF2B5EF4-FFF2-40B4-BE49-F238E27FC236}">
                    <a16:creationId xmlns:a16="http://schemas.microsoft.com/office/drawing/2014/main" id="{68B1F6D9-73F8-FBF7-EEDC-AF192F20C9EF}"/>
                  </a:ext>
                </a:extLst>
              </p:cNvPr>
              <p:cNvSpPr/>
              <p:nvPr userDrawn="1"/>
            </p:nvSpPr>
            <p:spPr>
              <a:xfrm rot="16200000">
                <a:off x="2740159" y="7088672"/>
                <a:ext cx="358001" cy="382428"/>
              </a:xfrm>
              <a:prstGeom prst="rect">
                <a:avLst/>
              </a:prstGeom>
              <a:solidFill>
                <a:srgbClr val="F900D3"/>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92" name="Rectangle 91">
                <a:extLst>
                  <a:ext uri="{FF2B5EF4-FFF2-40B4-BE49-F238E27FC236}">
                    <a16:creationId xmlns:a16="http://schemas.microsoft.com/office/drawing/2014/main" id="{4A6D6C8E-6BC3-4F11-ADB4-BFA3E0E00CAC}"/>
                  </a:ext>
                </a:extLst>
              </p:cNvPr>
              <p:cNvSpPr/>
              <p:nvPr userDrawn="1"/>
            </p:nvSpPr>
            <p:spPr>
              <a:xfrm rot="16200000">
                <a:off x="3680671" y="7088672"/>
                <a:ext cx="358001" cy="382428"/>
              </a:xfrm>
              <a:prstGeom prst="rect">
                <a:avLst/>
              </a:prstGeom>
              <a:solidFill>
                <a:srgbClr val="0047FF"/>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93" name="TextBox 92">
                <a:extLst>
                  <a:ext uri="{FF2B5EF4-FFF2-40B4-BE49-F238E27FC236}">
                    <a16:creationId xmlns:a16="http://schemas.microsoft.com/office/drawing/2014/main" id="{B81521CE-0C0D-E79D-906D-7BB64555F833}"/>
                  </a:ext>
                </a:extLst>
              </p:cNvPr>
              <p:cNvSpPr txBox="1"/>
              <p:nvPr userDrawn="1"/>
            </p:nvSpPr>
            <p:spPr>
              <a:xfrm>
                <a:off x="2727944" y="7520200"/>
                <a:ext cx="520281" cy="257823"/>
              </a:xfrm>
              <a:prstGeom prst="rect">
                <a:avLst/>
              </a:prstGeom>
              <a:noFill/>
            </p:spPr>
            <p:txBody>
              <a:bodyPr wrap="square" lIns="0" tIns="0" rIns="0" bIns="36000" rtlCol="0" anchor="t" anchorCtr="0">
                <a:noAutofit/>
              </a:bodyPr>
              <a:lstStyle/>
              <a:p>
                <a:r>
                  <a:rPr lang="en-US" sz="800" b="0" i="0" spc="0" baseline="0">
                    <a:solidFill>
                      <a:schemeClr val="tx1"/>
                    </a:solidFill>
                    <a:latin typeface="+mj-lt"/>
                    <a:ea typeface="Verdana" panose="020B0604030504040204" pitchFamily="34" charset="0"/>
                    <a:cs typeface="Arial" panose="020B0604020202020204" pitchFamily="34" charset="0"/>
                  </a:rPr>
                  <a:t>Accent</a:t>
                </a:r>
              </a:p>
            </p:txBody>
          </p:sp>
          <p:sp>
            <p:nvSpPr>
              <p:cNvPr id="94" name="Rectangle 93">
                <a:extLst>
                  <a:ext uri="{FF2B5EF4-FFF2-40B4-BE49-F238E27FC236}">
                    <a16:creationId xmlns:a16="http://schemas.microsoft.com/office/drawing/2014/main" id="{65C42D8B-A1D2-9084-7DA5-01541EA0621A}"/>
                  </a:ext>
                </a:extLst>
              </p:cNvPr>
              <p:cNvSpPr/>
              <p:nvPr userDrawn="1"/>
            </p:nvSpPr>
            <p:spPr>
              <a:xfrm rot="16200000">
                <a:off x="3210415" y="7088672"/>
                <a:ext cx="358001" cy="382428"/>
              </a:xfrm>
              <a:prstGeom prst="rect">
                <a:avLst/>
              </a:prstGeom>
              <a:solidFill>
                <a:srgbClr val="F6EB21"/>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grpSp>
        <p:grpSp>
          <p:nvGrpSpPr>
            <p:cNvPr id="70" name="Group 69">
              <a:extLst>
                <a:ext uri="{FF2B5EF4-FFF2-40B4-BE49-F238E27FC236}">
                  <a16:creationId xmlns:a16="http://schemas.microsoft.com/office/drawing/2014/main" id="{1CA86DF5-3E8D-6034-BDDF-BE7DD08D3754}"/>
                </a:ext>
              </a:extLst>
            </p:cNvPr>
            <p:cNvGrpSpPr/>
            <p:nvPr userDrawn="1"/>
          </p:nvGrpSpPr>
          <p:grpSpPr>
            <a:xfrm>
              <a:off x="10778614" y="7094960"/>
              <a:ext cx="1323921" cy="683063"/>
              <a:chOff x="10868079" y="7094960"/>
              <a:chExt cx="1323921" cy="683063"/>
            </a:xfrm>
          </p:grpSpPr>
          <p:sp>
            <p:nvSpPr>
              <p:cNvPr id="87" name="Rectangle 86">
                <a:extLst>
                  <a:ext uri="{FF2B5EF4-FFF2-40B4-BE49-F238E27FC236}">
                    <a16:creationId xmlns:a16="http://schemas.microsoft.com/office/drawing/2014/main" id="{612B7A53-1704-B69A-CFC0-3DCE6A5CD193}"/>
                  </a:ext>
                </a:extLst>
              </p:cNvPr>
              <p:cNvSpPr/>
              <p:nvPr userDrawn="1"/>
            </p:nvSpPr>
            <p:spPr>
              <a:xfrm rot="16200000">
                <a:off x="10880293" y="7082747"/>
                <a:ext cx="358001" cy="382428"/>
              </a:xfrm>
              <a:prstGeom prst="rect">
                <a:avLst/>
              </a:prstGeom>
              <a:solidFill>
                <a:srgbClr val="1DD465"/>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88" name="Rectangle 87">
                <a:extLst>
                  <a:ext uri="{FF2B5EF4-FFF2-40B4-BE49-F238E27FC236}">
                    <a16:creationId xmlns:a16="http://schemas.microsoft.com/office/drawing/2014/main" id="{89E90C53-BC90-B3EF-BE4C-20B5559B65BA}"/>
                  </a:ext>
                </a:extLst>
              </p:cNvPr>
              <p:cNvSpPr/>
              <p:nvPr userDrawn="1"/>
            </p:nvSpPr>
            <p:spPr>
              <a:xfrm rot="16200000">
                <a:off x="11821785" y="7082747"/>
                <a:ext cx="358001" cy="382428"/>
              </a:xfrm>
              <a:prstGeom prst="rect">
                <a:avLst/>
              </a:prstGeom>
              <a:solidFill>
                <a:srgbClr val="F52C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89" name="TextBox 88">
                <a:extLst>
                  <a:ext uri="{FF2B5EF4-FFF2-40B4-BE49-F238E27FC236}">
                    <a16:creationId xmlns:a16="http://schemas.microsoft.com/office/drawing/2014/main" id="{7D20197E-47A5-6989-B181-8C538A138AD0}"/>
                  </a:ext>
                </a:extLst>
              </p:cNvPr>
              <p:cNvSpPr txBox="1"/>
              <p:nvPr userDrawn="1"/>
            </p:nvSpPr>
            <p:spPr>
              <a:xfrm>
                <a:off x="10868079" y="7520200"/>
                <a:ext cx="540301" cy="257823"/>
              </a:xfrm>
              <a:prstGeom prst="rect">
                <a:avLst/>
              </a:prstGeom>
              <a:noFill/>
            </p:spPr>
            <p:txBody>
              <a:bodyPr wrap="square" lIns="0" tIns="0" rIns="0" bIns="36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KPIs</a:t>
                </a:r>
              </a:p>
            </p:txBody>
          </p:sp>
          <p:sp>
            <p:nvSpPr>
              <p:cNvPr id="90" name="Rectangle 89">
                <a:extLst>
                  <a:ext uri="{FF2B5EF4-FFF2-40B4-BE49-F238E27FC236}">
                    <a16:creationId xmlns:a16="http://schemas.microsoft.com/office/drawing/2014/main" id="{3D19E805-CDA4-7476-A92F-308AC76E9C0E}"/>
                  </a:ext>
                </a:extLst>
              </p:cNvPr>
              <p:cNvSpPr/>
              <p:nvPr userDrawn="1"/>
            </p:nvSpPr>
            <p:spPr>
              <a:xfrm rot="16200000">
                <a:off x="11355036" y="7082747"/>
                <a:ext cx="358001" cy="382428"/>
              </a:xfrm>
              <a:prstGeom prst="rect">
                <a:avLst/>
              </a:prstGeom>
              <a:solidFill>
                <a:srgbClr val="FFC7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grpSp>
        <p:grpSp>
          <p:nvGrpSpPr>
            <p:cNvPr id="71" name="Group 70">
              <a:extLst>
                <a:ext uri="{FF2B5EF4-FFF2-40B4-BE49-F238E27FC236}">
                  <a16:creationId xmlns:a16="http://schemas.microsoft.com/office/drawing/2014/main" id="{05199B11-C916-D220-FD6F-62918649C6BF}"/>
                </a:ext>
              </a:extLst>
            </p:cNvPr>
            <p:cNvGrpSpPr/>
            <p:nvPr userDrawn="1"/>
          </p:nvGrpSpPr>
          <p:grpSpPr>
            <a:xfrm>
              <a:off x="9055231" y="7100885"/>
              <a:ext cx="1351453" cy="677138"/>
              <a:chOff x="7261018" y="7100885"/>
              <a:chExt cx="1351453" cy="677138"/>
            </a:xfrm>
          </p:grpSpPr>
          <p:sp>
            <p:nvSpPr>
              <p:cNvPr id="83" name="Rectangle 82">
                <a:extLst>
                  <a:ext uri="{FF2B5EF4-FFF2-40B4-BE49-F238E27FC236}">
                    <a16:creationId xmlns:a16="http://schemas.microsoft.com/office/drawing/2014/main" id="{11935FED-833D-4F38-5D4D-DAD3B9A3BC18}"/>
                  </a:ext>
                </a:extLst>
              </p:cNvPr>
              <p:cNvSpPr/>
              <p:nvPr userDrawn="1"/>
            </p:nvSpPr>
            <p:spPr>
              <a:xfrm rot="16200000">
                <a:off x="7273232" y="7088673"/>
                <a:ext cx="358001" cy="382428"/>
              </a:xfrm>
              <a:prstGeom prst="rect">
                <a:avLst/>
              </a:prstGeom>
              <a:solidFill>
                <a:srgbClr val="E8EEF8"/>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84" name="Rectangle 83">
                <a:extLst>
                  <a:ext uri="{FF2B5EF4-FFF2-40B4-BE49-F238E27FC236}">
                    <a16:creationId xmlns:a16="http://schemas.microsoft.com/office/drawing/2014/main" id="{D39F3379-DABA-85F0-5B74-1785851E2D7F}"/>
                  </a:ext>
                </a:extLst>
              </p:cNvPr>
              <p:cNvSpPr/>
              <p:nvPr userDrawn="1"/>
            </p:nvSpPr>
            <p:spPr>
              <a:xfrm rot="16200000">
                <a:off x="8242256" y="7088672"/>
                <a:ext cx="358001" cy="382428"/>
              </a:xfrm>
              <a:prstGeom prst="rect">
                <a:avLst/>
              </a:prstGeom>
              <a:solidFill>
                <a:srgbClr val="97A4BA"/>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85" name="TextBox 84">
                <a:extLst>
                  <a:ext uri="{FF2B5EF4-FFF2-40B4-BE49-F238E27FC236}">
                    <a16:creationId xmlns:a16="http://schemas.microsoft.com/office/drawing/2014/main" id="{87BE2BE3-8434-B7FC-DAFC-82AAFFF2CAAF}"/>
                  </a:ext>
                </a:extLst>
              </p:cNvPr>
              <p:cNvSpPr txBox="1"/>
              <p:nvPr userDrawn="1"/>
            </p:nvSpPr>
            <p:spPr>
              <a:xfrm>
                <a:off x="7261018" y="7520200"/>
                <a:ext cx="1134831" cy="257823"/>
              </a:xfrm>
              <a:prstGeom prst="rect">
                <a:avLst/>
              </a:prstGeom>
              <a:noFill/>
            </p:spPr>
            <p:txBody>
              <a:bodyPr wrap="square" lIns="0" tIns="0" rIns="0" bIns="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Deemphasis Data Vis</a:t>
                </a:r>
              </a:p>
            </p:txBody>
          </p:sp>
          <p:sp>
            <p:nvSpPr>
              <p:cNvPr id="86" name="Rectangle 85">
                <a:extLst>
                  <a:ext uri="{FF2B5EF4-FFF2-40B4-BE49-F238E27FC236}">
                    <a16:creationId xmlns:a16="http://schemas.microsoft.com/office/drawing/2014/main" id="{D2578AA9-0FE5-3C81-A630-2C83275022C4}"/>
                  </a:ext>
                </a:extLst>
              </p:cNvPr>
              <p:cNvSpPr/>
              <p:nvPr userDrawn="1"/>
            </p:nvSpPr>
            <p:spPr>
              <a:xfrm rot="16200000">
                <a:off x="7757744" y="7088673"/>
                <a:ext cx="358001" cy="382428"/>
              </a:xfrm>
              <a:prstGeom prst="rect">
                <a:avLst/>
              </a:prstGeom>
              <a:solidFill>
                <a:srgbClr val="CED7E6"/>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grpSp>
        <p:grpSp>
          <p:nvGrpSpPr>
            <p:cNvPr id="72" name="Group 71">
              <a:extLst>
                <a:ext uri="{FF2B5EF4-FFF2-40B4-BE49-F238E27FC236}">
                  <a16:creationId xmlns:a16="http://schemas.microsoft.com/office/drawing/2014/main" id="{58DB2866-B00D-8523-614D-0DABBCFDF927}"/>
                </a:ext>
              </a:extLst>
            </p:cNvPr>
            <p:cNvGrpSpPr/>
            <p:nvPr userDrawn="1"/>
          </p:nvGrpSpPr>
          <p:grpSpPr>
            <a:xfrm>
              <a:off x="4345020" y="7100883"/>
              <a:ext cx="4333458" cy="677140"/>
              <a:chOff x="12817101" y="7100883"/>
              <a:chExt cx="4333458" cy="677140"/>
            </a:xfrm>
          </p:grpSpPr>
          <p:sp>
            <p:nvSpPr>
              <p:cNvPr id="73" name="TextBox 72">
                <a:extLst>
                  <a:ext uri="{FF2B5EF4-FFF2-40B4-BE49-F238E27FC236}">
                    <a16:creationId xmlns:a16="http://schemas.microsoft.com/office/drawing/2014/main" id="{0954A07B-F0C3-3117-DFFF-9B0C96D770FE}"/>
                  </a:ext>
                </a:extLst>
              </p:cNvPr>
              <p:cNvSpPr txBox="1"/>
              <p:nvPr userDrawn="1"/>
            </p:nvSpPr>
            <p:spPr>
              <a:xfrm>
                <a:off x="12817101" y="7520200"/>
                <a:ext cx="1480498" cy="257823"/>
              </a:xfrm>
              <a:prstGeom prst="rect">
                <a:avLst/>
              </a:prstGeom>
              <a:noFill/>
            </p:spPr>
            <p:txBody>
              <a:bodyPr wrap="square" lIns="0" tIns="0" rIns="0" bIns="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Categorical Data Vis</a:t>
                </a:r>
              </a:p>
            </p:txBody>
          </p:sp>
          <p:sp>
            <p:nvSpPr>
              <p:cNvPr id="74" name="Rectangle 73">
                <a:extLst>
                  <a:ext uri="{FF2B5EF4-FFF2-40B4-BE49-F238E27FC236}">
                    <a16:creationId xmlns:a16="http://schemas.microsoft.com/office/drawing/2014/main" id="{F6CE3A34-94C2-EDD1-93FD-6F3620E587CF}"/>
                  </a:ext>
                </a:extLst>
              </p:cNvPr>
              <p:cNvSpPr/>
              <p:nvPr userDrawn="1"/>
            </p:nvSpPr>
            <p:spPr>
              <a:xfrm>
                <a:off x="12817101" y="7100883"/>
                <a:ext cx="382428" cy="358001"/>
              </a:xfrm>
              <a:prstGeom prst="rect">
                <a:avLst/>
              </a:prstGeom>
              <a:solidFill>
                <a:srgbClr val="F900D3"/>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1</a:t>
                </a:r>
              </a:p>
            </p:txBody>
          </p:sp>
          <p:sp>
            <p:nvSpPr>
              <p:cNvPr id="75" name="Rectangle 74">
                <a:extLst>
                  <a:ext uri="{FF2B5EF4-FFF2-40B4-BE49-F238E27FC236}">
                    <a16:creationId xmlns:a16="http://schemas.microsoft.com/office/drawing/2014/main" id="{A895DFF8-B0DD-8993-8175-0D6C92514684}"/>
                  </a:ext>
                </a:extLst>
              </p:cNvPr>
              <p:cNvSpPr/>
              <p:nvPr userDrawn="1"/>
            </p:nvSpPr>
            <p:spPr>
              <a:xfrm>
                <a:off x="14298738" y="7100883"/>
                <a:ext cx="382428" cy="358001"/>
              </a:xfrm>
              <a:prstGeom prst="rect">
                <a:avLst/>
              </a:prstGeom>
              <a:solidFill>
                <a:srgbClr val="FFC7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4</a:t>
                </a:r>
              </a:p>
            </p:txBody>
          </p:sp>
          <p:sp>
            <p:nvSpPr>
              <p:cNvPr id="76" name="Rectangle 75">
                <a:extLst>
                  <a:ext uri="{FF2B5EF4-FFF2-40B4-BE49-F238E27FC236}">
                    <a16:creationId xmlns:a16="http://schemas.microsoft.com/office/drawing/2014/main" id="{C9A08AB8-D17C-7F03-AA4D-CC04395279FC}"/>
                  </a:ext>
                </a:extLst>
              </p:cNvPr>
              <p:cNvSpPr/>
              <p:nvPr userDrawn="1"/>
            </p:nvSpPr>
            <p:spPr>
              <a:xfrm>
                <a:off x="15286496" y="7100883"/>
                <a:ext cx="382428" cy="358001"/>
              </a:xfrm>
              <a:prstGeom prst="rect">
                <a:avLst/>
              </a:prstGeom>
              <a:solidFill>
                <a:srgbClr val="00FCB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6</a:t>
                </a:r>
              </a:p>
            </p:txBody>
          </p:sp>
          <p:sp>
            <p:nvSpPr>
              <p:cNvPr id="77" name="Rectangle 76">
                <a:extLst>
                  <a:ext uri="{FF2B5EF4-FFF2-40B4-BE49-F238E27FC236}">
                    <a16:creationId xmlns:a16="http://schemas.microsoft.com/office/drawing/2014/main" id="{1FB76817-EC05-8764-9A70-01DF8CEB4F8E}"/>
                  </a:ext>
                </a:extLst>
              </p:cNvPr>
              <p:cNvSpPr/>
              <p:nvPr userDrawn="1"/>
            </p:nvSpPr>
            <p:spPr>
              <a:xfrm>
                <a:off x="13804859" y="7100883"/>
                <a:ext cx="382428" cy="358001"/>
              </a:xfrm>
              <a:prstGeom prst="rect">
                <a:avLst/>
              </a:prstGeom>
              <a:solidFill>
                <a:srgbClr val="1DD566"/>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3</a:t>
                </a:r>
              </a:p>
            </p:txBody>
          </p:sp>
          <p:sp>
            <p:nvSpPr>
              <p:cNvPr id="78" name="Rectangle 77">
                <a:extLst>
                  <a:ext uri="{FF2B5EF4-FFF2-40B4-BE49-F238E27FC236}">
                    <a16:creationId xmlns:a16="http://schemas.microsoft.com/office/drawing/2014/main" id="{CCE4EB89-2A8A-7A6A-531A-24EFDE4F0B53}"/>
                  </a:ext>
                </a:extLst>
              </p:cNvPr>
              <p:cNvSpPr/>
              <p:nvPr userDrawn="1"/>
            </p:nvSpPr>
            <p:spPr>
              <a:xfrm>
                <a:off x="13310980" y="7100883"/>
                <a:ext cx="382428" cy="358001"/>
              </a:xfrm>
              <a:prstGeom prst="rect">
                <a:avLst/>
              </a:prstGeom>
              <a:solidFill>
                <a:srgbClr val="00E8FA"/>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2</a:t>
                </a:r>
              </a:p>
            </p:txBody>
          </p:sp>
          <p:sp>
            <p:nvSpPr>
              <p:cNvPr id="79" name="Rectangle 78">
                <a:extLst>
                  <a:ext uri="{FF2B5EF4-FFF2-40B4-BE49-F238E27FC236}">
                    <a16:creationId xmlns:a16="http://schemas.microsoft.com/office/drawing/2014/main" id="{5C18FEF4-943C-BC37-EB15-0B6EAE4E3030}"/>
                  </a:ext>
                </a:extLst>
              </p:cNvPr>
              <p:cNvSpPr/>
              <p:nvPr userDrawn="1"/>
            </p:nvSpPr>
            <p:spPr>
              <a:xfrm>
                <a:off x="14792617" y="7100883"/>
                <a:ext cx="382428" cy="358001"/>
              </a:xfrm>
              <a:prstGeom prst="rect">
                <a:avLst/>
              </a:prstGeom>
              <a:solidFill>
                <a:srgbClr val="B741FF"/>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5</a:t>
                </a:r>
              </a:p>
            </p:txBody>
          </p:sp>
          <p:sp>
            <p:nvSpPr>
              <p:cNvPr id="80" name="Rectangle 79">
                <a:extLst>
                  <a:ext uri="{FF2B5EF4-FFF2-40B4-BE49-F238E27FC236}">
                    <a16:creationId xmlns:a16="http://schemas.microsoft.com/office/drawing/2014/main" id="{EF44B378-14BD-9DDA-DAEE-815BEF42602F}"/>
                  </a:ext>
                </a:extLst>
              </p:cNvPr>
              <p:cNvSpPr/>
              <p:nvPr userDrawn="1"/>
            </p:nvSpPr>
            <p:spPr>
              <a:xfrm>
                <a:off x="15780375" y="7100883"/>
                <a:ext cx="382428" cy="358001"/>
              </a:xfrm>
              <a:prstGeom prst="rect">
                <a:avLst/>
              </a:prstGeom>
              <a:solidFill>
                <a:srgbClr val="FF8A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7</a:t>
                </a:r>
              </a:p>
            </p:txBody>
          </p:sp>
          <p:sp>
            <p:nvSpPr>
              <p:cNvPr id="81" name="Rectangle 80">
                <a:extLst>
                  <a:ext uri="{FF2B5EF4-FFF2-40B4-BE49-F238E27FC236}">
                    <a16:creationId xmlns:a16="http://schemas.microsoft.com/office/drawing/2014/main" id="{3F2FAD8E-E8E7-1F4B-FF4E-E427C07FA311}"/>
                  </a:ext>
                </a:extLst>
              </p:cNvPr>
              <p:cNvSpPr/>
              <p:nvPr userDrawn="1"/>
            </p:nvSpPr>
            <p:spPr>
              <a:xfrm>
                <a:off x="16768131" y="7100883"/>
                <a:ext cx="382428" cy="358001"/>
              </a:xfrm>
              <a:prstGeom prst="rect">
                <a:avLst/>
              </a:prstGeom>
              <a:solidFill>
                <a:srgbClr val="F52C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9</a:t>
                </a:r>
              </a:p>
            </p:txBody>
          </p:sp>
          <p:sp>
            <p:nvSpPr>
              <p:cNvPr id="82" name="Rectangle 81">
                <a:extLst>
                  <a:ext uri="{FF2B5EF4-FFF2-40B4-BE49-F238E27FC236}">
                    <a16:creationId xmlns:a16="http://schemas.microsoft.com/office/drawing/2014/main" id="{781B4827-2185-4162-E6F5-44FF31A1E147}"/>
                  </a:ext>
                </a:extLst>
              </p:cNvPr>
              <p:cNvSpPr/>
              <p:nvPr userDrawn="1"/>
            </p:nvSpPr>
            <p:spPr>
              <a:xfrm>
                <a:off x="16274254" y="7100883"/>
                <a:ext cx="382428" cy="358001"/>
              </a:xfrm>
              <a:prstGeom prst="rect">
                <a:avLst/>
              </a:prstGeom>
              <a:solidFill>
                <a:srgbClr val="00A3FF"/>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8</a:t>
                </a:r>
              </a:p>
            </p:txBody>
          </p:sp>
        </p:grpSp>
      </p:grpSp>
    </p:spTree>
    <p:extLst>
      <p:ext uri="{BB962C8B-B14F-4D97-AF65-F5344CB8AC3E}">
        <p14:creationId xmlns:p14="http://schemas.microsoft.com/office/powerpoint/2010/main" val="126398052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972B6A5-01FD-899A-FA5B-50AED31DFBE5}"/>
              </a:ext>
            </a:extLst>
          </p:cNvPr>
          <p:cNvSpPr>
            <a:spLocks noGrp="1"/>
          </p:cNvSpPr>
          <p:nvPr>
            <p:ph type="ftr" sz="quarter" idx="10"/>
          </p:nvPr>
        </p:nvSpPr>
        <p:spPr/>
        <p:txBody>
          <a:bodyPr/>
          <a:lstStyle>
            <a:lvl1pPr>
              <a:defRPr b="0" i="0"/>
            </a:lvl1pPr>
          </a:lstStyle>
          <a:p>
            <a:r>
              <a:rPr lang="en-US"/>
              <a:t>© 2025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ECAE3597-928B-CB48-EED1-29B1135F105F}"/>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sp>
        <p:nvSpPr>
          <p:cNvPr id="8" name="Text Placeholder 2">
            <a:extLst>
              <a:ext uri="{FF2B5EF4-FFF2-40B4-BE49-F238E27FC236}">
                <a16:creationId xmlns:a16="http://schemas.microsoft.com/office/drawing/2014/main" id="{BA278BA7-0CBC-4887-B59D-205DB6248FFE}"/>
              </a:ext>
            </a:extLst>
          </p:cNvPr>
          <p:cNvSpPr>
            <a:spLocks noGrp="1"/>
          </p:cNvSpPr>
          <p:nvPr>
            <p:ph type="body" sz="quarter" idx="20" hasCustomPrompt="1"/>
          </p:nvPr>
        </p:nvSpPr>
        <p:spPr>
          <a:xfrm>
            <a:off x="1250066" y="1412874"/>
            <a:ext cx="4731634" cy="4606925"/>
          </a:xfrm>
        </p:spPr>
        <p:txBody>
          <a:bodyPr tIns="0" rIns="0" anchor="ctr" anchorCtr="0"/>
          <a:lstStyle>
            <a:lvl1pPr marL="0" indent="0">
              <a:lnSpc>
                <a:spcPct val="100000"/>
              </a:lnSpc>
              <a:spcAft>
                <a:spcPts val="2900"/>
              </a:spcAft>
              <a:buClr>
                <a:schemeClr val="accent1"/>
              </a:buClr>
              <a:buSzPct val="200000"/>
              <a:buFontTx/>
              <a:buNone/>
              <a:defRPr sz="1800" b="1" i="0">
                <a:solidFill>
                  <a:schemeClr val="tx1"/>
                </a:solidFill>
              </a:defRPr>
            </a:lvl1pPr>
            <a:lvl2pPr marL="0" indent="0">
              <a:lnSpc>
                <a:spcPct val="100000"/>
              </a:lnSpc>
              <a:spcAft>
                <a:spcPts val="2900"/>
              </a:spcAft>
              <a:buClr>
                <a:schemeClr val="accent1"/>
              </a:buClr>
              <a:buSzPct val="200000"/>
              <a:buFontTx/>
              <a:buNone/>
              <a:defRPr sz="1800" b="1" i="0">
                <a:solidFill>
                  <a:schemeClr val="tx1"/>
                </a:solidFill>
              </a:defRPr>
            </a:lvl2pPr>
            <a:lvl3pPr marL="228600" indent="0">
              <a:spcAft>
                <a:spcPts val="1200"/>
              </a:spcAft>
              <a:buClr>
                <a:schemeClr val="bg1"/>
              </a:buClr>
              <a:buFontTx/>
              <a:buNone/>
              <a:defRPr sz="1800" b="0">
                <a:solidFill>
                  <a:schemeClr val="bg1"/>
                </a:solidFill>
              </a:defRPr>
            </a:lvl3pPr>
            <a:lvl4pPr marL="228600" indent="0">
              <a:spcAft>
                <a:spcPts val="1200"/>
              </a:spcAft>
              <a:buClr>
                <a:schemeClr val="bg1"/>
              </a:buClr>
              <a:buFontTx/>
              <a:buNone/>
              <a:defRPr b="0">
                <a:solidFill>
                  <a:schemeClr val="bg1"/>
                </a:solidFill>
              </a:defRPr>
            </a:lvl4pPr>
            <a:lvl5pPr marL="228600" indent="0">
              <a:spcAft>
                <a:spcPts val="1200"/>
              </a:spcAft>
              <a:buClr>
                <a:schemeClr val="bg1"/>
              </a:buClr>
              <a:buFontTx/>
              <a:buNone/>
              <a:defRPr b="0">
                <a:solidFill>
                  <a:schemeClr val="bg1"/>
                </a:solidFill>
              </a:defRPr>
            </a:lvl5pPr>
            <a:lvl6pPr marL="228600" indent="0">
              <a:spcAft>
                <a:spcPts val="1200"/>
              </a:spcAft>
              <a:buClr>
                <a:schemeClr val="bg1"/>
              </a:buClr>
              <a:buFontTx/>
              <a:buNone/>
              <a:defRPr>
                <a:solidFill>
                  <a:schemeClr val="bg1"/>
                </a:solidFill>
              </a:defRPr>
            </a:lvl6pPr>
            <a:lvl7pPr marL="228600" indent="0">
              <a:spcAft>
                <a:spcPts val="1200"/>
              </a:spcAft>
              <a:buClr>
                <a:schemeClr val="bg1"/>
              </a:buClr>
              <a:buFontTx/>
              <a:buNone/>
              <a:defRPr>
                <a:solidFill>
                  <a:schemeClr val="bg1"/>
                </a:solidFill>
              </a:defRPr>
            </a:lvl7pPr>
            <a:lvl8pPr marL="228600" indent="0">
              <a:spcAft>
                <a:spcPts val="1200"/>
              </a:spcAft>
              <a:buClr>
                <a:schemeClr val="bg1"/>
              </a:buClr>
              <a:buFontTx/>
              <a:buNone/>
              <a:defRPr>
                <a:solidFill>
                  <a:schemeClr val="bg1"/>
                </a:solidFill>
              </a:defRPr>
            </a:lvl8pPr>
            <a:lvl9pPr marL="228600" indent="0">
              <a:spcAft>
                <a:spcPts val="1200"/>
              </a:spcAft>
              <a:buClr>
                <a:schemeClr val="bg1"/>
              </a:buClr>
              <a:buFontTx/>
              <a:buNone/>
              <a:defRPr>
                <a:solidFill>
                  <a:schemeClr val="bg1"/>
                </a:solidFill>
              </a:defRPr>
            </a:lvl9pPr>
          </a:lstStyle>
          <a:p>
            <a:pPr lvl="0"/>
            <a:r>
              <a:rPr lang="en-US"/>
              <a:t>Section title</a:t>
            </a:r>
          </a:p>
          <a:p>
            <a:pPr lvl="0"/>
            <a:r>
              <a:rPr lang="en-US"/>
              <a:t>Section title</a:t>
            </a:r>
          </a:p>
          <a:p>
            <a:pPr lvl="0"/>
            <a:r>
              <a:rPr lang="en-US"/>
              <a:t>Section title</a:t>
            </a:r>
          </a:p>
          <a:p>
            <a:pPr lvl="0"/>
            <a:r>
              <a:rPr lang="en-US"/>
              <a:t>Section title</a:t>
            </a:r>
          </a:p>
          <a:p>
            <a:pPr lvl="0"/>
            <a:r>
              <a:rPr lang="en-US"/>
              <a:t>Section title</a:t>
            </a:r>
          </a:p>
          <a:p>
            <a:pPr lvl="0"/>
            <a:r>
              <a:rPr lang="en-US"/>
              <a:t>Section title</a:t>
            </a:r>
          </a:p>
          <a:p>
            <a:pPr lvl="0"/>
            <a:r>
              <a:rPr lang="en-US"/>
              <a:t>Section title</a:t>
            </a:r>
          </a:p>
        </p:txBody>
      </p:sp>
      <p:pic>
        <p:nvPicPr>
          <p:cNvPr id="2" name="Picture 1" descr="A blue text on a black background&#10;&#10;Description automatically generated">
            <a:extLst>
              <a:ext uri="{FF2B5EF4-FFF2-40B4-BE49-F238E27FC236}">
                <a16:creationId xmlns:a16="http://schemas.microsoft.com/office/drawing/2014/main" id="{1368B83A-3779-569C-36A3-CDD67449E482}"/>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TextBox 8">
            <a:extLst>
              <a:ext uri="{FF2B5EF4-FFF2-40B4-BE49-F238E27FC236}">
                <a16:creationId xmlns:a16="http://schemas.microsoft.com/office/drawing/2014/main" id="{18824C34-5BE2-A518-A65B-3F48D8046E44}"/>
              </a:ext>
            </a:extLst>
          </p:cNvPr>
          <p:cNvSpPr txBox="1"/>
          <p:nvPr userDrawn="1"/>
        </p:nvSpPr>
        <p:spPr>
          <a:xfrm>
            <a:off x="460377" y="549275"/>
            <a:ext cx="2333625" cy="449296"/>
          </a:xfrm>
          <a:prstGeom prst="rect">
            <a:avLst/>
          </a:prstGeom>
          <a:noFill/>
        </p:spPr>
        <p:txBody>
          <a:bodyPr wrap="square" lIns="0" tIns="0" rIns="0" bIns="0" rtlCol="0" anchor="b" anchorCtr="0">
            <a:normAutofit/>
          </a:bodyPr>
          <a:lstStyle/>
          <a:p>
            <a:pPr marL="0" indent="-3657600" algn="l">
              <a:spcAft>
                <a:spcPts val="600"/>
              </a:spcAft>
            </a:pPr>
            <a:r>
              <a:rPr lang="en-US" sz="2800" b="1" i="0">
                <a:solidFill>
                  <a:schemeClr val="tx1"/>
                </a:solidFill>
                <a:latin typeface="+mn-lt"/>
                <a:ea typeface="Roboto" panose="02000000000000000000" pitchFamily="2" charset="0"/>
                <a:cs typeface="Segoe UI" panose="020B0502040204020203" pitchFamily="34" charset="0"/>
              </a:rPr>
              <a:t>AGENDA</a:t>
            </a:r>
          </a:p>
        </p:txBody>
      </p:sp>
      <p:sp>
        <p:nvSpPr>
          <p:cNvPr id="10" name="Picture Placeholder 4">
            <a:extLst>
              <a:ext uri="{FF2B5EF4-FFF2-40B4-BE49-F238E27FC236}">
                <a16:creationId xmlns:a16="http://schemas.microsoft.com/office/drawing/2014/main" id="{1FB5A361-F9DC-DE5A-6274-208702766B8E}"/>
              </a:ext>
            </a:extLst>
          </p:cNvPr>
          <p:cNvSpPr>
            <a:spLocks noGrp="1"/>
          </p:cNvSpPr>
          <p:nvPr>
            <p:ph type="pic" sz="quarter" idx="22"/>
          </p:nvPr>
        </p:nvSpPr>
        <p:spPr>
          <a:xfrm>
            <a:off x="6248400" y="1508125"/>
            <a:ext cx="4470400" cy="4473575"/>
          </a:xfrm>
          <a:solidFill>
            <a:schemeClr val="accent2">
              <a:lumMod val="40000"/>
              <a:lumOff val="60000"/>
            </a:schemeClr>
          </a:solidFill>
        </p:spPr>
        <p:txBody>
          <a:bodyPr tIns="1737360"/>
          <a:lstStyle>
            <a:lvl1pPr algn="ctr">
              <a:defRPr b="0" i="0"/>
            </a:lvl1pPr>
          </a:lstStyle>
          <a:p>
            <a:r>
              <a:rPr lang="en-US"/>
              <a:t>Click icon to add picture</a:t>
            </a:r>
          </a:p>
        </p:txBody>
      </p:sp>
      <p:sp>
        <p:nvSpPr>
          <p:cNvPr id="5" name="Text Placeholder 3">
            <a:extLst>
              <a:ext uri="{FF2B5EF4-FFF2-40B4-BE49-F238E27FC236}">
                <a16:creationId xmlns:a16="http://schemas.microsoft.com/office/drawing/2014/main" id="{25FBCF55-BB8C-ECD8-868D-78FE6035F732}"/>
              </a:ext>
            </a:extLst>
          </p:cNvPr>
          <p:cNvSpPr>
            <a:spLocks noGrp="1"/>
          </p:cNvSpPr>
          <p:nvPr>
            <p:ph type="body" sz="quarter" idx="34" hasCustomPrompt="1"/>
          </p:nvPr>
        </p:nvSpPr>
        <p:spPr>
          <a:xfrm>
            <a:off x="460375" y="1412874"/>
            <a:ext cx="789691" cy="4606925"/>
          </a:xfrm>
          <a:ln>
            <a:noFill/>
          </a:ln>
        </p:spPr>
        <p:txBody>
          <a:bodyPr tIns="0" anchor="ctr" anchorCtr="0"/>
          <a:lstStyle>
            <a:lvl1pPr>
              <a:lnSpc>
                <a:spcPct val="100000"/>
              </a:lnSpc>
              <a:spcBef>
                <a:spcPts val="0"/>
              </a:spcBef>
              <a:spcAft>
                <a:spcPts val="700"/>
              </a:spcAft>
              <a:defRPr sz="3600" b="1" i="0">
                <a:ln w="12700">
                  <a:noFill/>
                </a:ln>
                <a:solidFill>
                  <a:schemeClr val="accent1"/>
                </a:solidFill>
                <a:latin typeface="+mn-lt"/>
              </a:defRPr>
            </a:lvl1pPr>
            <a:lvl2pPr>
              <a:lnSpc>
                <a:spcPct val="100000"/>
              </a:lnSpc>
              <a:spcBef>
                <a:spcPts val="0"/>
              </a:spcBef>
              <a:spcAft>
                <a:spcPts val="700"/>
              </a:spcAft>
              <a:defRPr sz="3600" b="1" i="0" spc="0">
                <a:ln w="12700">
                  <a:noFill/>
                </a:ln>
                <a:solidFill>
                  <a:schemeClr val="accent1"/>
                </a:solidFill>
                <a:latin typeface="+mn-lt"/>
                <a:cs typeface="Calibri" panose="020F0502020204030204" pitchFamily="34" charset="0"/>
              </a:defRPr>
            </a:lvl2pPr>
            <a:lvl3pPr>
              <a:lnSpc>
                <a:spcPct val="100000"/>
              </a:lnSpc>
              <a:spcBef>
                <a:spcPts val="0"/>
              </a:spcBef>
              <a:spcAft>
                <a:spcPts val="700"/>
              </a:spcAft>
              <a:buNone/>
              <a:defRPr sz="3600" b="1" i="0">
                <a:ln w="12700">
                  <a:noFill/>
                </a:ln>
                <a:solidFill>
                  <a:schemeClr val="accent1"/>
                </a:solidFill>
                <a:latin typeface="+mn-lt"/>
                <a:cs typeface="Calibri" panose="020F0502020204030204" pitchFamily="34" charset="0"/>
              </a:defRPr>
            </a:lvl3pPr>
            <a:lvl4pPr marL="0">
              <a:lnSpc>
                <a:spcPct val="100000"/>
              </a:lnSpc>
              <a:spcBef>
                <a:spcPts val="0"/>
              </a:spcBef>
              <a:spcAft>
                <a:spcPts val="700"/>
              </a:spcAft>
              <a:buNone/>
              <a:defRPr sz="3600" b="1" i="0">
                <a:ln w="12700">
                  <a:noFill/>
                </a:ln>
                <a:solidFill>
                  <a:schemeClr val="accent1"/>
                </a:solidFill>
                <a:latin typeface="+mn-lt"/>
                <a:cs typeface="Calibri" panose="020F0502020204030204" pitchFamily="34" charset="0"/>
              </a:defRPr>
            </a:lvl4pPr>
            <a:lvl5pPr marL="0">
              <a:lnSpc>
                <a:spcPct val="100000"/>
              </a:lnSpc>
              <a:spcBef>
                <a:spcPts val="0"/>
              </a:spcBef>
              <a:spcAft>
                <a:spcPts val="700"/>
              </a:spcAft>
              <a:buNone/>
              <a:defRPr sz="3600" b="1" i="0">
                <a:ln w="12700">
                  <a:noFill/>
                </a:ln>
                <a:solidFill>
                  <a:schemeClr val="accent1"/>
                </a:solidFill>
                <a:latin typeface="+mn-lt"/>
                <a:cs typeface="Calibri" panose="020F0502020204030204" pitchFamily="34" charset="0"/>
              </a:defRPr>
            </a:lvl5pPr>
            <a:lvl6pPr>
              <a:lnSpc>
                <a:spcPct val="100000"/>
              </a:lnSpc>
              <a:spcAft>
                <a:spcPts val="700"/>
              </a:spcAft>
              <a:buNone/>
              <a:defRPr sz="3600" b="1">
                <a:ln w="12700">
                  <a:noFill/>
                </a:ln>
                <a:solidFill>
                  <a:schemeClr val="accent1"/>
                </a:solidFill>
                <a:latin typeface="+mn-lt"/>
                <a:cs typeface="Calibri" panose="020F0502020204030204" pitchFamily="34" charset="0"/>
              </a:defRPr>
            </a:lvl6pPr>
            <a:lvl7pPr marL="0">
              <a:lnSpc>
                <a:spcPct val="100000"/>
              </a:lnSpc>
              <a:spcAft>
                <a:spcPts val="700"/>
              </a:spcAft>
              <a:buNone/>
              <a:defRPr sz="3600" b="1">
                <a:ln w="12700">
                  <a:noFill/>
                </a:ln>
                <a:solidFill>
                  <a:schemeClr val="accent1"/>
                </a:solidFill>
                <a:latin typeface="+mn-lt"/>
                <a:cs typeface="Calibri" panose="020F0502020204030204" pitchFamily="34" charset="0"/>
              </a:defRPr>
            </a:lvl7pPr>
            <a:lvl8pPr marL="0">
              <a:lnSpc>
                <a:spcPct val="100000"/>
              </a:lnSpc>
              <a:spcAft>
                <a:spcPts val="700"/>
              </a:spcAft>
              <a:buNone/>
              <a:defRPr sz="3600" b="1">
                <a:ln w="12700">
                  <a:noFill/>
                </a:ln>
                <a:solidFill>
                  <a:schemeClr val="accent1"/>
                </a:solidFill>
                <a:latin typeface="+mn-lt"/>
                <a:cs typeface="Calibri" panose="020F0502020204030204" pitchFamily="34" charset="0"/>
              </a:defRPr>
            </a:lvl8pPr>
            <a:lvl9pPr>
              <a:lnSpc>
                <a:spcPct val="100000"/>
              </a:lnSpc>
              <a:spcAft>
                <a:spcPts val="700"/>
              </a:spcAft>
              <a:defRPr sz="3600" b="1">
                <a:ln w="12700">
                  <a:noFill/>
                </a:ln>
                <a:solidFill>
                  <a:schemeClr val="accent1"/>
                </a:solidFill>
                <a:latin typeface="+mn-lt"/>
                <a:cs typeface="Calibri" panose="020F0502020204030204" pitchFamily="34" charset="0"/>
              </a:defRPr>
            </a:lvl9pPr>
          </a:lstStyle>
          <a:p>
            <a:pPr lvl="0"/>
            <a:r>
              <a:rPr lang="en-US"/>
              <a:t>01</a:t>
            </a:r>
          </a:p>
          <a:p>
            <a:pPr lvl="0"/>
            <a:r>
              <a:rPr lang="en-US"/>
              <a:t>02</a:t>
            </a:r>
          </a:p>
          <a:p>
            <a:pPr lvl="0"/>
            <a:r>
              <a:rPr lang="en-US"/>
              <a:t>03</a:t>
            </a:r>
          </a:p>
          <a:p>
            <a:pPr lvl="0"/>
            <a:r>
              <a:rPr lang="en-US"/>
              <a:t>04</a:t>
            </a:r>
          </a:p>
          <a:p>
            <a:pPr lvl="0"/>
            <a:r>
              <a:rPr lang="en-US"/>
              <a:t>05</a:t>
            </a:r>
          </a:p>
          <a:p>
            <a:pPr lvl="0"/>
            <a:r>
              <a:rPr lang="en-US"/>
              <a:t>06</a:t>
            </a:r>
          </a:p>
          <a:p>
            <a:pPr lvl="0"/>
            <a:r>
              <a:rPr lang="en-US"/>
              <a:t>07</a:t>
            </a:r>
          </a:p>
        </p:txBody>
      </p:sp>
    </p:spTree>
    <p:extLst>
      <p:ext uri="{BB962C8B-B14F-4D97-AF65-F5344CB8AC3E}">
        <p14:creationId xmlns:p14="http://schemas.microsoft.com/office/powerpoint/2010/main" val="218341331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content_header_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sz="quarter" idx="10"/>
          </p:nvPr>
        </p:nvSpPr>
        <p:spPr/>
        <p:txBody>
          <a:bodyPr/>
          <a:lstStyle>
            <a:lvl1pPr>
              <a:defRPr b="0" i="0"/>
            </a:lvl1pPr>
          </a:lstStyle>
          <a:p>
            <a:r>
              <a:rPr lang="en-US"/>
              <a:t>© 2025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5" name="Picture 4" descr="A blue text on a black background&#10;&#10;Description automatically generated">
            <a:extLst>
              <a:ext uri="{FF2B5EF4-FFF2-40B4-BE49-F238E27FC236}">
                <a16:creationId xmlns:a16="http://schemas.microsoft.com/office/drawing/2014/main" id="{1AD17AF9-0181-A578-8688-456C5094B46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54556003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marL="0" marR="0" indent="0" algn="l" defTabSz="1219170" rtl="0" eaLnBrk="1" fontAlgn="auto" latinLnBrk="0" hangingPunct="1">
              <a:lnSpc>
                <a:spcPct val="70000"/>
              </a:lnSpc>
              <a:spcBef>
                <a:spcPct val="0"/>
              </a:spcBef>
              <a:spcAft>
                <a:spcPts val="0"/>
              </a:spcAft>
              <a:buClrTx/>
              <a:buSzTx/>
              <a:buFontTx/>
              <a:buNone/>
              <a:tabLst/>
              <a:defRPr lang="en-US" sz="5333" b="1" kern="1200" spc="0" baseline="0" dirty="0" smtClean="0">
                <a:solidFill>
                  <a:srgbClr val="003767"/>
                </a:solidFill>
                <a:latin typeface="Arial"/>
                <a:ea typeface="+mj-ea"/>
                <a:cs typeface="Arial"/>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435117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_content 1col">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6D6284D-F2D3-1BAC-8D13-FA6279DA6F66}"/>
              </a:ext>
            </a:extLst>
          </p:cNvPr>
          <p:cNvGraphicFramePr>
            <a:graphicFrameLocks noChangeAspect="1"/>
          </p:cNvGraphicFramePr>
          <p:nvPr userDrawn="1">
            <p:custDataLst>
              <p:tags r:id="rId1"/>
            </p:custDataLst>
            <p:extLst>
              <p:ext uri="{D42A27DB-BD31-4B8C-83A1-F6EECF244321}">
                <p14:modId xmlns:p14="http://schemas.microsoft.com/office/powerpoint/2010/main" val="38617178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4" name="think-cell data - do not delete" hidden="1">
                        <a:extLst>
                          <a:ext uri="{FF2B5EF4-FFF2-40B4-BE49-F238E27FC236}">
                            <a16:creationId xmlns:a16="http://schemas.microsoft.com/office/drawing/2014/main" id="{26D6284D-F2D3-1BAC-8D13-FA6279DA6F6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Footer Placeholder 10">
            <a:extLst>
              <a:ext uri="{FF2B5EF4-FFF2-40B4-BE49-F238E27FC236}">
                <a16:creationId xmlns:a16="http://schemas.microsoft.com/office/drawing/2014/main" id="{F263E73F-DEF9-130F-B071-D10FB1CB5161}"/>
              </a:ext>
            </a:extLst>
          </p:cNvPr>
          <p:cNvSpPr>
            <a:spLocks noGrp="1"/>
          </p:cNvSpPr>
          <p:nvPr>
            <p:ph type="ftr" sz="quarter" idx="10"/>
          </p:nvPr>
        </p:nvSpPr>
        <p:spPr/>
        <p:txBody>
          <a:bodyPr/>
          <a:lstStyle>
            <a:lvl1pPr>
              <a:defRPr b="0" i="0"/>
            </a:lvl1pPr>
          </a:lstStyle>
          <a:p>
            <a:r>
              <a:rPr lang="en-US"/>
              <a:t>© 2025 West Monroe Partners | Reproduction and/or distribution without West Monroe Partners’ prior consent is prohibited.</a:t>
            </a:r>
          </a:p>
        </p:txBody>
      </p:sp>
      <p:sp>
        <p:nvSpPr>
          <p:cNvPr id="12" name="Slide Number Placeholder 11">
            <a:extLst>
              <a:ext uri="{FF2B5EF4-FFF2-40B4-BE49-F238E27FC236}">
                <a16:creationId xmlns:a16="http://schemas.microsoft.com/office/drawing/2014/main" id="{72307C66-749A-F18A-899A-DCE7C0FC87C7}"/>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sp>
        <p:nvSpPr>
          <p:cNvPr id="3" name="Title 2">
            <a:extLst>
              <a:ext uri="{FF2B5EF4-FFF2-40B4-BE49-F238E27FC236}">
                <a16:creationId xmlns:a16="http://schemas.microsoft.com/office/drawing/2014/main" id="{039D28D3-7724-CABE-5E01-C686E737731A}"/>
              </a:ext>
            </a:extLst>
          </p:cNvPr>
          <p:cNvSpPr>
            <a:spLocks noGrp="1"/>
          </p:cNvSpPr>
          <p:nvPr>
            <p:ph type="title"/>
          </p:nvPr>
        </p:nvSpPr>
        <p:spPr>
          <a:xfrm>
            <a:off x="460372" y="556953"/>
            <a:ext cx="11268075" cy="855922"/>
          </a:xfrm>
        </p:spPr>
        <p:txBody>
          <a:bodyPr vert="horz"/>
          <a:lstStyle>
            <a:lvl1pPr>
              <a:defRPr sz="2200">
                <a:latin typeface="Aptos" panose="020B0004020202020204" pitchFamily="34" charset="0"/>
              </a:defRPr>
            </a:lvl1pPr>
          </a:lstStyle>
          <a:p>
            <a:r>
              <a:rPr lang="en-US"/>
              <a:t>Click to edit Master title style</a:t>
            </a:r>
          </a:p>
        </p:txBody>
      </p:sp>
      <p:pic>
        <p:nvPicPr>
          <p:cNvPr id="5" name="Picture 4" descr="A blue text on a black background&#10;&#10;Description automatically generated">
            <a:extLst>
              <a:ext uri="{FF2B5EF4-FFF2-40B4-BE49-F238E27FC236}">
                <a16:creationId xmlns:a16="http://schemas.microsoft.com/office/drawing/2014/main" id="{08B542EB-5CB8-F0A6-4DB5-533C78B14DAF}"/>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6" name="Text Placeholder 15">
            <a:extLst>
              <a:ext uri="{FF2B5EF4-FFF2-40B4-BE49-F238E27FC236}">
                <a16:creationId xmlns:a16="http://schemas.microsoft.com/office/drawing/2014/main" id="{BF08CDCA-7295-067B-E037-76ACEB96299C}"/>
              </a:ext>
            </a:extLst>
          </p:cNvPr>
          <p:cNvSpPr>
            <a:spLocks noGrp="1"/>
          </p:cNvSpPr>
          <p:nvPr>
            <p:ph type="body" sz="quarter" idx="19" hasCustomPrompt="1"/>
          </p:nvPr>
        </p:nvSpPr>
        <p:spPr>
          <a:xfrm>
            <a:off x="465137" y="0"/>
            <a:ext cx="5106989" cy="556953"/>
          </a:xfrm>
        </p:spPr>
        <p:txBody>
          <a:bodyPr tIns="0" rIns="0" bIns="91440" anchor="b" anchorCtr="0"/>
          <a:lstStyle>
            <a:lvl1pPr>
              <a:spcAft>
                <a:spcPts val="0"/>
              </a:spcAft>
              <a:buFontTx/>
              <a:buNone/>
              <a:defRPr sz="1000" b="1" i="0" cap="all" spc="100" baseline="0">
                <a:solidFill>
                  <a:schemeClr val="accent2"/>
                </a:solidFill>
                <a:latin typeface="Aptos" panose="020B0004020202020204" pitchFamily="34" charset="0"/>
                <a:ea typeface="Roboto" panose="02000000000000000000" pitchFamily="2" charset="0"/>
                <a:cs typeface="Segoe UI" panose="020B0502040204020203" pitchFamily="34" charset="0"/>
              </a:defRPr>
            </a:lvl1pPr>
            <a:lvl2pPr>
              <a:spcAft>
                <a:spcPts val="0"/>
              </a:spcAft>
              <a:buFontTx/>
              <a:buNone/>
              <a:defRPr sz="900" b="1" i="0" cap="none"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none"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none"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none"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none"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none"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none"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none" baseline="0">
                <a:solidFill>
                  <a:schemeClr val="accent2"/>
                </a:solidFill>
                <a:latin typeface="+mn-lt"/>
                <a:ea typeface="Roboto" panose="02000000000000000000" pitchFamily="2" charset="0"/>
                <a:cs typeface="Segoe UI" panose="020B0502040204020203" pitchFamily="34" charset="0"/>
              </a:defRPr>
            </a:lvl9pPr>
          </a:lstStyle>
          <a:p>
            <a:pPr lvl="0"/>
            <a:r>
              <a:rPr lang="en-US"/>
              <a:t>EYEBROW LINE</a:t>
            </a:r>
          </a:p>
        </p:txBody>
      </p:sp>
    </p:spTree>
    <p:extLst>
      <p:ext uri="{BB962C8B-B14F-4D97-AF65-F5344CB8AC3E}">
        <p14:creationId xmlns:p14="http://schemas.microsoft.com/office/powerpoint/2010/main" val="328160969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content 1col">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6D6284D-F2D3-1BAC-8D13-FA6279DA6F66}"/>
              </a:ext>
            </a:extLst>
          </p:cNvPr>
          <p:cNvGraphicFramePr>
            <a:graphicFrameLocks noChangeAspect="1"/>
          </p:cNvGraphicFramePr>
          <p:nvPr userDrawn="1">
            <p:custDataLst>
              <p:tags r:id="rId1"/>
            </p:custDataLst>
            <p:extLst>
              <p:ext uri="{D42A27DB-BD31-4B8C-83A1-F6EECF244321}">
                <p14:modId xmlns:p14="http://schemas.microsoft.com/office/powerpoint/2010/main" val="31358009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4" name="think-cell data - do not delete" hidden="1">
                        <a:extLst>
                          <a:ext uri="{FF2B5EF4-FFF2-40B4-BE49-F238E27FC236}">
                            <a16:creationId xmlns:a16="http://schemas.microsoft.com/office/drawing/2014/main" id="{26D6284D-F2D3-1BAC-8D13-FA6279DA6F6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Footer Placeholder 10">
            <a:extLst>
              <a:ext uri="{FF2B5EF4-FFF2-40B4-BE49-F238E27FC236}">
                <a16:creationId xmlns:a16="http://schemas.microsoft.com/office/drawing/2014/main" id="{F263E73F-DEF9-130F-B071-D10FB1CB5161}"/>
              </a:ext>
            </a:extLst>
          </p:cNvPr>
          <p:cNvSpPr>
            <a:spLocks noGrp="1"/>
          </p:cNvSpPr>
          <p:nvPr>
            <p:ph type="ftr" sz="quarter" idx="10"/>
          </p:nvPr>
        </p:nvSpPr>
        <p:spPr/>
        <p:txBody>
          <a:bodyPr/>
          <a:lstStyle>
            <a:lvl1pPr>
              <a:defRPr b="0" i="0"/>
            </a:lvl1pPr>
          </a:lstStyle>
          <a:p>
            <a:r>
              <a:rPr lang="en-US"/>
              <a:t>© 2025 West Monroe Partners | Reproduction and/or distribution without West Monroe Partners’ prior consent is prohibited.</a:t>
            </a:r>
          </a:p>
        </p:txBody>
      </p:sp>
      <p:sp>
        <p:nvSpPr>
          <p:cNvPr id="12" name="Slide Number Placeholder 11">
            <a:extLst>
              <a:ext uri="{FF2B5EF4-FFF2-40B4-BE49-F238E27FC236}">
                <a16:creationId xmlns:a16="http://schemas.microsoft.com/office/drawing/2014/main" id="{72307C66-749A-F18A-899A-DCE7C0FC87C7}"/>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sp>
        <p:nvSpPr>
          <p:cNvPr id="3" name="Title 2">
            <a:extLst>
              <a:ext uri="{FF2B5EF4-FFF2-40B4-BE49-F238E27FC236}">
                <a16:creationId xmlns:a16="http://schemas.microsoft.com/office/drawing/2014/main" id="{039D28D3-7724-CABE-5E01-C686E737731A}"/>
              </a:ext>
            </a:extLst>
          </p:cNvPr>
          <p:cNvSpPr>
            <a:spLocks noGrp="1"/>
          </p:cNvSpPr>
          <p:nvPr>
            <p:ph type="title"/>
          </p:nvPr>
        </p:nvSpPr>
        <p:spPr>
          <a:xfrm>
            <a:off x="460372" y="556953"/>
            <a:ext cx="11268075" cy="855922"/>
          </a:xfrm>
        </p:spPr>
        <p:txBody>
          <a:bodyPr vert="horz"/>
          <a:lstStyle>
            <a:lvl1pPr>
              <a:defRPr sz="2200"/>
            </a:lvl1pPr>
          </a:lstStyle>
          <a:p>
            <a:r>
              <a:rPr lang="en-US"/>
              <a:t>Click to edit Master title style</a:t>
            </a:r>
          </a:p>
        </p:txBody>
      </p:sp>
      <p:pic>
        <p:nvPicPr>
          <p:cNvPr id="5" name="Picture 4" descr="A blue text on a black background&#10;&#10;Description automatically generated">
            <a:extLst>
              <a:ext uri="{FF2B5EF4-FFF2-40B4-BE49-F238E27FC236}">
                <a16:creationId xmlns:a16="http://schemas.microsoft.com/office/drawing/2014/main" id="{08B542EB-5CB8-F0A6-4DB5-533C78B14DAF}"/>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6" name="Text Placeholder 15">
            <a:extLst>
              <a:ext uri="{FF2B5EF4-FFF2-40B4-BE49-F238E27FC236}">
                <a16:creationId xmlns:a16="http://schemas.microsoft.com/office/drawing/2014/main" id="{BF08CDCA-7295-067B-E037-76ACEB96299C}"/>
              </a:ext>
            </a:extLst>
          </p:cNvPr>
          <p:cNvSpPr>
            <a:spLocks noGrp="1"/>
          </p:cNvSpPr>
          <p:nvPr>
            <p:ph type="body" sz="quarter" idx="19" hasCustomPrompt="1"/>
          </p:nvPr>
        </p:nvSpPr>
        <p:spPr>
          <a:xfrm>
            <a:off x="465137" y="0"/>
            <a:ext cx="5106989" cy="556953"/>
          </a:xfrm>
        </p:spPr>
        <p:txBody>
          <a:bodyPr tIns="0" rIns="0" bIns="91440" anchor="b" anchorCtr="0"/>
          <a:lstStyle>
            <a:lvl1pPr>
              <a:spcAft>
                <a:spcPts val="0"/>
              </a:spcAft>
              <a:buFontTx/>
              <a:buNone/>
              <a:defRPr sz="1000" b="1" i="0" cap="all" spc="100" baseline="0">
                <a:solidFill>
                  <a:schemeClr val="accent2"/>
                </a:solidFill>
                <a:latin typeface="Aptos" panose="020B0004020202020204" pitchFamily="34" charset="0"/>
                <a:ea typeface="Roboto" panose="02000000000000000000" pitchFamily="2" charset="0"/>
                <a:cs typeface="Segoe UI" panose="020B0502040204020203" pitchFamily="34" charset="0"/>
              </a:defRPr>
            </a:lvl1pPr>
            <a:lvl2pPr>
              <a:spcAft>
                <a:spcPts val="0"/>
              </a:spcAft>
              <a:buFontTx/>
              <a:buNone/>
              <a:defRPr sz="900" b="1" i="0" cap="none"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none"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none"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none"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none"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none"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none"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none" baseline="0">
                <a:solidFill>
                  <a:schemeClr val="accent2"/>
                </a:solidFill>
                <a:latin typeface="+mn-lt"/>
                <a:ea typeface="Roboto" panose="02000000000000000000" pitchFamily="2" charset="0"/>
                <a:cs typeface="Segoe UI" panose="020B0502040204020203" pitchFamily="34" charset="0"/>
              </a:defRPr>
            </a:lvl9pPr>
          </a:lstStyle>
          <a:p>
            <a:pPr lvl="0"/>
            <a:r>
              <a:rPr lang="en-US"/>
              <a:t>EYEBROW LINE</a:t>
            </a:r>
          </a:p>
        </p:txBody>
      </p:sp>
      <p:sp>
        <p:nvSpPr>
          <p:cNvPr id="8" name="Content Placeholder 7">
            <a:extLst>
              <a:ext uri="{FF2B5EF4-FFF2-40B4-BE49-F238E27FC236}">
                <a16:creationId xmlns:a16="http://schemas.microsoft.com/office/drawing/2014/main" id="{0FC1BCFA-34F8-763F-D97B-F0876A238CE5}"/>
              </a:ext>
            </a:extLst>
          </p:cNvPr>
          <p:cNvSpPr>
            <a:spLocks noGrp="1"/>
          </p:cNvSpPr>
          <p:nvPr>
            <p:ph sz="quarter" idx="20"/>
          </p:nvPr>
        </p:nvSpPr>
        <p:spPr>
          <a:xfrm>
            <a:off x="460375" y="1554481"/>
            <a:ext cx="11268074" cy="4465320"/>
          </a:xfrm>
        </p:spPr>
        <p:txBody>
          <a:bodyPr/>
          <a:lstStyle>
            <a:lvl1pPr>
              <a:defRPr b="0" i="0"/>
            </a:lvl1pPr>
            <a:lvl2pPr>
              <a:defRPr b="1"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689037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ver_1_one_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hidden="1">
            <a:extLst>
              <a:ext uri="{FF2B5EF4-FFF2-40B4-BE49-F238E27FC236}">
                <a16:creationId xmlns:a16="http://schemas.microsoft.com/office/drawing/2014/main" id="{7EFE2CDD-AD51-E6E6-9801-DCCED248B4B9}"/>
              </a:ext>
            </a:extLst>
          </p:cNvPr>
          <p:cNvSpPr>
            <a:spLocks noGrp="1"/>
          </p:cNvSpPr>
          <p:nvPr>
            <p:ph type="body" sz="quarter" idx="23" hasCustomPrompt="1"/>
          </p:nvPr>
        </p:nvSpPr>
        <p:spPr>
          <a:xfrm>
            <a:off x="0" y="3240042"/>
            <a:ext cx="1739348" cy="586696"/>
          </a:xfrm>
          <a:prstGeom prst="rect">
            <a:avLst/>
          </a:prstGeom>
          <a:blipFill>
            <a:blip r:embed="rId3"/>
            <a:stretch>
              <a:fillRect/>
            </a:stretch>
          </a:blipFill>
        </p:spPr>
        <p:txBody>
          <a:bodyPr/>
          <a:lstStyle>
            <a:lvl1pPr>
              <a:defRPr sz="2800" b="0" i="0"/>
            </a:lvl1pPr>
          </a:lstStyle>
          <a:p>
            <a:pPr lvl="0"/>
            <a:r>
              <a:rPr lang="en-US"/>
              <a:t> </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5106989"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7" name="Date Placeholder 6">
            <a:extLst>
              <a:ext uri="{FF2B5EF4-FFF2-40B4-BE49-F238E27FC236}">
                <a16:creationId xmlns:a16="http://schemas.microsoft.com/office/drawing/2014/main" id="{F1FDC329-725F-504E-A193-47ADCC26AD4C}"/>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tx1"/>
                </a:solidFill>
                <a:latin typeface="+mn-lt"/>
                <a:cs typeface="Segoe UI" panose="020B0502040204020203" pitchFamily="34" charset="0"/>
              </a:defRPr>
            </a:lvl1pPr>
            <a:lvl2pPr>
              <a:defRPr sz="1000" b="0" i="0">
                <a:solidFill>
                  <a:schemeClr val="tx1"/>
                </a:solidFill>
                <a:latin typeface="+mj-lt"/>
                <a:cs typeface="Segoe UI" panose="020B0502040204020203" pitchFamily="34" charset="0"/>
              </a:defRPr>
            </a:lvl2pPr>
            <a:lvl3pPr>
              <a:defRPr sz="1000" b="0" i="0">
                <a:solidFill>
                  <a:schemeClr val="tx1"/>
                </a:solidFill>
                <a:latin typeface="+mj-lt"/>
                <a:cs typeface="Segoe UI" panose="020B0502040204020203" pitchFamily="34" charset="0"/>
              </a:defRPr>
            </a:lvl3pPr>
            <a:lvl4pPr>
              <a:defRPr sz="1000" b="0" i="0">
                <a:solidFill>
                  <a:schemeClr val="tx1"/>
                </a:solidFill>
                <a:latin typeface="+mj-lt"/>
                <a:cs typeface="Segoe UI" panose="020B0502040204020203" pitchFamily="34" charset="0"/>
              </a:defRPr>
            </a:lvl4pPr>
            <a:lvl5pPr>
              <a:defRPr sz="1000" b="0" i="0">
                <a:solidFill>
                  <a:schemeClr val="tx1"/>
                </a:solidFill>
                <a:latin typeface="+mj-lt"/>
                <a:cs typeface="Segoe UI" panose="020B0502040204020203" pitchFamily="34" charset="0"/>
              </a:defRPr>
            </a:lvl5pPr>
            <a:lvl6pPr>
              <a:defRPr sz="1000" b="0" i="0">
                <a:solidFill>
                  <a:schemeClr val="tx1"/>
                </a:solidFill>
                <a:latin typeface="+mj-lt"/>
                <a:cs typeface="Segoe UI" panose="020B0502040204020203" pitchFamily="34" charset="0"/>
              </a:defRPr>
            </a:lvl6pPr>
            <a:lvl7pPr>
              <a:defRPr sz="1000" b="0" i="0">
                <a:solidFill>
                  <a:schemeClr val="tx1"/>
                </a:solidFill>
                <a:latin typeface="+mj-lt"/>
                <a:cs typeface="Segoe UI" panose="020B0502040204020203" pitchFamily="34" charset="0"/>
              </a:defRPr>
            </a:lvl7pPr>
            <a:lvl8pPr>
              <a:defRPr sz="1000" b="0" i="0">
                <a:solidFill>
                  <a:schemeClr val="tx1"/>
                </a:solidFill>
                <a:latin typeface="+mj-lt"/>
                <a:cs typeface="Segoe UI" panose="020B0502040204020203" pitchFamily="34" charset="0"/>
              </a:defRPr>
            </a:lvl8pPr>
            <a:lvl9pPr marL="0">
              <a:defRPr sz="1000" b="0" i="0">
                <a:solidFill>
                  <a:schemeClr val="tx1"/>
                </a:solidFill>
                <a:latin typeface="+mj-lt"/>
                <a:cs typeface="Segoe UI" panose="020B0502040204020203" pitchFamily="34" charset="0"/>
              </a:defRPr>
            </a:lvl9pPr>
          </a:lstStyle>
          <a:p>
            <a:pPr indent="-3200400"/>
            <a:endParaRPr lang="en-US"/>
          </a:p>
        </p:txBody>
      </p:sp>
      <p:sp>
        <p:nvSpPr>
          <p:cNvPr id="2" name="Title 1">
            <a:extLst>
              <a:ext uri="{FF2B5EF4-FFF2-40B4-BE49-F238E27FC236}">
                <a16:creationId xmlns:a16="http://schemas.microsoft.com/office/drawing/2014/main" id="{196F23F1-5869-8449-565A-421EC2586840}"/>
              </a:ext>
            </a:extLst>
          </p:cNvPr>
          <p:cNvSpPr>
            <a:spLocks noGrp="1"/>
          </p:cNvSpPr>
          <p:nvPr>
            <p:ph type="title" hasCustomPrompt="1"/>
          </p:nvPr>
        </p:nvSpPr>
        <p:spPr>
          <a:xfrm>
            <a:off x="460376" y="1412875"/>
            <a:ext cx="5111750" cy="2333625"/>
          </a:xfrm>
          <a:prstGeom prst="rect">
            <a:avLst/>
          </a:prstGeom>
        </p:spPr>
        <p:txBody>
          <a:bodyPr anchor="b" anchorCtr="0"/>
          <a:lstStyle>
            <a:lvl1pPr>
              <a:defRPr sz="3200" b="1">
                <a:solidFill>
                  <a:schemeClr val="tx1"/>
                </a:solidFill>
              </a:defRPr>
            </a:lvl1pPr>
          </a:lstStyle>
          <a:p>
            <a:r>
              <a:rPr lang="en-US"/>
              <a:t>Click to edit title, then adjust highlight to text</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sz="quarter" idx="22"/>
          </p:nvPr>
        </p:nvSpPr>
        <p:spPr>
          <a:xfrm>
            <a:off x="6533804" y="850900"/>
            <a:ext cx="5658196" cy="5716588"/>
          </a:xfrm>
          <a:prstGeom prst="rect">
            <a:avLst/>
          </a:prstGeom>
          <a:solidFill>
            <a:schemeClr val="accent2">
              <a:lumMod val="40000"/>
              <a:lumOff val="60000"/>
            </a:schemeClr>
          </a:solidFill>
        </p:spPr>
        <p:txBody>
          <a:bodyPr tIns="2377440"/>
          <a:lstStyle>
            <a:lvl1pPr algn="ctr">
              <a:defRPr b="0" i="0"/>
            </a:lvl1pPr>
          </a:lstStyle>
          <a:p>
            <a:r>
              <a:rPr lang="en-US"/>
              <a:t>Click icon to add picture</a:t>
            </a:r>
          </a:p>
        </p:txBody>
      </p:sp>
      <p:pic>
        <p:nvPicPr>
          <p:cNvPr id="8" name="Picture 7" descr="A blue text on a black background&#10;&#10;Description automatically generated">
            <a:extLst>
              <a:ext uri="{FF2B5EF4-FFF2-40B4-BE49-F238E27FC236}">
                <a16:creationId xmlns:a16="http://schemas.microsoft.com/office/drawing/2014/main" id="{99C39A15-0DF8-9994-72A6-86C1C28A16AA}"/>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6" y="350432"/>
            <a:ext cx="2330449" cy="487768"/>
          </a:xfrm>
          <a:prstGeom prst="rect">
            <a:avLst/>
          </a:prstGeom>
        </p:spPr>
      </p:pic>
    </p:spTree>
    <p:extLst>
      <p:ext uri="{BB962C8B-B14F-4D97-AF65-F5344CB8AC3E}">
        <p14:creationId xmlns:p14="http://schemas.microsoft.com/office/powerpoint/2010/main" val="387987987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ver_2_two_im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EFE2CDD-AD51-E6E6-9801-DCCED248B4B9}"/>
              </a:ext>
            </a:extLst>
          </p:cNvPr>
          <p:cNvSpPr>
            <a:spLocks noGrp="1"/>
          </p:cNvSpPr>
          <p:nvPr>
            <p:ph type="body" sz="quarter" idx="23" hasCustomPrompt="1"/>
          </p:nvPr>
        </p:nvSpPr>
        <p:spPr>
          <a:xfrm>
            <a:off x="0" y="3240042"/>
            <a:ext cx="1739348" cy="586696"/>
          </a:xfrm>
          <a:prstGeom prst="rect">
            <a:avLst/>
          </a:prstGeom>
          <a:blipFill>
            <a:blip r:embed="rId3"/>
            <a:stretch>
              <a:fillRect/>
            </a:stretch>
          </a:blipFill>
        </p:spPr>
        <p:txBody>
          <a:bodyPr/>
          <a:lstStyle>
            <a:lvl1pPr>
              <a:defRPr sz="2800" b="0" i="0"/>
            </a:lvl1pPr>
          </a:lstStyle>
          <a:p>
            <a:pPr lvl="0"/>
            <a:r>
              <a:rPr lang="en-US"/>
              <a:t> </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5106989"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2" name="Title 1">
            <a:extLst>
              <a:ext uri="{FF2B5EF4-FFF2-40B4-BE49-F238E27FC236}">
                <a16:creationId xmlns:a16="http://schemas.microsoft.com/office/drawing/2014/main" id="{196F23F1-5869-8449-565A-421EC2586840}"/>
              </a:ext>
            </a:extLst>
          </p:cNvPr>
          <p:cNvSpPr>
            <a:spLocks noGrp="1"/>
          </p:cNvSpPr>
          <p:nvPr>
            <p:ph type="title" hasCustomPrompt="1"/>
          </p:nvPr>
        </p:nvSpPr>
        <p:spPr>
          <a:xfrm>
            <a:off x="460376" y="1412875"/>
            <a:ext cx="5111750" cy="2333625"/>
          </a:xfrm>
          <a:prstGeom prst="rect">
            <a:avLst/>
          </a:prstGeom>
        </p:spPr>
        <p:txBody>
          <a:bodyPr anchor="b" anchorCtr="0"/>
          <a:lstStyle>
            <a:lvl1pPr>
              <a:defRPr sz="3200" b="1">
                <a:solidFill>
                  <a:schemeClr val="tx1"/>
                </a:solidFill>
              </a:defRPr>
            </a:lvl1pPr>
          </a:lstStyle>
          <a:p>
            <a:r>
              <a:rPr lang="en-US"/>
              <a:t>Click to edit title, then adjust highlight to text</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sz="quarter" idx="22" hasCustomPrompt="1"/>
          </p:nvPr>
        </p:nvSpPr>
        <p:spPr>
          <a:xfrm>
            <a:off x="6520070" y="850900"/>
            <a:ext cx="5671929" cy="5716588"/>
          </a:xfrm>
          <a:prstGeom prst="rect">
            <a:avLst/>
          </a:prstGeom>
          <a:solidFill>
            <a:schemeClr val="accent2">
              <a:lumMod val="40000"/>
              <a:lumOff val="60000"/>
            </a:schemeClr>
          </a:solidFill>
        </p:spPr>
        <p:txBody>
          <a:bodyPr tIns="2377440"/>
          <a:lstStyle>
            <a:lvl1pPr marL="0" marR="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b="0" i="0"/>
            </a:lvl1pPr>
          </a:lstStyle>
          <a:p>
            <a:r>
              <a:rPr lang="en-US"/>
              <a:t>Industry/Functional image</a:t>
            </a:r>
          </a:p>
        </p:txBody>
      </p:sp>
      <p:pic>
        <p:nvPicPr>
          <p:cNvPr id="8" name="Picture 7" descr="A blue text on a black background&#10;&#10;Description automatically generated">
            <a:extLst>
              <a:ext uri="{FF2B5EF4-FFF2-40B4-BE49-F238E27FC236}">
                <a16:creationId xmlns:a16="http://schemas.microsoft.com/office/drawing/2014/main" id="{99C39A15-0DF8-9994-72A6-86C1C28A16AA}"/>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6" y="350432"/>
            <a:ext cx="2330449" cy="487768"/>
          </a:xfrm>
          <a:prstGeom prst="rect">
            <a:avLst/>
          </a:prstGeom>
        </p:spPr>
      </p:pic>
      <p:sp>
        <p:nvSpPr>
          <p:cNvPr id="3" name="Picture Placeholder 4">
            <a:extLst>
              <a:ext uri="{FF2B5EF4-FFF2-40B4-BE49-F238E27FC236}">
                <a16:creationId xmlns:a16="http://schemas.microsoft.com/office/drawing/2014/main" id="{F99506F5-C36B-BDCD-CE02-3F42CD24047A}"/>
              </a:ext>
            </a:extLst>
          </p:cNvPr>
          <p:cNvSpPr>
            <a:spLocks noGrp="1"/>
          </p:cNvSpPr>
          <p:nvPr>
            <p:ph type="pic" sz="quarter" idx="24" hasCustomPrompt="1"/>
          </p:nvPr>
        </p:nvSpPr>
        <p:spPr>
          <a:xfrm>
            <a:off x="5659161" y="2385392"/>
            <a:ext cx="2471048" cy="2445026"/>
          </a:xfrm>
          <a:prstGeom prst="rect">
            <a:avLst/>
          </a:prstGeom>
          <a:solidFill>
            <a:schemeClr val="accent2">
              <a:lumMod val="60000"/>
              <a:lumOff val="40000"/>
            </a:schemeClr>
          </a:solidFill>
        </p:spPr>
        <p:txBody>
          <a:bodyPr tIns="731520"/>
          <a:lstStyle>
            <a:lvl1pPr algn="ctr">
              <a:defRPr b="0" i="0"/>
            </a:lvl1pPr>
          </a:lstStyle>
          <a:p>
            <a:r>
              <a:rPr lang="en-US"/>
              <a:t>Abstract image</a:t>
            </a:r>
          </a:p>
        </p:txBody>
      </p:sp>
      <p:sp>
        <p:nvSpPr>
          <p:cNvPr id="4" name="Text Placeholder 9">
            <a:extLst>
              <a:ext uri="{FF2B5EF4-FFF2-40B4-BE49-F238E27FC236}">
                <a16:creationId xmlns:a16="http://schemas.microsoft.com/office/drawing/2014/main" id="{845B44C6-F3CB-894B-D0B3-F4A1C0020735}"/>
              </a:ext>
            </a:extLst>
          </p:cNvPr>
          <p:cNvSpPr>
            <a:spLocks noGrp="1"/>
          </p:cNvSpPr>
          <p:nvPr>
            <p:ph type="body" sz="quarter" idx="25" hasCustomPrompt="1"/>
          </p:nvPr>
        </p:nvSpPr>
        <p:spPr>
          <a:xfrm rot="10800000" flipH="1">
            <a:off x="5824330" y="1413507"/>
            <a:ext cx="1461053" cy="1419143"/>
          </a:xfrm>
          <a:prstGeom prst="rect">
            <a:avLst/>
          </a:prstGeom>
          <a:blipFill>
            <a:blip r:embed="rId5"/>
            <a:stretch>
              <a:fillRect/>
            </a:stretch>
          </a:blipFill>
        </p:spPr>
        <p:txBody>
          <a:bodyPr/>
          <a:lstStyle>
            <a:lvl1pPr>
              <a:defRPr sz="2800" b="0" i="0"/>
            </a:lvl1pPr>
          </a:lstStyle>
          <a:p>
            <a:pPr lvl="0"/>
            <a:r>
              <a:rPr lang="en-US"/>
              <a:t> </a:t>
            </a:r>
          </a:p>
        </p:txBody>
      </p:sp>
      <p:sp>
        <p:nvSpPr>
          <p:cNvPr id="6" name="Date Placeholder 6">
            <a:extLst>
              <a:ext uri="{FF2B5EF4-FFF2-40B4-BE49-F238E27FC236}">
                <a16:creationId xmlns:a16="http://schemas.microsoft.com/office/drawing/2014/main" id="{C837860D-6193-C889-B5AE-2132DFF5FA2A}"/>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tx1"/>
                </a:solidFill>
                <a:latin typeface="+mn-lt"/>
                <a:cs typeface="Segoe UI" panose="020B0502040204020203" pitchFamily="34" charset="0"/>
              </a:defRPr>
            </a:lvl1pPr>
            <a:lvl2pPr>
              <a:defRPr sz="1000" b="0" i="0">
                <a:solidFill>
                  <a:schemeClr val="tx1"/>
                </a:solidFill>
                <a:latin typeface="+mj-lt"/>
                <a:cs typeface="Segoe UI" panose="020B0502040204020203" pitchFamily="34" charset="0"/>
              </a:defRPr>
            </a:lvl2pPr>
            <a:lvl3pPr>
              <a:defRPr sz="1000" b="0" i="0">
                <a:solidFill>
                  <a:schemeClr val="tx1"/>
                </a:solidFill>
                <a:latin typeface="+mj-lt"/>
                <a:cs typeface="Segoe UI" panose="020B0502040204020203" pitchFamily="34" charset="0"/>
              </a:defRPr>
            </a:lvl3pPr>
            <a:lvl4pPr>
              <a:defRPr sz="1000" b="0" i="0">
                <a:solidFill>
                  <a:schemeClr val="tx1"/>
                </a:solidFill>
                <a:latin typeface="+mj-lt"/>
                <a:cs typeface="Segoe UI" panose="020B0502040204020203" pitchFamily="34" charset="0"/>
              </a:defRPr>
            </a:lvl4pPr>
            <a:lvl5pPr>
              <a:defRPr sz="1000" b="0" i="0">
                <a:solidFill>
                  <a:schemeClr val="tx1"/>
                </a:solidFill>
                <a:latin typeface="+mj-lt"/>
                <a:cs typeface="Segoe UI" panose="020B0502040204020203" pitchFamily="34" charset="0"/>
              </a:defRPr>
            </a:lvl5pPr>
            <a:lvl6pPr>
              <a:defRPr sz="1000" b="0" i="0">
                <a:solidFill>
                  <a:schemeClr val="tx1"/>
                </a:solidFill>
                <a:latin typeface="+mj-lt"/>
                <a:cs typeface="Segoe UI" panose="020B0502040204020203" pitchFamily="34" charset="0"/>
              </a:defRPr>
            </a:lvl6pPr>
            <a:lvl7pPr>
              <a:defRPr sz="1000" b="0" i="0">
                <a:solidFill>
                  <a:schemeClr val="tx1"/>
                </a:solidFill>
                <a:latin typeface="+mj-lt"/>
                <a:cs typeface="Segoe UI" panose="020B0502040204020203" pitchFamily="34" charset="0"/>
              </a:defRPr>
            </a:lvl7pPr>
            <a:lvl8pPr>
              <a:defRPr sz="1000" b="0" i="0">
                <a:solidFill>
                  <a:schemeClr val="tx1"/>
                </a:solidFill>
                <a:latin typeface="+mj-lt"/>
                <a:cs typeface="Segoe UI" panose="020B0502040204020203" pitchFamily="34" charset="0"/>
              </a:defRPr>
            </a:lvl8pPr>
            <a:lvl9pPr marL="0">
              <a:defRPr sz="1000" b="0" i="0">
                <a:solidFill>
                  <a:schemeClr val="tx1"/>
                </a:solidFill>
                <a:latin typeface="+mj-lt"/>
                <a:cs typeface="Segoe UI" panose="020B0502040204020203" pitchFamily="34" charset="0"/>
              </a:defRPr>
            </a:lvl9pPr>
          </a:lstStyle>
          <a:p>
            <a:pPr indent="-3200400"/>
            <a:endParaRPr lang="en-US"/>
          </a:p>
        </p:txBody>
      </p:sp>
    </p:spTree>
    <p:extLst>
      <p:ext uri="{BB962C8B-B14F-4D97-AF65-F5344CB8AC3E}">
        <p14:creationId xmlns:p14="http://schemas.microsoft.com/office/powerpoint/2010/main" val="38945724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ver_3_one_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4884945"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7" name="Date Placeholder 6">
            <a:extLst>
              <a:ext uri="{FF2B5EF4-FFF2-40B4-BE49-F238E27FC236}">
                <a16:creationId xmlns:a16="http://schemas.microsoft.com/office/drawing/2014/main" id="{F1FDC329-725F-504E-A193-47ADCC26AD4C}"/>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bg1"/>
                </a:solidFill>
                <a:latin typeface="+mn-lt"/>
                <a:cs typeface="Segoe UI" panose="020B0502040204020203" pitchFamily="34" charset="0"/>
              </a:defRPr>
            </a:lvl1pPr>
            <a:lvl2pPr>
              <a:defRPr sz="1000" b="0" i="0">
                <a:solidFill>
                  <a:schemeClr val="bg1"/>
                </a:solidFill>
                <a:latin typeface="+mj-lt"/>
                <a:cs typeface="Segoe UI" panose="020B0502040204020203" pitchFamily="34" charset="0"/>
              </a:defRPr>
            </a:lvl2pPr>
            <a:lvl3pPr>
              <a:defRPr sz="1000" b="0" i="0">
                <a:solidFill>
                  <a:schemeClr val="bg1"/>
                </a:solidFill>
                <a:latin typeface="+mj-lt"/>
                <a:cs typeface="Segoe UI" panose="020B0502040204020203" pitchFamily="34" charset="0"/>
              </a:defRPr>
            </a:lvl3pPr>
            <a:lvl4pPr>
              <a:defRPr sz="1000" b="0" i="0">
                <a:solidFill>
                  <a:schemeClr val="bg1"/>
                </a:solidFill>
                <a:latin typeface="+mj-lt"/>
                <a:cs typeface="Segoe UI" panose="020B0502040204020203" pitchFamily="34" charset="0"/>
              </a:defRPr>
            </a:lvl4pPr>
            <a:lvl5pPr>
              <a:defRPr sz="1000" b="0" i="0">
                <a:solidFill>
                  <a:schemeClr val="bg1"/>
                </a:solidFill>
                <a:latin typeface="+mj-lt"/>
                <a:cs typeface="Segoe UI" panose="020B0502040204020203" pitchFamily="34" charset="0"/>
              </a:defRPr>
            </a:lvl5pPr>
            <a:lvl6pPr>
              <a:defRPr sz="1000" b="0" i="0">
                <a:solidFill>
                  <a:schemeClr val="bg1"/>
                </a:solidFill>
                <a:latin typeface="+mj-lt"/>
                <a:cs typeface="Segoe UI" panose="020B0502040204020203" pitchFamily="34" charset="0"/>
              </a:defRPr>
            </a:lvl6pPr>
            <a:lvl7pPr>
              <a:defRPr sz="1000" b="0" i="0">
                <a:solidFill>
                  <a:schemeClr val="bg1"/>
                </a:solidFill>
                <a:latin typeface="+mj-lt"/>
                <a:cs typeface="Segoe UI" panose="020B0502040204020203" pitchFamily="34" charset="0"/>
              </a:defRPr>
            </a:lvl7pPr>
            <a:lvl8pPr>
              <a:defRPr sz="1000" b="0" i="0">
                <a:solidFill>
                  <a:schemeClr val="bg1"/>
                </a:solidFill>
                <a:latin typeface="+mj-lt"/>
                <a:cs typeface="Segoe UI" panose="020B0502040204020203" pitchFamily="34" charset="0"/>
              </a:defRPr>
            </a:lvl8pPr>
            <a:lvl9pPr marL="0">
              <a:defRPr sz="1000" b="0" i="0">
                <a:solidFill>
                  <a:schemeClr val="bg1"/>
                </a:solidFill>
                <a:latin typeface="+mj-lt"/>
                <a:cs typeface="Segoe UI" panose="020B0502040204020203" pitchFamily="34" charset="0"/>
              </a:defRPr>
            </a:lvl9pPr>
          </a:lstStyle>
          <a:p>
            <a:pPr indent="-3200400"/>
            <a:endParaRPr lang="en-US"/>
          </a:p>
        </p:txBody>
      </p:sp>
      <p:sp>
        <p:nvSpPr>
          <p:cNvPr id="2" name="Title 1">
            <a:extLst>
              <a:ext uri="{FF2B5EF4-FFF2-40B4-BE49-F238E27FC236}">
                <a16:creationId xmlns:a16="http://schemas.microsoft.com/office/drawing/2014/main" id="{196F23F1-5869-8449-565A-421EC2586840}"/>
              </a:ext>
            </a:extLst>
          </p:cNvPr>
          <p:cNvSpPr>
            <a:spLocks noGrp="1"/>
          </p:cNvSpPr>
          <p:nvPr>
            <p:ph type="title"/>
          </p:nvPr>
        </p:nvSpPr>
        <p:spPr>
          <a:xfrm>
            <a:off x="460376" y="1412875"/>
            <a:ext cx="4889499" cy="2333625"/>
          </a:xfrm>
          <a:prstGeom prst="rect">
            <a:avLst/>
          </a:prstGeom>
        </p:spPr>
        <p:txBody>
          <a:bodyPr anchor="b" anchorCtr="0"/>
          <a:lstStyle>
            <a:lvl1pPr>
              <a:defRPr sz="3200" b="1">
                <a:solidFill>
                  <a:schemeClr val="bg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sz="quarter" idx="22"/>
          </p:nvPr>
        </p:nvSpPr>
        <p:spPr>
          <a:xfrm>
            <a:off x="5572126" y="1152939"/>
            <a:ext cx="4317309" cy="4343400"/>
          </a:xfrm>
          <a:prstGeom prst="rect">
            <a:avLst/>
          </a:prstGeom>
          <a:solidFill>
            <a:schemeClr val="accent2">
              <a:lumMod val="40000"/>
              <a:lumOff val="60000"/>
            </a:schemeClr>
          </a:solidFill>
        </p:spPr>
        <p:txBody>
          <a:bodyPr tIns="1737360"/>
          <a:lstStyle>
            <a:lvl1pPr algn="ctr">
              <a:defRPr b="0" i="0"/>
            </a:lvl1pPr>
          </a:lstStyle>
          <a:p>
            <a:r>
              <a:rPr lang="en-US"/>
              <a:t>Click icon to add picture</a:t>
            </a:r>
          </a:p>
        </p:txBody>
      </p:sp>
      <p:pic>
        <p:nvPicPr>
          <p:cNvPr id="8" name="Picture 7">
            <a:extLst>
              <a:ext uri="{FF2B5EF4-FFF2-40B4-BE49-F238E27FC236}">
                <a16:creationId xmlns:a16="http://schemas.microsoft.com/office/drawing/2014/main" id="{99C39A15-0DF8-9994-72A6-86C1C28A16AA}"/>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460377" y="350432"/>
            <a:ext cx="2330447" cy="487768"/>
          </a:xfrm>
          <a:prstGeom prst="rect">
            <a:avLst/>
          </a:prstGeom>
        </p:spPr>
      </p:pic>
    </p:spTree>
    <p:extLst>
      <p:ext uri="{BB962C8B-B14F-4D97-AF65-F5344CB8AC3E}">
        <p14:creationId xmlns:p14="http://schemas.microsoft.com/office/powerpoint/2010/main" val="271613193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ver_4_two_im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048FDED8-DCD9-3558-37D8-CCBB536FED5D}"/>
              </a:ext>
            </a:extLst>
          </p:cNvPr>
          <p:cNvSpPr>
            <a:spLocks noGrp="1"/>
          </p:cNvSpPr>
          <p:nvPr>
            <p:ph type="pic" sz="quarter" idx="22" hasCustomPrompt="1"/>
          </p:nvPr>
        </p:nvSpPr>
        <p:spPr>
          <a:xfrm>
            <a:off x="5572127" y="1152939"/>
            <a:ext cx="4317308" cy="4343400"/>
          </a:xfrm>
          <a:prstGeom prst="rect">
            <a:avLst/>
          </a:prstGeom>
          <a:solidFill>
            <a:schemeClr val="accent2">
              <a:lumMod val="40000"/>
              <a:lumOff val="60000"/>
            </a:schemeClr>
          </a:solidFill>
        </p:spPr>
        <p:txBody>
          <a:bodyPr tIns="1737360"/>
          <a:lstStyle>
            <a:lvl1pPr algn="ctr">
              <a:defRPr b="0" i="0"/>
            </a:lvl1pPr>
          </a:lstStyle>
          <a:p>
            <a:pPr marL="0" marR="0" lvl="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lang="en-US"/>
              <a:t>Industry/Functional image</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4885430"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3" name="Picture Placeholder 4">
            <a:extLst>
              <a:ext uri="{FF2B5EF4-FFF2-40B4-BE49-F238E27FC236}">
                <a16:creationId xmlns:a16="http://schemas.microsoft.com/office/drawing/2014/main" id="{F99506F5-C36B-BDCD-CE02-3F42CD24047A}"/>
              </a:ext>
            </a:extLst>
          </p:cNvPr>
          <p:cNvSpPr>
            <a:spLocks noGrp="1"/>
          </p:cNvSpPr>
          <p:nvPr>
            <p:ph type="pic" sz="quarter" idx="24" hasCustomPrompt="1"/>
          </p:nvPr>
        </p:nvSpPr>
        <p:spPr>
          <a:xfrm>
            <a:off x="10110995" y="2574234"/>
            <a:ext cx="1788490" cy="1779793"/>
          </a:xfrm>
          <a:prstGeom prst="rect">
            <a:avLst/>
          </a:prstGeom>
          <a:solidFill>
            <a:schemeClr val="accent2">
              <a:lumMod val="60000"/>
              <a:lumOff val="40000"/>
            </a:schemeClr>
          </a:solidFill>
        </p:spPr>
        <p:txBody>
          <a:bodyPr tIns="457200"/>
          <a:lstStyle>
            <a:lvl1pPr algn="ctr">
              <a:defRPr b="0" i="0"/>
            </a:lvl1pPr>
          </a:lstStyle>
          <a:p>
            <a:r>
              <a:rPr lang="en-US"/>
              <a:t>Abstract image</a:t>
            </a:r>
          </a:p>
        </p:txBody>
      </p:sp>
      <p:pic>
        <p:nvPicPr>
          <p:cNvPr id="6" name="Picture 5">
            <a:extLst>
              <a:ext uri="{FF2B5EF4-FFF2-40B4-BE49-F238E27FC236}">
                <a16:creationId xmlns:a16="http://schemas.microsoft.com/office/drawing/2014/main" id="{DC409858-A590-A05A-F7E6-371FAFEE5D1F}"/>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460377" y="350432"/>
            <a:ext cx="2330447" cy="487768"/>
          </a:xfrm>
          <a:prstGeom prst="rect">
            <a:avLst/>
          </a:prstGeom>
        </p:spPr>
      </p:pic>
      <p:sp>
        <p:nvSpPr>
          <p:cNvPr id="9" name="Date Placeholder 6">
            <a:extLst>
              <a:ext uri="{FF2B5EF4-FFF2-40B4-BE49-F238E27FC236}">
                <a16:creationId xmlns:a16="http://schemas.microsoft.com/office/drawing/2014/main" id="{A0C19E44-9FDD-32D2-CA44-9C517501348A}"/>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bg1"/>
                </a:solidFill>
                <a:latin typeface="+mn-lt"/>
                <a:cs typeface="Segoe UI" panose="020B0502040204020203" pitchFamily="34" charset="0"/>
              </a:defRPr>
            </a:lvl1pPr>
            <a:lvl2pPr>
              <a:defRPr sz="1000" b="0" i="0">
                <a:solidFill>
                  <a:schemeClr val="bg1"/>
                </a:solidFill>
                <a:latin typeface="+mj-lt"/>
                <a:cs typeface="Segoe UI" panose="020B0502040204020203" pitchFamily="34" charset="0"/>
              </a:defRPr>
            </a:lvl2pPr>
            <a:lvl3pPr>
              <a:defRPr sz="1000" b="0" i="0">
                <a:solidFill>
                  <a:schemeClr val="bg1"/>
                </a:solidFill>
                <a:latin typeface="+mj-lt"/>
                <a:cs typeface="Segoe UI" panose="020B0502040204020203" pitchFamily="34" charset="0"/>
              </a:defRPr>
            </a:lvl3pPr>
            <a:lvl4pPr>
              <a:defRPr sz="1000" b="0" i="0">
                <a:solidFill>
                  <a:schemeClr val="bg1"/>
                </a:solidFill>
                <a:latin typeface="+mj-lt"/>
                <a:cs typeface="Segoe UI" panose="020B0502040204020203" pitchFamily="34" charset="0"/>
              </a:defRPr>
            </a:lvl4pPr>
            <a:lvl5pPr>
              <a:defRPr sz="1000" b="0" i="0">
                <a:solidFill>
                  <a:schemeClr val="bg1"/>
                </a:solidFill>
                <a:latin typeface="+mj-lt"/>
                <a:cs typeface="Segoe UI" panose="020B0502040204020203" pitchFamily="34" charset="0"/>
              </a:defRPr>
            </a:lvl5pPr>
            <a:lvl6pPr>
              <a:defRPr sz="1000" b="0" i="0">
                <a:solidFill>
                  <a:schemeClr val="bg1"/>
                </a:solidFill>
                <a:latin typeface="+mj-lt"/>
                <a:cs typeface="Segoe UI" panose="020B0502040204020203" pitchFamily="34" charset="0"/>
              </a:defRPr>
            </a:lvl6pPr>
            <a:lvl7pPr>
              <a:defRPr sz="1000" b="0" i="0">
                <a:solidFill>
                  <a:schemeClr val="bg1"/>
                </a:solidFill>
                <a:latin typeface="+mj-lt"/>
                <a:cs typeface="Segoe UI" panose="020B0502040204020203" pitchFamily="34" charset="0"/>
              </a:defRPr>
            </a:lvl7pPr>
            <a:lvl8pPr>
              <a:defRPr sz="1000" b="0" i="0">
                <a:solidFill>
                  <a:schemeClr val="bg1"/>
                </a:solidFill>
                <a:latin typeface="+mj-lt"/>
                <a:cs typeface="Segoe UI" panose="020B0502040204020203" pitchFamily="34" charset="0"/>
              </a:defRPr>
            </a:lvl8pPr>
            <a:lvl9pPr marL="0">
              <a:defRPr sz="1000" b="0" i="0">
                <a:solidFill>
                  <a:schemeClr val="bg1"/>
                </a:solidFill>
                <a:latin typeface="+mj-lt"/>
                <a:cs typeface="Segoe UI" panose="020B0502040204020203" pitchFamily="34" charset="0"/>
              </a:defRPr>
            </a:lvl9pPr>
          </a:lstStyle>
          <a:p>
            <a:pPr indent="-3200400"/>
            <a:endParaRPr lang="en-US"/>
          </a:p>
        </p:txBody>
      </p:sp>
      <p:sp>
        <p:nvSpPr>
          <p:cNvPr id="11" name="Title 1">
            <a:extLst>
              <a:ext uri="{FF2B5EF4-FFF2-40B4-BE49-F238E27FC236}">
                <a16:creationId xmlns:a16="http://schemas.microsoft.com/office/drawing/2014/main" id="{9244323D-D055-BCD3-DE22-B0A344D2BF9E}"/>
              </a:ext>
            </a:extLst>
          </p:cNvPr>
          <p:cNvSpPr>
            <a:spLocks noGrp="1"/>
          </p:cNvSpPr>
          <p:nvPr>
            <p:ph type="title"/>
          </p:nvPr>
        </p:nvSpPr>
        <p:spPr>
          <a:xfrm>
            <a:off x="460376" y="1412875"/>
            <a:ext cx="4889985" cy="2333625"/>
          </a:xfrm>
          <a:prstGeom prst="rect">
            <a:avLst/>
          </a:prstGeom>
        </p:spPr>
        <p:txBody>
          <a:bodyPr anchor="b" anchorCtr="0"/>
          <a:lstStyle>
            <a:lvl1pPr>
              <a:defRPr sz="3200" b="1">
                <a:solidFill>
                  <a:schemeClr val="bg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963EF1FF-C264-2760-38A0-BB33456CC32B}"/>
              </a:ext>
            </a:extLst>
          </p:cNvPr>
          <p:cNvSpPr>
            <a:spLocks noGrp="1"/>
          </p:cNvSpPr>
          <p:nvPr>
            <p:ph type="body" sz="quarter" idx="25" hasCustomPrompt="1"/>
          </p:nvPr>
        </p:nvSpPr>
        <p:spPr>
          <a:xfrm flipH="1">
            <a:off x="9484277" y="3825875"/>
            <a:ext cx="1488523" cy="1463067"/>
          </a:xfrm>
          <a:prstGeom prst="rect">
            <a:avLst/>
          </a:prstGeom>
          <a:blipFill>
            <a:blip r:embed="rId4"/>
            <a:stretch>
              <a:fillRect/>
            </a:stretch>
          </a:blipFill>
        </p:spPr>
        <p:txBody>
          <a:bodyPr/>
          <a:lstStyle>
            <a:lvl1pPr>
              <a:defRPr b="0" i="0"/>
            </a:lvl1pPr>
          </a:lstStyle>
          <a:p>
            <a:pPr lvl="0"/>
            <a:r>
              <a:rPr lang="en-US"/>
              <a:t> </a:t>
            </a:r>
          </a:p>
        </p:txBody>
      </p:sp>
    </p:spTree>
    <p:extLst>
      <p:ext uri="{BB962C8B-B14F-4D97-AF65-F5344CB8AC3E}">
        <p14:creationId xmlns:p14="http://schemas.microsoft.com/office/powerpoint/2010/main" val="350713678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genda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972B6A5-01FD-899A-FA5B-50AED31DFBE5}"/>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ECAE3597-928B-CB48-EED1-29B1135F105F}"/>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1368B83A-3779-569C-36A3-CDD67449E482}"/>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0" name="Picture Placeholder 4">
            <a:extLst>
              <a:ext uri="{FF2B5EF4-FFF2-40B4-BE49-F238E27FC236}">
                <a16:creationId xmlns:a16="http://schemas.microsoft.com/office/drawing/2014/main" id="{1FB5A361-F9DC-DE5A-6274-208702766B8E}"/>
              </a:ext>
            </a:extLst>
          </p:cNvPr>
          <p:cNvSpPr>
            <a:spLocks noGrp="1"/>
          </p:cNvSpPr>
          <p:nvPr>
            <p:ph type="pic" sz="quarter" idx="22"/>
          </p:nvPr>
        </p:nvSpPr>
        <p:spPr>
          <a:xfrm>
            <a:off x="6248400" y="1508125"/>
            <a:ext cx="4470400" cy="4473575"/>
          </a:xfrm>
          <a:prstGeom prst="rect">
            <a:avLst/>
          </a:prstGeom>
          <a:solidFill>
            <a:schemeClr val="accent2">
              <a:lumMod val="40000"/>
              <a:lumOff val="60000"/>
            </a:schemeClr>
          </a:solidFill>
        </p:spPr>
        <p:txBody>
          <a:bodyPr tIns="1737360"/>
          <a:lstStyle>
            <a:lvl1pPr algn="ctr">
              <a:defRPr b="0" i="0"/>
            </a:lvl1pPr>
          </a:lstStyle>
          <a:p>
            <a:r>
              <a:rPr lang="en-US"/>
              <a:t>Click icon to add picture</a:t>
            </a:r>
          </a:p>
        </p:txBody>
      </p:sp>
      <p:sp>
        <p:nvSpPr>
          <p:cNvPr id="5" name="Text Placeholder 3">
            <a:extLst>
              <a:ext uri="{FF2B5EF4-FFF2-40B4-BE49-F238E27FC236}">
                <a16:creationId xmlns:a16="http://schemas.microsoft.com/office/drawing/2014/main" id="{25FBCF55-BB8C-ECD8-868D-78FE6035F732}"/>
              </a:ext>
            </a:extLst>
          </p:cNvPr>
          <p:cNvSpPr>
            <a:spLocks noGrp="1"/>
          </p:cNvSpPr>
          <p:nvPr>
            <p:ph type="body" sz="quarter" idx="34" hasCustomPrompt="1"/>
          </p:nvPr>
        </p:nvSpPr>
        <p:spPr>
          <a:xfrm>
            <a:off x="460375" y="1508125"/>
            <a:ext cx="789691" cy="4511674"/>
          </a:xfrm>
          <a:prstGeom prst="rect">
            <a:avLst/>
          </a:prstGeom>
          <a:ln>
            <a:noFill/>
          </a:ln>
        </p:spPr>
        <p:txBody>
          <a:bodyPr tIns="0" anchor="ctr" anchorCtr="0"/>
          <a:lstStyle>
            <a:lvl1pPr>
              <a:lnSpc>
                <a:spcPct val="100000"/>
              </a:lnSpc>
              <a:spcBef>
                <a:spcPts val="0"/>
              </a:spcBef>
              <a:spcAft>
                <a:spcPts val="700"/>
              </a:spcAft>
              <a:defRPr sz="3600" b="1" i="0">
                <a:ln w="12700">
                  <a:noFill/>
                </a:ln>
                <a:solidFill>
                  <a:schemeClr val="accent1"/>
                </a:solidFill>
                <a:latin typeface="+mn-lt"/>
              </a:defRPr>
            </a:lvl1pPr>
            <a:lvl2pPr>
              <a:lnSpc>
                <a:spcPct val="100000"/>
              </a:lnSpc>
              <a:spcBef>
                <a:spcPts val="0"/>
              </a:spcBef>
              <a:spcAft>
                <a:spcPts val="700"/>
              </a:spcAft>
              <a:defRPr sz="3600" b="1" i="0" spc="0">
                <a:ln w="12700">
                  <a:noFill/>
                </a:ln>
                <a:solidFill>
                  <a:schemeClr val="accent1"/>
                </a:solidFill>
                <a:latin typeface="+mn-lt"/>
                <a:cs typeface="Calibri" panose="020F0502020204030204" pitchFamily="34" charset="0"/>
              </a:defRPr>
            </a:lvl2pPr>
            <a:lvl3pPr>
              <a:lnSpc>
                <a:spcPct val="100000"/>
              </a:lnSpc>
              <a:spcBef>
                <a:spcPts val="0"/>
              </a:spcBef>
              <a:spcAft>
                <a:spcPts val="700"/>
              </a:spcAft>
              <a:buNone/>
              <a:defRPr sz="3600" b="1" i="0">
                <a:ln w="12700">
                  <a:noFill/>
                </a:ln>
                <a:solidFill>
                  <a:schemeClr val="accent1"/>
                </a:solidFill>
                <a:latin typeface="+mn-lt"/>
                <a:cs typeface="Calibri" panose="020F0502020204030204" pitchFamily="34" charset="0"/>
              </a:defRPr>
            </a:lvl3pPr>
            <a:lvl4pPr marL="0">
              <a:lnSpc>
                <a:spcPct val="100000"/>
              </a:lnSpc>
              <a:spcBef>
                <a:spcPts val="0"/>
              </a:spcBef>
              <a:spcAft>
                <a:spcPts val="700"/>
              </a:spcAft>
              <a:buNone/>
              <a:defRPr sz="3600" b="1" i="0">
                <a:ln w="12700">
                  <a:noFill/>
                </a:ln>
                <a:solidFill>
                  <a:schemeClr val="accent1"/>
                </a:solidFill>
                <a:latin typeface="+mn-lt"/>
                <a:cs typeface="Calibri" panose="020F0502020204030204" pitchFamily="34" charset="0"/>
              </a:defRPr>
            </a:lvl4pPr>
            <a:lvl5pPr marL="0">
              <a:lnSpc>
                <a:spcPct val="100000"/>
              </a:lnSpc>
              <a:spcBef>
                <a:spcPts val="0"/>
              </a:spcBef>
              <a:spcAft>
                <a:spcPts val="700"/>
              </a:spcAft>
              <a:buNone/>
              <a:defRPr sz="3600" b="1" i="0">
                <a:ln w="12700">
                  <a:noFill/>
                </a:ln>
                <a:solidFill>
                  <a:schemeClr val="accent1"/>
                </a:solidFill>
                <a:latin typeface="+mn-lt"/>
                <a:cs typeface="Calibri" panose="020F0502020204030204" pitchFamily="34" charset="0"/>
              </a:defRPr>
            </a:lvl5pPr>
            <a:lvl6pPr>
              <a:lnSpc>
                <a:spcPct val="100000"/>
              </a:lnSpc>
              <a:spcAft>
                <a:spcPts val="700"/>
              </a:spcAft>
              <a:buNone/>
              <a:defRPr sz="3600" b="1">
                <a:ln w="12700">
                  <a:noFill/>
                </a:ln>
                <a:solidFill>
                  <a:schemeClr val="accent1"/>
                </a:solidFill>
                <a:latin typeface="+mn-lt"/>
                <a:cs typeface="Calibri" panose="020F0502020204030204" pitchFamily="34" charset="0"/>
              </a:defRPr>
            </a:lvl6pPr>
            <a:lvl7pPr marL="0">
              <a:lnSpc>
                <a:spcPct val="100000"/>
              </a:lnSpc>
              <a:spcAft>
                <a:spcPts val="700"/>
              </a:spcAft>
              <a:buNone/>
              <a:defRPr sz="3600" b="1">
                <a:ln w="12700">
                  <a:noFill/>
                </a:ln>
                <a:solidFill>
                  <a:schemeClr val="accent1"/>
                </a:solidFill>
                <a:latin typeface="+mn-lt"/>
                <a:cs typeface="Calibri" panose="020F0502020204030204" pitchFamily="34" charset="0"/>
              </a:defRPr>
            </a:lvl7pPr>
            <a:lvl8pPr marL="0">
              <a:lnSpc>
                <a:spcPct val="100000"/>
              </a:lnSpc>
              <a:spcAft>
                <a:spcPts val="700"/>
              </a:spcAft>
              <a:buNone/>
              <a:defRPr sz="3600" b="1">
                <a:ln w="12700">
                  <a:noFill/>
                </a:ln>
                <a:solidFill>
                  <a:schemeClr val="accent1"/>
                </a:solidFill>
                <a:latin typeface="+mn-lt"/>
                <a:cs typeface="Calibri" panose="020F0502020204030204" pitchFamily="34" charset="0"/>
              </a:defRPr>
            </a:lvl8pPr>
            <a:lvl9pPr>
              <a:lnSpc>
                <a:spcPct val="100000"/>
              </a:lnSpc>
              <a:spcAft>
                <a:spcPts val="700"/>
              </a:spcAft>
              <a:defRPr sz="3600" b="1">
                <a:ln w="12700">
                  <a:noFill/>
                </a:ln>
                <a:solidFill>
                  <a:schemeClr val="accent1"/>
                </a:solidFill>
                <a:latin typeface="+mn-lt"/>
                <a:cs typeface="Calibri" panose="020F0502020204030204" pitchFamily="34" charset="0"/>
              </a:defRPr>
            </a:lvl9pPr>
          </a:lstStyle>
          <a:p>
            <a:pPr lvl="0"/>
            <a:r>
              <a:rPr lang="en-US"/>
              <a:t>01</a:t>
            </a:r>
          </a:p>
          <a:p>
            <a:pPr lvl="0"/>
            <a:r>
              <a:rPr lang="en-US"/>
              <a:t>02</a:t>
            </a:r>
          </a:p>
          <a:p>
            <a:pPr lvl="0"/>
            <a:r>
              <a:rPr lang="en-US"/>
              <a:t>03</a:t>
            </a:r>
          </a:p>
          <a:p>
            <a:pPr lvl="0"/>
            <a:r>
              <a:rPr lang="en-US"/>
              <a:t>04</a:t>
            </a:r>
          </a:p>
          <a:p>
            <a:pPr lvl="0"/>
            <a:r>
              <a:rPr lang="en-US"/>
              <a:t>05</a:t>
            </a:r>
          </a:p>
          <a:p>
            <a:pPr lvl="0"/>
            <a:r>
              <a:rPr lang="en-US"/>
              <a:t>06</a:t>
            </a:r>
          </a:p>
          <a:p>
            <a:pPr lvl="0"/>
            <a:r>
              <a:rPr lang="en-US"/>
              <a:t>07</a:t>
            </a:r>
          </a:p>
        </p:txBody>
      </p:sp>
      <p:sp>
        <p:nvSpPr>
          <p:cNvPr id="3" name="Rectangle 2">
            <a:extLst>
              <a:ext uri="{FF2B5EF4-FFF2-40B4-BE49-F238E27FC236}">
                <a16:creationId xmlns:a16="http://schemas.microsoft.com/office/drawing/2014/main" id="{F9D3A198-41C5-A389-D58D-6067B66B5EE8}"/>
              </a:ext>
            </a:extLst>
          </p:cNvPr>
          <p:cNvSpPr>
            <a:spLocks noGrp="1" noRot="1" noMove="1" noResize="1" noEditPoints="1" noAdjustHandles="1" noChangeArrowheads="1" noChangeShapeType="1"/>
          </p:cNvSpPr>
          <p:nvPr userDrawn="1"/>
        </p:nvSpPr>
        <p:spPr bwMode="auto">
          <a:xfrm>
            <a:off x="300446" y="966651"/>
            <a:ext cx="2050868" cy="195943"/>
          </a:xfrm>
          <a:prstGeom prst="rect">
            <a:avLst/>
          </a:prstGeom>
          <a:solidFill>
            <a:schemeClr val="bg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 name="Title 2">
            <a:extLst>
              <a:ext uri="{FF2B5EF4-FFF2-40B4-BE49-F238E27FC236}">
                <a16:creationId xmlns:a16="http://schemas.microsoft.com/office/drawing/2014/main" id="{92DD1241-B542-4023-F74B-C762BE058065}"/>
              </a:ext>
            </a:extLst>
          </p:cNvPr>
          <p:cNvSpPr>
            <a:spLocks noGrp="1"/>
          </p:cNvSpPr>
          <p:nvPr>
            <p:ph type="title" hasCustomPrompt="1"/>
          </p:nvPr>
        </p:nvSpPr>
        <p:spPr>
          <a:xfrm>
            <a:off x="460372" y="556953"/>
            <a:ext cx="11268077" cy="855922"/>
          </a:xfrm>
          <a:prstGeom prst="rect">
            <a:avLst/>
          </a:prstGeom>
        </p:spPr>
        <p:txBody>
          <a:bodyPr/>
          <a:lstStyle>
            <a:lvl1pPr>
              <a:defRPr sz="2200"/>
            </a:lvl1pPr>
          </a:lstStyle>
          <a:p>
            <a:r>
              <a:rPr lang="en-US"/>
              <a:t>Click to edit Agenda/Contents Title</a:t>
            </a:r>
          </a:p>
        </p:txBody>
      </p:sp>
      <p:sp>
        <p:nvSpPr>
          <p:cNvPr id="13" name="Content Placeholder 7">
            <a:extLst>
              <a:ext uri="{FF2B5EF4-FFF2-40B4-BE49-F238E27FC236}">
                <a16:creationId xmlns:a16="http://schemas.microsoft.com/office/drawing/2014/main" id="{2EBB998A-4A7F-95A1-ABAB-78ABF3E6EAAD}"/>
              </a:ext>
            </a:extLst>
          </p:cNvPr>
          <p:cNvSpPr>
            <a:spLocks noGrp="1"/>
          </p:cNvSpPr>
          <p:nvPr>
            <p:ph sz="quarter" idx="20" hasCustomPrompt="1"/>
          </p:nvPr>
        </p:nvSpPr>
        <p:spPr>
          <a:xfrm>
            <a:off x="1250065" y="1508125"/>
            <a:ext cx="4174689" cy="4511673"/>
          </a:xfrm>
          <a:prstGeom prst="rect">
            <a:avLst/>
          </a:prstGeom>
        </p:spPr>
        <p:txBody>
          <a:bodyPr anchor="ctr"/>
          <a:lstStyle>
            <a:lvl1pPr>
              <a:spcAft>
                <a:spcPts val="2900"/>
              </a:spcAft>
              <a:defRPr sz="1800" b="1" i="0"/>
            </a:lvl1pPr>
            <a:lvl2pPr marL="295275" indent="-285750">
              <a:spcAft>
                <a:spcPts val="2900"/>
              </a:spcAft>
              <a:buFont typeface="Arial" panose="020B0604020202020204" pitchFamily="34" charset="0"/>
              <a:buChar char="•"/>
              <a:tabLst/>
              <a:defRPr sz="1800" b="1" i="0"/>
            </a:lvl2pPr>
            <a:lvl3pPr marL="635000" indent="-287338">
              <a:spcAft>
                <a:spcPts val="2900"/>
              </a:spcAft>
              <a:tabLst/>
              <a:defRPr sz="1800" b="1" i="0"/>
            </a:lvl3pPr>
            <a:lvl4pPr marL="971550" indent="-285750">
              <a:spcAft>
                <a:spcPts val="2900"/>
              </a:spcAft>
              <a:tabLst/>
              <a:defRPr sz="1800" b="1" i="0"/>
            </a:lvl4pPr>
            <a:lvl5pPr marL="1320800" indent="-287338">
              <a:spcAft>
                <a:spcPts val="2900"/>
              </a:spcAft>
              <a:tabLst/>
              <a:defRPr sz="1800" b="1" i="0"/>
            </a:lvl5pPr>
            <a:lvl6pPr marL="1658938" indent="-287338">
              <a:spcAft>
                <a:spcPts val="2900"/>
              </a:spcAft>
              <a:tabLst/>
              <a:defRPr sz="1800" b="1"/>
            </a:lvl6pPr>
            <a:lvl7pPr marL="2006600" indent="-287338">
              <a:spcAft>
                <a:spcPts val="2900"/>
              </a:spcAft>
              <a:tabLst/>
              <a:defRPr sz="1800" b="1"/>
            </a:lvl7pPr>
            <a:lvl8pPr marL="2344738" indent="-266700">
              <a:tabLst/>
              <a:defRPr/>
            </a:lvl8pPr>
            <a:lvl9pPr marL="2692400" indent="-285750">
              <a:tabLst/>
              <a:defRPr/>
            </a:lvl9pPr>
          </a:lstStyle>
          <a:p>
            <a:pPr lvl="0"/>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p:txBody>
      </p:sp>
      <p:sp>
        <p:nvSpPr>
          <p:cNvPr id="8" name="Text Placeholder 9">
            <a:extLst>
              <a:ext uri="{FF2B5EF4-FFF2-40B4-BE49-F238E27FC236}">
                <a16:creationId xmlns:a16="http://schemas.microsoft.com/office/drawing/2014/main" id="{CD71F599-75FF-0AEF-010B-B70DBAA7A833}"/>
              </a:ext>
            </a:extLst>
          </p:cNvPr>
          <p:cNvSpPr>
            <a:spLocks noGrp="1"/>
          </p:cNvSpPr>
          <p:nvPr>
            <p:ph type="body" sz="quarter" idx="26" hasCustomPrompt="1"/>
          </p:nvPr>
        </p:nvSpPr>
        <p:spPr>
          <a:xfrm flipH="1" flipV="1">
            <a:off x="364794" y="855203"/>
            <a:ext cx="1381456" cy="192234"/>
          </a:xfrm>
          <a:prstGeom prst="rect">
            <a:avLst/>
          </a:prstGeom>
          <a:blipFill dpi="0" rotWithShape="0">
            <a:blip r:embed="rId4"/>
            <a:srcRect/>
            <a:stretch>
              <a:fillRect t="-317465" b="-325807"/>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15039766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agenda_2">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4836E44-27EF-D8DB-2ACB-DE3980E63D82}"/>
              </a:ext>
            </a:extLst>
          </p:cNvPr>
          <p:cNvSpPr>
            <a:spLocks noGrp="1" noRot="1" noMove="1" noResize="1" noEditPoints="1" noAdjustHandles="1" noChangeArrowheads="1" noChangeShapeType="1"/>
          </p:cNvSpPr>
          <p:nvPr userDrawn="1"/>
        </p:nvSpPr>
        <p:spPr bwMode="auto">
          <a:xfrm>
            <a:off x="300446" y="966651"/>
            <a:ext cx="2050868" cy="195943"/>
          </a:xfrm>
          <a:prstGeom prst="rect">
            <a:avLst/>
          </a:prstGeom>
          <a:solidFill>
            <a:schemeClr val="bg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 name="Rectangle 6">
            <a:extLst>
              <a:ext uri="{FF2B5EF4-FFF2-40B4-BE49-F238E27FC236}">
                <a16:creationId xmlns:a16="http://schemas.microsoft.com/office/drawing/2014/main" id="{2FBA661D-36AF-0575-B525-6804A0045D53}"/>
              </a:ext>
            </a:extLst>
          </p:cNvPr>
          <p:cNvSpPr/>
          <p:nvPr userDrawn="1"/>
        </p:nvSpPr>
        <p:spPr bwMode="auto">
          <a:xfrm>
            <a:off x="0" y="0"/>
            <a:ext cx="3935767" cy="6858000"/>
          </a:xfrm>
          <a:prstGeom prst="rect">
            <a:avLst/>
          </a:prstGeom>
          <a:solidFill>
            <a:schemeClr val="tx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Footer Placeholder 3">
            <a:extLst>
              <a:ext uri="{FF2B5EF4-FFF2-40B4-BE49-F238E27FC236}">
                <a16:creationId xmlns:a16="http://schemas.microsoft.com/office/drawing/2014/main" id="{F972B6A5-01FD-899A-FA5B-50AED31DFBE5}"/>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ECAE3597-928B-CB48-EED1-29B1135F105F}"/>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1368B83A-3779-569C-36A3-CDD67449E482}"/>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0" name="Picture Placeholder 4">
            <a:extLst>
              <a:ext uri="{FF2B5EF4-FFF2-40B4-BE49-F238E27FC236}">
                <a16:creationId xmlns:a16="http://schemas.microsoft.com/office/drawing/2014/main" id="{1FB5A361-F9DC-DE5A-6274-208702766B8E}"/>
              </a:ext>
            </a:extLst>
          </p:cNvPr>
          <p:cNvSpPr>
            <a:spLocks noGrp="1"/>
          </p:cNvSpPr>
          <p:nvPr>
            <p:ph type="pic" sz="quarter" idx="22"/>
          </p:nvPr>
        </p:nvSpPr>
        <p:spPr>
          <a:xfrm>
            <a:off x="610669" y="1508125"/>
            <a:ext cx="3913550" cy="3916330"/>
          </a:xfrm>
          <a:prstGeom prst="rect">
            <a:avLst/>
          </a:prstGeom>
          <a:solidFill>
            <a:schemeClr val="accent2">
              <a:lumMod val="40000"/>
              <a:lumOff val="60000"/>
            </a:schemeClr>
          </a:solidFill>
        </p:spPr>
        <p:txBody>
          <a:bodyPr tIns="1737360"/>
          <a:lstStyle>
            <a:lvl1pPr algn="ctr">
              <a:defRPr b="0" i="0"/>
            </a:lvl1pPr>
          </a:lstStyle>
          <a:p>
            <a:r>
              <a:rPr lang="en-US"/>
              <a:t>Click icon to add picture</a:t>
            </a:r>
          </a:p>
        </p:txBody>
      </p:sp>
      <p:sp>
        <p:nvSpPr>
          <p:cNvPr id="13" name="Title 2">
            <a:extLst>
              <a:ext uri="{FF2B5EF4-FFF2-40B4-BE49-F238E27FC236}">
                <a16:creationId xmlns:a16="http://schemas.microsoft.com/office/drawing/2014/main" id="{439BE691-B1BB-8E34-2EA4-D0406BCBF408}"/>
              </a:ext>
            </a:extLst>
          </p:cNvPr>
          <p:cNvSpPr>
            <a:spLocks noGrp="1"/>
          </p:cNvSpPr>
          <p:nvPr>
            <p:ph type="title" hasCustomPrompt="1"/>
          </p:nvPr>
        </p:nvSpPr>
        <p:spPr>
          <a:xfrm>
            <a:off x="5168648" y="556953"/>
            <a:ext cx="6559800" cy="855922"/>
          </a:xfrm>
          <a:prstGeom prst="rect">
            <a:avLst/>
          </a:prstGeom>
        </p:spPr>
        <p:txBody>
          <a:bodyPr/>
          <a:lstStyle>
            <a:lvl1pPr>
              <a:defRPr sz="2200"/>
            </a:lvl1pPr>
          </a:lstStyle>
          <a:p>
            <a:r>
              <a:rPr lang="en-US"/>
              <a:t>Click to edit Agenda/Contents Title</a:t>
            </a:r>
          </a:p>
        </p:txBody>
      </p:sp>
      <p:sp>
        <p:nvSpPr>
          <p:cNvPr id="14" name="Content Placeholder 7">
            <a:extLst>
              <a:ext uri="{FF2B5EF4-FFF2-40B4-BE49-F238E27FC236}">
                <a16:creationId xmlns:a16="http://schemas.microsoft.com/office/drawing/2014/main" id="{501FEA8E-002C-6C24-1D7D-8DE43490479E}"/>
              </a:ext>
            </a:extLst>
          </p:cNvPr>
          <p:cNvSpPr>
            <a:spLocks noGrp="1"/>
          </p:cNvSpPr>
          <p:nvPr>
            <p:ph sz="quarter" idx="20" hasCustomPrompt="1"/>
          </p:nvPr>
        </p:nvSpPr>
        <p:spPr>
          <a:xfrm>
            <a:off x="5168649" y="1508125"/>
            <a:ext cx="6559800" cy="4511673"/>
          </a:xfrm>
          <a:prstGeom prst="rect">
            <a:avLst/>
          </a:prstGeom>
        </p:spPr>
        <p:txBody>
          <a:bodyPr anchor="t"/>
          <a:lstStyle>
            <a:lvl1pPr>
              <a:spcAft>
                <a:spcPts val="1200"/>
              </a:spcAft>
              <a:defRPr sz="1800" b="1" i="0"/>
            </a:lvl1pPr>
            <a:lvl2pPr marL="295275" indent="-285750">
              <a:spcAft>
                <a:spcPts val="1200"/>
              </a:spcAft>
              <a:buFont typeface="Arial" panose="020B0604020202020204" pitchFamily="34" charset="0"/>
              <a:buChar char="•"/>
              <a:tabLst/>
              <a:defRPr sz="1800" b="1" i="0"/>
            </a:lvl2pPr>
            <a:lvl3pPr marL="635000" indent="-287338">
              <a:spcAft>
                <a:spcPts val="1200"/>
              </a:spcAft>
              <a:tabLst/>
              <a:defRPr sz="1800" b="1" i="0"/>
            </a:lvl3pPr>
            <a:lvl4pPr marL="971550" indent="-285750">
              <a:spcAft>
                <a:spcPts val="1200"/>
              </a:spcAft>
              <a:tabLst/>
              <a:defRPr sz="1800" b="1" i="0"/>
            </a:lvl4pPr>
            <a:lvl5pPr marL="1320800" indent="-287338">
              <a:spcAft>
                <a:spcPts val="1200"/>
              </a:spcAft>
              <a:tabLst/>
              <a:defRPr sz="1800" b="1" i="0"/>
            </a:lvl5pPr>
            <a:lvl6pPr marL="1658938" indent="-287338">
              <a:spcAft>
                <a:spcPts val="1200"/>
              </a:spcAft>
              <a:tabLst/>
              <a:defRPr sz="1800" b="1"/>
            </a:lvl6pPr>
            <a:lvl7pPr marL="2006600" indent="-287338">
              <a:spcAft>
                <a:spcPts val="1200"/>
              </a:spcAft>
              <a:tabLst/>
              <a:defRPr sz="1800" b="1"/>
            </a:lvl7pPr>
            <a:lvl8pPr marL="2344738" indent="-266700">
              <a:tabLst/>
              <a:defRPr/>
            </a:lvl8pPr>
            <a:lvl9pPr marL="2692400" indent="-285750">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9">
            <a:extLst>
              <a:ext uri="{FF2B5EF4-FFF2-40B4-BE49-F238E27FC236}">
                <a16:creationId xmlns:a16="http://schemas.microsoft.com/office/drawing/2014/main" id="{5AC43BAF-6C08-503E-AB09-63A6DE719E03}"/>
              </a:ext>
            </a:extLst>
          </p:cNvPr>
          <p:cNvSpPr>
            <a:spLocks noGrp="1"/>
          </p:cNvSpPr>
          <p:nvPr>
            <p:ph type="body" sz="quarter" idx="26" hasCustomPrompt="1"/>
          </p:nvPr>
        </p:nvSpPr>
        <p:spPr>
          <a:xfrm flipH="1" flipV="1">
            <a:off x="5020644" y="857796"/>
            <a:ext cx="1381456" cy="192234"/>
          </a:xfrm>
          <a:prstGeom prst="rect">
            <a:avLst/>
          </a:prstGeom>
          <a:blipFill dpi="0" rotWithShape="0">
            <a:blip r:embed="rId3"/>
            <a:srcRect/>
            <a:stretch>
              <a:fillRect t="-317465" b="-325807"/>
            </a:stretch>
          </a:blipFill>
        </p:spPr>
        <p:txBody>
          <a:bodyPr/>
          <a:lstStyle>
            <a:lvl1pPr>
              <a:defRPr sz="2800" b="0" i="0"/>
            </a:lvl1pPr>
          </a:lstStyle>
          <a:p>
            <a:pPr lvl="0"/>
            <a:r>
              <a:rPr lang="en-US"/>
              <a:t> </a:t>
            </a:r>
          </a:p>
        </p:txBody>
      </p:sp>
      <p:pic>
        <p:nvPicPr>
          <p:cNvPr id="8" name="Picture 7">
            <a:extLst>
              <a:ext uri="{FF2B5EF4-FFF2-40B4-BE49-F238E27FC236}">
                <a16:creationId xmlns:a16="http://schemas.microsoft.com/office/drawing/2014/main" id="{F6EE3324-F78B-080E-CEED-7AF10A908BF8}"/>
              </a:ext>
            </a:extLst>
          </p:cNvPr>
          <p:cNvPicPr>
            <a:picLocks noChangeAspect="1"/>
          </p:cNvPicPr>
          <p:nvPr userDrawn="1"/>
        </p:nvPicPr>
        <p:blipFill>
          <a:blip r:embed="rId4" cstate="hqprint">
            <a:extLst>
              <a:ext uri="{28A0092B-C50C-407E-A947-70E740481C1C}">
                <a14:useLocalDpi xmlns:a14="http://schemas.microsoft.com/office/drawing/2010/main"/>
              </a:ext>
            </a:extLst>
          </a:blip>
          <a:srcRect/>
          <a:stretch/>
        </p:blipFill>
        <p:spPr>
          <a:xfrm>
            <a:off x="460378" y="6325375"/>
            <a:ext cx="1457322" cy="305021"/>
          </a:xfrm>
          <a:prstGeom prst="rect">
            <a:avLst/>
          </a:prstGeom>
        </p:spPr>
      </p:pic>
    </p:spTree>
    <p:extLst>
      <p:ext uri="{BB962C8B-B14F-4D97-AF65-F5344CB8AC3E}">
        <p14:creationId xmlns:p14="http://schemas.microsoft.com/office/powerpoint/2010/main" val="371501180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_1co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F281B9B0-919B-7605-4D45-9E1F54B94E3A}"/>
              </a:ext>
            </a:extLst>
          </p:cNvPr>
          <p:cNvSpPr>
            <a:spLocks noGrp="1"/>
          </p:cNvSpPr>
          <p:nvPr>
            <p:ph idx="1" hasCustomPrompt="1"/>
          </p:nvPr>
        </p:nvSpPr>
        <p:spPr>
          <a:xfrm>
            <a:off x="460372" y="1770063"/>
            <a:ext cx="11268074" cy="4249738"/>
          </a:xfrm>
          <a:prstGeom prst="rect">
            <a:avLst/>
          </a:prstGeom>
        </p:spPr>
        <p:txBody>
          <a:bodyPr vert="horz" lIns="0" tIns="0" rIns="0" bIns="0" rtlCol="0">
            <a:noAutofit/>
          </a:bodyPr>
          <a:lstStyle>
            <a:lvl1pPr>
              <a:spcAft>
                <a:spcPts val="600"/>
              </a:spcAft>
              <a:defRPr/>
            </a:lvl1pPr>
            <a:lvl2pPr marL="295275" indent="-295275">
              <a:spcAft>
                <a:spcPts val="600"/>
              </a:spcAft>
              <a:tabLst/>
              <a:defRPr/>
            </a:lvl2pPr>
            <a:lvl3pPr>
              <a:spcAft>
                <a:spcPts val="600"/>
              </a:spcAft>
              <a:defRPr/>
            </a:lvl3pPr>
            <a:lvl4pPr>
              <a:spcAft>
                <a:spcPts val="600"/>
              </a:spcAft>
              <a:defRPr/>
            </a:lvl4pPr>
            <a:lvl5pPr>
              <a:spcAft>
                <a:spcPts val="600"/>
              </a:spcAft>
              <a:defRPr/>
            </a:lvl5pPr>
            <a:lvl6pPr>
              <a:spcAft>
                <a:spcPts val="600"/>
              </a:spcAft>
              <a:defRPr/>
            </a:lvl6pPr>
            <a:lvl7pPr>
              <a:spcAft>
                <a:spcPts val="600"/>
              </a:spcAft>
              <a:defRPr/>
            </a:lvl7pPr>
            <a:lvl8pPr>
              <a:spcAft>
                <a:spcPts val="600"/>
              </a:spcAft>
              <a:defRPr/>
            </a:lvl8pPr>
            <a:lvl9pPr>
              <a:spcAft>
                <a:spcPts val="600"/>
              </a:spcAf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1" name="Footer Placeholder 10">
            <a:extLst>
              <a:ext uri="{FF2B5EF4-FFF2-40B4-BE49-F238E27FC236}">
                <a16:creationId xmlns:a16="http://schemas.microsoft.com/office/drawing/2014/main" id="{F263E73F-DEF9-130F-B071-D10FB1CB5161}"/>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12" name="Slide Number Placeholder 11">
            <a:extLst>
              <a:ext uri="{FF2B5EF4-FFF2-40B4-BE49-F238E27FC236}">
                <a16:creationId xmlns:a16="http://schemas.microsoft.com/office/drawing/2014/main" id="{72307C66-749A-F18A-899A-DCE7C0FC87C7}"/>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sp>
        <p:nvSpPr>
          <p:cNvPr id="3" name="Title 2">
            <a:extLst>
              <a:ext uri="{FF2B5EF4-FFF2-40B4-BE49-F238E27FC236}">
                <a16:creationId xmlns:a16="http://schemas.microsoft.com/office/drawing/2014/main" id="{039D28D3-7724-CABE-5E01-C686E737731A}"/>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5" name="Picture 4" descr="A blue text on a black background&#10;&#10;Description automatically generated">
            <a:extLst>
              <a:ext uri="{FF2B5EF4-FFF2-40B4-BE49-F238E27FC236}">
                <a16:creationId xmlns:a16="http://schemas.microsoft.com/office/drawing/2014/main" id="{08B542EB-5CB8-F0A6-4DB5-533C78B14DAF}"/>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6" name="Text Placeholder 15">
            <a:extLst>
              <a:ext uri="{FF2B5EF4-FFF2-40B4-BE49-F238E27FC236}">
                <a16:creationId xmlns:a16="http://schemas.microsoft.com/office/drawing/2014/main" id="{BF08CDCA-7295-067B-E037-76ACEB96299C}"/>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372366629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_2co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7AC6684-4917-893D-7978-45194F506A94}"/>
              </a:ext>
            </a:extLst>
          </p:cNvPr>
          <p:cNvSpPr>
            <a:spLocks noGrp="1"/>
          </p:cNvSpPr>
          <p:nvPr>
            <p:ph type="ftr" sz="quarter" idx="22"/>
          </p:nvPr>
        </p:nvSpPr>
        <p:spPr/>
        <p:txBody>
          <a:bodyPr/>
          <a:lstStyle>
            <a:lvl1pPr>
              <a:defRPr b="0" i="0"/>
            </a:lvl1pPr>
          </a:lstStyle>
          <a:p>
            <a:r>
              <a:rPr lang="en-US"/>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B3050605-C097-CBBB-F6AE-D408F5C6B153}"/>
              </a:ext>
            </a:extLst>
          </p:cNvPr>
          <p:cNvSpPr>
            <a:spLocks noGrp="1"/>
          </p:cNvSpPr>
          <p:nvPr>
            <p:ph type="sldNum" sz="quarter" idx="23"/>
          </p:nvPr>
        </p:nvSpPr>
        <p:spPr/>
        <p:txBody>
          <a:bodyPr/>
          <a:lstStyle>
            <a:lvl1pPr>
              <a:defRPr b="0" i="0"/>
            </a:lvl1pPr>
          </a:lstStyle>
          <a:p>
            <a:fld id="{63DCA5C9-2E11-4C67-86EB-AE1DE127DC64}" type="slidenum">
              <a:rPr lang="en-US" smtClean="0"/>
              <a:pPr/>
              <a:t>‹#›</a:t>
            </a:fld>
            <a:endParaRPr lang="en-US"/>
          </a:p>
        </p:txBody>
      </p:sp>
      <p:sp>
        <p:nvSpPr>
          <p:cNvPr id="4" name="Title 3">
            <a:extLst>
              <a:ext uri="{FF2B5EF4-FFF2-40B4-BE49-F238E27FC236}">
                <a16:creationId xmlns:a16="http://schemas.microsoft.com/office/drawing/2014/main" id="{987FB2C3-7DEF-A787-97F3-478F892A584F}"/>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7" name="Picture 6" descr="A blue text on a black background&#10;&#10;Description automatically generated">
            <a:extLst>
              <a:ext uri="{FF2B5EF4-FFF2-40B4-BE49-F238E27FC236}">
                <a16:creationId xmlns:a16="http://schemas.microsoft.com/office/drawing/2014/main" id="{BD0AB5E2-A78F-EF72-4306-83FB4F13DF1D}"/>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Content Placeholder 7">
            <a:extLst>
              <a:ext uri="{FF2B5EF4-FFF2-40B4-BE49-F238E27FC236}">
                <a16:creationId xmlns:a16="http://schemas.microsoft.com/office/drawing/2014/main" id="{7EC1626D-C51D-F91B-9E51-AEACBDEBE7B9}"/>
              </a:ext>
            </a:extLst>
          </p:cNvPr>
          <p:cNvSpPr>
            <a:spLocks noGrp="1"/>
          </p:cNvSpPr>
          <p:nvPr>
            <p:ph sz="quarter" idx="20"/>
          </p:nvPr>
        </p:nvSpPr>
        <p:spPr>
          <a:xfrm>
            <a:off x="460375" y="1770063"/>
            <a:ext cx="5521325"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800F75C6-D0DF-371B-63BB-406F6DC95786}"/>
              </a:ext>
            </a:extLst>
          </p:cNvPr>
          <p:cNvSpPr>
            <a:spLocks noGrp="1"/>
          </p:cNvSpPr>
          <p:nvPr>
            <p:ph sz="quarter" idx="24"/>
          </p:nvPr>
        </p:nvSpPr>
        <p:spPr>
          <a:xfrm>
            <a:off x="6210300" y="1770063"/>
            <a:ext cx="551815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15">
            <a:extLst>
              <a:ext uri="{FF2B5EF4-FFF2-40B4-BE49-F238E27FC236}">
                <a16:creationId xmlns:a16="http://schemas.microsoft.com/office/drawing/2014/main" id="{40D1E5F1-9491-BB3D-DC45-8C7C55783F5A}"/>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234577194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_3co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FA9757-0038-867C-A6F8-301106810F83}"/>
              </a:ext>
            </a:extLst>
          </p:cNvPr>
          <p:cNvSpPr>
            <a:spLocks noGrp="1"/>
          </p:cNvSpPr>
          <p:nvPr>
            <p:ph type="ftr" sz="quarter" idx="15"/>
          </p:nvPr>
        </p:nvSpPr>
        <p:spPr/>
        <p:txBody>
          <a:bodyPr/>
          <a:lstStyle>
            <a:lvl1pPr>
              <a:defRPr b="0" i="0"/>
            </a:lvl1pPr>
          </a:lstStyle>
          <a:p>
            <a:r>
              <a:rPr lang="en-US"/>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7100BA09-8485-6F97-9E99-971ACED93B24}"/>
              </a:ext>
            </a:extLst>
          </p:cNvPr>
          <p:cNvSpPr>
            <a:spLocks noGrp="1"/>
          </p:cNvSpPr>
          <p:nvPr>
            <p:ph type="sldNum" sz="quarter" idx="16"/>
          </p:nvPr>
        </p:nvSpPr>
        <p:spPr/>
        <p:txBody>
          <a:bodyPr/>
          <a:lstStyle>
            <a:lvl1pPr>
              <a:defRPr b="0" i="0"/>
            </a:lvl1pPr>
          </a:lstStyle>
          <a:p>
            <a:fld id="{63DCA5C9-2E11-4C67-86EB-AE1DE127DC64}" type="slidenum">
              <a:rPr lang="en-US" smtClean="0"/>
              <a:pPr/>
              <a:t>‹#›</a:t>
            </a:fld>
            <a:endParaRPr lang="en-US"/>
          </a:p>
        </p:txBody>
      </p:sp>
      <p:pic>
        <p:nvPicPr>
          <p:cNvPr id="8" name="Picture 7" descr="A blue text on a black background&#10;&#10;Description automatically generated">
            <a:extLst>
              <a:ext uri="{FF2B5EF4-FFF2-40B4-BE49-F238E27FC236}">
                <a16:creationId xmlns:a16="http://schemas.microsoft.com/office/drawing/2014/main" id="{3E9F9052-AA30-3941-3438-16032648210F}"/>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0" name="Content Placeholder 7">
            <a:extLst>
              <a:ext uri="{FF2B5EF4-FFF2-40B4-BE49-F238E27FC236}">
                <a16:creationId xmlns:a16="http://schemas.microsoft.com/office/drawing/2014/main" id="{0056E07F-5641-0AC8-7606-9184F560AECF}"/>
              </a:ext>
            </a:extLst>
          </p:cNvPr>
          <p:cNvSpPr>
            <a:spLocks noGrp="1"/>
          </p:cNvSpPr>
          <p:nvPr>
            <p:ph sz="quarter" idx="20"/>
          </p:nvPr>
        </p:nvSpPr>
        <p:spPr>
          <a:xfrm>
            <a:off x="460375" y="1770063"/>
            <a:ext cx="360680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D82477B9-0A32-B6C4-2F46-122799F3984B}"/>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sp>
        <p:nvSpPr>
          <p:cNvPr id="12" name="Content Placeholder 7">
            <a:extLst>
              <a:ext uri="{FF2B5EF4-FFF2-40B4-BE49-F238E27FC236}">
                <a16:creationId xmlns:a16="http://schemas.microsoft.com/office/drawing/2014/main" id="{2951039B-3D00-6FDA-3076-5C33B65A3ABD}"/>
              </a:ext>
            </a:extLst>
          </p:cNvPr>
          <p:cNvSpPr>
            <a:spLocks noGrp="1"/>
          </p:cNvSpPr>
          <p:nvPr>
            <p:ph sz="quarter" idx="21"/>
          </p:nvPr>
        </p:nvSpPr>
        <p:spPr>
          <a:xfrm>
            <a:off x="8124827" y="1770063"/>
            <a:ext cx="360680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7">
            <a:extLst>
              <a:ext uri="{FF2B5EF4-FFF2-40B4-BE49-F238E27FC236}">
                <a16:creationId xmlns:a16="http://schemas.microsoft.com/office/drawing/2014/main" id="{7FE16D19-354D-731F-F73E-FA767DF68429}"/>
              </a:ext>
            </a:extLst>
          </p:cNvPr>
          <p:cNvSpPr>
            <a:spLocks noGrp="1"/>
          </p:cNvSpPr>
          <p:nvPr>
            <p:ph sz="quarter" idx="22"/>
          </p:nvPr>
        </p:nvSpPr>
        <p:spPr>
          <a:xfrm>
            <a:off x="4321019" y="1770063"/>
            <a:ext cx="360680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Text Placeholder 15">
            <a:extLst>
              <a:ext uri="{FF2B5EF4-FFF2-40B4-BE49-F238E27FC236}">
                <a16:creationId xmlns:a16="http://schemas.microsoft.com/office/drawing/2014/main" id="{3FEF5C62-2517-1AC3-C2A2-6FB57854A32F}"/>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332434239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t_3col_captio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FA9757-0038-867C-A6F8-301106810F83}"/>
              </a:ext>
            </a:extLst>
          </p:cNvPr>
          <p:cNvSpPr>
            <a:spLocks noGrp="1"/>
          </p:cNvSpPr>
          <p:nvPr>
            <p:ph type="ftr" sz="quarter" idx="15"/>
          </p:nvPr>
        </p:nvSpPr>
        <p:spPr/>
        <p:txBody>
          <a:bodyPr/>
          <a:lstStyle>
            <a:lvl1pPr>
              <a:defRPr b="0" i="0"/>
            </a:lvl1pPr>
          </a:lstStyle>
          <a:p>
            <a:r>
              <a:rPr lang="en-US"/>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7100BA09-8485-6F97-9E99-971ACED93B24}"/>
              </a:ext>
            </a:extLst>
          </p:cNvPr>
          <p:cNvSpPr>
            <a:spLocks noGrp="1"/>
          </p:cNvSpPr>
          <p:nvPr>
            <p:ph type="sldNum" sz="quarter" idx="16"/>
          </p:nvPr>
        </p:nvSpPr>
        <p:spPr/>
        <p:txBody>
          <a:bodyPr/>
          <a:lstStyle>
            <a:lvl1pPr>
              <a:defRPr b="0" i="0"/>
            </a:lvl1pPr>
          </a:lstStyle>
          <a:p>
            <a:fld id="{63DCA5C9-2E11-4C67-86EB-AE1DE127DC64}" type="slidenum">
              <a:rPr lang="en-US" smtClean="0"/>
              <a:pPr/>
              <a:t>‹#›</a:t>
            </a:fld>
            <a:endParaRPr lang="en-US"/>
          </a:p>
        </p:txBody>
      </p:sp>
      <p:sp>
        <p:nvSpPr>
          <p:cNvPr id="8" name="Text Placeholder 7">
            <a:extLst>
              <a:ext uri="{FF2B5EF4-FFF2-40B4-BE49-F238E27FC236}">
                <a16:creationId xmlns:a16="http://schemas.microsoft.com/office/drawing/2014/main" id="{F3286076-E0DB-E4CC-E8A2-BEEF556EB4A1}"/>
              </a:ext>
            </a:extLst>
          </p:cNvPr>
          <p:cNvSpPr>
            <a:spLocks noGrp="1"/>
          </p:cNvSpPr>
          <p:nvPr>
            <p:ph type="body" sz="quarter" idx="19"/>
          </p:nvPr>
        </p:nvSpPr>
        <p:spPr>
          <a:xfrm>
            <a:off x="460375" y="4356447"/>
            <a:ext cx="3606800" cy="1663354"/>
          </a:xfrm>
          <a:prstGeom prst="rect">
            <a:avLst/>
          </a:prstGeom>
        </p:spPr>
        <p:txBody>
          <a:bodyPr/>
          <a:lstStyle>
            <a:lvl1pPr>
              <a:defRPr b="0" i="0"/>
            </a:lvl1pPr>
            <a:lvl2pPr>
              <a:defRPr b="0" i="0"/>
            </a:lvl2pPr>
          </a:lstStyle>
          <a:p>
            <a:pPr lvl="0"/>
            <a:r>
              <a:rPr lang="en-US"/>
              <a:t>Click to edit Master text styles</a:t>
            </a:r>
          </a:p>
          <a:p>
            <a:pPr lvl="1"/>
            <a:r>
              <a:rPr lang="en-US"/>
              <a:t>Second level</a:t>
            </a:r>
          </a:p>
        </p:txBody>
      </p:sp>
      <p:sp>
        <p:nvSpPr>
          <p:cNvPr id="10" name="Picture Placeholder 9">
            <a:extLst>
              <a:ext uri="{FF2B5EF4-FFF2-40B4-BE49-F238E27FC236}">
                <a16:creationId xmlns:a16="http://schemas.microsoft.com/office/drawing/2014/main" id="{9180B2BC-2194-6BE9-E9A2-C04BB80C88E8}"/>
              </a:ext>
            </a:extLst>
          </p:cNvPr>
          <p:cNvSpPr>
            <a:spLocks noGrp="1"/>
          </p:cNvSpPr>
          <p:nvPr>
            <p:ph type="pic" sz="quarter" idx="20"/>
          </p:nvPr>
        </p:nvSpPr>
        <p:spPr>
          <a:xfrm>
            <a:off x="460375" y="1771911"/>
            <a:ext cx="3606800" cy="2375659"/>
          </a:xfrm>
          <a:prstGeom prst="rect">
            <a:avLst/>
          </a:prstGeom>
          <a:solidFill>
            <a:schemeClr val="accent2">
              <a:lumMod val="40000"/>
              <a:lumOff val="60000"/>
            </a:schemeClr>
          </a:solidFill>
        </p:spPr>
        <p:txBody>
          <a:bodyPr tIns="640080"/>
          <a:lstStyle>
            <a:lvl1pPr algn="ctr">
              <a:defRPr b="0" i="0"/>
            </a:lvl1pPr>
          </a:lstStyle>
          <a:p>
            <a:r>
              <a:rPr lang="en-US"/>
              <a:t>Click icon to add picture</a:t>
            </a:r>
          </a:p>
        </p:txBody>
      </p:sp>
      <p:sp>
        <p:nvSpPr>
          <p:cNvPr id="11" name="Text Placeholder 7">
            <a:extLst>
              <a:ext uri="{FF2B5EF4-FFF2-40B4-BE49-F238E27FC236}">
                <a16:creationId xmlns:a16="http://schemas.microsoft.com/office/drawing/2014/main" id="{94FC2909-4B91-2381-4FE8-6075BBEADFCA}"/>
              </a:ext>
            </a:extLst>
          </p:cNvPr>
          <p:cNvSpPr>
            <a:spLocks noGrp="1"/>
          </p:cNvSpPr>
          <p:nvPr>
            <p:ph type="body" sz="quarter" idx="21"/>
          </p:nvPr>
        </p:nvSpPr>
        <p:spPr>
          <a:xfrm>
            <a:off x="4298950" y="4356447"/>
            <a:ext cx="3606800" cy="1663354"/>
          </a:xfrm>
          <a:prstGeom prst="rect">
            <a:avLst/>
          </a:prstGeom>
        </p:spPr>
        <p:txBody>
          <a:bodyPr/>
          <a:lstStyle>
            <a:lvl1pPr>
              <a:defRPr b="0" i="0"/>
            </a:lvl1pPr>
            <a:lvl2pPr>
              <a:defRPr b="0" i="0"/>
            </a:lvl2pPr>
          </a:lstStyle>
          <a:p>
            <a:pPr lvl="0"/>
            <a:r>
              <a:rPr lang="en-US"/>
              <a:t>Click to edit Master text styles</a:t>
            </a:r>
          </a:p>
          <a:p>
            <a:pPr lvl="1"/>
            <a:r>
              <a:rPr lang="en-US"/>
              <a:t>Second level</a:t>
            </a:r>
          </a:p>
        </p:txBody>
      </p:sp>
      <p:sp>
        <p:nvSpPr>
          <p:cNvPr id="12" name="Picture Placeholder 9">
            <a:extLst>
              <a:ext uri="{FF2B5EF4-FFF2-40B4-BE49-F238E27FC236}">
                <a16:creationId xmlns:a16="http://schemas.microsoft.com/office/drawing/2014/main" id="{44FEA637-5129-BC73-5672-885823C9D06D}"/>
              </a:ext>
            </a:extLst>
          </p:cNvPr>
          <p:cNvSpPr>
            <a:spLocks noGrp="1"/>
          </p:cNvSpPr>
          <p:nvPr>
            <p:ph type="pic" sz="quarter" idx="22"/>
          </p:nvPr>
        </p:nvSpPr>
        <p:spPr>
          <a:xfrm>
            <a:off x="4298950" y="1771911"/>
            <a:ext cx="3606800" cy="2375659"/>
          </a:xfrm>
          <a:prstGeom prst="rect">
            <a:avLst/>
          </a:prstGeom>
          <a:solidFill>
            <a:schemeClr val="accent2">
              <a:lumMod val="40000"/>
              <a:lumOff val="60000"/>
            </a:schemeClr>
          </a:solidFill>
        </p:spPr>
        <p:txBody>
          <a:bodyPr tIns="640080"/>
          <a:lstStyle>
            <a:lvl1pPr algn="ctr">
              <a:defRPr b="0" i="0"/>
            </a:lvl1pPr>
          </a:lstStyle>
          <a:p>
            <a:r>
              <a:rPr lang="en-US"/>
              <a:t>Click icon to add picture</a:t>
            </a:r>
          </a:p>
        </p:txBody>
      </p:sp>
      <p:sp>
        <p:nvSpPr>
          <p:cNvPr id="13" name="Text Placeholder 7">
            <a:extLst>
              <a:ext uri="{FF2B5EF4-FFF2-40B4-BE49-F238E27FC236}">
                <a16:creationId xmlns:a16="http://schemas.microsoft.com/office/drawing/2014/main" id="{8F7C1D54-4D08-B846-D72D-58481B1CA9AA}"/>
              </a:ext>
            </a:extLst>
          </p:cNvPr>
          <p:cNvSpPr>
            <a:spLocks noGrp="1"/>
          </p:cNvSpPr>
          <p:nvPr>
            <p:ph type="body" sz="quarter" idx="23"/>
          </p:nvPr>
        </p:nvSpPr>
        <p:spPr>
          <a:xfrm>
            <a:off x="8121650" y="4356447"/>
            <a:ext cx="3606800" cy="1663354"/>
          </a:xfrm>
          <a:prstGeom prst="rect">
            <a:avLst/>
          </a:prstGeom>
        </p:spPr>
        <p:txBody>
          <a:bodyPr/>
          <a:lstStyle>
            <a:lvl1pPr>
              <a:defRPr b="0" i="0"/>
            </a:lvl1pPr>
            <a:lvl2pPr>
              <a:defRPr b="0" i="0"/>
            </a:lvl2pPr>
          </a:lstStyle>
          <a:p>
            <a:pPr lvl="0"/>
            <a:r>
              <a:rPr lang="en-US"/>
              <a:t>Click to edit Master text styles</a:t>
            </a:r>
          </a:p>
          <a:p>
            <a:pPr lvl="1"/>
            <a:r>
              <a:rPr lang="en-US"/>
              <a:t>Second level</a:t>
            </a:r>
          </a:p>
        </p:txBody>
      </p:sp>
      <p:sp>
        <p:nvSpPr>
          <p:cNvPr id="14" name="Picture Placeholder 9">
            <a:extLst>
              <a:ext uri="{FF2B5EF4-FFF2-40B4-BE49-F238E27FC236}">
                <a16:creationId xmlns:a16="http://schemas.microsoft.com/office/drawing/2014/main" id="{AF8A9ABB-83F4-8553-6F94-7B3490556A79}"/>
              </a:ext>
            </a:extLst>
          </p:cNvPr>
          <p:cNvSpPr>
            <a:spLocks noGrp="1"/>
          </p:cNvSpPr>
          <p:nvPr>
            <p:ph type="pic" sz="quarter" idx="24"/>
          </p:nvPr>
        </p:nvSpPr>
        <p:spPr>
          <a:xfrm>
            <a:off x="8121650" y="1771911"/>
            <a:ext cx="3606800" cy="2375659"/>
          </a:xfrm>
          <a:prstGeom prst="rect">
            <a:avLst/>
          </a:prstGeom>
          <a:solidFill>
            <a:schemeClr val="accent2">
              <a:lumMod val="40000"/>
              <a:lumOff val="60000"/>
            </a:schemeClr>
          </a:solidFill>
        </p:spPr>
        <p:txBody>
          <a:bodyPr tIns="640080"/>
          <a:lstStyle>
            <a:lvl1pPr algn="ctr">
              <a:defRPr b="0" i="0"/>
            </a:lvl1pPr>
          </a:lstStyle>
          <a:p>
            <a:r>
              <a:rPr lang="en-US"/>
              <a:t>Click icon to add picture</a:t>
            </a:r>
          </a:p>
        </p:txBody>
      </p:sp>
      <p:sp>
        <p:nvSpPr>
          <p:cNvPr id="2" name="Title 1">
            <a:extLst>
              <a:ext uri="{FF2B5EF4-FFF2-40B4-BE49-F238E27FC236}">
                <a16:creationId xmlns:a16="http://schemas.microsoft.com/office/drawing/2014/main" id="{37073C04-F7C8-4626-A414-BE74337C9F01}"/>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4" name="Picture 3" descr="A blue text on a black background&#10;&#10;Description automatically generated">
            <a:extLst>
              <a:ext uri="{FF2B5EF4-FFF2-40B4-BE49-F238E27FC236}">
                <a16:creationId xmlns:a16="http://schemas.microsoft.com/office/drawing/2014/main" id="{8518CA3C-FFE4-73E3-F3BB-66D14BA3889E}"/>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1" name="Text Placeholder 15">
            <a:extLst>
              <a:ext uri="{FF2B5EF4-FFF2-40B4-BE49-F238E27FC236}">
                <a16:creationId xmlns:a16="http://schemas.microsoft.com/office/drawing/2014/main" id="{23AC8427-599A-D3E6-AA33-38751B2C8D83}"/>
              </a:ext>
            </a:extLst>
          </p:cNvPr>
          <p:cNvSpPr>
            <a:spLocks noGrp="1"/>
          </p:cNvSpPr>
          <p:nvPr>
            <p:ph type="body" sz="quarter" idx="25"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33003762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image_ful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sz="quarter" idx="10"/>
          </p:nvPr>
        </p:nvSpPr>
        <p:spPr>
          <a:xfrm>
            <a:off x="0" y="1"/>
            <a:ext cx="12191999" cy="6132512"/>
          </a:xfrm>
          <a:prstGeom prst="rect">
            <a:avLst/>
          </a:prstGeom>
          <a:solidFill>
            <a:schemeClr val="accent2">
              <a:lumMod val="40000"/>
              <a:lumOff val="60000"/>
            </a:schemeClr>
          </a:solidFill>
        </p:spPr>
        <p:txBody>
          <a:bodyPr tIns="2560320" rIns="0"/>
          <a:lstStyle>
            <a:lvl1pPr algn="ctr">
              <a:defRPr b="0" i="0">
                <a:solidFill>
                  <a:schemeClr val="tx1"/>
                </a:solidFill>
              </a:defRPr>
            </a:lvl1pPr>
          </a:lstStyle>
          <a:p>
            <a:r>
              <a:rPr lang="en-US"/>
              <a:t>Click icon to add picture</a:t>
            </a:r>
          </a:p>
        </p:txBody>
      </p:sp>
      <p:sp>
        <p:nvSpPr>
          <p:cNvPr id="5" name="Footer Placeholder 4">
            <a:extLst>
              <a:ext uri="{FF2B5EF4-FFF2-40B4-BE49-F238E27FC236}">
                <a16:creationId xmlns:a16="http://schemas.microsoft.com/office/drawing/2014/main" id="{D4389C8F-D452-9AD4-4144-B49736DC8CEB}"/>
              </a:ext>
            </a:extLst>
          </p:cNvPr>
          <p:cNvSpPr>
            <a:spLocks noGrp="1"/>
          </p:cNvSpPr>
          <p:nvPr>
            <p:ph type="ftr" sz="quarter" idx="11"/>
          </p:nvPr>
        </p:nvSpPr>
        <p:spPr/>
        <p:txBody>
          <a:bodyPr/>
          <a:lstStyle>
            <a:lvl1pPr>
              <a:defRPr b="0" i="0"/>
            </a:lvl1pPr>
          </a:lstStyle>
          <a:p>
            <a:r>
              <a:rPr lang="en-US"/>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17A657E4-04D6-B96F-C916-7934FB6812BD}"/>
              </a:ext>
            </a:extLst>
          </p:cNvPr>
          <p:cNvSpPr>
            <a:spLocks noGrp="1"/>
          </p:cNvSpPr>
          <p:nvPr>
            <p:ph type="sldNum" sz="quarter" idx="12"/>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166B6FE5-A7B7-31A2-9906-5DCB55A82C7C}"/>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Tree>
    <p:extLst>
      <p:ext uri="{BB962C8B-B14F-4D97-AF65-F5344CB8AC3E}">
        <p14:creationId xmlns:p14="http://schemas.microsoft.com/office/powerpoint/2010/main" val="267768753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image_full_head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sz="quarter" idx="10"/>
          </p:nvPr>
        </p:nvSpPr>
        <p:spPr>
          <a:xfrm>
            <a:off x="460375" y="1770063"/>
            <a:ext cx="11268076" cy="4249737"/>
          </a:xfrm>
          <a:prstGeom prst="rect">
            <a:avLst/>
          </a:prstGeom>
          <a:solidFill>
            <a:schemeClr val="accent2">
              <a:lumMod val="40000"/>
              <a:lumOff val="60000"/>
            </a:schemeClr>
          </a:solidFill>
        </p:spPr>
        <p:txBody>
          <a:bodyPr tIns="2468880" rIns="0"/>
          <a:lstStyle>
            <a:lvl1pPr algn="ctr">
              <a:defRPr b="0" i="0">
                <a:solidFill>
                  <a:schemeClr val="tx1"/>
                </a:solidFill>
              </a:defRPr>
            </a:lvl1pPr>
          </a:lstStyle>
          <a:p>
            <a:r>
              <a:rPr lang="en-US"/>
              <a:t>Click icon to add picture</a:t>
            </a:r>
          </a:p>
        </p:txBody>
      </p:sp>
      <p:sp>
        <p:nvSpPr>
          <p:cNvPr id="6" name="Footer Placeholder 5">
            <a:extLst>
              <a:ext uri="{FF2B5EF4-FFF2-40B4-BE49-F238E27FC236}">
                <a16:creationId xmlns:a16="http://schemas.microsoft.com/office/drawing/2014/main" id="{D4479B74-17F1-EBC9-69EE-229D47AE65AC}"/>
              </a:ext>
            </a:extLst>
          </p:cNvPr>
          <p:cNvSpPr>
            <a:spLocks noGrp="1"/>
          </p:cNvSpPr>
          <p:nvPr>
            <p:ph type="ftr" sz="quarter" idx="16"/>
          </p:nvPr>
        </p:nvSpPr>
        <p:spPr/>
        <p:txBody>
          <a:bodyPr/>
          <a:lstStyle>
            <a:lvl1pPr>
              <a:defRPr b="0" i="0"/>
            </a:lvl1pPr>
          </a:lstStyle>
          <a:p>
            <a:r>
              <a:rPr lang="en-US"/>
              <a:t>© 2026 West Monroe Partners | Reproduction and/or distribution without West Monroe Partners’ prior consent is prohibited.</a:t>
            </a:r>
          </a:p>
        </p:txBody>
      </p:sp>
      <p:sp>
        <p:nvSpPr>
          <p:cNvPr id="7" name="Slide Number Placeholder 6">
            <a:extLst>
              <a:ext uri="{FF2B5EF4-FFF2-40B4-BE49-F238E27FC236}">
                <a16:creationId xmlns:a16="http://schemas.microsoft.com/office/drawing/2014/main" id="{7B5A2861-0858-0FB8-8FC6-453F5A493617}"/>
              </a:ext>
            </a:extLst>
          </p:cNvPr>
          <p:cNvSpPr>
            <a:spLocks noGrp="1"/>
          </p:cNvSpPr>
          <p:nvPr>
            <p:ph type="sldNum" sz="quarter" idx="17"/>
          </p:nvPr>
        </p:nvSpPr>
        <p:spPr/>
        <p:txBody>
          <a:bodyPr/>
          <a:lstStyle>
            <a:lvl1pPr>
              <a:defRPr b="0" i="0"/>
            </a:lvl1pPr>
          </a:lstStyle>
          <a:p>
            <a:fld id="{63DCA5C9-2E11-4C67-86EB-AE1DE127DC64}" type="slidenum">
              <a:rPr lang="en-US" smtClean="0"/>
              <a:pPr/>
              <a:t>‹#›</a:t>
            </a:fld>
            <a:endParaRPr lang="en-US"/>
          </a:p>
        </p:txBody>
      </p:sp>
      <p:sp>
        <p:nvSpPr>
          <p:cNvPr id="2" name="Title 1">
            <a:extLst>
              <a:ext uri="{FF2B5EF4-FFF2-40B4-BE49-F238E27FC236}">
                <a16:creationId xmlns:a16="http://schemas.microsoft.com/office/drawing/2014/main" id="{7AAE4AD5-D1B4-C05A-51DA-AA8783158CDF}"/>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3" name="Picture 2" descr="A blue text on a black background&#10;&#10;Description automatically generated">
            <a:extLst>
              <a:ext uri="{FF2B5EF4-FFF2-40B4-BE49-F238E27FC236}">
                <a16:creationId xmlns:a16="http://schemas.microsoft.com/office/drawing/2014/main" id="{405238A7-736B-DB47-15BA-AFDAB063C38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ext Placeholder 15">
            <a:extLst>
              <a:ext uri="{FF2B5EF4-FFF2-40B4-BE49-F238E27FC236}">
                <a16:creationId xmlns:a16="http://schemas.microsoft.com/office/drawing/2014/main" id="{831A1A2D-C89C-6D53-136D-138D70CAF518}"/>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37450909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ent_header_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5" name="Picture 4" descr="A blue text on a black background&#10;&#10;Description automatically generated">
            <a:extLst>
              <a:ext uri="{FF2B5EF4-FFF2-40B4-BE49-F238E27FC236}">
                <a16:creationId xmlns:a16="http://schemas.microsoft.com/office/drawing/2014/main" id="{1AD17AF9-0181-A578-8688-456C5094B46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55638488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lank_footer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EC829E04-BCCD-010B-AD64-B2BB49639E85}"/>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Tree>
    <p:extLst>
      <p:ext uri="{BB962C8B-B14F-4D97-AF65-F5344CB8AC3E}">
        <p14:creationId xmlns:p14="http://schemas.microsoft.com/office/powerpoint/2010/main" val="34732992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lank_footer2">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EC829E04-BCCD-010B-AD64-B2BB49639E85}"/>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Tree>
    <p:extLst>
      <p:ext uri="{BB962C8B-B14F-4D97-AF65-F5344CB8AC3E}">
        <p14:creationId xmlns:p14="http://schemas.microsoft.com/office/powerpoint/2010/main" val="191687045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tent_video">
    <p:bg>
      <p:bgPr>
        <a:solidFill>
          <a:srgbClr val="000000"/>
        </a:solidFill>
        <a:effectLst/>
      </p:bgPr>
    </p:bg>
    <p:spTree>
      <p:nvGrpSpPr>
        <p:cNvPr id="1" name=""/>
        <p:cNvGrpSpPr/>
        <p:nvPr/>
      </p:nvGrpSpPr>
      <p:grpSpPr>
        <a:xfrm>
          <a:off x="0" y="0"/>
          <a:ext cx="0" cy="0"/>
          <a:chOff x="0" y="0"/>
          <a:chExt cx="0" cy="0"/>
        </a:xfrm>
      </p:grpSpPr>
      <p:sp>
        <p:nvSpPr>
          <p:cNvPr id="3" name="Media Placeholder 2"/>
          <p:cNvSpPr>
            <a:spLocks noGrp="1"/>
          </p:cNvSpPr>
          <p:nvPr>
            <p:ph type="media" sz="quarter" idx="10" hasCustomPrompt="1"/>
          </p:nvPr>
        </p:nvSpPr>
        <p:spPr>
          <a:xfrm>
            <a:off x="0" y="0"/>
            <a:ext cx="12192000" cy="6858000"/>
          </a:xfrm>
          <a:prstGeom prst="rect">
            <a:avLst/>
          </a:prstGeom>
          <a:solidFill>
            <a:srgbClr val="000000"/>
          </a:solidFill>
        </p:spPr>
        <p:txBody>
          <a:bodyPr tIns="731520" anchor="ctr" anchorCtr="0"/>
          <a:lstStyle>
            <a:lvl1pPr algn="ctr">
              <a:defRPr sz="2000" b="0" i="0">
                <a:solidFill>
                  <a:schemeClr val="bg1"/>
                </a:solidFill>
              </a:defRPr>
            </a:lvl1pPr>
          </a:lstStyle>
          <a:p>
            <a:r>
              <a:rPr lang="en-US"/>
              <a:t>Click icon to add video</a:t>
            </a:r>
          </a:p>
        </p:txBody>
      </p:sp>
    </p:spTree>
    <p:extLst>
      <p:ext uri="{BB962C8B-B14F-4D97-AF65-F5344CB8AC3E}">
        <p14:creationId xmlns:p14="http://schemas.microsoft.com/office/powerpoint/2010/main" val="415953172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9">
            <a:extLst>
              <a:ext uri="{FF2B5EF4-FFF2-40B4-BE49-F238E27FC236}">
                <a16:creationId xmlns:a16="http://schemas.microsoft.com/office/drawing/2014/main" id="{E3D8E744-7A24-AE07-4B72-9BE3D3C4E03D}"/>
              </a:ext>
            </a:extLst>
          </p:cNvPr>
          <p:cNvSpPr>
            <a:spLocks noGrp="1"/>
          </p:cNvSpPr>
          <p:nvPr>
            <p:ph type="body" sz="quarter" idx="23" hasCustomPrompt="1"/>
          </p:nvPr>
        </p:nvSpPr>
        <p:spPr>
          <a:xfrm>
            <a:off x="711749" y="3465467"/>
            <a:ext cx="1381456" cy="586696"/>
          </a:xfrm>
          <a:prstGeom prst="rect">
            <a:avLst/>
          </a:prstGeom>
          <a:blipFill>
            <a:blip r:embed="rId3"/>
            <a:stretch>
              <a:fillRect/>
            </a:stretch>
          </a:blipFill>
        </p:spPr>
        <p:txBody>
          <a:bodyPr/>
          <a:lstStyle>
            <a:lvl1pPr>
              <a:defRPr sz="2800" b="0" i="0"/>
            </a:lvl1pPr>
          </a:lstStyle>
          <a:p>
            <a:pPr lvl="0"/>
            <a:r>
              <a:rPr lang="en-US"/>
              <a:t> </a:t>
            </a:r>
          </a:p>
        </p:txBody>
      </p:sp>
      <p:pic>
        <p:nvPicPr>
          <p:cNvPr id="7" name="Picture 6" descr="A blue lines in a black background&#10;&#10;Description automatically generated">
            <a:extLst>
              <a:ext uri="{FF2B5EF4-FFF2-40B4-BE49-F238E27FC236}">
                <a16:creationId xmlns:a16="http://schemas.microsoft.com/office/drawing/2014/main" id="{A310CFA1-867A-3E7A-1507-F7FCD5A5D7A0}"/>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91227" y="2216888"/>
            <a:ext cx="1421661" cy="1421661"/>
          </a:xfrm>
          <a:prstGeom prst="rect">
            <a:avLst/>
          </a:prstGeom>
        </p:spPr>
      </p:pic>
      <p:pic>
        <p:nvPicPr>
          <p:cNvPr id="2" name="Picture 1" descr="A blue text on a black background&#10;&#10;Description automatically generated">
            <a:extLst>
              <a:ext uri="{FF2B5EF4-FFF2-40B4-BE49-F238E27FC236}">
                <a16:creationId xmlns:a16="http://schemas.microsoft.com/office/drawing/2014/main" id="{7701E9E8-6CE3-3FD1-A880-33FA940FBCFA}"/>
              </a:ext>
            </a:extLst>
          </p:cNvPr>
          <p:cNvPicPr>
            <a:picLocks noChangeAspect="1"/>
          </p:cNvPicPr>
          <p:nvPr userDrawn="1"/>
        </p:nvPicPr>
        <p:blipFill>
          <a:blip r:embed="rId5" cstate="hqprint">
            <a:extLst>
              <a:ext uri="{28A0092B-C50C-407E-A947-70E740481C1C}">
                <a14:useLocalDpi xmlns:a14="http://schemas.microsoft.com/office/drawing/2010/main"/>
              </a:ext>
            </a:extLst>
          </a:blip>
          <a:stretch>
            <a:fillRect/>
          </a:stretch>
        </p:blipFill>
        <p:spPr>
          <a:xfrm>
            <a:off x="460376" y="6021389"/>
            <a:ext cx="2330449" cy="487768"/>
          </a:xfrm>
          <a:prstGeom prst="rect">
            <a:avLst/>
          </a:prstGeom>
        </p:spPr>
      </p:pic>
      <p:sp>
        <p:nvSpPr>
          <p:cNvPr id="3" name="Title 2">
            <a:extLst>
              <a:ext uri="{FF2B5EF4-FFF2-40B4-BE49-F238E27FC236}">
                <a16:creationId xmlns:a16="http://schemas.microsoft.com/office/drawing/2014/main" id="{E370F854-6EFF-21FF-B3FC-87FF997AA62F}"/>
              </a:ext>
            </a:extLst>
          </p:cNvPr>
          <p:cNvSpPr>
            <a:spLocks noGrp="1"/>
          </p:cNvSpPr>
          <p:nvPr>
            <p:ph type="title" hasCustomPrompt="1"/>
          </p:nvPr>
        </p:nvSpPr>
        <p:spPr>
          <a:xfrm>
            <a:off x="800717" y="2995922"/>
            <a:ext cx="5815983" cy="3023877"/>
          </a:xfrm>
          <a:prstGeom prst="rect">
            <a:avLst/>
          </a:prstGeom>
        </p:spPr>
        <p:txBody>
          <a:bodyPr lIns="0" anchor="t" anchorCtr="0"/>
          <a:lstStyle>
            <a:lvl1pPr>
              <a:defRPr sz="3200">
                <a:solidFill>
                  <a:schemeClr val="tx1"/>
                </a:solidFill>
              </a:defRPr>
            </a:lvl1pPr>
          </a:lstStyle>
          <a:p>
            <a:r>
              <a:rPr lang="en-US"/>
              <a:t>Closing statement goes here adjust highlight on text</a:t>
            </a:r>
          </a:p>
        </p:txBody>
      </p:sp>
    </p:spTree>
    <p:extLst>
      <p:ext uri="{BB962C8B-B14F-4D97-AF65-F5344CB8AC3E}">
        <p14:creationId xmlns:p14="http://schemas.microsoft.com/office/powerpoint/2010/main" val="130508983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ivider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Subtitle</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4889499" cy="1582615"/>
          </a:xfrm>
          <a:prstGeom prst="rect">
            <a:avLst/>
          </a:prstGeo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sp>
        <p:nvSpPr>
          <p:cNvPr id="4" name="Picture Placeholder 4">
            <a:extLst>
              <a:ext uri="{FF2B5EF4-FFF2-40B4-BE49-F238E27FC236}">
                <a16:creationId xmlns:a16="http://schemas.microsoft.com/office/drawing/2014/main" id="{AFAE7868-93D0-7991-9DCD-38EE119B8992}"/>
              </a:ext>
            </a:extLst>
          </p:cNvPr>
          <p:cNvSpPr>
            <a:spLocks noGrp="1"/>
          </p:cNvSpPr>
          <p:nvPr>
            <p:ph type="pic" sz="quarter" idx="22" hasCustomPrompt="1"/>
          </p:nvPr>
        </p:nvSpPr>
        <p:spPr>
          <a:xfrm>
            <a:off x="6210300" y="1959429"/>
            <a:ext cx="2926896" cy="2944585"/>
          </a:xfrm>
          <a:prstGeom prst="rect">
            <a:avLst/>
          </a:prstGeom>
          <a:noFill/>
        </p:spPr>
        <p:txBody>
          <a:bodyPr tIns="1737360"/>
          <a:lstStyle>
            <a:lvl1pPr algn="ctr">
              <a:defRPr b="0" i="0"/>
            </a:lvl1pPr>
          </a:lstStyle>
          <a:p>
            <a:r>
              <a:rPr lang="en-US"/>
              <a:t>Delete image </a:t>
            </a:r>
            <a:br>
              <a:rPr lang="en-US"/>
            </a:br>
            <a:r>
              <a:rPr lang="en-US"/>
              <a:t>placeholder </a:t>
            </a:r>
            <a:br>
              <a:rPr lang="en-US"/>
            </a:br>
            <a:r>
              <a:rPr lang="en-US"/>
              <a:t>if not needed</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11" name="Rectangle 10">
            <a:extLst>
              <a:ext uri="{FF2B5EF4-FFF2-40B4-BE49-F238E27FC236}">
                <a16:creationId xmlns:a16="http://schemas.microsoft.com/office/drawing/2014/main" id="{42C7BC3E-22B9-A296-42F7-5B7D706CE6B8}"/>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 name="Text Placeholder 15">
            <a:extLst>
              <a:ext uri="{FF2B5EF4-FFF2-40B4-BE49-F238E27FC236}">
                <a16:creationId xmlns:a16="http://schemas.microsoft.com/office/drawing/2014/main" id="{4B4ADB86-DEB5-499D-FF21-A738C7D1D5AC}"/>
              </a:ext>
            </a:extLst>
          </p:cNvPr>
          <p:cNvSpPr>
            <a:spLocks noGrp="1"/>
          </p:cNvSpPr>
          <p:nvPr>
            <p:ph type="body" sz="quarter" idx="23" hasCustomPrompt="1"/>
          </p:nvPr>
        </p:nvSpPr>
        <p:spPr>
          <a:xfrm>
            <a:off x="465137" y="1412875"/>
            <a:ext cx="4884738"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sp>
        <p:nvSpPr>
          <p:cNvPr id="12" name="Text Placeholder 9">
            <a:extLst>
              <a:ext uri="{FF2B5EF4-FFF2-40B4-BE49-F238E27FC236}">
                <a16:creationId xmlns:a16="http://schemas.microsoft.com/office/drawing/2014/main" id="{703A3625-ACCF-543A-C450-5CA908828445}"/>
              </a:ext>
            </a:extLst>
          </p:cNvPr>
          <p:cNvSpPr>
            <a:spLocks noGrp="1"/>
          </p:cNvSpPr>
          <p:nvPr>
            <p:ph type="body" sz="quarter" idx="26" hasCustomPrompt="1"/>
          </p:nvPr>
        </p:nvSpPr>
        <p:spPr>
          <a:xfrm flipH="1" flipV="1">
            <a:off x="364794" y="2519917"/>
            <a:ext cx="1381456" cy="192234"/>
          </a:xfrm>
          <a:prstGeom prst="rect">
            <a:avLst/>
          </a:prstGeom>
          <a:blipFill dpi="0" rotWithShape="0">
            <a:blip r:embed="rId5"/>
            <a:srcRect/>
            <a:stretch>
              <a:fillRect t="20350"/>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23016374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ivider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Subtitle</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4889499" cy="1582615"/>
          </a:xfrm>
          <a:prstGeom prst="rect">
            <a:avLst/>
          </a:prstGeo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sp>
        <p:nvSpPr>
          <p:cNvPr id="4" name="Picture Placeholder 4">
            <a:extLst>
              <a:ext uri="{FF2B5EF4-FFF2-40B4-BE49-F238E27FC236}">
                <a16:creationId xmlns:a16="http://schemas.microsoft.com/office/drawing/2014/main" id="{AFAE7868-93D0-7991-9DCD-38EE119B8992}"/>
              </a:ext>
            </a:extLst>
          </p:cNvPr>
          <p:cNvSpPr>
            <a:spLocks noGrp="1"/>
          </p:cNvSpPr>
          <p:nvPr>
            <p:ph type="pic" sz="quarter" idx="22" hasCustomPrompt="1"/>
          </p:nvPr>
        </p:nvSpPr>
        <p:spPr>
          <a:xfrm>
            <a:off x="6210300" y="1959429"/>
            <a:ext cx="2926896" cy="2944585"/>
          </a:xfrm>
          <a:prstGeom prst="rect">
            <a:avLst/>
          </a:prstGeom>
          <a:noFill/>
        </p:spPr>
        <p:txBody>
          <a:bodyPr tIns="1737360"/>
          <a:lstStyle>
            <a:lvl1pPr algn="ctr">
              <a:defRPr b="0" i="0"/>
            </a:lvl1pPr>
          </a:lstStyle>
          <a:p>
            <a:r>
              <a:rPr lang="en-US"/>
              <a:t>Delete image </a:t>
            </a:r>
            <a:br>
              <a:rPr lang="en-US"/>
            </a:br>
            <a:r>
              <a:rPr lang="en-US"/>
              <a:t>placeholder </a:t>
            </a:r>
            <a:br>
              <a:rPr lang="en-US"/>
            </a:br>
            <a:r>
              <a:rPr lang="en-US"/>
              <a:t>if not needed</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6" name="Rectangle 5">
            <a:extLst>
              <a:ext uri="{FF2B5EF4-FFF2-40B4-BE49-F238E27FC236}">
                <a16:creationId xmlns:a16="http://schemas.microsoft.com/office/drawing/2014/main" id="{D6255CA2-1EF0-D45E-0F8C-D8FFCF0F48BF}"/>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2"/>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4884738"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sp>
        <p:nvSpPr>
          <p:cNvPr id="11" name="Text Placeholder 9">
            <a:extLst>
              <a:ext uri="{FF2B5EF4-FFF2-40B4-BE49-F238E27FC236}">
                <a16:creationId xmlns:a16="http://schemas.microsoft.com/office/drawing/2014/main" id="{71F24330-E4EB-5F2D-3E9D-837E687DE41B}"/>
              </a:ext>
            </a:extLst>
          </p:cNvPr>
          <p:cNvSpPr>
            <a:spLocks noGrp="1"/>
          </p:cNvSpPr>
          <p:nvPr>
            <p:ph type="body" sz="quarter" idx="26" hasCustomPrompt="1"/>
          </p:nvPr>
        </p:nvSpPr>
        <p:spPr>
          <a:xfrm flipH="1" flipV="1">
            <a:off x="364794" y="2519917"/>
            <a:ext cx="1381456" cy="192234"/>
          </a:xfrm>
          <a:prstGeom prst="rect">
            <a:avLst/>
          </a:prstGeom>
          <a:blipFill dpi="0" rotWithShape="0">
            <a:blip r:embed="rId5"/>
            <a:srcRect/>
            <a:stretch>
              <a:fillRect t="20350"/>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398941503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ivider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AFAE7868-93D0-7991-9DCD-38EE119B8992}"/>
              </a:ext>
            </a:extLst>
          </p:cNvPr>
          <p:cNvSpPr>
            <a:spLocks noGrp="1"/>
          </p:cNvSpPr>
          <p:nvPr>
            <p:ph type="pic" sz="quarter" idx="22" hasCustomPrompt="1"/>
          </p:nvPr>
        </p:nvSpPr>
        <p:spPr>
          <a:xfrm>
            <a:off x="6210300" y="1959429"/>
            <a:ext cx="2926896" cy="2944585"/>
          </a:xfrm>
          <a:prstGeom prst="rect">
            <a:avLst/>
          </a:prstGeom>
          <a:noFill/>
        </p:spPr>
        <p:txBody>
          <a:bodyPr tIns="1737360"/>
          <a:lstStyle>
            <a:lvl1pPr algn="ctr">
              <a:defRPr b="0" i="0"/>
            </a:lvl1pPr>
          </a:lstStyle>
          <a:p>
            <a:r>
              <a:rPr lang="en-US"/>
              <a:t>Delete image </a:t>
            </a:r>
            <a:br>
              <a:rPr lang="en-US"/>
            </a:br>
            <a:r>
              <a:rPr lang="en-US"/>
              <a:t>placeholder </a:t>
            </a:r>
            <a:br>
              <a:rPr lang="en-US"/>
            </a:br>
            <a:r>
              <a:rPr lang="en-US"/>
              <a:t>if not needed</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pic>
        <p:nvPicPr>
          <p:cNvPr id="6" name="Graphic 5">
            <a:extLst>
              <a:ext uri="{FF2B5EF4-FFF2-40B4-BE49-F238E27FC236}">
                <a16:creationId xmlns:a16="http://schemas.microsoft.com/office/drawing/2014/main" id="{CB739827-0EF1-5A90-C689-D8B5CCBE5DC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60375" y="2056147"/>
            <a:ext cx="1135813" cy="1135813"/>
          </a:xfrm>
          <a:prstGeom prst="rect">
            <a:avLst/>
          </a:prstGeom>
        </p:spPr>
      </p:pic>
      <p:sp>
        <p:nvSpPr>
          <p:cNvPr id="11" name="Text Placeholder 15">
            <a:extLst>
              <a:ext uri="{FF2B5EF4-FFF2-40B4-BE49-F238E27FC236}">
                <a16:creationId xmlns:a16="http://schemas.microsoft.com/office/drawing/2014/main" id="{538F5BB5-9720-46B1-5D3D-A302578A8824}"/>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Subtitle</a:t>
            </a:r>
          </a:p>
        </p:txBody>
      </p:sp>
      <p:sp>
        <p:nvSpPr>
          <p:cNvPr id="12" name="Title 1">
            <a:extLst>
              <a:ext uri="{FF2B5EF4-FFF2-40B4-BE49-F238E27FC236}">
                <a16:creationId xmlns:a16="http://schemas.microsoft.com/office/drawing/2014/main" id="{47E0355B-5AFF-3130-816E-3E1FC2EAADEB}"/>
              </a:ext>
            </a:extLst>
          </p:cNvPr>
          <p:cNvSpPr>
            <a:spLocks noGrp="1"/>
          </p:cNvSpPr>
          <p:nvPr>
            <p:ph type="title" hasCustomPrompt="1"/>
          </p:nvPr>
        </p:nvSpPr>
        <p:spPr>
          <a:xfrm>
            <a:off x="460376" y="2860430"/>
            <a:ext cx="4889499" cy="1582615"/>
          </a:xfrm>
          <a:prstGeom prst="rect">
            <a:avLst/>
          </a:prstGeom>
        </p:spPr>
        <p:txBody>
          <a:bodyPr anchor="b" anchorCtr="0"/>
          <a:lstStyle>
            <a:lvl1pPr>
              <a:defRPr sz="3200" b="1">
                <a:solidFill>
                  <a:schemeClr val="tx1"/>
                </a:solidFill>
              </a:defRPr>
            </a:lvl1pPr>
          </a:lstStyle>
          <a:p>
            <a:r>
              <a:rPr lang="en-US"/>
              <a:t>Divider title goes up to three lines lorem ipsum dolor </a:t>
            </a:r>
            <a:r>
              <a:rPr lang="en-US" err="1"/>
              <a:t>tatem</a:t>
            </a:r>
            <a:r>
              <a:rPr lang="en-US"/>
              <a:t> </a:t>
            </a:r>
            <a:r>
              <a:rPr lang="en-US" err="1"/>
              <a:t>voluptis</a:t>
            </a:r>
            <a:endParaRPr lang="en-US"/>
          </a:p>
        </p:txBody>
      </p:sp>
      <p:sp>
        <p:nvSpPr>
          <p:cNvPr id="2" name="Rectangle 1">
            <a:extLst>
              <a:ext uri="{FF2B5EF4-FFF2-40B4-BE49-F238E27FC236}">
                <a16:creationId xmlns:a16="http://schemas.microsoft.com/office/drawing/2014/main" id="{0C051312-AC51-CC64-7366-205949959795}"/>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accent3"/>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3" name="Text Placeholder 15">
            <a:extLst>
              <a:ext uri="{FF2B5EF4-FFF2-40B4-BE49-F238E27FC236}">
                <a16:creationId xmlns:a16="http://schemas.microsoft.com/office/drawing/2014/main" id="{734E4BC5-1B66-30E6-F254-0A105D850529}"/>
              </a:ext>
            </a:extLst>
          </p:cNvPr>
          <p:cNvSpPr>
            <a:spLocks noGrp="1"/>
          </p:cNvSpPr>
          <p:nvPr>
            <p:ph type="body" sz="quarter" idx="23" hasCustomPrompt="1"/>
          </p:nvPr>
        </p:nvSpPr>
        <p:spPr>
          <a:xfrm>
            <a:off x="465137" y="1412875"/>
            <a:ext cx="4884738" cy="1219200"/>
          </a:xfrm>
          <a:prstGeom prst="rect">
            <a:avLst/>
          </a:prstGeom>
        </p:spPr>
        <p:txBody>
          <a:bodyPr tIns="0" rIns="0" bIns="0" anchor="b" anchorCtr="0"/>
          <a:lstStyle>
            <a:lvl1pPr>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3" name="Text Placeholder 9">
            <a:extLst>
              <a:ext uri="{FF2B5EF4-FFF2-40B4-BE49-F238E27FC236}">
                <a16:creationId xmlns:a16="http://schemas.microsoft.com/office/drawing/2014/main" id="{E8FD128D-692A-2AB6-3921-483D465C6837}"/>
              </a:ext>
            </a:extLst>
          </p:cNvPr>
          <p:cNvSpPr>
            <a:spLocks noGrp="1"/>
          </p:cNvSpPr>
          <p:nvPr>
            <p:ph type="body" sz="quarter" idx="26" hasCustomPrompt="1"/>
          </p:nvPr>
        </p:nvSpPr>
        <p:spPr>
          <a:xfrm flipH="1" flipV="1">
            <a:off x="364794" y="2519917"/>
            <a:ext cx="1381456" cy="192234"/>
          </a:xfrm>
          <a:prstGeom prst="rect">
            <a:avLst/>
          </a:prstGeom>
          <a:blipFill dpi="0" rotWithShape="0">
            <a:blip r:embed="rId5"/>
            <a:srcRect/>
            <a:stretch>
              <a:fillRect t="-317465" b="-325807"/>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111895815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7439024" cy="1582615"/>
          </a:xfrm>
          <a:prstGeom prst="rect">
            <a:avLst/>
          </a:prstGeo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pic>
        <p:nvPicPr>
          <p:cNvPr id="8" name="Picture 7">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460378" y="6325375"/>
            <a:ext cx="1457322"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2026 West Monroe Partners | Reproduction and/or distribution without West Monroe Partners’ prior consent is prohibited.</a:t>
            </a:r>
          </a:p>
        </p:txBody>
      </p:sp>
      <p:sp>
        <p:nvSpPr>
          <p:cNvPr id="4" name="Rectangle 3">
            <a:extLst>
              <a:ext uri="{FF2B5EF4-FFF2-40B4-BE49-F238E27FC236}">
                <a16:creationId xmlns:a16="http://schemas.microsoft.com/office/drawing/2014/main" id="{95CBE2C9-5A5E-773A-E96D-1C621C1DE593}"/>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
        <p:nvSpPr>
          <p:cNvPr id="6" name="Text Placeholder 9">
            <a:extLst>
              <a:ext uri="{FF2B5EF4-FFF2-40B4-BE49-F238E27FC236}">
                <a16:creationId xmlns:a16="http://schemas.microsoft.com/office/drawing/2014/main" id="{EF039B7C-D581-90C0-FE95-E79986FE71E8}"/>
              </a:ext>
            </a:extLst>
          </p:cNvPr>
          <p:cNvSpPr>
            <a:spLocks noGrp="1"/>
          </p:cNvSpPr>
          <p:nvPr>
            <p:ph type="body" sz="quarter" idx="26" hasCustomPrompt="1"/>
          </p:nvPr>
        </p:nvSpPr>
        <p:spPr>
          <a:xfrm flipH="1" flipV="1">
            <a:off x="364794" y="2519917"/>
            <a:ext cx="1381456" cy="192234"/>
          </a:xfrm>
          <a:prstGeom prst="rect">
            <a:avLst/>
          </a:prstGeom>
          <a:blipFill dpi="0" rotWithShape="0">
            <a:blip r:embed="rId4"/>
            <a:srcRect/>
            <a:stretch>
              <a:fillRect t="20350"/>
            </a:stretch>
          </a:blipFill>
        </p:spPr>
        <p:txBody>
          <a:bodyPr/>
          <a:lstStyle>
            <a:lvl1pPr>
              <a:defRPr sz="2800" b="0" i="0"/>
            </a:lvl1pPr>
          </a:lstStyle>
          <a:p>
            <a:pPr lvl="0"/>
            <a:r>
              <a:rPr lang="en-US"/>
              <a:t> </a:t>
            </a:r>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7434263"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spTree>
    <p:extLst>
      <p:ext uri="{BB962C8B-B14F-4D97-AF65-F5344CB8AC3E}">
        <p14:creationId xmlns:p14="http://schemas.microsoft.com/office/powerpoint/2010/main" val="235685599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tx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1E01929-6060-49E5-B70E-DC1D68D228F3}"/>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460378" y="6325375"/>
            <a:ext cx="1457322" cy="305021"/>
          </a:xfrm>
          <a:prstGeom prst="rect">
            <a:avLst/>
          </a:prstGeom>
        </p:spPr>
      </p:pic>
      <p:pic>
        <p:nvPicPr>
          <p:cNvPr id="13" name="Graphic 12">
            <a:extLst>
              <a:ext uri="{FF2B5EF4-FFF2-40B4-BE49-F238E27FC236}">
                <a16:creationId xmlns:a16="http://schemas.microsoft.com/office/drawing/2014/main" id="{D8BF26C2-CCEC-B240-E2B1-D98A7597DDE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14" name="Text Placeholder 15">
            <a:extLst>
              <a:ext uri="{FF2B5EF4-FFF2-40B4-BE49-F238E27FC236}">
                <a16:creationId xmlns:a16="http://schemas.microsoft.com/office/drawing/2014/main" id="{91349BA5-E5D7-8838-7AD9-8CD40C540304}"/>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15" name="Title 1">
            <a:extLst>
              <a:ext uri="{FF2B5EF4-FFF2-40B4-BE49-F238E27FC236}">
                <a16:creationId xmlns:a16="http://schemas.microsoft.com/office/drawing/2014/main" id="{08D77ED4-A2DF-F309-9245-4D540E2DBEC0}"/>
              </a:ext>
            </a:extLst>
          </p:cNvPr>
          <p:cNvSpPr>
            <a:spLocks noGrp="1"/>
          </p:cNvSpPr>
          <p:nvPr>
            <p:ph type="title" hasCustomPrompt="1"/>
          </p:nvPr>
        </p:nvSpPr>
        <p:spPr>
          <a:xfrm>
            <a:off x="460376" y="2860430"/>
            <a:ext cx="7439024" cy="1582615"/>
          </a:xfrm>
          <a:prstGeom prst="rect">
            <a:avLst/>
          </a:prstGeo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sp>
        <p:nvSpPr>
          <p:cNvPr id="17" name="Footer Placeholder 8">
            <a:extLst>
              <a:ext uri="{FF2B5EF4-FFF2-40B4-BE49-F238E27FC236}">
                <a16:creationId xmlns:a16="http://schemas.microsoft.com/office/drawing/2014/main" id="{0AE61501-EDB9-8CAF-0EF0-22A64141B31D}"/>
              </a:ext>
            </a:extLst>
          </p:cNvPr>
          <p:cNvSpPr>
            <a:spLocks noGrp="1"/>
          </p:cNvSpPr>
          <p:nvPr>
            <p:ph type="ftr" sz="quarter" idx="24"/>
          </p:nvPr>
        </p:nvSpPr>
        <p:spPr>
          <a:xfrm>
            <a:off x="4321019" y="6400798"/>
            <a:ext cx="7102834" cy="167949"/>
          </a:xfrm>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2026 West Monroe Partners | Reproduction and/or distribution without West Monroe Partners’ prior consent is prohibited.</a:t>
            </a:r>
          </a:p>
        </p:txBody>
      </p:sp>
      <p:sp>
        <p:nvSpPr>
          <p:cNvPr id="2" name="Rectangle 1">
            <a:extLst>
              <a:ext uri="{FF2B5EF4-FFF2-40B4-BE49-F238E27FC236}">
                <a16:creationId xmlns:a16="http://schemas.microsoft.com/office/drawing/2014/main" id="{B549349A-74DC-0FF5-41EC-9D501D64B9B5}"/>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2"/>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8" name="Slide Number Placeholder 9">
            <a:extLst>
              <a:ext uri="{FF2B5EF4-FFF2-40B4-BE49-F238E27FC236}">
                <a16:creationId xmlns:a16="http://schemas.microsoft.com/office/drawing/2014/main" id="{8D3971E5-0157-0707-6BDF-E2F60F632232}"/>
              </a:ext>
            </a:extLst>
          </p:cNvPr>
          <p:cNvSpPr>
            <a:spLocks noGrp="1"/>
          </p:cNvSpPr>
          <p:nvPr>
            <p:ph type="sldNum" sz="quarter" idx="25"/>
          </p:nvPr>
        </p:nvSpPr>
        <p:spPr>
          <a:xfrm>
            <a:off x="11509578" y="6400799"/>
            <a:ext cx="218871" cy="1679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
        <p:nvSpPr>
          <p:cNvPr id="16" name="Text Placeholder 15">
            <a:extLst>
              <a:ext uri="{FF2B5EF4-FFF2-40B4-BE49-F238E27FC236}">
                <a16:creationId xmlns:a16="http://schemas.microsoft.com/office/drawing/2014/main" id="{AD2D5AC6-08C3-1A7C-4E2C-A1DF593E06DA}"/>
              </a:ext>
            </a:extLst>
          </p:cNvPr>
          <p:cNvSpPr>
            <a:spLocks noGrp="1"/>
          </p:cNvSpPr>
          <p:nvPr>
            <p:ph type="body" sz="quarter" idx="23" hasCustomPrompt="1"/>
          </p:nvPr>
        </p:nvSpPr>
        <p:spPr>
          <a:xfrm>
            <a:off x="465137" y="1412875"/>
            <a:ext cx="7434263"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sp>
        <p:nvSpPr>
          <p:cNvPr id="3" name="Text Placeholder 9">
            <a:extLst>
              <a:ext uri="{FF2B5EF4-FFF2-40B4-BE49-F238E27FC236}">
                <a16:creationId xmlns:a16="http://schemas.microsoft.com/office/drawing/2014/main" id="{8F05334E-78D6-1BA6-A09B-6F37EB4BC5FC}"/>
              </a:ext>
            </a:extLst>
          </p:cNvPr>
          <p:cNvSpPr>
            <a:spLocks noGrp="1"/>
          </p:cNvSpPr>
          <p:nvPr>
            <p:ph type="body" sz="quarter" idx="26" hasCustomPrompt="1"/>
          </p:nvPr>
        </p:nvSpPr>
        <p:spPr>
          <a:xfrm flipH="1" flipV="1">
            <a:off x="364794" y="2519917"/>
            <a:ext cx="1381456" cy="192234"/>
          </a:xfrm>
          <a:prstGeom prst="rect">
            <a:avLst/>
          </a:prstGeom>
          <a:blipFill dpi="0" rotWithShape="0">
            <a:blip r:embed="rId4"/>
            <a:srcRect/>
            <a:stretch>
              <a:fillRect t="20350"/>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4242384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3"/>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7439024" cy="1582615"/>
          </a:xfrm>
          <a:prstGeom prst="rect">
            <a:avLst/>
          </a:prstGeom>
        </p:spPr>
        <p:txBody>
          <a:bodyPr anchor="b" anchorCtr="0"/>
          <a:lstStyle>
            <a:lvl1pPr>
              <a:defRPr sz="3200" b="1">
                <a:solidFill>
                  <a:schemeClr val="tx1"/>
                </a:solidFill>
              </a:defRPr>
            </a:lvl1pPr>
          </a:lstStyle>
          <a:p>
            <a:r>
              <a:rPr lang="en-US"/>
              <a:t>Divider title goes up to three lines lorem ipsum dolor </a:t>
            </a:r>
            <a:r>
              <a:rPr lang="en-US" err="1"/>
              <a:t>tatem</a:t>
            </a:r>
            <a:r>
              <a:rPr lang="en-US"/>
              <a:t> </a:t>
            </a:r>
            <a:r>
              <a:rPr lang="en-US" err="1"/>
              <a:t>voluptis</a:t>
            </a:r>
            <a:endParaRPr lang="en-US"/>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4" name="Rectangle 3">
            <a:extLst>
              <a:ext uri="{FF2B5EF4-FFF2-40B4-BE49-F238E27FC236}">
                <a16:creationId xmlns:a16="http://schemas.microsoft.com/office/drawing/2014/main" id="{4026A7AA-BD38-4791-4316-8DF767838FF4}"/>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accent3"/>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7434263" cy="1219200"/>
          </a:xfrm>
          <a:prstGeom prst="rect">
            <a:avLst/>
          </a:prstGeom>
        </p:spPr>
        <p:txBody>
          <a:bodyPr tIns="0" rIns="0" bIns="0" anchor="b" anchorCtr="0"/>
          <a:lstStyle>
            <a:lvl1pPr>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13" name="Text Placeholder 9">
            <a:extLst>
              <a:ext uri="{FF2B5EF4-FFF2-40B4-BE49-F238E27FC236}">
                <a16:creationId xmlns:a16="http://schemas.microsoft.com/office/drawing/2014/main" id="{3B3FA78F-7164-1F04-B57D-BA7C3FDD53DC}"/>
              </a:ext>
            </a:extLst>
          </p:cNvPr>
          <p:cNvSpPr>
            <a:spLocks noGrp="1"/>
          </p:cNvSpPr>
          <p:nvPr>
            <p:ph type="body" sz="quarter" idx="26" hasCustomPrompt="1"/>
          </p:nvPr>
        </p:nvSpPr>
        <p:spPr>
          <a:xfrm flipH="1" flipV="1">
            <a:off x="364794" y="2519917"/>
            <a:ext cx="1381456" cy="192234"/>
          </a:xfrm>
          <a:prstGeom prst="rect">
            <a:avLst/>
          </a:prstGeom>
          <a:blipFill dpi="0" rotWithShape="0">
            <a:blip r:embed="rId4"/>
            <a:srcRect/>
            <a:stretch>
              <a:fillRect t="-317465" b="-325807"/>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344822622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key_message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3550629"/>
            <a:ext cx="2190750" cy="2210410"/>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1655763"/>
            <a:ext cx="4889503" cy="1727489"/>
          </a:xfrm>
          <a:prstGeom prst="rect">
            <a:avLst/>
          </a:prstGeom>
        </p:spPr>
        <p:txBody>
          <a:bodyPr tIns="45720" anchor="t" anchorCtr="0"/>
          <a:lstStyle>
            <a:lvl1pPr>
              <a:defRPr sz="2200">
                <a:solidFill>
                  <a:schemeClr val="tx1"/>
                </a:solidFill>
              </a:defRPr>
            </a:lvl1pPr>
          </a:lstStyle>
          <a:p>
            <a:r>
              <a:rPr lang="en-US"/>
              <a:t>Key message up to four lines</a:t>
            </a:r>
          </a:p>
        </p:txBody>
      </p:sp>
      <p:sp>
        <p:nvSpPr>
          <p:cNvPr id="6" name="Text Placeholder 10">
            <a:extLst>
              <a:ext uri="{FF2B5EF4-FFF2-40B4-BE49-F238E27FC236}">
                <a16:creationId xmlns:a16="http://schemas.microsoft.com/office/drawing/2014/main" id="{0BC4C2C2-2752-910D-3A89-477FA608D615}"/>
              </a:ext>
            </a:extLst>
          </p:cNvPr>
          <p:cNvSpPr>
            <a:spLocks noGrp="1"/>
          </p:cNvSpPr>
          <p:nvPr>
            <p:ph type="body" sz="quarter" idx="27"/>
          </p:nvPr>
        </p:nvSpPr>
        <p:spPr>
          <a:xfrm>
            <a:off x="5572125" y="1770063"/>
            <a:ext cx="6156324" cy="4249737"/>
          </a:xfrm>
          <a:prstGeom prst="rect">
            <a:avLst/>
          </a:prstGeom>
        </p:spPr>
        <p:txBody>
          <a:bodyPr tIns="0"/>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66D47BD9-9D76-91EC-BFB6-6A3B1BD0C1DF}"/>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30355188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key_messag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982828"/>
            <a:ext cx="2078544" cy="2081385"/>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3317132"/>
            <a:ext cx="3606803" cy="2702668"/>
          </a:xfrm>
          <a:prstGeom prst="rect">
            <a:avLst/>
          </a:prstGeom>
        </p:spPr>
        <p:txBody>
          <a:bodyPr tIns="45720" rIns="228600" anchor="t" anchorCtr="0"/>
          <a:lstStyle>
            <a:lvl1pPr>
              <a:defRPr sz="2200">
                <a:solidFill>
                  <a:schemeClr val="bg1"/>
                </a:solidFill>
              </a:defRPr>
            </a:lvl1pPr>
          </a:lstStyle>
          <a:p>
            <a:r>
              <a:rPr lang="en-US"/>
              <a:t>Key message up to four lines long lorem ipsum dolor sit </a:t>
            </a:r>
            <a:r>
              <a:rPr lang="en-US" err="1"/>
              <a:t>amet</a:t>
            </a:r>
            <a:endParaRPr lang="en-US"/>
          </a:p>
        </p:txBody>
      </p:sp>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p:nvPr>
        </p:nvSpPr>
        <p:spPr>
          <a:xfrm>
            <a:off x="5572125" y="1770063"/>
            <a:ext cx="6156324" cy="4249737"/>
          </a:xfrm>
          <a:prstGeom prst="rect">
            <a:avLst/>
          </a:prstGeom>
        </p:spPr>
        <p:txBody>
          <a:bodyPr tIns="0"/>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5B72D3CC-6F75-2997-9493-09F5DEB0EBDD}"/>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427596443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key_message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982828"/>
            <a:ext cx="2078544" cy="2081385"/>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3317132"/>
            <a:ext cx="3606803" cy="2702668"/>
          </a:xfrm>
          <a:prstGeom prst="rect">
            <a:avLst/>
          </a:prstGeom>
        </p:spPr>
        <p:txBody>
          <a:bodyPr tIns="45720" rIns="228600" anchor="t" anchorCtr="0"/>
          <a:lstStyle>
            <a:lvl1pPr>
              <a:defRPr sz="2200">
                <a:solidFill>
                  <a:schemeClr val="bg1"/>
                </a:solidFill>
              </a:defRPr>
            </a:lvl1pPr>
          </a:lstStyle>
          <a:p>
            <a:r>
              <a:rPr lang="en-US"/>
              <a:t>Key message up to four lines long lorem ipsum dolor sit </a:t>
            </a:r>
            <a:r>
              <a:rPr lang="en-US" err="1"/>
              <a:t>amet</a:t>
            </a:r>
            <a:endParaRPr lang="en-US"/>
          </a:p>
        </p:txBody>
      </p:sp>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p:nvPr>
        </p:nvSpPr>
        <p:spPr>
          <a:xfrm>
            <a:off x="5572125" y="1770063"/>
            <a:ext cx="6156324" cy="4249737"/>
          </a:xfrm>
          <a:prstGeom prst="rect">
            <a:avLst/>
          </a:prstGeom>
        </p:spPr>
        <p:txBody>
          <a:bodyPr tIns="0"/>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C85F9C23-4103-DAA2-9E40-C6DA8F9717CC}"/>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279099115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our_team">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6CCB6E7-CA02-FD00-8FFE-0321B78D32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32565" y="135605"/>
            <a:ext cx="2425700" cy="2425700"/>
          </a:xfrm>
          <a:prstGeom prst="rect">
            <a:avLst/>
          </a:prstGeom>
        </p:spPr>
      </p:pic>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hasCustomPrompt="1"/>
          </p:nvPr>
        </p:nvSpPr>
        <p:spPr>
          <a:xfrm>
            <a:off x="460376" y="28050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5" name="TextBox 4">
            <a:extLst>
              <a:ext uri="{FF2B5EF4-FFF2-40B4-BE49-F238E27FC236}">
                <a16:creationId xmlns:a16="http://schemas.microsoft.com/office/drawing/2014/main" id="{055DE255-BAC4-98A8-8AB1-993F10F0E0B4}"/>
              </a:ext>
            </a:extLst>
          </p:cNvPr>
          <p:cNvSpPr txBox="1"/>
          <p:nvPr userDrawn="1"/>
        </p:nvSpPr>
        <p:spPr>
          <a:xfrm>
            <a:off x="460377" y="549275"/>
            <a:ext cx="2333625" cy="449296"/>
          </a:xfrm>
          <a:prstGeom prst="rect">
            <a:avLst/>
          </a:prstGeom>
          <a:noFill/>
        </p:spPr>
        <p:txBody>
          <a:bodyPr wrap="square" lIns="0" tIns="0" rIns="0" bIns="0" rtlCol="0" anchor="b" anchorCtr="0">
            <a:normAutofit/>
          </a:bodyPr>
          <a:lstStyle/>
          <a:p>
            <a:pPr marL="0" lvl="0" indent="-3657600" algn="l">
              <a:spcAft>
                <a:spcPts val="600"/>
              </a:spcAft>
            </a:pPr>
            <a:r>
              <a:rPr lang="en-US" sz="2200" b="1" i="0">
                <a:solidFill>
                  <a:schemeClr val="tx1"/>
                </a:solidFill>
                <a:latin typeface="+mn-lt"/>
                <a:ea typeface="Roboto" panose="02000000000000000000" pitchFamily="2" charset="0"/>
                <a:cs typeface="Segoe UI" panose="020B0502040204020203" pitchFamily="34" charset="0"/>
              </a:rPr>
              <a:t>OUR TEAM</a:t>
            </a:r>
          </a:p>
        </p:txBody>
      </p:sp>
      <p:sp>
        <p:nvSpPr>
          <p:cNvPr id="6" name="Picture Placeholder 7">
            <a:extLst>
              <a:ext uri="{FF2B5EF4-FFF2-40B4-BE49-F238E27FC236}">
                <a16:creationId xmlns:a16="http://schemas.microsoft.com/office/drawing/2014/main" id="{753585D2-035A-9C52-F792-68204444001D}"/>
              </a:ext>
            </a:extLst>
          </p:cNvPr>
          <p:cNvSpPr>
            <a:spLocks noGrp="1"/>
          </p:cNvSpPr>
          <p:nvPr>
            <p:ph type="pic" sz="quarter" idx="28" hasCustomPrompt="1"/>
          </p:nvPr>
        </p:nvSpPr>
        <p:spPr>
          <a:xfrm>
            <a:off x="29559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16" name="Picture Placeholder 7">
            <a:extLst>
              <a:ext uri="{FF2B5EF4-FFF2-40B4-BE49-F238E27FC236}">
                <a16:creationId xmlns:a16="http://schemas.microsoft.com/office/drawing/2014/main" id="{EC6EA86D-3D54-3C8B-9084-66965F19A952}"/>
              </a:ext>
            </a:extLst>
          </p:cNvPr>
          <p:cNvSpPr>
            <a:spLocks noGrp="1"/>
          </p:cNvSpPr>
          <p:nvPr>
            <p:ph type="pic" sz="quarter" idx="30" hasCustomPrompt="1"/>
          </p:nvPr>
        </p:nvSpPr>
        <p:spPr>
          <a:xfrm>
            <a:off x="54578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18" name="Picture Placeholder 7">
            <a:extLst>
              <a:ext uri="{FF2B5EF4-FFF2-40B4-BE49-F238E27FC236}">
                <a16:creationId xmlns:a16="http://schemas.microsoft.com/office/drawing/2014/main" id="{2B0C0247-3C2B-13E0-7861-209542696FE7}"/>
              </a:ext>
            </a:extLst>
          </p:cNvPr>
          <p:cNvSpPr>
            <a:spLocks noGrp="1"/>
          </p:cNvSpPr>
          <p:nvPr>
            <p:ph type="pic" sz="quarter" idx="32" hasCustomPrompt="1"/>
          </p:nvPr>
        </p:nvSpPr>
        <p:spPr>
          <a:xfrm>
            <a:off x="79597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0" name="Picture Placeholder 7">
            <a:extLst>
              <a:ext uri="{FF2B5EF4-FFF2-40B4-BE49-F238E27FC236}">
                <a16:creationId xmlns:a16="http://schemas.microsoft.com/office/drawing/2014/main" id="{702162B6-132E-1D51-55BE-F91BCE8149C2}"/>
              </a:ext>
            </a:extLst>
          </p:cNvPr>
          <p:cNvSpPr>
            <a:spLocks noGrp="1"/>
          </p:cNvSpPr>
          <p:nvPr>
            <p:ph type="pic" sz="quarter" idx="34" hasCustomPrompt="1"/>
          </p:nvPr>
        </p:nvSpPr>
        <p:spPr>
          <a:xfrm>
            <a:off x="10461624" y="14170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2" name="Picture Placeholder 7">
            <a:extLst>
              <a:ext uri="{FF2B5EF4-FFF2-40B4-BE49-F238E27FC236}">
                <a16:creationId xmlns:a16="http://schemas.microsoft.com/office/drawing/2014/main" id="{E4EC5019-E69A-00D2-92D7-8C5DC80BE9C4}"/>
              </a:ext>
            </a:extLst>
          </p:cNvPr>
          <p:cNvSpPr>
            <a:spLocks noGrp="1"/>
          </p:cNvSpPr>
          <p:nvPr>
            <p:ph type="pic" sz="quarter" idx="36" hasCustomPrompt="1"/>
          </p:nvPr>
        </p:nvSpPr>
        <p:spPr>
          <a:xfrm>
            <a:off x="460375"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4" name="Picture Placeholder 7">
            <a:extLst>
              <a:ext uri="{FF2B5EF4-FFF2-40B4-BE49-F238E27FC236}">
                <a16:creationId xmlns:a16="http://schemas.microsoft.com/office/drawing/2014/main" id="{52C7A6A6-5C73-77A5-2E6E-E7F3F7A014F3}"/>
              </a:ext>
            </a:extLst>
          </p:cNvPr>
          <p:cNvSpPr>
            <a:spLocks noGrp="1"/>
          </p:cNvSpPr>
          <p:nvPr>
            <p:ph type="pic" sz="quarter" idx="38" hasCustomPrompt="1"/>
          </p:nvPr>
        </p:nvSpPr>
        <p:spPr>
          <a:xfrm>
            <a:off x="29559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6" name="Picture Placeholder 7">
            <a:extLst>
              <a:ext uri="{FF2B5EF4-FFF2-40B4-BE49-F238E27FC236}">
                <a16:creationId xmlns:a16="http://schemas.microsoft.com/office/drawing/2014/main" id="{DDEF697F-461D-FA88-976C-A0BFC93DC4A6}"/>
              </a:ext>
            </a:extLst>
          </p:cNvPr>
          <p:cNvSpPr>
            <a:spLocks noGrp="1"/>
          </p:cNvSpPr>
          <p:nvPr>
            <p:ph type="pic" sz="quarter" idx="40" hasCustomPrompt="1"/>
          </p:nvPr>
        </p:nvSpPr>
        <p:spPr>
          <a:xfrm>
            <a:off x="54578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28" name="Picture Placeholder 7">
            <a:extLst>
              <a:ext uri="{FF2B5EF4-FFF2-40B4-BE49-F238E27FC236}">
                <a16:creationId xmlns:a16="http://schemas.microsoft.com/office/drawing/2014/main" id="{8753D85C-855C-CBB1-203A-B69A0492213A}"/>
              </a:ext>
            </a:extLst>
          </p:cNvPr>
          <p:cNvSpPr>
            <a:spLocks noGrp="1"/>
          </p:cNvSpPr>
          <p:nvPr>
            <p:ph type="pic" sz="quarter" idx="42" hasCustomPrompt="1"/>
          </p:nvPr>
        </p:nvSpPr>
        <p:spPr>
          <a:xfrm>
            <a:off x="79597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30" name="Picture Placeholder 7">
            <a:extLst>
              <a:ext uri="{FF2B5EF4-FFF2-40B4-BE49-F238E27FC236}">
                <a16:creationId xmlns:a16="http://schemas.microsoft.com/office/drawing/2014/main" id="{3B1EC1D9-EBE8-118C-7EBD-1188B4CE3126}"/>
              </a:ext>
            </a:extLst>
          </p:cNvPr>
          <p:cNvSpPr>
            <a:spLocks noGrp="1"/>
          </p:cNvSpPr>
          <p:nvPr>
            <p:ph type="pic" sz="quarter" idx="44" hasCustomPrompt="1"/>
          </p:nvPr>
        </p:nvSpPr>
        <p:spPr>
          <a:xfrm>
            <a:off x="10461624" y="3728462"/>
            <a:ext cx="1285875" cy="1263449"/>
          </a:xfrm>
          <a:prstGeom prst="rect">
            <a:avLst/>
          </a:prstGeom>
          <a:solidFill>
            <a:schemeClr val="accent2">
              <a:lumMod val="40000"/>
              <a:lumOff val="60000"/>
            </a:schemeClr>
          </a:solidFill>
        </p:spPr>
        <p:txBody>
          <a:bodyPr tIns="274320"/>
          <a:lstStyle>
            <a:lvl1pPr algn="ctr">
              <a:defRPr sz="1000" b="0" i="0"/>
            </a:lvl1pPr>
          </a:lstStyle>
          <a:p>
            <a:r>
              <a:rPr lang="en-US"/>
              <a:t>Headshot</a:t>
            </a:r>
          </a:p>
        </p:txBody>
      </p:sp>
      <p:sp>
        <p:nvSpPr>
          <p:cNvPr id="32" name="Text Placeholder 10">
            <a:extLst>
              <a:ext uri="{FF2B5EF4-FFF2-40B4-BE49-F238E27FC236}">
                <a16:creationId xmlns:a16="http://schemas.microsoft.com/office/drawing/2014/main" id="{40F17B41-3514-4548-9F64-BD0783E5043C}"/>
              </a:ext>
            </a:extLst>
          </p:cNvPr>
          <p:cNvSpPr>
            <a:spLocks noGrp="1"/>
          </p:cNvSpPr>
          <p:nvPr>
            <p:ph type="body" sz="quarter" idx="45" hasCustomPrompt="1"/>
          </p:nvPr>
        </p:nvSpPr>
        <p:spPr>
          <a:xfrm>
            <a:off x="460376" y="51164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33" name="Text Placeholder 10">
            <a:extLst>
              <a:ext uri="{FF2B5EF4-FFF2-40B4-BE49-F238E27FC236}">
                <a16:creationId xmlns:a16="http://schemas.microsoft.com/office/drawing/2014/main" id="{EB42D664-ABD7-6992-836F-019D706B3316}"/>
              </a:ext>
            </a:extLst>
          </p:cNvPr>
          <p:cNvSpPr>
            <a:spLocks noGrp="1"/>
          </p:cNvSpPr>
          <p:nvPr>
            <p:ph type="body" sz="quarter" idx="46" hasCustomPrompt="1"/>
          </p:nvPr>
        </p:nvSpPr>
        <p:spPr>
          <a:xfrm>
            <a:off x="2955924" y="28050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34" name="Text Placeholder 10">
            <a:extLst>
              <a:ext uri="{FF2B5EF4-FFF2-40B4-BE49-F238E27FC236}">
                <a16:creationId xmlns:a16="http://schemas.microsoft.com/office/drawing/2014/main" id="{57753F74-4729-CECF-7D00-79DE09C36AE2}"/>
              </a:ext>
            </a:extLst>
          </p:cNvPr>
          <p:cNvSpPr>
            <a:spLocks noGrp="1"/>
          </p:cNvSpPr>
          <p:nvPr>
            <p:ph type="body" sz="quarter" idx="47" hasCustomPrompt="1"/>
          </p:nvPr>
        </p:nvSpPr>
        <p:spPr>
          <a:xfrm>
            <a:off x="2955924" y="51164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35" name="Text Placeholder 10">
            <a:extLst>
              <a:ext uri="{FF2B5EF4-FFF2-40B4-BE49-F238E27FC236}">
                <a16:creationId xmlns:a16="http://schemas.microsoft.com/office/drawing/2014/main" id="{D963EBFA-BDB3-6ABA-B662-D773E665EF7D}"/>
              </a:ext>
            </a:extLst>
          </p:cNvPr>
          <p:cNvSpPr>
            <a:spLocks noGrp="1"/>
          </p:cNvSpPr>
          <p:nvPr>
            <p:ph type="body" sz="quarter" idx="48" hasCustomPrompt="1"/>
          </p:nvPr>
        </p:nvSpPr>
        <p:spPr>
          <a:xfrm>
            <a:off x="5457824" y="28050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36" name="Text Placeholder 10">
            <a:extLst>
              <a:ext uri="{FF2B5EF4-FFF2-40B4-BE49-F238E27FC236}">
                <a16:creationId xmlns:a16="http://schemas.microsoft.com/office/drawing/2014/main" id="{5C9260E7-C77B-2BE4-996E-B01E4A70536E}"/>
              </a:ext>
            </a:extLst>
          </p:cNvPr>
          <p:cNvSpPr>
            <a:spLocks noGrp="1"/>
          </p:cNvSpPr>
          <p:nvPr>
            <p:ph type="body" sz="quarter" idx="49" hasCustomPrompt="1"/>
          </p:nvPr>
        </p:nvSpPr>
        <p:spPr>
          <a:xfrm>
            <a:off x="5457824" y="51164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37" name="Text Placeholder 10">
            <a:extLst>
              <a:ext uri="{FF2B5EF4-FFF2-40B4-BE49-F238E27FC236}">
                <a16:creationId xmlns:a16="http://schemas.microsoft.com/office/drawing/2014/main" id="{4C415A5E-F122-67EA-DB56-8D538C16EC93}"/>
              </a:ext>
            </a:extLst>
          </p:cNvPr>
          <p:cNvSpPr>
            <a:spLocks noGrp="1"/>
          </p:cNvSpPr>
          <p:nvPr>
            <p:ph type="body" sz="quarter" idx="50" hasCustomPrompt="1"/>
          </p:nvPr>
        </p:nvSpPr>
        <p:spPr>
          <a:xfrm>
            <a:off x="7959724" y="28050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38" name="Text Placeholder 10">
            <a:extLst>
              <a:ext uri="{FF2B5EF4-FFF2-40B4-BE49-F238E27FC236}">
                <a16:creationId xmlns:a16="http://schemas.microsoft.com/office/drawing/2014/main" id="{197FC507-64A7-6845-D924-3EA93ED3F213}"/>
              </a:ext>
            </a:extLst>
          </p:cNvPr>
          <p:cNvSpPr>
            <a:spLocks noGrp="1"/>
          </p:cNvSpPr>
          <p:nvPr>
            <p:ph type="body" sz="quarter" idx="51" hasCustomPrompt="1"/>
          </p:nvPr>
        </p:nvSpPr>
        <p:spPr>
          <a:xfrm>
            <a:off x="7959724" y="5116426"/>
            <a:ext cx="2330450"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39" name="Text Placeholder 10">
            <a:extLst>
              <a:ext uri="{FF2B5EF4-FFF2-40B4-BE49-F238E27FC236}">
                <a16:creationId xmlns:a16="http://schemas.microsoft.com/office/drawing/2014/main" id="{A6263E65-C2F3-E85E-175C-3F8D04FD039A}"/>
              </a:ext>
            </a:extLst>
          </p:cNvPr>
          <p:cNvSpPr>
            <a:spLocks noGrp="1"/>
          </p:cNvSpPr>
          <p:nvPr>
            <p:ph type="body" sz="quarter" idx="52" hasCustomPrompt="1"/>
          </p:nvPr>
        </p:nvSpPr>
        <p:spPr>
          <a:xfrm>
            <a:off x="10461624" y="2805026"/>
            <a:ext cx="1730376"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40" name="Text Placeholder 10">
            <a:extLst>
              <a:ext uri="{FF2B5EF4-FFF2-40B4-BE49-F238E27FC236}">
                <a16:creationId xmlns:a16="http://schemas.microsoft.com/office/drawing/2014/main" id="{EACCA106-5A32-14F5-6436-3A8FA32128EB}"/>
              </a:ext>
            </a:extLst>
          </p:cNvPr>
          <p:cNvSpPr>
            <a:spLocks noGrp="1"/>
          </p:cNvSpPr>
          <p:nvPr>
            <p:ph type="body" sz="quarter" idx="53" hasCustomPrompt="1"/>
          </p:nvPr>
        </p:nvSpPr>
        <p:spPr>
          <a:xfrm>
            <a:off x="10461624" y="5116426"/>
            <a:ext cx="1730376" cy="488748"/>
          </a:xfrm>
          <a:prstGeom prst="rect">
            <a:avLst/>
          </a:prstGeom>
        </p:spPr>
        <p:txBody>
          <a:bodyPr tIns="0"/>
          <a:lstStyle>
            <a:lvl1pPr>
              <a:spcAft>
                <a:spcPts val="400"/>
              </a:spcAft>
              <a:defRPr sz="1200" b="1" i="0">
                <a:solidFill>
                  <a:schemeClr val="tx1"/>
                </a:solidFill>
              </a:defRPr>
            </a:lvl1pPr>
            <a:lvl2pPr>
              <a:defRPr sz="12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stStyle>
          <a:p>
            <a:pPr lvl="0"/>
            <a:r>
              <a:rPr lang="en-US"/>
              <a:t>Name Lastname</a:t>
            </a:r>
          </a:p>
          <a:p>
            <a:pPr lvl="0"/>
            <a:r>
              <a:rPr lang="en-US"/>
              <a:t>Title</a:t>
            </a:r>
          </a:p>
        </p:txBody>
      </p:sp>
      <p:sp>
        <p:nvSpPr>
          <p:cNvPr id="2" name="Text Placeholder 15">
            <a:extLst>
              <a:ext uri="{FF2B5EF4-FFF2-40B4-BE49-F238E27FC236}">
                <a16:creationId xmlns:a16="http://schemas.microsoft.com/office/drawing/2014/main" id="{51E2F942-8396-45B5-EC6D-8AFC76FA1201}"/>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pic>
        <p:nvPicPr>
          <p:cNvPr id="13" name="Graphic 12">
            <a:extLst>
              <a:ext uri="{FF2B5EF4-FFF2-40B4-BE49-F238E27FC236}">
                <a16:creationId xmlns:a16="http://schemas.microsoft.com/office/drawing/2014/main" id="{C046B45C-75E2-A073-D781-6448DC83BFF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60375" y="541861"/>
            <a:ext cx="1457326" cy="1004710"/>
          </a:xfrm>
          <a:prstGeom prst="rect">
            <a:avLst/>
          </a:prstGeom>
        </p:spPr>
      </p:pic>
    </p:spTree>
    <p:extLst>
      <p:ext uri="{BB962C8B-B14F-4D97-AF65-F5344CB8AC3E}">
        <p14:creationId xmlns:p14="http://schemas.microsoft.com/office/powerpoint/2010/main" val="49312819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bio">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1424072"/>
            <a:ext cx="1600199" cy="1589663"/>
          </a:xfrm>
          <a:prstGeom prst="rect">
            <a:avLst/>
          </a:prstGeom>
          <a:solidFill>
            <a:schemeClr val="accent2">
              <a:lumMod val="40000"/>
              <a:lumOff val="60000"/>
            </a:schemeClr>
          </a:solidFill>
        </p:spPr>
        <p:txBody>
          <a:bodyPr tIns="457200"/>
          <a:lstStyle>
            <a:lvl1pPr algn="ctr">
              <a:defRPr sz="1000" b="0" i="0"/>
            </a:lvl1pPr>
          </a:lstStyle>
          <a:p>
            <a:r>
              <a:rPr lang="en-US"/>
              <a:t>Headshot</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hasCustomPrompt="1"/>
          </p:nvPr>
        </p:nvSpPr>
        <p:spPr>
          <a:xfrm>
            <a:off x="460376" y="3077336"/>
            <a:ext cx="1600199" cy="955574"/>
          </a:xfrm>
          <a:prstGeom prst="rect">
            <a:avLst/>
          </a:prstGeom>
        </p:spPr>
        <p:txBody>
          <a:bodyPr tIns="0"/>
          <a:lstStyle>
            <a:lvl1pPr>
              <a:spcAft>
                <a:spcPts val="0"/>
              </a:spcAft>
              <a:defRPr sz="1600" b="1" i="0">
                <a:solidFill>
                  <a:schemeClr val="tx1"/>
                </a:solidFill>
              </a:defRPr>
            </a:lvl1pPr>
            <a:lvl2pPr>
              <a:defRPr sz="16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stStyle>
          <a:p>
            <a:pPr lvl="0"/>
            <a:r>
              <a:rPr lang="en-US"/>
              <a:t>Name Lastname</a:t>
            </a:r>
          </a:p>
          <a:p>
            <a:pPr lvl="0"/>
            <a:r>
              <a:rPr lang="en-US"/>
              <a:t>Title</a:t>
            </a:r>
          </a:p>
        </p:txBody>
      </p:sp>
      <p:sp>
        <p:nvSpPr>
          <p:cNvPr id="5" name="TextBox 4">
            <a:extLst>
              <a:ext uri="{FF2B5EF4-FFF2-40B4-BE49-F238E27FC236}">
                <a16:creationId xmlns:a16="http://schemas.microsoft.com/office/drawing/2014/main" id="{055DE255-BAC4-98A8-8AB1-993F10F0E0B4}"/>
              </a:ext>
            </a:extLst>
          </p:cNvPr>
          <p:cNvSpPr txBox="1"/>
          <p:nvPr userDrawn="1"/>
        </p:nvSpPr>
        <p:spPr>
          <a:xfrm>
            <a:off x="460377" y="549275"/>
            <a:ext cx="2333625" cy="449296"/>
          </a:xfrm>
          <a:prstGeom prst="rect">
            <a:avLst/>
          </a:prstGeom>
          <a:noFill/>
        </p:spPr>
        <p:txBody>
          <a:bodyPr wrap="square" lIns="0" tIns="0" rIns="0" bIns="0" rtlCol="0" anchor="b" anchorCtr="0">
            <a:normAutofit/>
          </a:bodyPr>
          <a:lstStyle/>
          <a:p>
            <a:pPr marL="0" lvl="0" indent="-3657600" algn="l">
              <a:spcAft>
                <a:spcPts val="600"/>
              </a:spcAft>
            </a:pPr>
            <a:r>
              <a:rPr lang="en-US" sz="2800" b="1" i="0">
                <a:solidFill>
                  <a:schemeClr val="tx1"/>
                </a:solidFill>
                <a:latin typeface="+mn-lt"/>
                <a:ea typeface="Roboto" panose="02000000000000000000" pitchFamily="2" charset="0"/>
                <a:cs typeface="Segoe UI" panose="020B0502040204020203" pitchFamily="34" charset="0"/>
              </a:rPr>
              <a:t>BIO</a:t>
            </a:r>
          </a:p>
        </p:txBody>
      </p:sp>
      <p:sp>
        <p:nvSpPr>
          <p:cNvPr id="4" name="TextBox 3">
            <a:extLst>
              <a:ext uri="{FF2B5EF4-FFF2-40B4-BE49-F238E27FC236}">
                <a16:creationId xmlns:a16="http://schemas.microsoft.com/office/drawing/2014/main" id="{C5F7974B-9D4B-FA7C-DB5D-C7B4A4D2A99D}"/>
              </a:ext>
            </a:extLst>
          </p:cNvPr>
          <p:cNvSpPr txBox="1"/>
          <p:nvPr userDrawn="1"/>
        </p:nvSpPr>
        <p:spPr>
          <a:xfrm>
            <a:off x="7315200" y="-1397000"/>
            <a:ext cx="0" cy="0"/>
          </a:xfrm>
          <a:prstGeom prst="rect">
            <a:avLst/>
          </a:prstGeom>
          <a:noFill/>
        </p:spPr>
        <p:txBody>
          <a:bodyPr wrap="none" lIns="0" tIns="0" rIns="0" bIns="0" rtlCol="0">
            <a:normAutofit fontScale="25000" lnSpcReduction="20000"/>
          </a:bodyPr>
          <a:lstStyle/>
          <a:p>
            <a:pPr marL="0" indent="-3657600" algn="l">
              <a:spcAft>
                <a:spcPts val="600"/>
              </a:spcAft>
            </a:pPr>
            <a:endParaRPr lang="en-US" sz="1600" b="0" i="0">
              <a:solidFill>
                <a:schemeClr val="bg1"/>
              </a:solidFill>
              <a:latin typeface="+mn-lt"/>
              <a:ea typeface="Roboto" panose="02000000000000000000" pitchFamily="2" charset="0"/>
              <a:cs typeface="Segoe UI" panose="020B0502040204020203" pitchFamily="34" charset="0"/>
            </a:endParaRPr>
          </a:p>
        </p:txBody>
      </p:sp>
      <p:sp>
        <p:nvSpPr>
          <p:cNvPr id="13" name="Text Placeholder 12">
            <a:extLst>
              <a:ext uri="{FF2B5EF4-FFF2-40B4-BE49-F238E27FC236}">
                <a16:creationId xmlns:a16="http://schemas.microsoft.com/office/drawing/2014/main" id="{C83773E0-B2A9-5900-EA67-04A744D0B7D9}"/>
              </a:ext>
            </a:extLst>
          </p:cNvPr>
          <p:cNvSpPr>
            <a:spLocks noGrp="1"/>
          </p:cNvSpPr>
          <p:nvPr>
            <p:ph type="body" sz="quarter" idx="28"/>
          </p:nvPr>
        </p:nvSpPr>
        <p:spPr>
          <a:xfrm>
            <a:off x="2268071" y="1412875"/>
            <a:ext cx="5631329" cy="4606925"/>
          </a:xfrm>
          <a:prstGeom prst="rect">
            <a:avLst/>
          </a:prstGeom>
        </p:spPr>
        <p:txBody>
          <a:bodyPr/>
          <a:lstStyle>
            <a:lvl1pPr>
              <a:defRPr sz="1400" b="0" i="0"/>
            </a:lvl1pPr>
            <a:lvl2pPr>
              <a:defRPr sz="1400" b="0" i="0"/>
            </a:lvl2pPr>
            <a:lvl3pPr>
              <a:defRPr sz="1400" b="0" i="0"/>
            </a:lvl3pPr>
            <a:lvl4pPr>
              <a:defRPr sz="1400" b="0" i="0"/>
            </a:lvl4pPr>
            <a:lvl5pPr>
              <a:defRPr sz="14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2">
            <a:extLst>
              <a:ext uri="{FF2B5EF4-FFF2-40B4-BE49-F238E27FC236}">
                <a16:creationId xmlns:a16="http://schemas.microsoft.com/office/drawing/2014/main" id="{F12F582F-DFC3-8EA9-41A3-9E5797F985A9}"/>
              </a:ext>
            </a:extLst>
          </p:cNvPr>
          <p:cNvSpPr>
            <a:spLocks noGrp="1"/>
          </p:cNvSpPr>
          <p:nvPr>
            <p:ph type="body" sz="quarter" idx="29" hasCustomPrompt="1"/>
          </p:nvPr>
        </p:nvSpPr>
        <p:spPr>
          <a:xfrm>
            <a:off x="8076579" y="1347340"/>
            <a:ext cx="3459790" cy="2272161"/>
          </a:xfrm>
          <a:prstGeom prst="rect">
            <a:avLst/>
          </a:prstGeom>
          <a:solidFill>
            <a:schemeClr val="accent4"/>
          </a:solidFill>
        </p:spPr>
        <p:txBody>
          <a:bodyPr lIns="182880" tIns="182880" rIns="182880" bIns="182880"/>
          <a:lstStyle>
            <a:lvl1pPr>
              <a:defRPr sz="1400" b="1" i="0" u="sng">
                <a:solidFill>
                  <a:schemeClr val="accent2"/>
                </a:solidFill>
              </a:defRPr>
            </a:lvl1pPr>
            <a:lvl2pPr marL="228600" indent="-228600">
              <a:buClr>
                <a:schemeClr val="tx1"/>
              </a:buClr>
              <a:buFont typeface="Arial" panose="020B0604020202020204" pitchFamily="34" charset="0"/>
              <a:buChar char="•"/>
              <a:defRPr sz="1400" b="0" i="0">
                <a:solidFill>
                  <a:schemeClr val="tx1"/>
                </a:solidFill>
              </a:defRPr>
            </a:lvl2pPr>
            <a:lvl3pPr marL="457200">
              <a:defRPr/>
            </a:lvl3pPr>
            <a:lvl4pPr marL="685800">
              <a:defRPr sz="1400"/>
            </a:lvl4pPr>
            <a:lvl5pPr marL="914400">
              <a:defRPr/>
            </a:lvl5pPr>
          </a:lstStyle>
          <a:p>
            <a:pPr lvl="0"/>
            <a:r>
              <a:rPr lang="en-US"/>
              <a:t>Industries served</a:t>
            </a:r>
          </a:p>
          <a:p>
            <a:pPr lvl="1"/>
            <a:r>
              <a:rPr lang="en-US"/>
              <a:t>Bullet</a:t>
            </a:r>
          </a:p>
        </p:txBody>
      </p:sp>
      <p:sp>
        <p:nvSpPr>
          <p:cNvPr id="15" name="Text Placeholder 12">
            <a:extLst>
              <a:ext uri="{FF2B5EF4-FFF2-40B4-BE49-F238E27FC236}">
                <a16:creationId xmlns:a16="http://schemas.microsoft.com/office/drawing/2014/main" id="{90DCED2C-4702-3E26-08C4-BE0F781E7BCE}"/>
              </a:ext>
            </a:extLst>
          </p:cNvPr>
          <p:cNvSpPr>
            <a:spLocks noGrp="1"/>
          </p:cNvSpPr>
          <p:nvPr>
            <p:ph type="body" sz="quarter" idx="30" hasCustomPrompt="1"/>
          </p:nvPr>
        </p:nvSpPr>
        <p:spPr>
          <a:xfrm>
            <a:off x="8076579" y="3743441"/>
            <a:ext cx="3459790" cy="2272161"/>
          </a:xfrm>
          <a:prstGeom prst="rect">
            <a:avLst/>
          </a:prstGeom>
          <a:solidFill>
            <a:schemeClr val="accent4"/>
          </a:solidFill>
        </p:spPr>
        <p:txBody>
          <a:bodyPr lIns="182880" tIns="182880" rIns="182880" bIns="182880"/>
          <a:lstStyle>
            <a:lvl1pPr>
              <a:defRPr sz="1400" b="1" i="0" u="sng">
                <a:solidFill>
                  <a:schemeClr val="accent2"/>
                </a:solidFill>
              </a:defRPr>
            </a:lvl1pPr>
            <a:lvl2pPr marL="228600" indent="-228600">
              <a:buClr>
                <a:schemeClr val="tx1"/>
              </a:buClr>
              <a:buFont typeface="Arial" panose="020B0604020202020204" pitchFamily="34" charset="0"/>
              <a:buChar char="•"/>
              <a:defRPr sz="1400" b="0" i="0">
                <a:solidFill>
                  <a:schemeClr val="tx1"/>
                </a:solidFill>
              </a:defRPr>
            </a:lvl2pPr>
            <a:lvl3pPr marL="457200">
              <a:defRPr/>
            </a:lvl3pPr>
            <a:lvl4pPr marL="685800">
              <a:defRPr sz="1400"/>
            </a:lvl4pPr>
            <a:lvl5pPr marL="914400">
              <a:defRPr/>
            </a:lvl5pPr>
          </a:lstStyle>
          <a:p>
            <a:pPr lvl="0"/>
            <a:r>
              <a:rPr lang="en-US"/>
              <a:t>Skills &amp; Specialties</a:t>
            </a:r>
          </a:p>
          <a:p>
            <a:pPr lvl="1"/>
            <a:r>
              <a:rPr lang="en-US"/>
              <a:t>Bullet</a:t>
            </a:r>
          </a:p>
        </p:txBody>
      </p:sp>
      <p:sp>
        <p:nvSpPr>
          <p:cNvPr id="2" name="Text Placeholder 15">
            <a:extLst>
              <a:ext uri="{FF2B5EF4-FFF2-40B4-BE49-F238E27FC236}">
                <a16:creationId xmlns:a16="http://schemas.microsoft.com/office/drawing/2014/main" id="{8BBB8F65-14F9-B931-3059-9EFE5E3B97E1}"/>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pic>
        <p:nvPicPr>
          <p:cNvPr id="8" name="Graphic 7">
            <a:extLst>
              <a:ext uri="{FF2B5EF4-FFF2-40B4-BE49-F238E27FC236}">
                <a16:creationId xmlns:a16="http://schemas.microsoft.com/office/drawing/2014/main" id="{C8CE2BA2-584B-4A93-166E-E02AD04788F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0375" y="530889"/>
            <a:ext cx="572778" cy="1004710"/>
          </a:xfrm>
          <a:prstGeom prst="rect">
            <a:avLst/>
          </a:prstGeom>
        </p:spPr>
      </p:pic>
    </p:spTree>
    <p:extLst>
      <p:ext uri="{BB962C8B-B14F-4D97-AF65-F5344CB8AC3E}">
        <p14:creationId xmlns:p14="http://schemas.microsoft.com/office/powerpoint/2010/main" val="392535600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ase_stud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Text Placeholder 15">
            <a:extLst>
              <a:ext uri="{FF2B5EF4-FFF2-40B4-BE49-F238E27FC236}">
                <a16:creationId xmlns:a16="http://schemas.microsoft.com/office/drawing/2014/main" id="{59819361-C169-F543-35DA-BD3C6C3B985E}"/>
              </a:ext>
            </a:extLst>
          </p:cNvPr>
          <p:cNvSpPr>
            <a:spLocks noGrp="1"/>
          </p:cNvSpPr>
          <p:nvPr>
            <p:ph type="body" sz="quarter" idx="33" hasCustomPrompt="1"/>
          </p:nvPr>
        </p:nvSpPr>
        <p:spPr>
          <a:xfrm>
            <a:off x="4298950" y="831591"/>
            <a:ext cx="3602038" cy="1436596"/>
          </a:xfrm>
          <a:prstGeom prst="rect">
            <a:avLst/>
          </a:prstGeo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3" name="Text Placeholder 12">
            <a:extLst>
              <a:ext uri="{FF2B5EF4-FFF2-40B4-BE49-F238E27FC236}">
                <a16:creationId xmlns:a16="http://schemas.microsoft.com/office/drawing/2014/main" id="{C83773E0-B2A9-5900-EA67-04A744D0B7D9}"/>
              </a:ext>
            </a:extLst>
          </p:cNvPr>
          <p:cNvSpPr>
            <a:spLocks noGrp="1"/>
          </p:cNvSpPr>
          <p:nvPr>
            <p:ph type="body" sz="quarter" idx="28"/>
          </p:nvPr>
        </p:nvSpPr>
        <p:spPr>
          <a:xfrm>
            <a:off x="460375" y="2202611"/>
            <a:ext cx="3606800" cy="3817189"/>
          </a:xfrm>
          <a:prstGeom prst="rect">
            <a:avLst/>
          </a:prstGeom>
        </p:spPr>
        <p:txBody>
          <a:bodyPr tIns="91440"/>
          <a:lstStyle>
            <a:lvl1pPr>
              <a:defRPr sz="1200" b="0" i="0"/>
            </a:lvl1pPr>
            <a:lvl2pPr marL="285750" indent="-276225">
              <a:tabLst/>
              <a:defRPr sz="1200" b="0" i="0"/>
            </a:lvl2pPr>
            <a:lvl3pPr marL="628650" indent="-285750">
              <a:tabLst/>
              <a:defRPr sz="1200" b="0" i="0"/>
            </a:lvl3pPr>
            <a:lvl4pPr marL="973138" indent="-276225">
              <a:buFont typeface="Arial" panose="020B0604020202020204" pitchFamily="34" charset="0"/>
              <a:buChar char="•"/>
              <a:tabLst/>
              <a:defRPr sz="1200" b="0" i="0"/>
            </a:lvl4pPr>
            <a:lvl5pPr marL="1317625" indent="-287338">
              <a:tabLst/>
              <a:defRPr sz="1200" b="0" i="0"/>
            </a:lvl5pPr>
            <a:lvl6pPr marL="182880" indent="-182880">
              <a:buAutoNum type="arabicPeriod"/>
              <a:defRPr sz="1200"/>
            </a:lvl6pPr>
            <a:lvl7pPr marL="365760" indent="-182880">
              <a:buAutoNum type="arabicPeriod"/>
              <a:defRPr sz="1200"/>
            </a:lvl7pPr>
            <a:lvl8pPr marL="548640" indent="-182880">
              <a:defRPr sz="1200"/>
            </a:lvl8pPr>
            <a:lvl9pPr>
              <a:defRPr sz="14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15">
            <a:extLst>
              <a:ext uri="{FF2B5EF4-FFF2-40B4-BE49-F238E27FC236}">
                <a16:creationId xmlns:a16="http://schemas.microsoft.com/office/drawing/2014/main" id="{F2F2811C-682B-50C7-DB15-23C006FAFC16}"/>
              </a:ext>
            </a:extLst>
          </p:cNvPr>
          <p:cNvSpPr>
            <a:spLocks noGrp="1"/>
          </p:cNvSpPr>
          <p:nvPr>
            <p:ph type="body" sz="quarter" idx="19" hasCustomPrompt="1"/>
          </p:nvPr>
        </p:nvSpPr>
        <p:spPr>
          <a:xfrm>
            <a:off x="465138" y="556953"/>
            <a:ext cx="3602038" cy="556953"/>
          </a:xfrm>
          <a:prstGeom prst="rect">
            <a:avLst/>
          </a:prstGeom>
        </p:spPr>
        <p:txBody>
          <a:bodyPr tIns="228600" rIns="0" bIns="0" anchor="t" anchorCtr="0"/>
          <a:lstStyle>
            <a:lvl1pPr>
              <a:spcAft>
                <a:spcPts val="0"/>
              </a:spcAft>
              <a:buFontTx/>
              <a:buNone/>
              <a:defRPr sz="1500" b="1" i="0" cap="all"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all"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CLIENT NAME</a:t>
            </a:r>
          </a:p>
        </p:txBody>
      </p:sp>
      <p:sp>
        <p:nvSpPr>
          <p:cNvPr id="12" name="Title 11">
            <a:extLst>
              <a:ext uri="{FF2B5EF4-FFF2-40B4-BE49-F238E27FC236}">
                <a16:creationId xmlns:a16="http://schemas.microsoft.com/office/drawing/2014/main" id="{73D86145-91C7-C9AD-8439-02A6318C3553}"/>
              </a:ext>
            </a:extLst>
          </p:cNvPr>
          <p:cNvSpPr>
            <a:spLocks noGrp="1"/>
          </p:cNvSpPr>
          <p:nvPr>
            <p:ph type="title"/>
          </p:nvPr>
        </p:nvSpPr>
        <p:spPr>
          <a:xfrm>
            <a:off x="460375" y="1116054"/>
            <a:ext cx="3606800" cy="1086557"/>
          </a:xfrm>
          <a:prstGeom prst="rect">
            <a:avLst/>
          </a:prstGeom>
        </p:spPr>
        <p:txBody>
          <a:bodyPr tIns="45720"/>
          <a:lstStyle>
            <a:lvl1pPr>
              <a:defRPr sz="2200">
                <a:solidFill>
                  <a:schemeClr val="tx1"/>
                </a:solidFill>
              </a:defRPr>
            </a:lvl1pPr>
          </a:lstStyle>
          <a:p>
            <a:r>
              <a:rPr lang="en-US"/>
              <a:t>Click to edit Master title style</a:t>
            </a:r>
          </a:p>
        </p:txBody>
      </p:sp>
      <p:sp>
        <p:nvSpPr>
          <p:cNvPr id="16" name="Picture Placeholder 7">
            <a:extLst>
              <a:ext uri="{FF2B5EF4-FFF2-40B4-BE49-F238E27FC236}">
                <a16:creationId xmlns:a16="http://schemas.microsoft.com/office/drawing/2014/main" id="{85295369-BD35-627D-DCF3-70F052CE99AA}"/>
              </a:ext>
            </a:extLst>
          </p:cNvPr>
          <p:cNvSpPr>
            <a:spLocks noGrp="1"/>
          </p:cNvSpPr>
          <p:nvPr>
            <p:ph type="pic" sz="quarter" idx="10" hasCustomPrompt="1"/>
          </p:nvPr>
        </p:nvSpPr>
        <p:spPr>
          <a:xfrm>
            <a:off x="8124824" y="835429"/>
            <a:ext cx="3603625" cy="4854171"/>
          </a:xfrm>
          <a:prstGeom prst="rect">
            <a:avLst/>
          </a:prstGeom>
          <a:solidFill>
            <a:schemeClr val="accent2">
              <a:lumMod val="40000"/>
              <a:lumOff val="60000"/>
            </a:schemeClr>
          </a:solidFill>
        </p:spPr>
        <p:txBody>
          <a:bodyPr tIns="1828800"/>
          <a:lstStyle>
            <a:lvl1pPr algn="ctr">
              <a:defRPr b="0" i="0"/>
            </a:lvl1pPr>
          </a:lstStyle>
          <a:p>
            <a:r>
              <a:rPr lang="en-US"/>
              <a:t>Relevant image or </a:t>
            </a:r>
            <a:br>
              <a:rPr lang="en-US"/>
            </a:br>
            <a:r>
              <a:rPr lang="en-US"/>
              <a:t>product prototype</a:t>
            </a:r>
          </a:p>
        </p:txBody>
      </p:sp>
      <p:sp>
        <p:nvSpPr>
          <p:cNvPr id="17" name="Text Placeholder 15">
            <a:extLst>
              <a:ext uri="{FF2B5EF4-FFF2-40B4-BE49-F238E27FC236}">
                <a16:creationId xmlns:a16="http://schemas.microsoft.com/office/drawing/2014/main" id="{B2F81DA5-F8CF-9074-55A0-F820DE7FFD70}"/>
              </a:ext>
            </a:extLst>
          </p:cNvPr>
          <p:cNvSpPr>
            <a:spLocks noGrp="1"/>
          </p:cNvSpPr>
          <p:nvPr>
            <p:ph type="body" sz="quarter" idx="23" hasCustomPrompt="1"/>
          </p:nvPr>
        </p:nvSpPr>
        <p:spPr>
          <a:xfrm>
            <a:off x="4516834" y="1014960"/>
            <a:ext cx="1372790" cy="510741"/>
          </a:xfrm>
          <a:prstGeom prst="rect">
            <a:avLst/>
          </a:prstGeo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18" name="Text Placeholder 15">
            <a:extLst>
              <a:ext uri="{FF2B5EF4-FFF2-40B4-BE49-F238E27FC236}">
                <a16:creationId xmlns:a16="http://schemas.microsoft.com/office/drawing/2014/main" id="{B61EB7FF-E196-443F-C2CC-DAFC7495AF6C}"/>
              </a:ext>
            </a:extLst>
          </p:cNvPr>
          <p:cNvSpPr>
            <a:spLocks noGrp="1"/>
          </p:cNvSpPr>
          <p:nvPr>
            <p:ph type="body" sz="quarter" idx="31" hasCustomPrompt="1"/>
          </p:nvPr>
        </p:nvSpPr>
        <p:spPr>
          <a:xfrm>
            <a:off x="4516834" y="1525702"/>
            <a:ext cx="1372791" cy="556953"/>
          </a:xfrm>
          <a:prstGeom prst="rect">
            <a:avLst/>
          </a:prstGeom>
        </p:spPr>
        <p:txBody>
          <a:bodyPr tIns="0" rIns="0" bIns="0" anchor="t" anchorCtr="0"/>
          <a:lstStyle>
            <a:lvl1pPr>
              <a:spcAft>
                <a:spcPts val="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Stat descriptor lorem ipsum</a:t>
            </a:r>
          </a:p>
        </p:txBody>
      </p:sp>
      <p:sp>
        <p:nvSpPr>
          <p:cNvPr id="19" name="Text Placeholder 15">
            <a:extLst>
              <a:ext uri="{FF2B5EF4-FFF2-40B4-BE49-F238E27FC236}">
                <a16:creationId xmlns:a16="http://schemas.microsoft.com/office/drawing/2014/main" id="{883E52D6-5A2B-54FE-B2FD-50F05B9B1649}"/>
              </a:ext>
            </a:extLst>
          </p:cNvPr>
          <p:cNvSpPr>
            <a:spLocks noGrp="1"/>
          </p:cNvSpPr>
          <p:nvPr>
            <p:ph type="body" sz="quarter" idx="32" hasCustomPrompt="1"/>
          </p:nvPr>
        </p:nvSpPr>
        <p:spPr>
          <a:xfrm>
            <a:off x="5981700" y="1014838"/>
            <a:ext cx="1786952" cy="1067817"/>
          </a:xfrm>
          <a:prstGeom prst="rect">
            <a:avLst/>
          </a:prstGeo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Lorem ipsum dolor sit </a:t>
            </a:r>
            <a:r>
              <a:rPr lang="en-US" err="1"/>
              <a:t>amet</a:t>
            </a:r>
            <a:endParaRPr lang="en-US"/>
          </a:p>
        </p:txBody>
      </p:sp>
      <p:sp>
        <p:nvSpPr>
          <p:cNvPr id="26" name="Text Placeholder 25">
            <a:extLst>
              <a:ext uri="{FF2B5EF4-FFF2-40B4-BE49-F238E27FC236}">
                <a16:creationId xmlns:a16="http://schemas.microsoft.com/office/drawing/2014/main" id="{145EC9BB-9EA6-882D-C1C8-A929A8D7679A}"/>
              </a:ext>
            </a:extLst>
          </p:cNvPr>
          <p:cNvSpPr>
            <a:spLocks noGrp="1"/>
          </p:cNvSpPr>
          <p:nvPr>
            <p:ph type="body" sz="quarter" idx="38" hasCustomPrompt="1"/>
          </p:nvPr>
        </p:nvSpPr>
        <p:spPr>
          <a:xfrm>
            <a:off x="4300536" y="4419803"/>
            <a:ext cx="803275" cy="269761"/>
          </a:xfrm>
          <a:prstGeom prst="rect">
            <a:avLst/>
          </a:prstGeom>
          <a:blipFill>
            <a:blip>
              <a:extLst>
                <a:ext uri="{96DAC541-7B7A-43D3-8B79-37D633B846F1}">
                  <asvg:svgBlip xmlns:asvg="http://schemas.microsoft.com/office/drawing/2016/SVG/main" r:embed="rId4"/>
                </a:ext>
              </a:extLst>
            </a:blip>
            <a:stretch>
              <a:fillRect/>
            </a:stretch>
          </a:blipFill>
        </p:spPr>
        <p:txBody>
          <a:bodyPr/>
          <a:lstStyle>
            <a:lvl1pPr>
              <a:defRPr b="0" i="0"/>
            </a:lvl1pPr>
          </a:lstStyle>
          <a:p>
            <a:pPr lvl="0"/>
            <a:r>
              <a:rPr lang="en-US"/>
              <a:t> </a:t>
            </a:r>
          </a:p>
        </p:txBody>
      </p:sp>
      <p:sp>
        <p:nvSpPr>
          <p:cNvPr id="27" name="Text Placeholder 15">
            <a:extLst>
              <a:ext uri="{FF2B5EF4-FFF2-40B4-BE49-F238E27FC236}">
                <a16:creationId xmlns:a16="http://schemas.microsoft.com/office/drawing/2014/main" id="{A32C7319-9E77-357E-1E6B-23D733A030D1}"/>
              </a:ext>
            </a:extLst>
          </p:cNvPr>
          <p:cNvSpPr>
            <a:spLocks noGrp="1"/>
          </p:cNvSpPr>
          <p:nvPr>
            <p:ph type="body" sz="quarter" idx="39" hasCustomPrompt="1"/>
          </p:nvPr>
        </p:nvSpPr>
        <p:spPr>
          <a:xfrm>
            <a:off x="4298950" y="4800601"/>
            <a:ext cx="3600450" cy="1219458"/>
          </a:xfrm>
          <a:prstGeom prst="rect">
            <a:avLst/>
          </a:prstGeom>
        </p:spPr>
        <p:txBody>
          <a:bodyPr tIns="0" rIns="0" bIns="0" anchor="t" anchorCtr="0"/>
          <a:lstStyle>
            <a:lvl1pPr>
              <a:spcAft>
                <a:spcPts val="100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Testimonial or project highlight goes here lorem ipsum dolor. Lorem </a:t>
            </a:r>
            <a:r>
              <a:rPr lang="en-US" err="1"/>
              <a:t>amet</a:t>
            </a:r>
            <a:r>
              <a:rPr lang="en-US"/>
              <a:t> </a:t>
            </a:r>
            <a:r>
              <a:rPr lang="en-US" err="1"/>
              <a:t>repudicae</a:t>
            </a:r>
            <a:r>
              <a:rPr lang="en-US"/>
              <a:t> </a:t>
            </a:r>
            <a:r>
              <a:rPr lang="en-US" err="1"/>
              <a:t>nihitatis</a:t>
            </a:r>
            <a:r>
              <a:rPr lang="en-US"/>
              <a:t> et </a:t>
            </a:r>
            <a:r>
              <a:rPr lang="en-US" err="1"/>
              <a:t>magnam</a:t>
            </a:r>
            <a:r>
              <a:rPr lang="en-US"/>
              <a:t>.</a:t>
            </a:r>
          </a:p>
        </p:txBody>
      </p:sp>
      <p:sp>
        <p:nvSpPr>
          <p:cNvPr id="30" name="Text Placeholder 15">
            <a:extLst>
              <a:ext uri="{FF2B5EF4-FFF2-40B4-BE49-F238E27FC236}">
                <a16:creationId xmlns:a16="http://schemas.microsoft.com/office/drawing/2014/main" id="{ABD1EAE9-28F1-F022-0886-6034CEE48011}"/>
              </a:ext>
            </a:extLst>
          </p:cNvPr>
          <p:cNvSpPr>
            <a:spLocks noGrp="1"/>
          </p:cNvSpPr>
          <p:nvPr>
            <p:ph type="body" sz="quarter" idx="40" hasCustomPrompt="1"/>
          </p:nvPr>
        </p:nvSpPr>
        <p:spPr>
          <a:xfrm>
            <a:off x="4298950" y="2506012"/>
            <a:ext cx="3602038" cy="1436596"/>
          </a:xfrm>
          <a:prstGeom prst="rect">
            <a:avLst/>
          </a:prstGeo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31" name="Text Placeholder 15">
            <a:extLst>
              <a:ext uri="{FF2B5EF4-FFF2-40B4-BE49-F238E27FC236}">
                <a16:creationId xmlns:a16="http://schemas.microsoft.com/office/drawing/2014/main" id="{C701D8AA-933D-5BE4-F7F1-E10444A625FD}"/>
              </a:ext>
            </a:extLst>
          </p:cNvPr>
          <p:cNvSpPr>
            <a:spLocks noGrp="1"/>
          </p:cNvSpPr>
          <p:nvPr>
            <p:ph type="body" sz="quarter" idx="41" hasCustomPrompt="1"/>
          </p:nvPr>
        </p:nvSpPr>
        <p:spPr>
          <a:xfrm>
            <a:off x="4516834" y="2689381"/>
            <a:ext cx="1372790" cy="510741"/>
          </a:xfrm>
          <a:prstGeom prst="rect">
            <a:avLst/>
          </a:prstGeo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32" name="Text Placeholder 15">
            <a:extLst>
              <a:ext uri="{FF2B5EF4-FFF2-40B4-BE49-F238E27FC236}">
                <a16:creationId xmlns:a16="http://schemas.microsoft.com/office/drawing/2014/main" id="{B7C2371B-53EA-E95C-F739-EFE9AE51735E}"/>
              </a:ext>
            </a:extLst>
          </p:cNvPr>
          <p:cNvSpPr>
            <a:spLocks noGrp="1"/>
          </p:cNvSpPr>
          <p:nvPr>
            <p:ph type="body" sz="quarter" idx="42" hasCustomPrompt="1"/>
          </p:nvPr>
        </p:nvSpPr>
        <p:spPr>
          <a:xfrm>
            <a:off x="4516834" y="3200123"/>
            <a:ext cx="1372791" cy="556953"/>
          </a:xfrm>
          <a:prstGeom prst="rect">
            <a:avLst/>
          </a:prstGeom>
        </p:spPr>
        <p:txBody>
          <a:bodyPr tIns="0" rIns="0" bIns="0" anchor="t" anchorCtr="0"/>
          <a:lstStyle>
            <a:lvl1pPr>
              <a:spcAft>
                <a:spcPts val="0"/>
              </a:spcAft>
              <a:buFontTx/>
              <a:buNone/>
              <a:defRPr sz="15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Stat descriptor lorem ipsum</a:t>
            </a:r>
          </a:p>
        </p:txBody>
      </p:sp>
      <p:sp>
        <p:nvSpPr>
          <p:cNvPr id="33" name="Text Placeholder 15">
            <a:extLst>
              <a:ext uri="{FF2B5EF4-FFF2-40B4-BE49-F238E27FC236}">
                <a16:creationId xmlns:a16="http://schemas.microsoft.com/office/drawing/2014/main" id="{EF52418C-31BC-D8CA-DAA7-32470FE01E79}"/>
              </a:ext>
            </a:extLst>
          </p:cNvPr>
          <p:cNvSpPr>
            <a:spLocks noGrp="1"/>
          </p:cNvSpPr>
          <p:nvPr>
            <p:ph type="body" sz="quarter" idx="43" hasCustomPrompt="1"/>
          </p:nvPr>
        </p:nvSpPr>
        <p:spPr>
          <a:xfrm>
            <a:off x="5981700" y="2689259"/>
            <a:ext cx="1786952" cy="1067817"/>
          </a:xfrm>
          <a:prstGeom prst="rect">
            <a:avLst/>
          </a:prstGeo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Lorem ipsum dolor sit </a:t>
            </a:r>
            <a:r>
              <a:rPr lang="en-US" err="1"/>
              <a:t>amet</a:t>
            </a:r>
            <a:endParaRPr lang="en-US"/>
          </a:p>
        </p:txBody>
      </p:sp>
      <p:sp>
        <p:nvSpPr>
          <p:cNvPr id="2" name="Text Placeholder 15">
            <a:extLst>
              <a:ext uri="{FF2B5EF4-FFF2-40B4-BE49-F238E27FC236}">
                <a16:creationId xmlns:a16="http://schemas.microsoft.com/office/drawing/2014/main" id="{AD00B111-831B-7B8E-4399-AF47F1033036}"/>
              </a:ext>
            </a:extLst>
          </p:cNvPr>
          <p:cNvSpPr>
            <a:spLocks noGrp="1"/>
          </p:cNvSpPr>
          <p:nvPr>
            <p:ph type="body" sz="quarter" idx="44"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05562707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statement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12" name="Title 1">
            <a:extLst>
              <a:ext uri="{FF2B5EF4-FFF2-40B4-BE49-F238E27FC236}">
                <a16:creationId xmlns:a16="http://schemas.microsoft.com/office/drawing/2014/main" id="{47E0355B-5AFF-3130-816E-3E1FC2EAADEB}"/>
              </a:ext>
            </a:extLst>
          </p:cNvPr>
          <p:cNvSpPr>
            <a:spLocks noGrp="1"/>
          </p:cNvSpPr>
          <p:nvPr>
            <p:ph type="title" hasCustomPrompt="1"/>
          </p:nvPr>
        </p:nvSpPr>
        <p:spPr>
          <a:xfrm>
            <a:off x="6210300" y="1092531"/>
            <a:ext cx="5518150" cy="4678878"/>
          </a:xfrm>
          <a:prstGeom prst="rect">
            <a:avLst/>
          </a:prstGeom>
        </p:spPr>
        <p:txBody>
          <a:bodyPr anchor="ctr" anchorCtr="0"/>
          <a:lstStyle>
            <a:lvl1pPr>
              <a:defRPr sz="2800" b="1">
                <a:solidFill>
                  <a:schemeClr val="tx1"/>
                </a:solidFill>
              </a:defRPr>
            </a:lvl1pPr>
          </a:lstStyle>
          <a:p>
            <a:r>
              <a:rPr lang="en-US"/>
              <a:t>Statement lorem ipsum dolor sit </a:t>
            </a:r>
            <a:r>
              <a:rPr lang="en-US" err="1"/>
              <a:t>amet</a:t>
            </a:r>
            <a:r>
              <a:rPr lang="en-US"/>
              <a:t>, </a:t>
            </a:r>
            <a:r>
              <a:rPr lang="en-US" err="1"/>
              <a:t>consectetur</a:t>
            </a:r>
            <a:r>
              <a:rPr lang="en-US"/>
              <a:t> </a:t>
            </a:r>
            <a:r>
              <a:rPr lang="en-US" err="1"/>
              <a:t>elit</a:t>
            </a:r>
            <a:r>
              <a:rPr lang="en-US"/>
              <a:t>, sed do </a:t>
            </a:r>
            <a:r>
              <a:rPr lang="en-US" err="1"/>
              <a:t>eiusmod</a:t>
            </a:r>
            <a:r>
              <a:rPr lang="en-US"/>
              <a:t> </a:t>
            </a:r>
            <a:r>
              <a:rPr lang="en-US" err="1"/>
              <a:t>tempor</a:t>
            </a:r>
            <a:r>
              <a:rPr lang="en-US"/>
              <a:t> </a:t>
            </a:r>
            <a:r>
              <a:rPr lang="en-US" err="1"/>
              <a:t>amet</a:t>
            </a:r>
            <a:endParaRPr lang="en-US"/>
          </a:p>
        </p:txBody>
      </p:sp>
      <p:sp>
        <p:nvSpPr>
          <p:cNvPr id="2" name="Picture Placeholder 7">
            <a:extLst>
              <a:ext uri="{FF2B5EF4-FFF2-40B4-BE49-F238E27FC236}">
                <a16:creationId xmlns:a16="http://schemas.microsoft.com/office/drawing/2014/main" id="{83BAC274-EB05-8089-8DCA-82CC218E7B7D}"/>
              </a:ext>
            </a:extLst>
          </p:cNvPr>
          <p:cNvSpPr>
            <a:spLocks noGrp="1"/>
          </p:cNvSpPr>
          <p:nvPr>
            <p:ph type="pic" sz="quarter"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defRPr b="0" i="0"/>
            </a:lvl1pPr>
          </a:lstStyle>
          <a:p>
            <a:r>
              <a:rPr lang="en-US"/>
              <a:t>Picture</a:t>
            </a:r>
          </a:p>
        </p:txBody>
      </p:sp>
    </p:spTree>
    <p:extLst>
      <p:ext uri="{BB962C8B-B14F-4D97-AF65-F5344CB8AC3E}">
        <p14:creationId xmlns:p14="http://schemas.microsoft.com/office/powerpoint/2010/main" val="156309179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statement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6" name="Title 1">
            <a:extLst>
              <a:ext uri="{FF2B5EF4-FFF2-40B4-BE49-F238E27FC236}">
                <a16:creationId xmlns:a16="http://schemas.microsoft.com/office/drawing/2014/main" id="{7678C184-31FA-D189-F5F1-A649E85A2BA7}"/>
              </a:ext>
            </a:extLst>
          </p:cNvPr>
          <p:cNvSpPr>
            <a:spLocks noGrp="1"/>
          </p:cNvSpPr>
          <p:nvPr>
            <p:ph type="title" hasCustomPrompt="1"/>
          </p:nvPr>
        </p:nvSpPr>
        <p:spPr>
          <a:xfrm>
            <a:off x="6210300" y="1092531"/>
            <a:ext cx="5518150" cy="4678878"/>
          </a:xfrm>
          <a:prstGeom prst="rect">
            <a:avLst/>
          </a:prstGeom>
        </p:spPr>
        <p:txBody>
          <a:bodyPr anchor="ctr" anchorCtr="0"/>
          <a:lstStyle>
            <a:lvl1pPr>
              <a:defRPr sz="2800" b="1">
                <a:solidFill>
                  <a:schemeClr val="bg1"/>
                </a:solidFill>
              </a:defRPr>
            </a:lvl1pPr>
          </a:lstStyle>
          <a:p>
            <a:r>
              <a:rPr lang="en-US"/>
              <a:t>Statement lorem ipsum dolor sit </a:t>
            </a:r>
            <a:r>
              <a:rPr lang="en-US" err="1"/>
              <a:t>amet</a:t>
            </a:r>
            <a:r>
              <a:rPr lang="en-US"/>
              <a:t>, </a:t>
            </a:r>
            <a:r>
              <a:rPr lang="en-US" err="1"/>
              <a:t>consectetur</a:t>
            </a:r>
            <a:r>
              <a:rPr lang="en-US"/>
              <a:t> </a:t>
            </a:r>
            <a:r>
              <a:rPr lang="en-US" err="1"/>
              <a:t>elit</a:t>
            </a:r>
            <a:r>
              <a:rPr lang="en-US"/>
              <a:t>, sed do </a:t>
            </a:r>
            <a:r>
              <a:rPr lang="en-US" err="1"/>
              <a:t>eiusmod</a:t>
            </a:r>
            <a:r>
              <a:rPr lang="en-US"/>
              <a:t> </a:t>
            </a:r>
            <a:r>
              <a:rPr lang="en-US" err="1"/>
              <a:t>tempor</a:t>
            </a:r>
            <a:r>
              <a:rPr lang="en-US"/>
              <a:t> </a:t>
            </a:r>
            <a:r>
              <a:rPr lang="en-US" err="1"/>
              <a:t>amet</a:t>
            </a:r>
            <a:endParaRPr lang="en-US"/>
          </a:p>
        </p:txBody>
      </p:sp>
      <p:sp>
        <p:nvSpPr>
          <p:cNvPr id="11" name="Picture Placeholder 7">
            <a:extLst>
              <a:ext uri="{FF2B5EF4-FFF2-40B4-BE49-F238E27FC236}">
                <a16:creationId xmlns:a16="http://schemas.microsoft.com/office/drawing/2014/main" id="{0A7DEA8A-BFCC-0AC5-D777-EE87427CC9B6}"/>
              </a:ext>
            </a:extLst>
          </p:cNvPr>
          <p:cNvSpPr>
            <a:spLocks noGrp="1"/>
          </p:cNvSpPr>
          <p:nvPr>
            <p:ph type="pic" sz="quarter"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defRPr b="0" i="0"/>
            </a:lvl1pPr>
          </a:lstStyle>
          <a:p>
            <a:r>
              <a:rPr lang="en-US"/>
              <a:t>Picture</a:t>
            </a:r>
          </a:p>
        </p:txBody>
      </p:sp>
      <p:sp>
        <p:nvSpPr>
          <p:cNvPr id="12" name="Footer Placeholder 8">
            <a:extLst>
              <a:ext uri="{FF2B5EF4-FFF2-40B4-BE49-F238E27FC236}">
                <a16:creationId xmlns:a16="http://schemas.microsoft.com/office/drawing/2014/main" id="{8657527A-CAEB-FEAB-3416-F225B5A68F7F}"/>
              </a:ext>
            </a:extLst>
          </p:cNvPr>
          <p:cNvSpPr>
            <a:spLocks noGrp="1"/>
          </p:cNvSpPr>
          <p:nvPr>
            <p:ph type="ftr" sz="quarter" idx="24"/>
          </p:nvPr>
        </p:nvSpPr>
        <p:spPr>
          <a:xfrm>
            <a:off x="4321019" y="6400798"/>
            <a:ext cx="7102834" cy="167949"/>
          </a:xfrm>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2026 West Monroe Partners | Reproduction and/or distribution without West Monroe Partners’ prior consent is prohibited.</a:t>
            </a:r>
          </a:p>
        </p:txBody>
      </p:sp>
      <p:sp>
        <p:nvSpPr>
          <p:cNvPr id="13" name="Slide Number Placeholder 9">
            <a:extLst>
              <a:ext uri="{FF2B5EF4-FFF2-40B4-BE49-F238E27FC236}">
                <a16:creationId xmlns:a16="http://schemas.microsoft.com/office/drawing/2014/main" id="{6129BC8C-D508-35AC-1FA3-37F936E3752F}"/>
              </a:ext>
            </a:extLst>
          </p:cNvPr>
          <p:cNvSpPr>
            <a:spLocks noGrp="1"/>
          </p:cNvSpPr>
          <p:nvPr>
            <p:ph type="sldNum" sz="quarter" idx="25"/>
          </p:nvPr>
        </p:nvSpPr>
        <p:spPr>
          <a:xfrm>
            <a:off x="11509578" y="6400799"/>
            <a:ext cx="218871" cy="1679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Tree>
    <p:extLst>
      <p:ext uri="{BB962C8B-B14F-4D97-AF65-F5344CB8AC3E}">
        <p14:creationId xmlns:p14="http://schemas.microsoft.com/office/powerpoint/2010/main" val="285115561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statement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6" name="Title 1">
            <a:extLst>
              <a:ext uri="{FF2B5EF4-FFF2-40B4-BE49-F238E27FC236}">
                <a16:creationId xmlns:a16="http://schemas.microsoft.com/office/drawing/2014/main" id="{7A099A38-A8A2-7263-BB25-EE5337AAA98C}"/>
              </a:ext>
            </a:extLst>
          </p:cNvPr>
          <p:cNvSpPr>
            <a:spLocks noGrp="1"/>
          </p:cNvSpPr>
          <p:nvPr>
            <p:ph type="title" hasCustomPrompt="1"/>
          </p:nvPr>
        </p:nvSpPr>
        <p:spPr>
          <a:xfrm>
            <a:off x="6210300" y="1092531"/>
            <a:ext cx="5518150" cy="4678878"/>
          </a:xfrm>
          <a:prstGeom prst="rect">
            <a:avLst/>
          </a:prstGeom>
        </p:spPr>
        <p:txBody>
          <a:bodyPr anchor="ctr" anchorCtr="0"/>
          <a:lstStyle>
            <a:lvl1pPr>
              <a:defRPr sz="2800" b="1">
                <a:solidFill>
                  <a:schemeClr val="bg1"/>
                </a:solidFill>
              </a:defRPr>
            </a:lvl1pPr>
          </a:lstStyle>
          <a:p>
            <a:r>
              <a:rPr lang="en-US"/>
              <a:t>Statement lorem ipsum dolor sit </a:t>
            </a:r>
            <a:r>
              <a:rPr lang="en-US" err="1"/>
              <a:t>amet</a:t>
            </a:r>
            <a:r>
              <a:rPr lang="en-US"/>
              <a:t>, </a:t>
            </a:r>
            <a:r>
              <a:rPr lang="en-US" err="1"/>
              <a:t>consectetur</a:t>
            </a:r>
            <a:r>
              <a:rPr lang="en-US"/>
              <a:t> </a:t>
            </a:r>
            <a:r>
              <a:rPr lang="en-US" err="1"/>
              <a:t>elit</a:t>
            </a:r>
            <a:r>
              <a:rPr lang="en-US"/>
              <a:t>, sed do </a:t>
            </a:r>
            <a:r>
              <a:rPr lang="en-US" err="1"/>
              <a:t>eiusmod</a:t>
            </a:r>
            <a:r>
              <a:rPr lang="en-US"/>
              <a:t> </a:t>
            </a:r>
            <a:r>
              <a:rPr lang="en-US" err="1"/>
              <a:t>tempor</a:t>
            </a:r>
            <a:r>
              <a:rPr lang="en-US"/>
              <a:t> </a:t>
            </a:r>
            <a:r>
              <a:rPr lang="en-US" err="1"/>
              <a:t>amet</a:t>
            </a:r>
            <a:endParaRPr lang="en-US"/>
          </a:p>
        </p:txBody>
      </p:sp>
      <p:sp>
        <p:nvSpPr>
          <p:cNvPr id="11" name="Picture Placeholder 7">
            <a:extLst>
              <a:ext uri="{FF2B5EF4-FFF2-40B4-BE49-F238E27FC236}">
                <a16:creationId xmlns:a16="http://schemas.microsoft.com/office/drawing/2014/main" id="{4262223A-9D73-96F4-3DE6-CDEEF4F5878B}"/>
              </a:ext>
            </a:extLst>
          </p:cNvPr>
          <p:cNvSpPr>
            <a:spLocks noGrp="1"/>
          </p:cNvSpPr>
          <p:nvPr>
            <p:ph type="pic" sz="quarter"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defRPr b="0" i="0"/>
            </a:lvl1pPr>
          </a:lstStyle>
          <a:p>
            <a:r>
              <a:rPr lang="en-US"/>
              <a:t>Picture</a:t>
            </a:r>
          </a:p>
        </p:txBody>
      </p:sp>
      <p:sp>
        <p:nvSpPr>
          <p:cNvPr id="12" name="Footer Placeholder 8">
            <a:extLst>
              <a:ext uri="{FF2B5EF4-FFF2-40B4-BE49-F238E27FC236}">
                <a16:creationId xmlns:a16="http://schemas.microsoft.com/office/drawing/2014/main" id="{8E270589-B840-8D56-E32B-99AA9C396E34}"/>
              </a:ext>
            </a:extLst>
          </p:cNvPr>
          <p:cNvSpPr>
            <a:spLocks noGrp="1"/>
          </p:cNvSpPr>
          <p:nvPr>
            <p:ph type="ftr" sz="quarter" idx="24"/>
          </p:nvPr>
        </p:nvSpPr>
        <p:spPr>
          <a:xfrm>
            <a:off x="4321019" y="6400798"/>
            <a:ext cx="7102834" cy="167949"/>
          </a:xfrm>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2026 West Monroe Partners | Reproduction and/or distribution without West Monroe Partners’ prior consent is prohibited.</a:t>
            </a:r>
          </a:p>
        </p:txBody>
      </p:sp>
      <p:sp>
        <p:nvSpPr>
          <p:cNvPr id="13" name="Slide Number Placeholder 9">
            <a:extLst>
              <a:ext uri="{FF2B5EF4-FFF2-40B4-BE49-F238E27FC236}">
                <a16:creationId xmlns:a16="http://schemas.microsoft.com/office/drawing/2014/main" id="{0F30AAAB-5875-7313-E3C5-DDE3A87DE7E4}"/>
              </a:ext>
            </a:extLst>
          </p:cNvPr>
          <p:cNvSpPr>
            <a:spLocks noGrp="1"/>
          </p:cNvSpPr>
          <p:nvPr>
            <p:ph type="sldNum" sz="quarter" idx="25"/>
          </p:nvPr>
        </p:nvSpPr>
        <p:spPr>
          <a:xfrm>
            <a:off x="11509578" y="6400799"/>
            <a:ext cx="218871" cy="1679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Tree>
    <p:extLst>
      <p:ext uri="{BB962C8B-B14F-4D97-AF65-F5344CB8AC3E}">
        <p14:creationId xmlns:p14="http://schemas.microsoft.com/office/powerpoint/2010/main" val="275576679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statement_4_two_im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Text Placeholder 9">
            <a:extLst>
              <a:ext uri="{FF2B5EF4-FFF2-40B4-BE49-F238E27FC236}">
                <a16:creationId xmlns:a16="http://schemas.microsoft.com/office/drawing/2014/main" id="{567773C6-F57B-6E9F-F954-058B210A9903}"/>
              </a:ext>
            </a:extLst>
          </p:cNvPr>
          <p:cNvSpPr>
            <a:spLocks noGrp="1"/>
          </p:cNvSpPr>
          <p:nvPr>
            <p:ph type="body" sz="quarter" idx="23" hasCustomPrompt="1"/>
          </p:nvPr>
        </p:nvSpPr>
        <p:spPr>
          <a:xfrm>
            <a:off x="0" y="3240042"/>
            <a:ext cx="3441700" cy="586696"/>
          </a:xfrm>
          <a:prstGeom prst="rect">
            <a:avLst/>
          </a:prstGeom>
          <a:blipFill>
            <a:blip r:embed="rId3"/>
            <a:stretch>
              <a:fillRect/>
            </a:stretch>
          </a:blipFill>
        </p:spPr>
        <p:txBody>
          <a:bodyPr/>
          <a:lstStyle>
            <a:lvl1pPr>
              <a:defRPr sz="2800" b="0" i="0"/>
            </a:lvl1pPr>
          </a:lstStyle>
          <a:p>
            <a:pPr lvl="0"/>
            <a:r>
              <a:rPr lang="en-US"/>
              <a:t> </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14" name="Title 1">
            <a:extLst>
              <a:ext uri="{FF2B5EF4-FFF2-40B4-BE49-F238E27FC236}">
                <a16:creationId xmlns:a16="http://schemas.microsoft.com/office/drawing/2014/main" id="{561928D6-AF33-2FC3-7DA3-712B90A8FF99}"/>
              </a:ext>
            </a:extLst>
          </p:cNvPr>
          <p:cNvSpPr>
            <a:spLocks noGrp="1"/>
          </p:cNvSpPr>
          <p:nvPr>
            <p:ph type="title" hasCustomPrompt="1"/>
          </p:nvPr>
        </p:nvSpPr>
        <p:spPr>
          <a:xfrm>
            <a:off x="460377" y="1770064"/>
            <a:ext cx="6156323" cy="1962936"/>
          </a:xfrm>
          <a:prstGeom prst="rect">
            <a:avLst/>
          </a:prstGeom>
        </p:spPr>
        <p:txBody>
          <a:bodyPr anchor="b" anchorCtr="0"/>
          <a:lstStyle>
            <a:lvl1pPr>
              <a:defRPr sz="2800" b="1">
                <a:solidFill>
                  <a:schemeClr val="tx1"/>
                </a:solidFill>
              </a:defRPr>
            </a:lvl1pPr>
          </a:lstStyle>
          <a:p>
            <a:r>
              <a:rPr lang="en-US"/>
              <a:t>Statement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amet</a:t>
            </a:r>
            <a:r>
              <a:rPr lang="en-US"/>
              <a:t> adjust highlight et dolore. </a:t>
            </a:r>
          </a:p>
        </p:txBody>
      </p:sp>
      <p:sp>
        <p:nvSpPr>
          <p:cNvPr id="15" name="Picture Placeholder 7">
            <a:extLst>
              <a:ext uri="{FF2B5EF4-FFF2-40B4-BE49-F238E27FC236}">
                <a16:creationId xmlns:a16="http://schemas.microsoft.com/office/drawing/2014/main" id="{2B7400D2-037A-9FDF-16A4-0FD79008EAA7}"/>
              </a:ext>
            </a:extLst>
          </p:cNvPr>
          <p:cNvSpPr>
            <a:spLocks noGrp="1"/>
          </p:cNvSpPr>
          <p:nvPr>
            <p:ph type="pic" sz="quarter" idx="10" hasCustomPrompt="1"/>
          </p:nvPr>
        </p:nvSpPr>
        <p:spPr>
          <a:xfrm>
            <a:off x="7805583" y="1143000"/>
            <a:ext cx="2566219" cy="2569906"/>
          </a:xfrm>
          <a:prstGeom prst="rect">
            <a:avLst/>
          </a:prstGeom>
          <a:solidFill>
            <a:schemeClr val="accent2">
              <a:lumMod val="40000"/>
              <a:lumOff val="60000"/>
            </a:schemeClr>
          </a:solidFill>
        </p:spPr>
        <p:txBody>
          <a:bodyPr tIns="822960"/>
          <a:lstStyle>
            <a:lvl1pPr algn="ctr">
              <a:defRPr b="0" i="0"/>
            </a:lvl1pPr>
          </a:lstStyle>
          <a:p>
            <a:r>
              <a:rPr lang="en-US"/>
              <a:t>Picture</a:t>
            </a:r>
          </a:p>
        </p:txBody>
      </p:sp>
      <p:sp>
        <p:nvSpPr>
          <p:cNvPr id="16" name="Picture Placeholder 7">
            <a:extLst>
              <a:ext uri="{FF2B5EF4-FFF2-40B4-BE49-F238E27FC236}">
                <a16:creationId xmlns:a16="http://schemas.microsoft.com/office/drawing/2014/main" id="{2351EC89-08D0-926B-7E0B-EF30F37058AA}"/>
              </a:ext>
            </a:extLst>
          </p:cNvPr>
          <p:cNvSpPr>
            <a:spLocks noGrp="1"/>
          </p:cNvSpPr>
          <p:nvPr>
            <p:ph type="pic" sz="quarter" idx="26" hasCustomPrompt="1"/>
          </p:nvPr>
        </p:nvSpPr>
        <p:spPr>
          <a:xfrm>
            <a:off x="8465574" y="3900948"/>
            <a:ext cx="1906228" cy="1902542"/>
          </a:xfrm>
          <a:prstGeom prst="rect">
            <a:avLst/>
          </a:prstGeom>
          <a:solidFill>
            <a:schemeClr val="accent2">
              <a:lumMod val="40000"/>
              <a:lumOff val="60000"/>
            </a:schemeClr>
          </a:solidFill>
        </p:spPr>
        <p:txBody>
          <a:bodyPr tIns="548640"/>
          <a:lstStyle>
            <a:lvl1pPr algn="ctr">
              <a:defRPr b="0" i="0"/>
            </a:lvl1pPr>
          </a:lstStyle>
          <a:p>
            <a:r>
              <a:rPr lang="en-US"/>
              <a:t>Picture</a:t>
            </a:r>
          </a:p>
        </p:txBody>
      </p:sp>
    </p:spTree>
    <p:extLst>
      <p:ext uri="{BB962C8B-B14F-4D97-AF65-F5344CB8AC3E}">
        <p14:creationId xmlns:p14="http://schemas.microsoft.com/office/powerpoint/2010/main" val="252323220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1_divider_5">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p:spPr>
        <p:txBody>
          <a:bodyPr tIns="91440" rIns="0" bIns="0" anchor="t" anchorCtr="0"/>
          <a:lstStyle>
            <a:lvl1pPr>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7439024" cy="1582615"/>
          </a:xfr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1281113" cy="1219200"/>
          </a:xfr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pic>
        <p:nvPicPr>
          <p:cNvPr id="8" name="Picture 7">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460378" y="6325375"/>
            <a:ext cx="1457322"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Tree>
    <p:extLst>
      <p:ext uri="{BB962C8B-B14F-4D97-AF65-F5344CB8AC3E}">
        <p14:creationId xmlns:p14="http://schemas.microsoft.com/office/powerpoint/2010/main" val="393743920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Client Callou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Text Placeholder 15">
            <a:extLst>
              <a:ext uri="{FF2B5EF4-FFF2-40B4-BE49-F238E27FC236}">
                <a16:creationId xmlns:a16="http://schemas.microsoft.com/office/drawing/2014/main" id="{59819361-C169-F543-35DA-BD3C6C3B985E}"/>
              </a:ext>
            </a:extLst>
          </p:cNvPr>
          <p:cNvSpPr>
            <a:spLocks noGrp="1"/>
          </p:cNvSpPr>
          <p:nvPr>
            <p:ph type="body" sz="quarter" idx="33" hasCustomPrompt="1"/>
          </p:nvPr>
        </p:nvSpPr>
        <p:spPr>
          <a:xfrm>
            <a:off x="4298950" y="831591"/>
            <a:ext cx="3602038" cy="1436596"/>
          </a:xfr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2025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3" name="Text Placeholder 12">
            <a:extLst>
              <a:ext uri="{FF2B5EF4-FFF2-40B4-BE49-F238E27FC236}">
                <a16:creationId xmlns:a16="http://schemas.microsoft.com/office/drawing/2014/main" id="{C83773E0-B2A9-5900-EA67-04A744D0B7D9}"/>
              </a:ext>
            </a:extLst>
          </p:cNvPr>
          <p:cNvSpPr>
            <a:spLocks noGrp="1"/>
          </p:cNvSpPr>
          <p:nvPr>
            <p:ph type="body" sz="quarter" idx="28"/>
          </p:nvPr>
        </p:nvSpPr>
        <p:spPr>
          <a:xfrm>
            <a:off x="460375" y="2202611"/>
            <a:ext cx="3606800" cy="3817189"/>
          </a:xfrm>
        </p:spPr>
        <p:txBody>
          <a:bodyPr tIns="91440"/>
          <a:lstStyle>
            <a:lvl1pPr>
              <a:defRPr sz="1400" b="0" i="0"/>
            </a:lvl1pPr>
            <a:lvl2pPr>
              <a:defRPr sz="1400" b="1" i="0"/>
            </a:lvl2pPr>
            <a:lvl3pPr marL="137160" indent="-137160">
              <a:defRPr sz="1200" b="0" i="0"/>
            </a:lvl3pPr>
            <a:lvl4pPr marL="274320" indent="-137160">
              <a:defRPr sz="1200" b="0" i="0"/>
            </a:lvl4pPr>
            <a:lvl5pPr marL="411480" indent="-137160">
              <a:defRPr sz="1200" b="0" i="0"/>
            </a:lvl5pPr>
            <a:lvl6pPr marL="182880" indent="-182880">
              <a:buAutoNum type="arabicPeriod"/>
              <a:defRPr sz="1200"/>
            </a:lvl6pPr>
            <a:lvl7pPr marL="365760" indent="-182880">
              <a:buAutoNum type="arabicPeriod"/>
              <a:defRPr sz="1200"/>
            </a:lvl7pPr>
            <a:lvl8pPr marL="548640" indent="-182880">
              <a:defRPr sz="1200"/>
            </a:lvl8pPr>
            <a:lvl9pPr>
              <a:defRPr sz="14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15">
            <a:extLst>
              <a:ext uri="{FF2B5EF4-FFF2-40B4-BE49-F238E27FC236}">
                <a16:creationId xmlns:a16="http://schemas.microsoft.com/office/drawing/2014/main" id="{F2F2811C-682B-50C7-DB15-23C006FAFC16}"/>
              </a:ext>
            </a:extLst>
          </p:cNvPr>
          <p:cNvSpPr>
            <a:spLocks noGrp="1"/>
          </p:cNvSpPr>
          <p:nvPr>
            <p:ph type="body" sz="quarter" idx="19" hasCustomPrompt="1"/>
          </p:nvPr>
        </p:nvSpPr>
        <p:spPr>
          <a:xfrm>
            <a:off x="465138" y="556953"/>
            <a:ext cx="3602038" cy="556953"/>
          </a:xfrm>
        </p:spPr>
        <p:txBody>
          <a:bodyPr tIns="228600" rIns="0" bIns="0" anchor="t" anchorCtr="0"/>
          <a:lstStyle>
            <a:lvl1pPr>
              <a:spcAft>
                <a:spcPts val="0"/>
              </a:spcAft>
              <a:buFontTx/>
              <a:buNone/>
              <a:defRPr sz="1600" b="1" i="0" cap="all"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all"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CLIENT NAME</a:t>
            </a:r>
          </a:p>
        </p:txBody>
      </p:sp>
      <p:sp>
        <p:nvSpPr>
          <p:cNvPr id="12" name="Title 11">
            <a:extLst>
              <a:ext uri="{FF2B5EF4-FFF2-40B4-BE49-F238E27FC236}">
                <a16:creationId xmlns:a16="http://schemas.microsoft.com/office/drawing/2014/main" id="{73D86145-91C7-C9AD-8439-02A6318C3553}"/>
              </a:ext>
            </a:extLst>
          </p:cNvPr>
          <p:cNvSpPr>
            <a:spLocks noGrp="1"/>
          </p:cNvSpPr>
          <p:nvPr>
            <p:ph type="title"/>
          </p:nvPr>
        </p:nvSpPr>
        <p:spPr>
          <a:xfrm>
            <a:off x="460375" y="1116054"/>
            <a:ext cx="3606800" cy="1086557"/>
          </a:xfrm>
        </p:spPr>
        <p:txBody>
          <a:bodyPr tIns="45720"/>
          <a:lstStyle>
            <a:lvl1pPr>
              <a:defRPr sz="2000">
                <a:solidFill>
                  <a:schemeClr val="tx1"/>
                </a:solidFill>
              </a:defRPr>
            </a:lvl1pPr>
          </a:lstStyle>
          <a:p>
            <a:r>
              <a:rPr lang="en-US"/>
              <a:t>Click to edit Master title style</a:t>
            </a:r>
          </a:p>
        </p:txBody>
      </p:sp>
      <p:sp>
        <p:nvSpPr>
          <p:cNvPr id="16" name="Picture Placeholder 7">
            <a:extLst>
              <a:ext uri="{FF2B5EF4-FFF2-40B4-BE49-F238E27FC236}">
                <a16:creationId xmlns:a16="http://schemas.microsoft.com/office/drawing/2014/main" id="{85295369-BD35-627D-DCF3-70F052CE99AA}"/>
              </a:ext>
            </a:extLst>
          </p:cNvPr>
          <p:cNvSpPr>
            <a:spLocks noGrp="1"/>
          </p:cNvSpPr>
          <p:nvPr>
            <p:ph type="pic" sz="quarter" idx="10" hasCustomPrompt="1"/>
          </p:nvPr>
        </p:nvSpPr>
        <p:spPr>
          <a:xfrm>
            <a:off x="8124824" y="835429"/>
            <a:ext cx="3603625" cy="4854171"/>
          </a:xfrm>
          <a:prstGeom prst="rect">
            <a:avLst/>
          </a:prstGeom>
          <a:solidFill>
            <a:schemeClr val="accent2">
              <a:lumMod val="40000"/>
              <a:lumOff val="60000"/>
            </a:schemeClr>
          </a:solidFill>
        </p:spPr>
        <p:txBody>
          <a:bodyPr tIns="1828800"/>
          <a:lstStyle>
            <a:lvl1pPr algn="ctr">
              <a:defRPr b="0" i="0"/>
            </a:lvl1pPr>
          </a:lstStyle>
          <a:p>
            <a:r>
              <a:rPr lang="en-US"/>
              <a:t>Relevant image or </a:t>
            </a:r>
            <a:br>
              <a:rPr lang="en-US"/>
            </a:br>
            <a:r>
              <a:rPr lang="en-US"/>
              <a:t>product prototype</a:t>
            </a:r>
          </a:p>
        </p:txBody>
      </p:sp>
      <p:sp>
        <p:nvSpPr>
          <p:cNvPr id="17" name="Text Placeholder 15">
            <a:extLst>
              <a:ext uri="{FF2B5EF4-FFF2-40B4-BE49-F238E27FC236}">
                <a16:creationId xmlns:a16="http://schemas.microsoft.com/office/drawing/2014/main" id="{B2F81DA5-F8CF-9074-55A0-F820DE7FFD70}"/>
              </a:ext>
            </a:extLst>
          </p:cNvPr>
          <p:cNvSpPr>
            <a:spLocks noGrp="1"/>
          </p:cNvSpPr>
          <p:nvPr>
            <p:ph type="body" sz="quarter" idx="23" hasCustomPrompt="1"/>
          </p:nvPr>
        </p:nvSpPr>
        <p:spPr>
          <a:xfrm>
            <a:off x="4516834" y="1014960"/>
            <a:ext cx="1372790" cy="510741"/>
          </a:xfr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18" name="Text Placeholder 15">
            <a:extLst>
              <a:ext uri="{FF2B5EF4-FFF2-40B4-BE49-F238E27FC236}">
                <a16:creationId xmlns:a16="http://schemas.microsoft.com/office/drawing/2014/main" id="{B61EB7FF-E196-443F-C2CC-DAFC7495AF6C}"/>
              </a:ext>
            </a:extLst>
          </p:cNvPr>
          <p:cNvSpPr>
            <a:spLocks noGrp="1"/>
          </p:cNvSpPr>
          <p:nvPr>
            <p:ph type="body" sz="quarter" idx="31" hasCustomPrompt="1"/>
          </p:nvPr>
        </p:nvSpPr>
        <p:spPr>
          <a:xfrm>
            <a:off x="4516834" y="1525702"/>
            <a:ext cx="1372791" cy="556953"/>
          </a:xfrm>
        </p:spPr>
        <p:txBody>
          <a:bodyPr tIns="0" rIns="0" bIns="0" anchor="t" anchorCtr="0"/>
          <a:lstStyle>
            <a:lvl1pPr>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Stat descriptor lorem ipsum</a:t>
            </a:r>
          </a:p>
        </p:txBody>
      </p:sp>
      <p:sp>
        <p:nvSpPr>
          <p:cNvPr id="19" name="Text Placeholder 15">
            <a:extLst>
              <a:ext uri="{FF2B5EF4-FFF2-40B4-BE49-F238E27FC236}">
                <a16:creationId xmlns:a16="http://schemas.microsoft.com/office/drawing/2014/main" id="{883E52D6-5A2B-54FE-B2FD-50F05B9B1649}"/>
              </a:ext>
            </a:extLst>
          </p:cNvPr>
          <p:cNvSpPr>
            <a:spLocks noGrp="1"/>
          </p:cNvSpPr>
          <p:nvPr>
            <p:ph type="body" sz="quarter" idx="32" hasCustomPrompt="1"/>
          </p:nvPr>
        </p:nvSpPr>
        <p:spPr>
          <a:xfrm>
            <a:off x="5981700" y="1014838"/>
            <a:ext cx="1786952" cy="1067817"/>
          </a:xfr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Lorem ipsum dolor sit </a:t>
            </a:r>
            <a:r>
              <a:rPr lang="en-US" err="1"/>
              <a:t>amet</a:t>
            </a:r>
            <a:endParaRPr lang="en-US"/>
          </a:p>
        </p:txBody>
      </p:sp>
      <p:sp>
        <p:nvSpPr>
          <p:cNvPr id="26" name="Text Placeholder 25">
            <a:extLst>
              <a:ext uri="{FF2B5EF4-FFF2-40B4-BE49-F238E27FC236}">
                <a16:creationId xmlns:a16="http://schemas.microsoft.com/office/drawing/2014/main" id="{145EC9BB-9EA6-882D-C1C8-A929A8D7679A}"/>
              </a:ext>
            </a:extLst>
          </p:cNvPr>
          <p:cNvSpPr>
            <a:spLocks noGrp="1"/>
          </p:cNvSpPr>
          <p:nvPr>
            <p:ph type="body" sz="quarter" idx="38" hasCustomPrompt="1"/>
          </p:nvPr>
        </p:nvSpPr>
        <p:spPr>
          <a:xfrm>
            <a:off x="4300536" y="4419803"/>
            <a:ext cx="803275" cy="269761"/>
          </a:xfrm>
          <a:blipFill>
            <a:blip>
              <a:extLst>
                <a:ext uri="{96DAC541-7B7A-43D3-8B79-37D633B846F1}">
                  <asvg:svgBlip xmlns:asvg="http://schemas.microsoft.com/office/drawing/2016/SVG/main" r:embed="rId4"/>
                </a:ext>
              </a:extLst>
            </a:blip>
            <a:stretch>
              <a:fillRect/>
            </a:stretch>
          </a:blipFill>
        </p:spPr>
        <p:txBody>
          <a:bodyPr/>
          <a:lstStyle>
            <a:lvl1pPr>
              <a:defRPr b="0" i="0"/>
            </a:lvl1pPr>
          </a:lstStyle>
          <a:p>
            <a:pPr lvl="0"/>
            <a:r>
              <a:rPr lang="en-US"/>
              <a:t> </a:t>
            </a:r>
          </a:p>
        </p:txBody>
      </p:sp>
      <p:sp>
        <p:nvSpPr>
          <p:cNvPr id="27" name="Text Placeholder 15">
            <a:extLst>
              <a:ext uri="{FF2B5EF4-FFF2-40B4-BE49-F238E27FC236}">
                <a16:creationId xmlns:a16="http://schemas.microsoft.com/office/drawing/2014/main" id="{A32C7319-9E77-357E-1E6B-23D733A030D1}"/>
              </a:ext>
            </a:extLst>
          </p:cNvPr>
          <p:cNvSpPr>
            <a:spLocks noGrp="1"/>
          </p:cNvSpPr>
          <p:nvPr>
            <p:ph type="body" sz="quarter" idx="39" hasCustomPrompt="1"/>
          </p:nvPr>
        </p:nvSpPr>
        <p:spPr>
          <a:xfrm>
            <a:off x="4298950" y="4800601"/>
            <a:ext cx="3600450" cy="1219458"/>
          </a:xfrm>
        </p:spPr>
        <p:txBody>
          <a:bodyPr tIns="0" rIns="0" bIns="0" anchor="t" anchorCtr="0"/>
          <a:lstStyle>
            <a:lvl1pPr>
              <a:spcAft>
                <a:spcPts val="1000"/>
              </a:spcAft>
              <a:buFontTx/>
              <a:buNone/>
              <a:defRPr sz="1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Testimonial or project highlight goes here lorem ipsum dolor. Lorem </a:t>
            </a:r>
            <a:r>
              <a:rPr lang="en-US" err="1"/>
              <a:t>amet</a:t>
            </a:r>
            <a:r>
              <a:rPr lang="en-US"/>
              <a:t> </a:t>
            </a:r>
            <a:r>
              <a:rPr lang="en-US" err="1"/>
              <a:t>repudicae</a:t>
            </a:r>
            <a:r>
              <a:rPr lang="en-US"/>
              <a:t> </a:t>
            </a:r>
            <a:r>
              <a:rPr lang="en-US" err="1"/>
              <a:t>nihitatis</a:t>
            </a:r>
            <a:r>
              <a:rPr lang="en-US"/>
              <a:t> et </a:t>
            </a:r>
            <a:r>
              <a:rPr lang="en-US" err="1"/>
              <a:t>magnam</a:t>
            </a:r>
            <a:r>
              <a:rPr lang="en-US"/>
              <a:t>.</a:t>
            </a:r>
          </a:p>
        </p:txBody>
      </p:sp>
      <p:sp>
        <p:nvSpPr>
          <p:cNvPr id="30" name="Text Placeholder 15">
            <a:extLst>
              <a:ext uri="{FF2B5EF4-FFF2-40B4-BE49-F238E27FC236}">
                <a16:creationId xmlns:a16="http://schemas.microsoft.com/office/drawing/2014/main" id="{ABD1EAE9-28F1-F022-0886-6034CEE48011}"/>
              </a:ext>
            </a:extLst>
          </p:cNvPr>
          <p:cNvSpPr>
            <a:spLocks noGrp="1"/>
          </p:cNvSpPr>
          <p:nvPr>
            <p:ph type="body" sz="quarter" idx="40" hasCustomPrompt="1"/>
          </p:nvPr>
        </p:nvSpPr>
        <p:spPr>
          <a:xfrm>
            <a:off x="4298950" y="2506012"/>
            <a:ext cx="3602038" cy="1436596"/>
          </a:xfr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31" name="Text Placeholder 15">
            <a:extLst>
              <a:ext uri="{FF2B5EF4-FFF2-40B4-BE49-F238E27FC236}">
                <a16:creationId xmlns:a16="http://schemas.microsoft.com/office/drawing/2014/main" id="{C701D8AA-933D-5BE4-F7F1-E10444A625FD}"/>
              </a:ext>
            </a:extLst>
          </p:cNvPr>
          <p:cNvSpPr>
            <a:spLocks noGrp="1"/>
          </p:cNvSpPr>
          <p:nvPr>
            <p:ph type="body" sz="quarter" idx="41" hasCustomPrompt="1"/>
          </p:nvPr>
        </p:nvSpPr>
        <p:spPr>
          <a:xfrm>
            <a:off x="4516834" y="2689381"/>
            <a:ext cx="1372790" cy="510741"/>
          </a:xfr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32" name="Text Placeholder 15">
            <a:extLst>
              <a:ext uri="{FF2B5EF4-FFF2-40B4-BE49-F238E27FC236}">
                <a16:creationId xmlns:a16="http://schemas.microsoft.com/office/drawing/2014/main" id="{B7C2371B-53EA-E95C-F739-EFE9AE51735E}"/>
              </a:ext>
            </a:extLst>
          </p:cNvPr>
          <p:cNvSpPr>
            <a:spLocks noGrp="1"/>
          </p:cNvSpPr>
          <p:nvPr>
            <p:ph type="body" sz="quarter" idx="42" hasCustomPrompt="1"/>
          </p:nvPr>
        </p:nvSpPr>
        <p:spPr>
          <a:xfrm>
            <a:off x="4516834" y="3200123"/>
            <a:ext cx="1372791" cy="556953"/>
          </a:xfrm>
        </p:spPr>
        <p:txBody>
          <a:bodyPr tIns="0" rIns="0" bIns="0" anchor="t" anchorCtr="0"/>
          <a:lstStyle>
            <a:lvl1pPr>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Stat descriptor lorem ipsum</a:t>
            </a:r>
          </a:p>
        </p:txBody>
      </p:sp>
      <p:sp>
        <p:nvSpPr>
          <p:cNvPr id="33" name="Text Placeholder 15">
            <a:extLst>
              <a:ext uri="{FF2B5EF4-FFF2-40B4-BE49-F238E27FC236}">
                <a16:creationId xmlns:a16="http://schemas.microsoft.com/office/drawing/2014/main" id="{EF52418C-31BC-D8CA-DAA7-32470FE01E79}"/>
              </a:ext>
            </a:extLst>
          </p:cNvPr>
          <p:cNvSpPr>
            <a:spLocks noGrp="1"/>
          </p:cNvSpPr>
          <p:nvPr>
            <p:ph type="body" sz="quarter" idx="43" hasCustomPrompt="1"/>
          </p:nvPr>
        </p:nvSpPr>
        <p:spPr>
          <a:xfrm>
            <a:off x="5981700" y="2689259"/>
            <a:ext cx="1786952" cy="1067817"/>
          </a:xfr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Lorem ipsum dolor sit </a:t>
            </a:r>
            <a:r>
              <a:rPr lang="en-US" err="1"/>
              <a:t>amet</a:t>
            </a:r>
            <a:endParaRPr lang="en-US"/>
          </a:p>
        </p:txBody>
      </p:sp>
      <p:sp>
        <p:nvSpPr>
          <p:cNvPr id="2" name="Text Placeholder 15">
            <a:extLst>
              <a:ext uri="{FF2B5EF4-FFF2-40B4-BE49-F238E27FC236}">
                <a16:creationId xmlns:a16="http://schemas.microsoft.com/office/drawing/2014/main" id="{AD00B111-831B-7B8E-4399-AF47F1033036}"/>
              </a:ext>
            </a:extLst>
          </p:cNvPr>
          <p:cNvSpPr>
            <a:spLocks noGrp="1"/>
          </p:cNvSpPr>
          <p:nvPr>
            <p:ph type="body" sz="quarter" idx="44" hasCustomPrompt="1"/>
          </p:nvPr>
        </p:nvSpPr>
        <p:spPr>
          <a:xfrm>
            <a:off x="465137" y="0"/>
            <a:ext cx="5106989" cy="556953"/>
          </a:xfr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grpSp>
        <p:nvGrpSpPr>
          <p:cNvPr id="87" name="Group 86">
            <a:extLst>
              <a:ext uri="{FF2B5EF4-FFF2-40B4-BE49-F238E27FC236}">
                <a16:creationId xmlns:a16="http://schemas.microsoft.com/office/drawing/2014/main" id="{FCC55A77-7B5B-1E85-0BA0-D2C6FE0657DE}"/>
              </a:ext>
            </a:extLst>
          </p:cNvPr>
          <p:cNvGrpSpPr/>
          <p:nvPr userDrawn="1"/>
        </p:nvGrpSpPr>
        <p:grpSpPr>
          <a:xfrm>
            <a:off x="-1" y="7094960"/>
            <a:ext cx="12102536" cy="683063"/>
            <a:chOff x="-1" y="7094960"/>
            <a:chExt cx="12102536" cy="683063"/>
          </a:xfrm>
        </p:grpSpPr>
        <p:grpSp>
          <p:nvGrpSpPr>
            <p:cNvPr id="88" name="Group 87">
              <a:extLst>
                <a:ext uri="{FF2B5EF4-FFF2-40B4-BE49-F238E27FC236}">
                  <a16:creationId xmlns:a16="http://schemas.microsoft.com/office/drawing/2014/main" id="{CFF8E4E0-6ED9-59E5-21C6-C87636B52D83}"/>
                </a:ext>
              </a:extLst>
            </p:cNvPr>
            <p:cNvGrpSpPr/>
            <p:nvPr userDrawn="1"/>
          </p:nvGrpSpPr>
          <p:grpSpPr>
            <a:xfrm>
              <a:off x="-1" y="7100885"/>
              <a:ext cx="2273966" cy="677138"/>
              <a:chOff x="-1" y="7100885"/>
              <a:chExt cx="2273966" cy="677138"/>
            </a:xfrm>
          </p:grpSpPr>
          <p:sp>
            <p:nvSpPr>
              <p:cNvPr id="115" name="Rectangle 114">
                <a:extLst>
                  <a:ext uri="{FF2B5EF4-FFF2-40B4-BE49-F238E27FC236}">
                    <a16:creationId xmlns:a16="http://schemas.microsoft.com/office/drawing/2014/main" id="{6A5A636C-D502-1C90-FCF3-C6EC017433F4}"/>
                  </a:ext>
                </a:extLst>
              </p:cNvPr>
              <p:cNvSpPr/>
              <p:nvPr userDrawn="1"/>
            </p:nvSpPr>
            <p:spPr>
              <a:xfrm rot="16200000">
                <a:off x="12213" y="7088672"/>
                <a:ext cx="358001" cy="382428"/>
              </a:xfrm>
              <a:prstGeom prst="rect">
                <a:avLst/>
              </a:prstGeom>
              <a:solidFill>
                <a:schemeClr val="bg1"/>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16" name="Rectangle 115">
                <a:extLst>
                  <a:ext uri="{FF2B5EF4-FFF2-40B4-BE49-F238E27FC236}">
                    <a16:creationId xmlns:a16="http://schemas.microsoft.com/office/drawing/2014/main" id="{D12861DE-5389-498D-CCF3-72E4E56AF40C}"/>
                  </a:ext>
                </a:extLst>
              </p:cNvPr>
              <p:cNvSpPr/>
              <p:nvPr userDrawn="1"/>
            </p:nvSpPr>
            <p:spPr>
              <a:xfrm rot="16200000">
                <a:off x="957981" y="7088672"/>
                <a:ext cx="358001" cy="382428"/>
              </a:xfrm>
              <a:prstGeom prst="rect">
                <a:avLst/>
              </a:prstGeom>
              <a:solidFill>
                <a:srgbClr val="50658E"/>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17" name="Rectangle 116">
                <a:extLst>
                  <a:ext uri="{FF2B5EF4-FFF2-40B4-BE49-F238E27FC236}">
                    <a16:creationId xmlns:a16="http://schemas.microsoft.com/office/drawing/2014/main" id="{568522AD-6C0A-68DE-700A-2582CD2B0916}"/>
                  </a:ext>
                </a:extLst>
              </p:cNvPr>
              <p:cNvSpPr/>
              <p:nvPr userDrawn="1"/>
            </p:nvSpPr>
            <p:spPr>
              <a:xfrm rot="16200000">
                <a:off x="1430865" y="7088672"/>
                <a:ext cx="358001" cy="382428"/>
              </a:xfrm>
              <a:prstGeom prst="rect">
                <a:avLst/>
              </a:prstGeom>
              <a:solidFill>
                <a:srgbClr val="CED7E6"/>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18" name="Rectangle 117">
                <a:extLst>
                  <a:ext uri="{FF2B5EF4-FFF2-40B4-BE49-F238E27FC236}">
                    <a16:creationId xmlns:a16="http://schemas.microsoft.com/office/drawing/2014/main" id="{08388829-DB73-D379-29A8-78FF2A51CD05}"/>
                  </a:ext>
                </a:extLst>
              </p:cNvPr>
              <p:cNvSpPr/>
              <p:nvPr userDrawn="1"/>
            </p:nvSpPr>
            <p:spPr>
              <a:xfrm rot="16200000">
                <a:off x="1903750" y="7088672"/>
                <a:ext cx="358001" cy="382428"/>
              </a:xfrm>
              <a:prstGeom prst="rect">
                <a:avLst/>
              </a:prstGeom>
              <a:solidFill>
                <a:srgbClr val="E8EEF8"/>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19" name="TextBox 118">
                <a:extLst>
                  <a:ext uri="{FF2B5EF4-FFF2-40B4-BE49-F238E27FC236}">
                    <a16:creationId xmlns:a16="http://schemas.microsoft.com/office/drawing/2014/main" id="{BB35CCA4-1A8C-90CE-1A2E-990628A6C121}"/>
                  </a:ext>
                </a:extLst>
              </p:cNvPr>
              <p:cNvSpPr txBox="1"/>
              <p:nvPr userDrawn="1"/>
            </p:nvSpPr>
            <p:spPr>
              <a:xfrm>
                <a:off x="-1" y="7520200"/>
                <a:ext cx="540301" cy="257823"/>
              </a:xfrm>
              <a:prstGeom prst="rect">
                <a:avLst/>
              </a:prstGeom>
              <a:noFill/>
            </p:spPr>
            <p:txBody>
              <a:bodyPr wrap="square" lIns="0" tIns="0" rIns="0" bIns="36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Primary</a:t>
                </a:r>
              </a:p>
            </p:txBody>
          </p:sp>
          <p:sp>
            <p:nvSpPr>
              <p:cNvPr id="120" name="Rectangle 119">
                <a:extLst>
                  <a:ext uri="{FF2B5EF4-FFF2-40B4-BE49-F238E27FC236}">
                    <a16:creationId xmlns:a16="http://schemas.microsoft.com/office/drawing/2014/main" id="{06EDC3DC-92A9-7422-3483-2820DB2924CC}"/>
                  </a:ext>
                </a:extLst>
              </p:cNvPr>
              <p:cNvSpPr/>
              <p:nvPr userDrawn="1"/>
            </p:nvSpPr>
            <p:spPr>
              <a:xfrm rot="16200000">
                <a:off x="485097" y="7088672"/>
                <a:ext cx="358001" cy="382428"/>
              </a:xfrm>
              <a:prstGeom prst="rect">
                <a:avLst/>
              </a:prstGeom>
              <a:solidFill>
                <a:srgbClr val="070154"/>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grpSp>
        <p:grpSp>
          <p:nvGrpSpPr>
            <p:cNvPr id="89" name="Group 88">
              <a:extLst>
                <a:ext uri="{FF2B5EF4-FFF2-40B4-BE49-F238E27FC236}">
                  <a16:creationId xmlns:a16="http://schemas.microsoft.com/office/drawing/2014/main" id="{69788326-2E81-3D94-B5AB-FB4AFC78C494}"/>
                </a:ext>
              </a:extLst>
            </p:cNvPr>
            <p:cNvGrpSpPr/>
            <p:nvPr userDrawn="1"/>
          </p:nvGrpSpPr>
          <p:grpSpPr>
            <a:xfrm>
              <a:off x="2655911" y="7100885"/>
              <a:ext cx="1322942" cy="677138"/>
              <a:chOff x="2727944" y="7100885"/>
              <a:chExt cx="1322942" cy="677138"/>
            </a:xfrm>
          </p:grpSpPr>
          <p:sp>
            <p:nvSpPr>
              <p:cNvPr id="111" name="Rectangle 110">
                <a:extLst>
                  <a:ext uri="{FF2B5EF4-FFF2-40B4-BE49-F238E27FC236}">
                    <a16:creationId xmlns:a16="http://schemas.microsoft.com/office/drawing/2014/main" id="{78C9927B-E3F5-7632-44F1-625AF38A224E}"/>
                  </a:ext>
                </a:extLst>
              </p:cNvPr>
              <p:cNvSpPr/>
              <p:nvPr userDrawn="1"/>
            </p:nvSpPr>
            <p:spPr>
              <a:xfrm rot="16200000">
                <a:off x="2740159" y="7088672"/>
                <a:ext cx="358001" cy="382428"/>
              </a:xfrm>
              <a:prstGeom prst="rect">
                <a:avLst/>
              </a:prstGeom>
              <a:solidFill>
                <a:srgbClr val="F900D3"/>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12" name="Rectangle 111">
                <a:extLst>
                  <a:ext uri="{FF2B5EF4-FFF2-40B4-BE49-F238E27FC236}">
                    <a16:creationId xmlns:a16="http://schemas.microsoft.com/office/drawing/2014/main" id="{6FA4D2C2-CE4B-5211-5946-2605496B18D9}"/>
                  </a:ext>
                </a:extLst>
              </p:cNvPr>
              <p:cNvSpPr/>
              <p:nvPr userDrawn="1"/>
            </p:nvSpPr>
            <p:spPr>
              <a:xfrm rot="16200000">
                <a:off x="3680671" y="7088672"/>
                <a:ext cx="358001" cy="382428"/>
              </a:xfrm>
              <a:prstGeom prst="rect">
                <a:avLst/>
              </a:prstGeom>
              <a:solidFill>
                <a:srgbClr val="0047FF"/>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13" name="TextBox 112">
                <a:extLst>
                  <a:ext uri="{FF2B5EF4-FFF2-40B4-BE49-F238E27FC236}">
                    <a16:creationId xmlns:a16="http://schemas.microsoft.com/office/drawing/2014/main" id="{6D6CBC16-4C7A-F1D1-4687-1022275A61FD}"/>
                  </a:ext>
                </a:extLst>
              </p:cNvPr>
              <p:cNvSpPr txBox="1"/>
              <p:nvPr userDrawn="1"/>
            </p:nvSpPr>
            <p:spPr>
              <a:xfrm>
                <a:off x="2727944" y="7520200"/>
                <a:ext cx="520281" cy="257823"/>
              </a:xfrm>
              <a:prstGeom prst="rect">
                <a:avLst/>
              </a:prstGeom>
              <a:noFill/>
            </p:spPr>
            <p:txBody>
              <a:bodyPr wrap="square" lIns="0" tIns="0" rIns="0" bIns="36000" rtlCol="0" anchor="t" anchorCtr="0">
                <a:noAutofit/>
              </a:bodyPr>
              <a:lstStyle/>
              <a:p>
                <a:r>
                  <a:rPr lang="en-US" sz="800" b="0" i="0" spc="0" baseline="0">
                    <a:solidFill>
                      <a:schemeClr val="tx1"/>
                    </a:solidFill>
                    <a:latin typeface="+mj-lt"/>
                    <a:ea typeface="Verdana" panose="020B0604030504040204" pitchFamily="34" charset="0"/>
                    <a:cs typeface="Arial" panose="020B0604020202020204" pitchFamily="34" charset="0"/>
                  </a:rPr>
                  <a:t>Accent</a:t>
                </a:r>
              </a:p>
            </p:txBody>
          </p:sp>
          <p:sp>
            <p:nvSpPr>
              <p:cNvPr id="114" name="Rectangle 113">
                <a:extLst>
                  <a:ext uri="{FF2B5EF4-FFF2-40B4-BE49-F238E27FC236}">
                    <a16:creationId xmlns:a16="http://schemas.microsoft.com/office/drawing/2014/main" id="{A03A540A-2F1E-684D-4C20-B3A23C60D92C}"/>
                  </a:ext>
                </a:extLst>
              </p:cNvPr>
              <p:cNvSpPr/>
              <p:nvPr userDrawn="1"/>
            </p:nvSpPr>
            <p:spPr>
              <a:xfrm rot="16200000">
                <a:off x="3210415" y="7088672"/>
                <a:ext cx="358001" cy="382428"/>
              </a:xfrm>
              <a:prstGeom prst="rect">
                <a:avLst/>
              </a:prstGeom>
              <a:solidFill>
                <a:srgbClr val="F6EB21"/>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grpSp>
        <p:grpSp>
          <p:nvGrpSpPr>
            <p:cNvPr id="90" name="Group 89">
              <a:extLst>
                <a:ext uri="{FF2B5EF4-FFF2-40B4-BE49-F238E27FC236}">
                  <a16:creationId xmlns:a16="http://schemas.microsoft.com/office/drawing/2014/main" id="{8809A83F-38DF-F44C-9554-1884A6A6E2DC}"/>
                </a:ext>
              </a:extLst>
            </p:cNvPr>
            <p:cNvGrpSpPr/>
            <p:nvPr userDrawn="1"/>
          </p:nvGrpSpPr>
          <p:grpSpPr>
            <a:xfrm>
              <a:off x="10778614" y="7094960"/>
              <a:ext cx="1323921" cy="683063"/>
              <a:chOff x="10868079" y="7094960"/>
              <a:chExt cx="1323921" cy="683063"/>
            </a:xfrm>
          </p:grpSpPr>
          <p:sp>
            <p:nvSpPr>
              <p:cNvPr id="107" name="Rectangle 106">
                <a:extLst>
                  <a:ext uri="{FF2B5EF4-FFF2-40B4-BE49-F238E27FC236}">
                    <a16:creationId xmlns:a16="http://schemas.microsoft.com/office/drawing/2014/main" id="{34B989D6-4994-A5BD-B93D-183FECD9027E}"/>
                  </a:ext>
                </a:extLst>
              </p:cNvPr>
              <p:cNvSpPr/>
              <p:nvPr userDrawn="1"/>
            </p:nvSpPr>
            <p:spPr>
              <a:xfrm rot="16200000">
                <a:off x="10880293" y="7082747"/>
                <a:ext cx="358001" cy="382428"/>
              </a:xfrm>
              <a:prstGeom prst="rect">
                <a:avLst/>
              </a:prstGeom>
              <a:solidFill>
                <a:srgbClr val="1DD465"/>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08" name="Rectangle 107">
                <a:extLst>
                  <a:ext uri="{FF2B5EF4-FFF2-40B4-BE49-F238E27FC236}">
                    <a16:creationId xmlns:a16="http://schemas.microsoft.com/office/drawing/2014/main" id="{F591F43B-E1C2-7799-BD41-A4B75568924B}"/>
                  </a:ext>
                </a:extLst>
              </p:cNvPr>
              <p:cNvSpPr/>
              <p:nvPr userDrawn="1"/>
            </p:nvSpPr>
            <p:spPr>
              <a:xfrm rot="16200000">
                <a:off x="11821785" y="7082747"/>
                <a:ext cx="358001" cy="382428"/>
              </a:xfrm>
              <a:prstGeom prst="rect">
                <a:avLst/>
              </a:prstGeom>
              <a:solidFill>
                <a:srgbClr val="F52C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09" name="TextBox 108">
                <a:extLst>
                  <a:ext uri="{FF2B5EF4-FFF2-40B4-BE49-F238E27FC236}">
                    <a16:creationId xmlns:a16="http://schemas.microsoft.com/office/drawing/2014/main" id="{ED8E2B40-922E-4064-F636-2EA0495B0AF9}"/>
                  </a:ext>
                </a:extLst>
              </p:cNvPr>
              <p:cNvSpPr txBox="1"/>
              <p:nvPr userDrawn="1"/>
            </p:nvSpPr>
            <p:spPr>
              <a:xfrm>
                <a:off x="10868079" y="7520200"/>
                <a:ext cx="540301" cy="257823"/>
              </a:xfrm>
              <a:prstGeom prst="rect">
                <a:avLst/>
              </a:prstGeom>
              <a:noFill/>
            </p:spPr>
            <p:txBody>
              <a:bodyPr wrap="square" lIns="0" tIns="0" rIns="0" bIns="3600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KPIs</a:t>
                </a:r>
              </a:p>
            </p:txBody>
          </p:sp>
          <p:sp>
            <p:nvSpPr>
              <p:cNvPr id="110" name="Rectangle 109">
                <a:extLst>
                  <a:ext uri="{FF2B5EF4-FFF2-40B4-BE49-F238E27FC236}">
                    <a16:creationId xmlns:a16="http://schemas.microsoft.com/office/drawing/2014/main" id="{70E1F5CC-86CF-ED2A-CE9F-1828EB2D25B5}"/>
                  </a:ext>
                </a:extLst>
              </p:cNvPr>
              <p:cNvSpPr/>
              <p:nvPr userDrawn="1"/>
            </p:nvSpPr>
            <p:spPr>
              <a:xfrm rot="16200000">
                <a:off x="11355036" y="7082747"/>
                <a:ext cx="358001" cy="382428"/>
              </a:xfrm>
              <a:prstGeom prst="rect">
                <a:avLst/>
              </a:prstGeom>
              <a:solidFill>
                <a:srgbClr val="FFC7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grpSp>
        <p:grpSp>
          <p:nvGrpSpPr>
            <p:cNvPr id="91" name="Group 90">
              <a:extLst>
                <a:ext uri="{FF2B5EF4-FFF2-40B4-BE49-F238E27FC236}">
                  <a16:creationId xmlns:a16="http://schemas.microsoft.com/office/drawing/2014/main" id="{1D0EAF8B-1F5D-13D2-2580-AFE65CE35A4E}"/>
                </a:ext>
              </a:extLst>
            </p:cNvPr>
            <p:cNvGrpSpPr/>
            <p:nvPr userDrawn="1"/>
          </p:nvGrpSpPr>
          <p:grpSpPr>
            <a:xfrm>
              <a:off x="9055231" y="7100885"/>
              <a:ext cx="1351453" cy="677138"/>
              <a:chOff x="7261018" y="7100885"/>
              <a:chExt cx="1351453" cy="677138"/>
            </a:xfrm>
          </p:grpSpPr>
          <p:sp>
            <p:nvSpPr>
              <p:cNvPr id="103" name="Rectangle 102">
                <a:extLst>
                  <a:ext uri="{FF2B5EF4-FFF2-40B4-BE49-F238E27FC236}">
                    <a16:creationId xmlns:a16="http://schemas.microsoft.com/office/drawing/2014/main" id="{97CD8EB0-2E5E-B0DF-D3F1-0F8A53C27C63}"/>
                  </a:ext>
                </a:extLst>
              </p:cNvPr>
              <p:cNvSpPr/>
              <p:nvPr userDrawn="1"/>
            </p:nvSpPr>
            <p:spPr>
              <a:xfrm rot="16200000">
                <a:off x="7273232" y="7088673"/>
                <a:ext cx="358001" cy="382428"/>
              </a:xfrm>
              <a:prstGeom prst="rect">
                <a:avLst/>
              </a:prstGeom>
              <a:solidFill>
                <a:srgbClr val="E8EEF8"/>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04" name="Rectangle 103">
                <a:extLst>
                  <a:ext uri="{FF2B5EF4-FFF2-40B4-BE49-F238E27FC236}">
                    <a16:creationId xmlns:a16="http://schemas.microsoft.com/office/drawing/2014/main" id="{F7CE2E08-9EE1-3C02-EF22-00B2CE587FF0}"/>
                  </a:ext>
                </a:extLst>
              </p:cNvPr>
              <p:cNvSpPr/>
              <p:nvPr userDrawn="1"/>
            </p:nvSpPr>
            <p:spPr>
              <a:xfrm rot="16200000">
                <a:off x="8242256" y="7088672"/>
                <a:ext cx="358001" cy="382428"/>
              </a:xfrm>
              <a:prstGeom prst="rect">
                <a:avLst/>
              </a:prstGeom>
              <a:solidFill>
                <a:srgbClr val="97A4BA"/>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sp>
            <p:nvSpPr>
              <p:cNvPr id="105" name="TextBox 104">
                <a:extLst>
                  <a:ext uri="{FF2B5EF4-FFF2-40B4-BE49-F238E27FC236}">
                    <a16:creationId xmlns:a16="http://schemas.microsoft.com/office/drawing/2014/main" id="{0DD58ED1-DDA9-2E8A-B796-0F198B78FA79}"/>
                  </a:ext>
                </a:extLst>
              </p:cNvPr>
              <p:cNvSpPr txBox="1"/>
              <p:nvPr userDrawn="1"/>
            </p:nvSpPr>
            <p:spPr>
              <a:xfrm>
                <a:off x="7261018" y="7520200"/>
                <a:ext cx="1134831" cy="257823"/>
              </a:xfrm>
              <a:prstGeom prst="rect">
                <a:avLst/>
              </a:prstGeom>
              <a:noFill/>
            </p:spPr>
            <p:txBody>
              <a:bodyPr wrap="square" lIns="0" tIns="0" rIns="0" bIns="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Deemphasis Data Vis</a:t>
                </a:r>
              </a:p>
            </p:txBody>
          </p:sp>
          <p:sp>
            <p:nvSpPr>
              <p:cNvPr id="106" name="Rectangle 105">
                <a:extLst>
                  <a:ext uri="{FF2B5EF4-FFF2-40B4-BE49-F238E27FC236}">
                    <a16:creationId xmlns:a16="http://schemas.microsoft.com/office/drawing/2014/main" id="{509FE808-F3A8-6834-B622-A4768E805BB4}"/>
                  </a:ext>
                </a:extLst>
              </p:cNvPr>
              <p:cNvSpPr/>
              <p:nvPr userDrawn="1"/>
            </p:nvSpPr>
            <p:spPr>
              <a:xfrm rot="16200000">
                <a:off x="7757744" y="7088673"/>
                <a:ext cx="358001" cy="382428"/>
              </a:xfrm>
              <a:prstGeom prst="rect">
                <a:avLst/>
              </a:prstGeom>
              <a:solidFill>
                <a:srgbClr val="CED7E6"/>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spc="300">
                  <a:latin typeface="Arial" panose="020B0604020202020204" pitchFamily="34" charset="0"/>
                </a:endParaRPr>
              </a:p>
            </p:txBody>
          </p:sp>
        </p:grpSp>
        <p:grpSp>
          <p:nvGrpSpPr>
            <p:cNvPr id="92" name="Group 91">
              <a:extLst>
                <a:ext uri="{FF2B5EF4-FFF2-40B4-BE49-F238E27FC236}">
                  <a16:creationId xmlns:a16="http://schemas.microsoft.com/office/drawing/2014/main" id="{DB80208E-D970-93C2-DBB1-16A3CE90893F}"/>
                </a:ext>
              </a:extLst>
            </p:cNvPr>
            <p:cNvGrpSpPr/>
            <p:nvPr userDrawn="1"/>
          </p:nvGrpSpPr>
          <p:grpSpPr>
            <a:xfrm>
              <a:off x="4345020" y="7100883"/>
              <a:ext cx="4333458" cy="677140"/>
              <a:chOff x="12817101" y="7100883"/>
              <a:chExt cx="4333458" cy="677140"/>
            </a:xfrm>
          </p:grpSpPr>
          <p:sp>
            <p:nvSpPr>
              <p:cNvPr id="93" name="TextBox 92">
                <a:extLst>
                  <a:ext uri="{FF2B5EF4-FFF2-40B4-BE49-F238E27FC236}">
                    <a16:creationId xmlns:a16="http://schemas.microsoft.com/office/drawing/2014/main" id="{8E140823-449A-9951-3F1E-25230A1601A5}"/>
                  </a:ext>
                </a:extLst>
              </p:cNvPr>
              <p:cNvSpPr txBox="1"/>
              <p:nvPr userDrawn="1"/>
            </p:nvSpPr>
            <p:spPr>
              <a:xfrm>
                <a:off x="12817101" y="7520200"/>
                <a:ext cx="1480498" cy="257823"/>
              </a:xfrm>
              <a:prstGeom prst="rect">
                <a:avLst/>
              </a:prstGeom>
              <a:noFill/>
            </p:spPr>
            <p:txBody>
              <a:bodyPr wrap="square" lIns="0" tIns="0" rIns="0" bIns="0" rtlCol="0" anchor="t" anchorCtr="0">
                <a:noAutofit/>
              </a:bodyPr>
              <a:lstStyle/>
              <a:p>
                <a:r>
                  <a:rPr lang="en-US" sz="700" b="0" i="0" spc="0" baseline="0">
                    <a:solidFill>
                      <a:schemeClr val="tx1"/>
                    </a:solidFill>
                    <a:latin typeface="+mj-lt"/>
                    <a:ea typeface="Verdana" panose="020B0604030504040204" pitchFamily="34" charset="0"/>
                    <a:cs typeface="Arial" panose="020B0604020202020204" pitchFamily="34" charset="0"/>
                  </a:rPr>
                  <a:t>Categorical Data Vis</a:t>
                </a:r>
              </a:p>
            </p:txBody>
          </p:sp>
          <p:sp>
            <p:nvSpPr>
              <p:cNvPr id="94" name="Rectangle 93">
                <a:extLst>
                  <a:ext uri="{FF2B5EF4-FFF2-40B4-BE49-F238E27FC236}">
                    <a16:creationId xmlns:a16="http://schemas.microsoft.com/office/drawing/2014/main" id="{39E5EBA7-924D-EF2C-A255-7B4B3B3C4FC4}"/>
                  </a:ext>
                </a:extLst>
              </p:cNvPr>
              <p:cNvSpPr/>
              <p:nvPr userDrawn="1"/>
            </p:nvSpPr>
            <p:spPr>
              <a:xfrm>
                <a:off x="12817101" y="7100883"/>
                <a:ext cx="382428" cy="358001"/>
              </a:xfrm>
              <a:prstGeom prst="rect">
                <a:avLst/>
              </a:prstGeom>
              <a:solidFill>
                <a:srgbClr val="F900D3"/>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1</a:t>
                </a:r>
              </a:p>
            </p:txBody>
          </p:sp>
          <p:sp>
            <p:nvSpPr>
              <p:cNvPr id="95" name="Rectangle 94">
                <a:extLst>
                  <a:ext uri="{FF2B5EF4-FFF2-40B4-BE49-F238E27FC236}">
                    <a16:creationId xmlns:a16="http://schemas.microsoft.com/office/drawing/2014/main" id="{24BF95EC-F08B-B6C7-7FA9-B48C6A1E80F2}"/>
                  </a:ext>
                </a:extLst>
              </p:cNvPr>
              <p:cNvSpPr/>
              <p:nvPr userDrawn="1"/>
            </p:nvSpPr>
            <p:spPr>
              <a:xfrm>
                <a:off x="14298738" y="7100883"/>
                <a:ext cx="382428" cy="358001"/>
              </a:xfrm>
              <a:prstGeom prst="rect">
                <a:avLst/>
              </a:prstGeom>
              <a:solidFill>
                <a:srgbClr val="FFC7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4</a:t>
                </a:r>
              </a:p>
            </p:txBody>
          </p:sp>
          <p:sp>
            <p:nvSpPr>
              <p:cNvPr id="96" name="Rectangle 95">
                <a:extLst>
                  <a:ext uri="{FF2B5EF4-FFF2-40B4-BE49-F238E27FC236}">
                    <a16:creationId xmlns:a16="http://schemas.microsoft.com/office/drawing/2014/main" id="{8855FCE3-9748-0F17-E35A-AE22C0B621D0}"/>
                  </a:ext>
                </a:extLst>
              </p:cNvPr>
              <p:cNvSpPr/>
              <p:nvPr userDrawn="1"/>
            </p:nvSpPr>
            <p:spPr>
              <a:xfrm>
                <a:off x="15286496" y="7100883"/>
                <a:ext cx="382428" cy="358001"/>
              </a:xfrm>
              <a:prstGeom prst="rect">
                <a:avLst/>
              </a:prstGeom>
              <a:solidFill>
                <a:srgbClr val="00FCB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6</a:t>
                </a:r>
              </a:p>
            </p:txBody>
          </p:sp>
          <p:sp>
            <p:nvSpPr>
              <p:cNvPr id="97" name="Rectangle 96">
                <a:extLst>
                  <a:ext uri="{FF2B5EF4-FFF2-40B4-BE49-F238E27FC236}">
                    <a16:creationId xmlns:a16="http://schemas.microsoft.com/office/drawing/2014/main" id="{09ECF99B-0C24-5B91-E870-13347AC04FB1}"/>
                  </a:ext>
                </a:extLst>
              </p:cNvPr>
              <p:cNvSpPr/>
              <p:nvPr userDrawn="1"/>
            </p:nvSpPr>
            <p:spPr>
              <a:xfrm>
                <a:off x="13804859" y="7100883"/>
                <a:ext cx="382428" cy="358001"/>
              </a:xfrm>
              <a:prstGeom prst="rect">
                <a:avLst/>
              </a:prstGeom>
              <a:solidFill>
                <a:srgbClr val="1DD566"/>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3</a:t>
                </a:r>
              </a:p>
            </p:txBody>
          </p:sp>
          <p:sp>
            <p:nvSpPr>
              <p:cNvPr id="98" name="Rectangle 97">
                <a:extLst>
                  <a:ext uri="{FF2B5EF4-FFF2-40B4-BE49-F238E27FC236}">
                    <a16:creationId xmlns:a16="http://schemas.microsoft.com/office/drawing/2014/main" id="{AD22B21C-293E-9585-A105-2208A7569426}"/>
                  </a:ext>
                </a:extLst>
              </p:cNvPr>
              <p:cNvSpPr/>
              <p:nvPr userDrawn="1"/>
            </p:nvSpPr>
            <p:spPr>
              <a:xfrm>
                <a:off x="13310980" y="7100883"/>
                <a:ext cx="382428" cy="358001"/>
              </a:xfrm>
              <a:prstGeom prst="rect">
                <a:avLst/>
              </a:prstGeom>
              <a:solidFill>
                <a:srgbClr val="00E8FA"/>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2</a:t>
                </a:r>
              </a:p>
            </p:txBody>
          </p:sp>
          <p:sp>
            <p:nvSpPr>
              <p:cNvPr id="99" name="Rectangle 98">
                <a:extLst>
                  <a:ext uri="{FF2B5EF4-FFF2-40B4-BE49-F238E27FC236}">
                    <a16:creationId xmlns:a16="http://schemas.microsoft.com/office/drawing/2014/main" id="{2892D20F-9755-C283-8644-BD52E28B1F29}"/>
                  </a:ext>
                </a:extLst>
              </p:cNvPr>
              <p:cNvSpPr/>
              <p:nvPr userDrawn="1"/>
            </p:nvSpPr>
            <p:spPr>
              <a:xfrm>
                <a:off x="14792617" y="7100883"/>
                <a:ext cx="382428" cy="358001"/>
              </a:xfrm>
              <a:prstGeom prst="rect">
                <a:avLst/>
              </a:prstGeom>
              <a:solidFill>
                <a:srgbClr val="B741FF"/>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5</a:t>
                </a:r>
              </a:p>
            </p:txBody>
          </p:sp>
          <p:sp>
            <p:nvSpPr>
              <p:cNvPr id="100" name="Rectangle 99">
                <a:extLst>
                  <a:ext uri="{FF2B5EF4-FFF2-40B4-BE49-F238E27FC236}">
                    <a16:creationId xmlns:a16="http://schemas.microsoft.com/office/drawing/2014/main" id="{D10598D4-89A6-C2DA-883B-9E64BFA03A00}"/>
                  </a:ext>
                </a:extLst>
              </p:cNvPr>
              <p:cNvSpPr/>
              <p:nvPr userDrawn="1"/>
            </p:nvSpPr>
            <p:spPr>
              <a:xfrm>
                <a:off x="15780375" y="7100883"/>
                <a:ext cx="382428" cy="358001"/>
              </a:xfrm>
              <a:prstGeom prst="rect">
                <a:avLst/>
              </a:prstGeom>
              <a:solidFill>
                <a:srgbClr val="FF8A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7</a:t>
                </a:r>
              </a:p>
            </p:txBody>
          </p:sp>
          <p:sp>
            <p:nvSpPr>
              <p:cNvPr id="101" name="Rectangle 100">
                <a:extLst>
                  <a:ext uri="{FF2B5EF4-FFF2-40B4-BE49-F238E27FC236}">
                    <a16:creationId xmlns:a16="http://schemas.microsoft.com/office/drawing/2014/main" id="{F15EE1BB-F0B1-624E-6CF1-5C1506FD0FA9}"/>
                  </a:ext>
                </a:extLst>
              </p:cNvPr>
              <p:cNvSpPr/>
              <p:nvPr userDrawn="1"/>
            </p:nvSpPr>
            <p:spPr>
              <a:xfrm>
                <a:off x="16768131" y="7100883"/>
                <a:ext cx="382428" cy="358001"/>
              </a:xfrm>
              <a:prstGeom prst="rect">
                <a:avLst/>
              </a:prstGeom>
              <a:solidFill>
                <a:srgbClr val="F52C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9</a:t>
                </a:r>
              </a:p>
            </p:txBody>
          </p:sp>
          <p:sp>
            <p:nvSpPr>
              <p:cNvPr id="102" name="Rectangle 101">
                <a:extLst>
                  <a:ext uri="{FF2B5EF4-FFF2-40B4-BE49-F238E27FC236}">
                    <a16:creationId xmlns:a16="http://schemas.microsoft.com/office/drawing/2014/main" id="{66A24B20-98C9-3665-8857-49EAD655C110}"/>
                  </a:ext>
                </a:extLst>
              </p:cNvPr>
              <p:cNvSpPr/>
              <p:nvPr userDrawn="1"/>
            </p:nvSpPr>
            <p:spPr>
              <a:xfrm>
                <a:off x="16274254" y="7100883"/>
                <a:ext cx="382428" cy="358001"/>
              </a:xfrm>
              <a:prstGeom prst="rect">
                <a:avLst/>
              </a:prstGeom>
              <a:solidFill>
                <a:srgbClr val="00A3FF"/>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0" spc="300">
                    <a:solidFill>
                      <a:srgbClr val="070154"/>
                    </a:solidFill>
                    <a:latin typeface="+mj-lt"/>
                  </a:rPr>
                  <a:t>8</a:t>
                </a:r>
              </a:p>
            </p:txBody>
          </p:sp>
        </p:grpSp>
      </p:grpSp>
    </p:spTree>
    <p:extLst>
      <p:ext uri="{BB962C8B-B14F-4D97-AF65-F5344CB8AC3E}">
        <p14:creationId xmlns:p14="http://schemas.microsoft.com/office/powerpoint/2010/main" val="16772480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4300746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ver_1_one_imag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hidden="1">
            <a:extLst>
              <a:ext uri="{FF2B5EF4-FFF2-40B4-BE49-F238E27FC236}">
                <a16:creationId xmlns:a16="http://schemas.microsoft.com/office/drawing/2014/main" id="{7EFE2CDD-AD51-E6E6-9801-DCCED248B4B9}"/>
              </a:ext>
            </a:extLst>
          </p:cNvPr>
          <p:cNvSpPr>
            <a:spLocks noGrp="1"/>
          </p:cNvSpPr>
          <p:nvPr>
            <p:ph type="body" idx="23" hasCustomPrompt="1"/>
          </p:nvPr>
        </p:nvSpPr>
        <p:spPr>
          <a:xfrm>
            <a:off x="0" y="3240042"/>
            <a:ext cx="1739348" cy="586696"/>
          </a:xfrm>
          <a:prstGeom prst="rect">
            <a:avLst/>
          </a:prstGeom>
          <a:blipFill>
            <a:blip r:embed="rId3"/>
            <a:stretch>
              <a:fillRect/>
            </a:stretch>
          </a:blipFill>
        </p:spPr>
        <p:txBody>
          <a:bodyPr/>
          <a:lstStyle>
            <a:lvl1pPr>
              <a:buNone/>
              <a:defRPr sz="2800" b="0" i="0"/>
            </a:lvl1pPr>
          </a:lstStyle>
          <a:p>
            <a:pPr lvl="0">
              <a:buNone/>
            </a:pPr>
            <a:r>
              <a:t> </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idx="19" hasCustomPrompt="1"/>
          </p:nvPr>
        </p:nvSpPr>
        <p:spPr>
          <a:xfrm>
            <a:off x="465137" y="4076700"/>
            <a:ext cx="5106989" cy="1943100"/>
          </a:xfrm>
          <a:prstGeom prst="rect">
            <a:avLst/>
          </a:prstGeom>
        </p:spPr>
        <p:txBody>
          <a:bodyPr tIns="91440" rIns="0" bIns="0" anchor="t"/>
          <a:lstStyle>
            <a:lvl1pPr>
              <a:spcAft>
                <a:spcPts val="0"/>
              </a:spcAft>
              <a:buFontTx/>
              <a:buNone/>
              <a:defRPr sz="1500" b="1" i="0" cap="none" baseline="0">
                <a:solidFill>
                  <a:schemeClr val="accent1"/>
                </a:solidFill>
                <a:latin typeface="+mn-lt"/>
                <a:ea typeface="+mn-lt"/>
                <a:cs typeface="+mn-lt"/>
              </a:defRPr>
            </a:lvl1pPr>
            <a:lvl2pPr>
              <a:spcAft>
                <a:spcPts val="0"/>
              </a:spcAft>
              <a:buFontTx/>
              <a:buNone/>
              <a:defRPr sz="1600" b="1" i="0" cap="none" baseline="0">
                <a:solidFill>
                  <a:schemeClr val="accent1"/>
                </a:solidFill>
                <a:latin typeface="+mj-lt"/>
                <a:ea typeface="+mj-lt"/>
                <a:cs typeface="+mj-lt"/>
              </a:defRPr>
            </a:lvl2pPr>
            <a:lvl3pPr marL="0" indent="0">
              <a:spcAft>
                <a:spcPts val="0"/>
              </a:spcAft>
              <a:buFontTx/>
              <a:buNone/>
              <a:defRPr sz="1600" b="1" i="0" cap="none" baseline="0">
                <a:solidFill>
                  <a:schemeClr val="accent1"/>
                </a:solidFill>
                <a:latin typeface="+mj-lt"/>
                <a:ea typeface="+mj-lt"/>
                <a:cs typeface="+mj-lt"/>
              </a:defRPr>
            </a:lvl3pPr>
            <a:lvl4pPr marL="0" indent="0">
              <a:spcAft>
                <a:spcPts val="0"/>
              </a:spcAft>
              <a:buFontTx/>
              <a:buNone/>
              <a:defRPr sz="1600" b="1" i="0" cap="none" baseline="0">
                <a:solidFill>
                  <a:schemeClr val="accent1"/>
                </a:solidFill>
                <a:latin typeface="+mj-lt"/>
                <a:ea typeface="+mj-lt"/>
                <a:cs typeface="+mj-lt"/>
              </a:defRPr>
            </a:lvl4pPr>
            <a:lvl5pPr marL="0" indent="0">
              <a:spcAft>
                <a:spcPts val="0"/>
              </a:spcAft>
              <a:buFontTx/>
              <a:buNone/>
              <a:defRPr sz="1600" b="1" i="0" cap="none" baseline="0">
                <a:solidFill>
                  <a:schemeClr val="accent1"/>
                </a:solidFill>
                <a:latin typeface="+mn-lt"/>
                <a:ea typeface="+mn-lt"/>
                <a:cs typeface="+mn-lt"/>
              </a:defRPr>
            </a:lvl5pPr>
            <a:lvl6pPr marL="0" indent="0">
              <a:spcAft>
                <a:spcPts val="0"/>
              </a:spcAft>
              <a:buFontTx/>
              <a:buNone/>
              <a:defRPr sz="1600" b="1" i="0" cap="none" baseline="0">
                <a:solidFill>
                  <a:schemeClr val="accent1"/>
                </a:solidFill>
                <a:latin typeface="+mn-lt"/>
                <a:ea typeface="+mn-lt"/>
                <a:cs typeface="+mn-lt"/>
              </a:defRPr>
            </a:lvl6pPr>
            <a:lvl7pPr marL="0" indent="0">
              <a:spcAft>
                <a:spcPts val="0"/>
              </a:spcAft>
              <a:buFontTx/>
              <a:buNone/>
              <a:defRPr sz="1600" b="1" i="0" cap="none" baseline="0">
                <a:solidFill>
                  <a:schemeClr val="accent1"/>
                </a:solidFill>
                <a:latin typeface="+mn-lt"/>
                <a:ea typeface="+mn-lt"/>
                <a:cs typeface="+mn-lt"/>
              </a:defRPr>
            </a:lvl7pPr>
            <a:lvl8pPr marL="0" indent="0">
              <a:spcAft>
                <a:spcPts val="0"/>
              </a:spcAft>
              <a:buFontTx/>
              <a:buNone/>
              <a:defRPr sz="1600" b="1" i="0" cap="none" baseline="0">
                <a:solidFill>
                  <a:schemeClr val="accent1"/>
                </a:solidFill>
                <a:latin typeface="+mn-lt"/>
                <a:ea typeface="+mn-lt"/>
                <a:cs typeface="+mn-lt"/>
              </a:defRPr>
            </a:lvl8pPr>
            <a:lvl9pPr marL="0" indent="0">
              <a:spcAft>
                <a:spcPts val="0"/>
              </a:spcAft>
              <a:buFontTx/>
              <a:buNone/>
              <a:defRPr sz="1600" b="1" i="0" cap="none" baseline="0">
                <a:solidFill>
                  <a:schemeClr val="accent1"/>
                </a:solidFill>
                <a:latin typeface="+mn-lt"/>
                <a:ea typeface="+mn-lt"/>
                <a:cs typeface="+mn-lt"/>
              </a:defRPr>
            </a:lvl9pPr>
          </a:lstStyle>
          <a:p>
            <a:pPr lvl="0">
              <a:buNone/>
            </a:pPr>
            <a:r>
              <a:t>Subhead</a:t>
            </a:r>
          </a:p>
        </p:txBody>
      </p:sp>
      <p:sp>
        <p:nvSpPr>
          <p:cNvPr id="7" name="Date Placeholder 6">
            <a:extLst>
              <a:ext uri="{FF2B5EF4-FFF2-40B4-BE49-F238E27FC236}">
                <a16:creationId xmlns:a16="http://schemas.microsoft.com/office/drawing/2014/main" id="{F1FDC329-725F-504E-A193-47ADCC26AD4C}"/>
              </a:ext>
            </a:extLst>
          </p:cNvPr>
          <p:cNvSpPr>
            <a:spLocks noGrp="1"/>
          </p:cNvSpPr>
          <p:nvPr>
            <p:ph type="dt" idx="21"/>
          </p:nvPr>
        </p:nvSpPr>
        <p:spPr>
          <a:xfrm>
            <a:off x="465137" y="6400800"/>
            <a:ext cx="3602038" cy="166688"/>
          </a:xfrm>
          <a:prstGeom prst="rect">
            <a:avLst/>
          </a:prstGeom>
        </p:spPr>
        <p:txBody>
          <a:bodyPr lIns="0" tIns="0" rIns="0" bIns="0" anchor="b"/>
          <a:lstStyle>
            <a:lvl1pPr>
              <a:buNone/>
              <a:defRPr sz="1000" b="0" i="0" cap="all" baseline="0">
                <a:solidFill>
                  <a:schemeClr val="tx1"/>
                </a:solidFill>
                <a:latin typeface="+mn-lt"/>
                <a:ea typeface="+mn-lt"/>
                <a:cs typeface="+mn-lt"/>
              </a:defRPr>
            </a:lvl1pPr>
            <a:lvl2pPr>
              <a:buNone/>
              <a:defRPr sz="1000" b="0" i="0">
                <a:solidFill>
                  <a:schemeClr val="tx1"/>
                </a:solidFill>
                <a:latin typeface="+mj-lt"/>
                <a:ea typeface="+mj-lt"/>
                <a:cs typeface="+mj-lt"/>
              </a:defRPr>
            </a:lvl2pPr>
            <a:lvl3pPr>
              <a:buNone/>
              <a:defRPr sz="1000" b="0" i="0">
                <a:solidFill>
                  <a:schemeClr val="tx1"/>
                </a:solidFill>
                <a:latin typeface="+mj-lt"/>
                <a:ea typeface="+mj-lt"/>
                <a:cs typeface="+mj-lt"/>
              </a:defRPr>
            </a:lvl3pPr>
            <a:lvl4pPr>
              <a:buNone/>
              <a:defRPr sz="1000" b="0" i="0">
                <a:solidFill>
                  <a:schemeClr val="tx1"/>
                </a:solidFill>
                <a:latin typeface="+mj-lt"/>
                <a:ea typeface="+mj-lt"/>
                <a:cs typeface="+mj-lt"/>
              </a:defRPr>
            </a:lvl4pPr>
            <a:lvl5pPr>
              <a:buNone/>
              <a:defRPr sz="1000" b="0" i="0">
                <a:solidFill>
                  <a:schemeClr val="tx1"/>
                </a:solidFill>
                <a:latin typeface="+mj-lt"/>
                <a:ea typeface="+mj-lt"/>
                <a:cs typeface="+mj-lt"/>
              </a:defRPr>
            </a:lvl5pPr>
            <a:lvl6pPr>
              <a:buNone/>
              <a:defRPr sz="1000" b="0" i="0">
                <a:solidFill>
                  <a:schemeClr val="tx1"/>
                </a:solidFill>
                <a:latin typeface="+mj-lt"/>
                <a:ea typeface="+mj-lt"/>
                <a:cs typeface="+mj-lt"/>
              </a:defRPr>
            </a:lvl6pPr>
            <a:lvl7pPr>
              <a:buNone/>
              <a:defRPr sz="1000" b="0" i="0">
                <a:solidFill>
                  <a:schemeClr val="tx1"/>
                </a:solidFill>
                <a:latin typeface="+mj-lt"/>
                <a:ea typeface="+mj-lt"/>
                <a:cs typeface="+mj-lt"/>
              </a:defRPr>
            </a:lvl7pPr>
            <a:lvl8pPr>
              <a:buNone/>
              <a:defRPr sz="1000" b="0" i="0">
                <a:solidFill>
                  <a:schemeClr val="tx1"/>
                </a:solidFill>
                <a:latin typeface="+mj-lt"/>
                <a:ea typeface="+mj-lt"/>
                <a:cs typeface="+mj-lt"/>
              </a:defRPr>
            </a:lvl8pPr>
            <a:lvl9pPr marL="0">
              <a:buNone/>
              <a:defRPr sz="1000" b="0" i="0">
                <a:solidFill>
                  <a:schemeClr val="tx1"/>
                </a:solidFill>
                <a:latin typeface="+mj-lt"/>
                <a:ea typeface="+mj-lt"/>
                <a:cs typeface="+mj-lt"/>
              </a:defRPr>
            </a:lvl9pPr>
          </a:lstStyle>
          <a:p>
            <a:pPr indent="-3200400">
              <a:buNone/>
            </a:pPr>
            <a:endParaRPr/>
          </a:p>
        </p:txBody>
      </p:sp>
      <p:sp>
        <p:nvSpPr>
          <p:cNvPr id="2" name="Title 1">
            <a:extLst>
              <a:ext uri="{FF2B5EF4-FFF2-40B4-BE49-F238E27FC236}">
                <a16:creationId xmlns:a16="http://schemas.microsoft.com/office/drawing/2014/main" id="{196F23F1-5869-8449-565A-421EC2586840}"/>
              </a:ext>
            </a:extLst>
          </p:cNvPr>
          <p:cNvSpPr>
            <a:spLocks noGrp="1"/>
          </p:cNvSpPr>
          <p:nvPr>
            <p:ph type="title" hasCustomPrompt="1"/>
          </p:nvPr>
        </p:nvSpPr>
        <p:spPr>
          <a:xfrm>
            <a:off x="460376" y="1412875"/>
            <a:ext cx="5111750" cy="2333625"/>
          </a:xfrm>
          <a:prstGeom prst="rect">
            <a:avLst/>
          </a:prstGeom>
        </p:spPr>
        <p:txBody>
          <a:bodyPr vert="horz" rIns="0" anchor="b"/>
          <a:lstStyle>
            <a:lvl1pPr>
              <a:buNone/>
              <a:defRPr sz="3200" b="1">
                <a:solidFill>
                  <a:schemeClr val="tx1"/>
                </a:solidFill>
              </a:defRPr>
            </a:lvl1pPr>
          </a:lstStyle>
          <a:p>
            <a:r>
              <a:t>Click to edit title, then adjust highlight to text</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idx="22"/>
          </p:nvPr>
        </p:nvSpPr>
        <p:spPr>
          <a:xfrm>
            <a:off x="6533804" y="850900"/>
            <a:ext cx="5658196" cy="5716588"/>
          </a:xfrm>
          <a:prstGeom prst="rect">
            <a:avLst/>
          </a:prstGeom>
          <a:solidFill>
            <a:schemeClr val="accent2">
              <a:lumMod val="40000"/>
              <a:lumOff val="60000"/>
            </a:schemeClr>
          </a:solidFill>
        </p:spPr>
        <p:txBody>
          <a:bodyPr tIns="2377440"/>
          <a:lstStyle>
            <a:lvl1pPr algn="ctr">
              <a:buNone/>
              <a:defRPr b="0" i="0"/>
            </a:lvl1pPr>
          </a:lstStyle>
          <a:p>
            <a:r>
              <a:t>Click icon to add picture</a:t>
            </a:r>
          </a:p>
        </p:txBody>
      </p:sp>
      <p:pic>
        <p:nvPicPr>
          <p:cNvPr id="19" name="Picture 7"/>
          <p:cNvPicPr>
            <a:picLocks noChangeAspect="1"/>
          </p:cNvPicPr>
          <p:nvPr/>
        </p:nvPicPr>
        <p:blipFill>
          <a:blip r:embed="rId4"/>
          <a:stretch>
            <a:fillRect/>
          </a:stretch>
        </p:blipFill>
        <p:spPr>
          <a:xfrm>
            <a:off x="460376" y="350432"/>
            <a:ext cx="2330449" cy="487768"/>
          </a:xfrm>
          <a:prstGeom prst="rect">
            <a:avLst/>
          </a:prstGeom>
        </p:spPr>
      </p:pic>
    </p:spTree>
    <p:extLst>
      <p:ext uri="{BB962C8B-B14F-4D97-AF65-F5344CB8AC3E}">
        <p14:creationId xmlns:p14="http://schemas.microsoft.com/office/powerpoint/2010/main" val="1286257379"/>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ver_2_two_image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EFE2CDD-AD51-E6E6-9801-DCCED248B4B9}"/>
              </a:ext>
            </a:extLst>
          </p:cNvPr>
          <p:cNvSpPr>
            <a:spLocks noGrp="1"/>
          </p:cNvSpPr>
          <p:nvPr>
            <p:ph type="body" idx="23" hasCustomPrompt="1"/>
          </p:nvPr>
        </p:nvSpPr>
        <p:spPr>
          <a:xfrm>
            <a:off x="0" y="3240042"/>
            <a:ext cx="1739348" cy="586696"/>
          </a:xfrm>
          <a:prstGeom prst="rect">
            <a:avLst/>
          </a:prstGeom>
          <a:blipFill>
            <a:blip r:embed="rId3"/>
            <a:stretch>
              <a:fillRect/>
            </a:stretch>
          </a:blipFill>
        </p:spPr>
        <p:txBody>
          <a:bodyPr/>
          <a:lstStyle>
            <a:lvl1pPr>
              <a:buNone/>
              <a:defRPr sz="2800" b="0" i="0"/>
            </a:lvl1pPr>
          </a:lstStyle>
          <a:p>
            <a:pPr lvl="0">
              <a:buNone/>
            </a:pPr>
            <a:r>
              <a:t> </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idx="19" hasCustomPrompt="1"/>
          </p:nvPr>
        </p:nvSpPr>
        <p:spPr>
          <a:xfrm>
            <a:off x="465137" y="4076700"/>
            <a:ext cx="5106989" cy="1943100"/>
          </a:xfrm>
          <a:prstGeom prst="rect">
            <a:avLst/>
          </a:prstGeom>
        </p:spPr>
        <p:txBody>
          <a:bodyPr tIns="91440" rIns="0" bIns="0" anchor="t"/>
          <a:lstStyle>
            <a:lvl1pPr>
              <a:spcAft>
                <a:spcPts val="0"/>
              </a:spcAft>
              <a:buFontTx/>
              <a:buNone/>
              <a:defRPr sz="1500" b="1" i="0" cap="none" baseline="0">
                <a:solidFill>
                  <a:schemeClr val="accent1"/>
                </a:solidFill>
                <a:latin typeface="+mn-lt"/>
                <a:ea typeface="+mn-lt"/>
                <a:cs typeface="+mn-lt"/>
              </a:defRPr>
            </a:lvl1pPr>
            <a:lvl2pPr>
              <a:spcAft>
                <a:spcPts val="0"/>
              </a:spcAft>
              <a:buFontTx/>
              <a:buNone/>
              <a:defRPr sz="1600" b="1" i="0" cap="none" baseline="0">
                <a:solidFill>
                  <a:schemeClr val="accent1"/>
                </a:solidFill>
                <a:latin typeface="+mj-lt"/>
                <a:ea typeface="+mj-lt"/>
                <a:cs typeface="+mj-lt"/>
              </a:defRPr>
            </a:lvl2pPr>
            <a:lvl3pPr marL="0" indent="0">
              <a:spcAft>
                <a:spcPts val="0"/>
              </a:spcAft>
              <a:buFontTx/>
              <a:buNone/>
              <a:defRPr sz="1600" b="1" i="0" cap="none" baseline="0">
                <a:solidFill>
                  <a:schemeClr val="accent1"/>
                </a:solidFill>
                <a:latin typeface="+mj-lt"/>
                <a:ea typeface="+mj-lt"/>
                <a:cs typeface="+mj-lt"/>
              </a:defRPr>
            </a:lvl3pPr>
            <a:lvl4pPr marL="0" indent="0">
              <a:spcAft>
                <a:spcPts val="0"/>
              </a:spcAft>
              <a:buFontTx/>
              <a:buNone/>
              <a:defRPr sz="1600" b="1" i="0" cap="none" baseline="0">
                <a:solidFill>
                  <a:schemeClr val="accent1"/>
                </a:solidFill>
                <a:latin typeface="+mj-lt"/>
                <a:ea typeface="+mj-lt"/>
                <a:cs typeface="+mj-lt"/>
              </a:defRPr>
            </a:lvl4pPr>
            <a:lvl5pPr marL="0" indent="0">
              <a:spcAft>
                <a:spcPts val="0"/>
              </a:spcAft>
              <a:buFontTx/>
              <a:buNone/>
              <a:defRPr sz="1600" b="1" i="0" cap="none" baseline="0">
                <a:solidFill>
                  <a:schemeClr val="accent1"/>
                </a:solidFill>
                <a:latin typeface="+mn-lt"/>
                <a:ea typeface="+mn-lt"/>
                <a:cs typeface="+mn-lt"/>
              </a:defRPr>
            </a:lvl5pPr>
            <a:lvl6pPr marL="0" indent="0">
              <a:spcAft>
                <a:spcPts val="0"/>
              </a:spcAft>
              <a:buFontTx/>
              <a:buNone/>
              <a:defRPr sz="1600" b="1" i="0" cap="none" baseline="0">
                <a:solidFill>
                  <a:schemeClr val="accent1"/>
                </a:solidFill>
                <a:latin typeface="+mn-lt"/>
                <a:ea typeface="+mn-lt"/>
                <a:cs typeface="+mn-lt"/>
              </a:defRPr>
            </a:lvl6pPr>
            <a:lvl7pPr marL="0" indent="0">
              <a:spcAft>
                <a:spcPts val="0"/>
              </a:spcAft>
              <a:buFontTx/>
              <a:buNone/>
              <a:defRPr sz="1600" b="1" i="0" cap="none" baseline="0">
                <a:solidFill>
                  <a:schemeClr val="accent1"/>
                </a:solidFill>
                <a:latin typeface="+mn-lt"/>
                <a:ea typeface="+mn-lt"/>
                <a:cs typeface="+mn-lt"/>
              </a:defRPr>
            </a:lvl7pPr>
            <a:lvl8pPr marL="0" indent="0">
              <a:spcAft>
                <a:spcPts val="0"/>
              </a:spcAft>
              <a:buFontTx/>
              <a:buNone/>
              <a:defRPr sz="1600" b="1" i="0" cap="none" baseline="0">
                <a:solidFill>
                  <a:schemeClr val="accent1"/>
                </a:solidFill>
                <a:latin typeface="+mn-lt"/>
                <a:ea typeface="+mn-lt"/>
                <a:cs typeface="+mn-lt"/>
              </a:defRPr>
            </a:lvl8pPr>
            <a:lvl9pPr marL="0" indent="0">
              <a:spcAft>
                <a:spcPts val="0"/>
              </a:spcAft>
              <a:buFontTx/>
              <a:buNone/>
              <a:defRPr sz="1600" b="1" i="0" cap="none" baseline="0">
                <a:solidFill>
                  <a:schemeClr val="accent1"/>
                </a:solidFill>
                <a:latin typeface="+mn-lt"/>
                <a:ea typeface="+mn-lt"/>
                <a:cs typeface="+mn-lt"/>
              </a:defRPr>
            </a:lvl9pPr>
          </a:lstStyle>
          <a:p>
            <a:pPr lvl="0">
              <a:buNone/>
            </a:pPr>
            <a:r>
              <a:t>Subhead</a:t>
            </a:r>
          </a:p>
        </p:txBody>
      </p:sp>
      <p:sp>
        <p:nvSpPr>
          <p:cNvPr id="2" name="Title 1">
            <a:extLst>
              <a:ext uri="{FF2B5EF4-FFF2-40B4-BE49-F238E27FC236}">
                <a16:creationId xmlns:a16="http://schemas.microsoft.com/office/drawing/2014/main" id="{196F23F1-5869-8449-565A-421EC2586840}"/>
              </a:ext>
            </a:extLst>
          </p:cNvPr>
          <p:cNvSpPr>
            <a:spLocks noGrp="1"/>
          </p:cNvSpPr>
          <p:nvPr>
            <p:ph type="title" hasCustomPrompt="1"/>
          </p:nvPr>
        </p:nvSpPr>
        <p:spPr>
          <a:xfrm>
            <a:off x="460376" y="1412875"/>
            <a:ext cx="5111750" cy="2333625"/>
          </a:xfrm>
          <a:prstGeom prst="rect">
            <a:avLst/>
          </a:prstGeom>
        </p:spPr>
        <p:txBody>
          <a:bodyPr vert="horz" rIns="0" anchor="b"/>
          <a:lstStyle>
            <a:lvl1pPr>
              <a:buNone/>
              <a:defRPr sz="3200" b="1">
                <a:solidFill>
                  <a:schemeClr val="tx1"/>
                </a:solidFill>
              </a:defRPr>
            </a:lvl1pPr>
          </a:lstStyle>
          <a:p>
            <a:r>
              <a:t>Click to edit title, then adjust highlight to text</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idx="22" hasCustomPrompt="1"/>
          </p:nvPr>
        </p:nvSpPr>
        <p:spPr>
          <a:xfrm>
            <a:off x="6520070" y="850900"/>
            <a:ext cx="5671929" cy="5716588"/>
          </a:xfrm>
          <a:prstGeom prst="rect">
            <a:avLst/>
          </a:prstGeom>
          <a:solidFill>
            <a:schemeClr val="accent2">
              <a:lumMod val="40000"/>
              <a:lumOff val="60000"/>
            </a:schemeClr>
          </a:solidFill>
        </p:spPr>
        <p:txBody>
          <a:bodyPr tIns="2377440"/>
          <a:lstStyle>
            <a:lvl1pPr marL="0" marR="0" indent="0" algn="ctr" defTabSz="914400">
              <a:lnSpc>
                <a:spcPct val="100000"/>
              </a:lnSpc>
              <a:spcBef>
                <a:spcPts val="0"/>
              </a:spcBef>
              <a:spcAft>
                <a:spcPts val="1600"/>
              </a:spcAft>
              <a:buClrTx/>
              <a:buSzTx/>
              <a:buFont typeface="Arial"/>
              <a:buNone/>
              <a:defRPr b="0" i="0"/>
            </a:lvl1pPr>
          </a:lstStyle>
          <a:p>
            <a:r>
              <a:t>Industry/Functional image</a:t>
            </a:r>
          </a:p>
        </p:txBody>
      </p:sp>
      <p:pic>
        <p:nvPicPr>
          <p:cNvPr id="18" name="Picture 7"/>
          <p:cNvPicPr>
            <a:picLocks noChangeAspect="1"/>
          </p:cNvPicPr>
          <p:nvPr/>
        </p:nvPicPr>
        <p:blipFill>
          <a:blip r:embed="rId4"/>
          <a:stretch>
            <a:fillRect/>
          </a:stretch>
        </p:blipFill>
        <p:spPr>
          <a:xfrm>
            <a:off x="460376" y="350432"/>
            <a:ext cx="2330449" cy="487768"/>
          </a:xfrm>
          <a:prstGeom prst="rect">
            <a:avLst/>
          </a:prstGeom>
        </p:spPr>
      </p:pic>
      <p:sp>
        <p:nvSpPr>
          <p:cNvPr id="3" name="Picture Placeholder 4">
            <a:extLst>
              <a:ext uri="{FF2B5EF4-FFF2-40B4-BE49-F238E27FC236}">
                <a16:creationId xmlns:a16="http://schemas.microsoft.com/office/drawing/2014/main" id="{F99506F5-C36B-BDCD-CE02-3F42CD24047A}"/>
              </a:ext>
            </a:extLst>
          </p:cNvPr>
          <p:cNvSpPr>
            <a:spLocks noGrp="1"/>
          </p:cNvSpPr>
          <p:nvPr>
            <p:ph type="pic" idx="24" hasCustomPrompt="1"/>
          </p:nvPr>
        </p:nvSpPr>
        <p:spPr>
          <a:xfrm>
            <a:off x="5659161" y="2385392"/>
            <a:ext cx="2471048" cy="2445026"/>
          </a:xfrm>
          <a:prstGeom prst="rect">
            <a:avLst/>
          </a:prstGeom>
          <a:solidFill>
            <a:schemeClr val="accent2">
              <a:lumMod val="60000"/>
              <a:lumOff val="40000"/>
            </a:schemeClr>
          </a:solidFill>
        </p:spPr>
        <p:txBody>
          <a:bodyPr tIns="731520"/>
          <a:lstStyle>
            <a:lvl1pPr algn="ctr">
              <a:buNone/>
              <a:defRPr b="0" i="0"/>
            </a:lvl1pPr>
          </a:lstStyle>
          <a:p>
            <a:r>
              <a:t>Abstract image</a:t>
            </a:r>
          </a:p>
        </p:txBody>
      </p:sp>
      <p:sp>
        <p:nvSpPr>
          <p:cNvPr id="4" name="Text Placeholder 9">
            <a:extLst>
              <a:ext uri="{FF2B5EF4-FFF2-40B4-BE49-F238E27FC236}">
                <a16:creationId xmlns:a16="http://schemas.microsoft.com/office/drawing/2014/main" id="{845B44C6-F3CB-894B-D0B3-F4A1C0020735}"/>
              </a:ext>
            </a:extLst>
          </p:cNvPr>
          <p:cNvSpPr>
            <a:spLocks noGrp="1"/>
          </p:cNvSpPr>
          <p:nvPr>
            <p:ph type="body" idx="25" hasCustomPrompt="1"/>
          </p:nvPr>
        </p:nvSpPr>
        <p:spPr>
          <a:xfrm rot="10800000" flipH="1">
            <a:off x="5824330" y="1413507"/>
            <a:ext cx="1461053" cy="1419143"/>
          </a:xfrm>
          <a:prstGeom prst="rect">
            <a:avLst/>
          </a:prstGeom>
          <a:blipFill>
            <a:blip r:embed="rId5"/>
            <a:stretch>
              <a:fillRect/>
            </a:stretch>
          </a:blipFill>
        </p:spPr>
        <p:txBody>
          <a:bodyPr/>
          <a:lstStyle>
            <a:lvl1pPr>
              <a:buNone/>
              <a:defRPr sz="2800" b="0" i="0"/>
            </a:lvl1pPr>
          </a:lstStyle>
          <a:p>
            <a:pPr lvl="0">
              <a:buNone/>
            </a:pPr>
            <a:r>
              <a:t> </a:t>
            </a:r>
          </a:p>
        </p:txBody>
      </p:sp>
      <p:sp>
        <p:nvSpPr>
          <p:cNvPr id="6" name="Date Placeholder 6">
            <a:extLst>
              <a:ext uri="{FF2B5EF4-FFF2-40B4-BE49-F238E27FC236}">
                <a16:creationId xmlns:a16="http://schemas.microsoft.com/office/drawing/2014/main" id="{C837860D-6193-C889-B5AE-2132DFF5FA2A}"/>
              </a:ext>
            </a:extLst>
          </p:cNvPr>
          <p:cNvSpPr>
            <a:spLocks noGrp="1"/>
          </p:cNvSpPr>
          <p:nvPr>
            <p:ph type="dt" idx="21"/>
          </p:nvPr>
        </p:nvSpPr>
        <p:spPr>
          <a:xfrm>
            <a:off x="465137" y="6400800"/>
            <a:ext cx="3602038" cy="166688"/>
          </a:xfrm>
          <a:prstGeom prst="rect">
            <a:avLst/>
          </a:prstGeom>
        </p:spPr>
        <p:txBody>
          <a:bodyPr lIns="0" tIns="0" rIns="0" bIns="0" anchor="b"/>
          <a:lstStyle>
            <a:lvl1pPr>
              <a:buNone/>
              <a:defRPr sz="1000" b="0" i="0" cap="all" baseline="0">
                <a:solidFill>
                  <a:schemeClr val="tx1"/>
                </a:solidFill>
                <a:latin typeface="+mn-lt"/>
                <a:ea typeface="+mn-lt"/>
                <a:cs typeface="+mn-lt"/>
              </a:defRPr>
            </a:lvl1pPr>
            <a:lvl2pPr>
              <a:buNone/>
              <a:defRPr sz="1000" b="0" i="0">
                <a:solidFill>
                  <a:schemeClr val="tx1"/>
                </a:solidFill>
                <a:latin typeface="+mj-lt"/>
                <a:ea typeface="+mj-lt"/>
                <a:cs typeface="+mj-lt"/>
              </a:defRPr>
            </a:lvl2pPr>
            <a:lvl3pPr>
              <a:buNone/>
              <a:defRPr sz="1000" b="0" i="0">
                <a:solidFill>
                  <a:schemeClr val="tx1"/>
                </a:solidFill>
                <a:latin typeface="+mj-lt"/>
                <a:ea typeface="+mj-lt"/>
                <a:cs typeface="+mj-lt"/>
              </a:defRPr>
            </a:lvl3pPr>
            <a:lvl4pPr>
              <a:buNone/>
              <a:defRPr sz="1000" b="0" i="0">
                <a:solidFill>
                  <a:schemeClr val="tx1"/>
                </a:solidFill>
                <a:latin typeface="+mj-lt"/>
                <a:ea typeface="+mj-lt"/>
                <a:cs typeface="+mj-lt"/>
              </a:defRPr>
            </a:lvl4pPr>
            <a:lvl5pPr>
              <a:buNone/>
              <a:defRPr sz="1000" b="0" i="0">
                <a:solidFill>
                  <a:schemeClr val="tx1"/>
                </a:solidFill>
                <a:latin typeface="+mj-lt"/>
                <a:ea typeface="+mj-lt"/>
                <a:cs typeface="+mj-lt"/>
              </a:defRPr>
            </a:lvl5pPr>
            <a:lvl6pPr>
              <a:buNone/>
              <a:defRPr sz="1000" b="0" i="0">
                <a:solidFill>
                  <a:schemeClr val="tx1"/>
                </a:solidFill>
                <a:latin typeface="+mj-lt"/>
                <a:ea typeface="+mj-lt"/>
                <a:cs typeface="+mj-lt"/>
              </a:defRPr>
            </a:lvl6pPr>
            <a:lvl7pPr>
              <a:buNone/>
              <a:defRPr sz="1000" b="0" i="0">
                <a:solidFill>
                  <a:schemeClr val="tx1"/>
                </a:solidFill>
                <a:latin typeface="+mj-lt"/>
                <a:ea typeface="+mj-lt"/>
                <a:cs typeface="+mj-lt"/>
              </a:defRPr>
            </a:lvl7pPr>
            <a:lvl8pPr>
              <a:buNone/>
              <a:defRPr sz="1000" b="0" i="0">
                <a:solidFill>
                  <a:schemeClr val="tx1"/>
                </a:solidFill>
                <a:latin typeface="+mj-lt"/>
                <a:ea typeface="+mj-lt"/>
                <a:cs typeface="+mj-lt"/>
              </a:defRPr>
            </a:lvl8pPr>
            <a:lvl9pPr marL="0">
              <a:buNone/>
              <a:defRPr sz="1000" b="0" i="0">
                <a:solidFill>
                  <a:schemeClr val="tx1"/>
                </a:solidFill>
                <a:latin typeface="+mj-lt"/>
                <a:ea typeface="+mj-lt"/>
                <a:cs typeface="+mj-lt"/>
              </a:defRPr>
            </a:lvl9pPr>
          </a:lstStyle>
          <a:p>
            <a:pPr indent="-3200400">
              <a:buNone/>
            </a:pPr>
            <a:endParaRPr/>
          </a:p>
        </p:txBody>
      </p:sp>
    </p:spTree>
    <p:extLst>
      <p:ext uri="{BB962C8B-B14F-4D97-AF65-F5344CB8AC3E}">
        <p14:creationId xmlns:p14="http://schemas.microsoft.com/office/powerpoint/2010/main" val="212167966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ver_3_one_imag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15">
            <a:extLst>
              <a:ext uri="{FF2B5EF4-FFF2-40B4-BE49-F238E27FC236}">
                <a16:creationId xmlns:a16="http://schemas.microsoft.com/office/drawing/2014/main" id="{097141F5-A733-1943-A651-93DADBFA66B0}"/>
              </a:ext>
            </a:extLst>
          </p:cNvPr>
          <p:cNvSpPr>
            <a:spLocks noGrp="1"/>
          </p:cNvSpPr>
          <p:nvPr>
            <p:ph type="body" idx="19" hasCustomPrompt="1"/>
          </p:nvPr>
        </p:nvSpPr>
        <p:spPr>
          <a:xfrm>
            <a:off x="465137" y="4076700"/>
            <a:ext cx="4884945" cy="1943100"/>
          </a:xfrm>
          <a:prstGeom prst="rect">
            <a:avLst/>
          </a:prstGeom>
        </p:spPr>
        <p:txBody>
          <a:bodyPr tIns="91440" rIns="0" bIns="0" anchor="t"/>
          <a:lstStyle>
            <a:lvl1pPr>
              <a:spcAft>
                <a:spcPts val="0"/>
              </a:spcAft>
              <a:buFontTx/>
              <a:buNone/>
              <a:defRPr sz="1500" b="1" i="0" cap="none" baseline="0">
                <a:solidFill>
                  <a:schemeClr val="accent1"/>
                </a:solidFill>
                <a:latin typeface="+mn-lt"/>
                <a:ea typeface="+mn-lt"/>
                <a:cs typeface="+mn-lt"/>
              </a:defRPr>
            </a:lvl1pPr>
            <a:lvl2pPr>
              <a:spcAft>
                <a:spcPts val="0"/>
              </a:spcAft>
              <a:buFontTx/>
              <a:buNone/>
              <a:defRPr sz="1600" b="1" i="0" cap="none" baseline="0">
                <a:solidFill>
                  <a:schemeClr val="accent1"/>
                </a:solidFill>
                <a:latin typeface="+mj-lt"/>
                <a:ea typeface="+mj-lt"/>
                <a:cs typeface="+mj-lt"/>
              </a:defRPr>
            </a:lvl2pPr>
            <a:lvl3pPr marL="0" indent="0">
              <a:spcAft>
                <a:spcPts val="0"/>
              </a:spcAft>
              <a:buFontTx/>
              <a:buNone/>
              <a:defRPr sz="1600" b="1" i="0" cap="none" baseline="0">
                <a:solidFill>
                  <a:schemeClr val="accent1"/>
                </a:solidFill>
                <a:latin typeface="+mj-lt"/>
                <a:ea typeface="+mj-lt"/>
                <a:cs typeface="+mj-lt"/>
              </a:defRPr>
            </a:lvl3pPr>
            <a:lvl4pPr marL="0" indent="0">
              <a:spcAft>
                <a:spcPts val="0"/>
              </a:spcAft>
              <a:buFontTx/>
              <a:buNone/>
              <a:defRPr sz="1600" b="1" i="0" cap="none" baseline="0">
                <a:solidFill>
                  <a:schemeClr val="accent1"/>
                </a:solidFill>
                <a:latin typeface="+mj-lt"/>
                <a:ea typeface="+mj-lt"/>
                <a:cs typeface="+mj-lt"/>
              </a:defRPr>
            </a:lvl4pPr>
            <a:lvl5pPr marL="0" indent="0">
              <a:spcAft>
                <a:spcPts val="0"/>
              </a:spcAft>
              <a:buFontTx/>
              <a:buNone/>
              <a:defRPr sz="1600" b="1" i="0" cap="none" baseline="0">
                <a:solidFill>
                  <a:schemeClr val="accent1"/>
                </a:solidFill>
                <a:latin typeface="+mn-lt"/>
                <a:ea typeface="+mn-lt"/>
                <a:cs typeface="+mn-lt"/>
              </a:defRPr>
            </a:lvl5pPr>
            <a:lvl6pPr marL="0" indent="0">
              <a:spcAft>
                <a:spcPts val="0"/>
              </a:spcAft>
              <a:buFontTx/>
              <a:buNone/>
              <a:defRPr sz="1600" b="1" i="0" cap="none" baseline="0">
                <a:solidFill>
                  <a:schemeClr val="accent1"/>
                </a:solidFill>
                <a:latin typeface="+mn-lt"/>
                <a:ea typeface="+mn-lt"/>
                <a:cs typeface="+mn-lt"/>
              </a:defRPr>
            </a:lvl6pPr>
            <a:lvl7pPr marL="0" indent="0">
              <a:spcAft>
                <a:spcPts val="0"/>
              </a:spcAft>
              <a:buFontTx/>
              <a:buNone/>
              <a:defRPr sz="1600" b="1" i="0" cap="none" baseline="0">
                <a:solidFill>
                  <a:schemeClr val="accent1"/>
                </a:solidFill>
                <a:latin typeface="+mn-lt"/>
                <a:ea typeface="+mn-lt"/>
                <a:cs typeface="+mn-lt"/>
              </a:defRPr>
            </a:lvl7pPr>
            <a:lvl8pPr marL="0" indent="0">
              <a:spcAft>
                <a:spcPts val="0"/>
              </a:spcAft>
              <a:buFontTx/>
              <a:buNone/>
              <a:defRPr sz="1600" b="1" i="0" cap="none" baseline="0">
                <a:solidFill>
                  <a:schemeClr val="accent1"/>
                </a:solidFill>
                <a:latin typeface="+mn-lt"/>
                <a:ea typeface="+mn-lt"/>
                <a:cs typeface="+mn-lt"/>
              </a:defRPr>
            </a:lvl8pPr>
            <a:lvl9pPr marL="0" indent="0">
              <a:spcAft>
                <a:spcPts val="0"/>
              </a:spcAft>
              <a:buFontTx/>
              <a:buNone/>
              <a:defRPr sz="1600" b="1" i="0" cap="none" baseline="0">
                <a:solidFill>
                  <a:schemeClr val="accent1"/>
                </a:solidFill>
                <a:latin typeface="+mn-lt"/>
                <a:ea typeface="+mn-lt"/>
                <a:cs typeface="+mn-lt"/>
              </a:defRPr>
            </a:lvl9pPr>
          </a:lstStyle>
          <a:p>
            <a:pPr lvl="0">
              <a:buNone/>
            </a:pPr>
            <a:r>
              <a:t>Subhead</a:t>
            </a:r>
          </a:p>
        </p:txBody>
      </p:sp>
      <p:sp>
        <p:nvSpPr>
          <p:cNvPr id="7" name="Date Placeholder 6">
            <a:extLst>
              <a:ext uri="{FF2B5EF4-FFF2-40B4-BE49-F238E27FC236}">
                <a16:creationId xmlns:a16="http://schemas.microsoft.com/office/drawing/2014/main" id="{F1FDC329-725F-504E-A193-47ADCC26AD4C}"/>
              </a:ext>
            </a:extLst>
          </p:cNvPr>
          <p:cNvSpPr>
            <a:spLocks noGrp="1"/>
          </p:cNvSpPr>
          <p:nvPr>
            <p:ph type="dt" idx="21"/>
          </p:nvPr>
        </p:nvSpPr>
        <p:spPr>
          <a:xfrm>
            <a:off x="465137" y="6400800"/>
            <a:ext cx="3602038" cy="166688"/>
          </a:xfrm>
          <a:prstGeom prst="rect">
            <a:avLst/>
          </a:prstGeom>
        </p:spPr>
        <p:txBody>
          <a:bodyPr lIns="0" tIns="0" rIns="0" bIns="0" anchor="b"/>
          <a:lstStyle>
            <a:lvl1pPr>
              <a:buNone/>
              <a:defRPr sz="1000" b="0" i="0" cap="all" baseline="0">
                <a:solidFill>
                  <a:schemeClr val="bg1"/>
                </a:solidFill>
                <a:latin typeface="+mn-lt"/>
                <a:ea typeface="+mn-lt"/>
                <a:cs typeface="+mn-lt"/>
              </a:defRPr>
            </a:lvl1pPr>
            <a:lvl2pPr>
              <a:buNone/>
              <a:defRPr sz="1000" b="0" i="0">
                <a:solidFill>
                  <a:schemeClr val="bg1"/>
                </a:solidFill>
                <a:latin typeface="+mj-lt"/>
                <a:ea typeface="+mj-lt"/>
                <a:cs typeface="+mj-lt"/>
              </a:defRPr>
            </a:lvl2pPr>
            <a:lvl3pPr>
              <a:buNone/>
              <a:defRPr sz="1000" b="0" i="0">
                <a:solidFill>
                  <a:schemeClr val="bg1"/>
                </a:solidFill>
                <a:latin typeface="+mj-lt"/>
                <a:ea typeface="+mj-lt"/>
                <a:cs typeface="+mj-lt"/>
              </a:defRPr>
            </a:lvl3pPr>
            <a:lvl4pPr>
              <a:buNone/>
              <a:defRPr sz="1000" b="0" i="0">
                <a:solidFill>
                  <a:schemeClr val="bg1"/>
                </a:solidFill>
                <a:latin typeface="+mj-lt"/>
                <a:ea typeface="+mj-lt"/>
                <a:cs typeface="+mj-lt"/>
              </a:defRPr>
            </a:lvl4pPr>
            <a:lvl5pPr>
              <a:buNone/>
              <a:defRPr sz="1000" b="0" i="0">
                <a:solidFill>
                  <a:schemeClr val="bg1"/>
                </a:solidFill>
                <a:latin typeface="+mj-lt"/>
                <a:ea typeface="+mj-lt"/>
                <a:cs typeface="+mj-lt"/>
              </a:defRPr>
            </a:lvl5pPr>
            <a:lvl6pPr>
              <a:buNone/>
              <a:defRPr sz="1000" b="0" i="0">
                <a:solidFill>
                  <a:schemeClr val="bg1"/>
                </a:solidFill>
                <a:latin typeface="+mj-lt"/>
                <a:ea typeface="+mj-lt"/>
                <a:cs typeface="+mj-lt"/>
              </a:defRPr>
            </a:lvl6pPr>
            <a:lvl7pPr>
              <a:buNone/>
              <a:defRPr sz="1000" b="0" i="0">
                <a:solidFill>
                  <a:schemeClr val="bg1"/>
                </a:solidFill>
                <a:latin typeface="+mj-lt"/>
                <a:ea typeface="+mj-lt"/>
                <a:cs typeface="+mj-lt"/>
              </a:defRPr>
            </a:lvl7pPr>
            <a:lvl8pPr>
              <a:buNone/>
              <a:defRPr sz="1000" b="0" i="0">
                <a:solidFill>
                  <a:schemeClr val="bg1"/>
                </a:solidFill>
                <a:latin typeface="+mj-lt"/>
                <a:ea typeface="+mj-lt"/>
                <a:cs typeface="+mj-lt"/>
              </a:defRPr>
            </a:lvl8pPr>
            <a:lvl9pPr marL="0">
              <a:buNone/>
              <a:defRPr sz="1000" b="0" i="0">
                <a:solidFill>
                  <a:schemeClr val="bg1"/>
                </a:solidFill>
                <a:latin typeface="+mj-lt"/>
                <a:ea typeface="+mj-lt"/>
                <a:cs typeface="+mj-lt"/>
              </a:defRPr>
            </a:lvl9pPr>
          </a:lstStyle>
          <a:p>
            <a:pPr indent="-3200400">
              <a:buNone/>
            </a:pPr>
            <a:endParaRPr/>
          </a:p>
        </p:txBody>
      </p:sp>
      <p:sp>
        <p:nvSpPr>
          <p:cNvPr id="2" name="Title 1">
            <a:extLst>
              <a:ext uri="{FF2B5EF4-FFF2-40B4-BE49-F238E27FC236}">
                <a16:creationId xmlns:a16="http://schemas.microsoft.com/office/drawing/2014/main" id="{196F23F1-5869-8449-565A-421EC2586840}"/>
              </a:ext>
            </a:extLst>
          </p:cNvPr>
          <p:cNvSpPr>
            <a:spLocks noGrp="1"/>
          </p:cNvSpPr>
          <p:nvPr>
            <p:ph type="title"/>
          </p:nvPr>
        </p:nvSpPr>
        <p:spPr>
          <a:xfrm>
            <a:off x="460376" y="1412875"/>
            <a:ext cx="4889499" cy="2333625"/>
          </a:xfrm>
          <a:prstGeom prst="rect">
            <a:avLst/>
          </a:prstGeom>
        </p:spPr>
        <p:txBody>
          <a:bodyPr vert="horz" rIns="0" anchor="b"/>
          <a:lstStyle>
            <a:lvl1pPr>
              <a:buNone/>
              <a:defRPr sz="3200" b="1">
                <a:solidFill>
                  <a:schemeClr val="bg1"/>
                </a:solidFill>
              </a:defRPr>
            </a:lvl1pPr>
          </a:lstStyle>
          <a:p>
            <a:r>
              <a:t>Click to edit Master title style</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idx="22"/>
          </p:nvPr>
        </p:nvSpPr>
        <p:spPr>
          <a:xfrm>
            <a:off x="5572126" y="1152939"/>
            <a:ext cx="4317309" cy="4343400"/>
          </a:xfrm>
          <a:prstGeom prst="rect">
            <a:avLst/>
          </a:prstGeom>
          <a:solidFill>
            <a:schemeClr val="accent2">
              <a:lumMod val="40000"/>
              <a:lumOff val="60000"/>
            </a:schemeClr>
          </a:solidFill>
        </p:spPr>
        <p:txBody>
          <a:bodyPr tIns="1737360"/>
          <a:lstStyle>
            <a:lvl1pPr algn="ctr">
              <a:buNone/>
              <a:defRPr b="0" i="0"/>
            </a:lvl1pPr>
          </a:lstStyle>
          <a:p>
            <a:r>
              <a:t>Click icon to add picture</a:t>
            </a:r>
          </a:p>
        </p:txBody>
      </p:sp>
      <p:pic>
        <p:nvPicPr>
          <p:cNvPr id="18" name="Picture 7"/>
          <p:cNvPicPr>
            <a:picLocks noChangeAspect="1"/>
          </p:cNvPicPr>
          <p:nvPr/>
        </p:nvPicPr>
        <p:blipFill>
          <a:blip r:embed="rId3"/>
          <a:srcRect/>
          <a:stretch/>
        </p:blipFill>
        <p:spPr>
          <a:xfrm>
            <a:off x="460377" y="350432"/>
            <a:ext cx="2330447" cy="487768"/>
          </a:xfrm>
          <a:prstGeom prst="rect">
            <a:avLst/>
          </a:prstGeom>
        </p:spPr>
      </p:pic>
    </p:spTree>
    <p:extLst>
      <p:ext uri="{BB962C8B-B14F-4D97-AF65-F5344CB8AC3E}">
        <p14:creationId xmlns:p14="http://schemas.microsoft.com/office/powerpoint/2010/main" val="50791724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ver_4_two_image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048FDED8-DCD9-3558-37D8-CCBB536FED5D}"/>
              </a:ext>
            </a:extLst>
          </p:cNvPr>
          <p:cNvSpPr>
            <a:spLocks noGrp="1"/>
          </p:cNvSpPr>
          <p:nvPr>
            <p:ph type="pic" idx="22" hasCustomPrompt="1"/>
          </p:nvPr>
        </p:nvSpPr>
        <p:spPr>
          <a:xfrm>
            <a:off x="5572127" y="1152939"/>
            <a:ext cx="4317308" cy="4343400"/>
          </a:xfrm>
          <a:prstGeom prst="rect">
            <a:avLst/>
          </a:prstGeom>
          <a:solidFill>
            <a:schemeClr val="accent2">
              <a:lumMod val="40000"/>
              <a:lumOff val="60000"/>
            </a:schemeClr>
          </a:solidFill>
        </p:spPr>
        <p:txBody>
          <a:bodyPr tIns="1737360"/>
          <a:lstStyle>
            <a:lvl1pPr algn="ctr">
              <a:buNone/>
              <a:defRPr b="0" i="0"/>
            </a:lvl1pPr>
          </a:lstStyle>
          <a:p>
            <a:pPr marL="0" marR="0" lvl="0" indent="0" algn="ctr" defTabSz="914400">
              <a:lnSpc>
                <a:spcPct val="100000"/>
              </a:lnSpc>
              <a:spcBef>
                <a:spcPts val="0"/>
              </a:spcBef>
              <a:spcAft>
                <a:spcPts val="1600"/>
              </a:spcAft>
              <a:buClrTx/>
              <a:buSzTx/>
              <a:buFont typeface="Arial"/>
              <a:buNone/>
            </a:pPr>
            <a:r>
              <a:t>Industry/Functional image</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idx="19" hasCustomPrompt="1"/>
          </p:nvPr>
        </p:nvSpPr>
        <p:spPr>
          <a:xfrm>
            <a:off x="465137" y="4076700"/>
            <a:ext cx="4885430" cy="1943100"/>
          </a:xfrm>
          <a:prstGeom prst="rect">
            <a:avLst/>
          </a:prstGeom>
        </p:spPr>
        <p:txBody>
          <a:bodyPr tIns="91440" rIns="0" bIns="0" anchor="t"/>
          <a:lstStyle>
            <a:lvl1pPr>
              <a:spcAft>
                <a:spcPts val="0"/>
              </a:spcAft>
              <a:buFontTx/>
              <a:buNone/>
              <a:defRPr sz="1500" b="1" i="0" cap="none" baseline="0">
                <a:solidFill>
                  <a:schemeClr val="accent1"/>
                </a:solidFill>
                <a:latin typeface="+mn-lt"/>
                <a:ea typeface="+mn-lt"/>
                <a:cs typeface="+mn-lt"/>
              </a:defRPr>
            </a:lvl1pPr>
            <a:lvl2pPr>
              <a:spcAft>
                <a:spcPts val="0"/>
              </a:spcAft>
              <a:buFontTx/>
              <a:buNone/>
              <a:defRPr sz="1600" b="1" i="0" cap="none" baseline="0">
                <a:solidFill>
                  <a:schemeClr val="accent1"/>
                </a:solidFill>
                <a:latin typeface="+mj-lt"/>
                <a:ea typeface="+mj-lt"/>
                <a:cs typeface="+mj-lt"/>
              </a:defRPr>
            </a:lvl2pPr>
            <a:lvl3pPr marL="0" indent="0">
              <a:spcAft>
                <a:spcPts val="0"/>
              </a:spcAft>
              <a:buFontTx/>
              <a:buNone/>
              <a:defRPr sz="1600" b="1" i="0" cap="none" baseline="0">
                <a:solidFill>
                  <a:schemeClr val="accent1"/>
                </a:solidFill>
                <a:latin typeface="+mj-lt"/>
                <a:ea typeface="+mj-lt"/>
                <a:cs typeface="+mj-lt"/>
              </a:defRPr>
            </a:lvl3pPr>
            <a:lvl4pPr marL="0" indent="0">
              <a:spcAft>
                <a:spcPts val="0"/>
              </a:spcAft>
              <a:buFontTx/>
              <a:buNone/>
              <a:defRPr sz="1600" b="1" i="0" cap="none" baseline="0">
                <a:solidFill>
                  <a:schemeClr val="accent1"/>
                </a:solidFill>
                <a:latin typeface="+mj-lt"/>
                <a:ea typeface="+mj-lt"/>
                <a:cs typeface="+mj-lt"/>
              </a:defRPr>
            </a:lvl4pPr>
            <a:lvl5pPr marL="0" indent="0">
              <a:spcAft>
                <a:spcPts val="0"/>
              </a:spcAft>
              <a:buFontTx/>
              <a:buNone/>
              <a:defRPr sz="1600" b="1" i="0" cap="none" baseline="0">
                <a:solidFill>
                  <a:schemeClr val="accent1"/>
                </a:solidFill>
                <a:latin typeface="+mn-lt"/>
                <a:ea typeface="+mn-lt"/>
                <a:cs typeface="+mn-lt"/>
              </a:defRPr>
            </a:lvl5pPr>
            <a:lvl6pPr marL="0" indent="0">
              <a:spcAft>
                <a:spcPts val="0"/>
              </a:spcAft>
              <a:buFontTx/>
              <a:buNone/>
              <a:defRPr sz="1600" b="1" i="0" cap="none" baseline="0">
                <a:solidFill>
                  <a:schemeClr val="accent1"/>
                </a:solidFill>
                <a:latin typeface="+mn-lt"/>
                <a:ea typeface="+mn-lt"/>
                <a:cs typeface="+mn-lt"/>
              </a:defRPr>
            </a:lvl6pPr>
            <a:lvl7pPr marL="0" indent="0">
              <a:spcAft>
                <a:spcPts val="0"/>
              </a:spcAft>
              <a:buFontTx/>
              <a:buNone/>
              <a:defRPr sz="1600" b="1" i="0" cap="none" baseline="0">
                <a:solidFill>
                  <a:schemeClr val="accent1"/>
                </a:solidFill>
                <a:latin typeface="+mn-lt"/>
                <a:ea typeface="+mn-lt"/>
                <a:cs typeface="+mn-lt"/>
              </a:defRPr>
            </a:lvl7pPr>
            <a:lvl8pPr marL="0" indent="0">
              <a:spcAft>
                <a:spcPts val="0"/>
              </a:spcAft>
              <a:buFontTx/>
              <a:buNone/>
              <a:defRPr sz="1600" b="1" i="0" cap="none" baseline="0">
                <a:solidFill>
                  <a:schemeClr val="accent1"/>
                </a:solidFill>
                <a:latin typeface="+mn-lt"/>
                <a:ea typeface="+mn-lt"/>
                <a:cs typeface="+mn-lt"/>
              </a:defRPr>
            </a:lvl8pPr>
            <a:lvl9pPr marL="0" indent="0">
              <a:spcAft>
                <a:spcPts val="0"/>
              </a:spcAft>
              <a:buFontTx/>
              <a:buNone/>
              <a:defRPr sz="1600" b="1" i="0" cap="none" baseline="0">
                <a:solidFill>
                  <a:schemeClr val="accent1"/>
                </a:solidFill>
                <a:latin typeface="+mn-lt"/>
                <a:ea typeface="+mn-lt"/>
                <a:cs typeface="+mn-lt"/>
              </a:defRPr>
            </a:lvl9pPr>
          </a:lstStyle>
          <a:p>
            <a:pPr lvl="0">
              <a:buNone/>
            </a:pPr>
            <a:r>
              <a:t>Subhead</a:t>
            </a:r>
          </a:p>
        </p:txBody>
      </p:sp>
      <p:sp>
        <p:nvSpPr>
          <p:cNvPr id="3" name="Picture Placeholder 4">
            <a:extLst>
              <a:ext uri="{FF2B5EF4-FFF2-40B4-BE49-F238E27FC236}">
                <a16:creationId xmlns:a16="http://schemas.microsoft.com/office/drawing/2014/main" id="{F99506F5-C36B-BDCD-CE02-3F42CD24047A}"/>
              </a:ext>
            </a:extLst>
          </p:cNvPr>
          <p:cNvSpPr>
            <a:spLocks noGrp="1"/>
          </p:cNvSpPr>
          <p:nvPr>
            <p:ph type="pic" idx="24" hasCustomPrompt="1"/>
          </p:nvPr>
        </p:nvSpPr>
        <p:spPr>
          <a:xfrm>
            <a:off x="10110995" y="2574234"/>
            <a:ext cx="1788490" cy="1779793"/>
          </a:xfrm>
          <a:prstGeom prst="rect">
            <a:avLst/>
          </a:prstGeom>
          <a:solidFill>
            <a:schemeClr val="accent2">
              <a:lumMod val="60000"/>
              <a:lumOff val="40000"/>
            </a:schemeClr>
          </a:solidFill>
        </p:spPr>
        <p:txBody>
          <a:bodyPr tIns="457200"/>
          <a:lstStyle>
            <a:lvl1pPr algn="ctr">
              <a:buNone/>
              <a:defRPr b="0" i="0"/>
            </a:lvl1pPr>
          </a:lstStyle>
          <a:p>
            <a:r>
              <a:t>Abstract image</a:t>
            </a:r>
          </a:p>
        </p:txBody>
      </p:sp>
      <p:pic>
        <p:nvPicPr>
          <p:cNvPr id="20" name="Picture 5"/>
          <p:cNvPicPr>
            <a:picLocks noChangeAspect="1"/>
          </p:cNvPicPr>
          <p:nvPr/>
        </p:nvPicPr>
        <p:blipFill>
          <a:blip r:embed="rId3"/>
          <a:srcRect/>
          <a:stretch/>
        </p:blipFill>
        <p:spPr>
          <a:xfrm>
            <a:off x="460377" y="350432"/>
            <a:ext cx="2330447" cy="487768"/>
          </a:xfrm>
          <a:prstGeom prst="rect">
            <a:avLst/>
          </a:prstGeom>
        </p:spPr>
      </p:pic>
      <p:sp>
        <p:nvSpPr>
          <p:cNvPr id="9" name="Date Placeholder 6">
            <a:extLst>
              <a:ext uri="{FF2B5EF4-FFF2-40B4-BE49-F238E27FC236}">
                <a16:creationId xmlns:a16="http://schemas.microsoft.com/office/drawing/2014/main" id="{A0C19E44-9FDD-32D2-CA44-9C517501348A}"/>
              </a:ext>
            </a:extLst>
          </p:cNvPr>
          <p:cNvSpPr>
            <a:spLocks noGrp="1"/>
          </p:cNvSpPr>
          <p:nvPr>
            <p:ph type="dt" idx="21"/>
          </p:nvPr>
        </p:nvSpPr>
        <p:spPr>
          <a:xfrm>
            <a:off x="465137" y="6400800"/>
            <a:ext cx="3602038" cy="166688"/>
          </a:xfrm>
          <a:prstGeom prst="rect">
            <a:avLst/>
          </a:prstGeom>
        </p:spPr>
        <p:txBody>
          <a:bodyPr lIns="0" tIns="0" rIns="0" bIns="0" anchor="b"/>
          <a:lstStyle>
            <a:lvl1pPr>
              <a:buNone/>
              <a:defRPr sz="1000" b="0" i="0" cap="all" baseline="0">
                <a:solidFill>
                  <a:schemeClr val="bg1"/>
                </a:solidFill>
                <a:latin typeface="+mn-lt"/>
                <a:ea typeface="+mn-lt"/>
                <a:cs typeface="+mn-lt"/>
              </a:defRPr>
            </a:lvl1pPr>
            <a:lvl2pPr>
              <a:buNone/>
              <a:defRPr sz="1000" b="0" i="0">
                <a:solidFill>
                  <a:schemeClr val="bg1"/>
                </a:solidFill>
                <a:latin typeface="+mj-lt"/>
                <a:ea typeface="+mj-lt"/>
                <a:cs typeface="+mj-lt"/>
              </a:defRPr>
            </a:lvl2pPr>
            <a:lvl3pPr>
              <a:buNone/>
              <a:defRPr sz="1000" b="0" i="0">
                <a:solidFill>
                  <a:schemeClr val="bg1"/>
                </a:solidFill>
                <a:latin typeface="+mj-lt"/>
                <a:ea typeface="+mj-lt"/>
                <a:cs typeface="+mj-lt"/>
              </a:defRPr>
            </a:lvl3pPr>
            <a:lvl4pPr>
              <a:buNone/>
              <a:defRPr sz="1000" b="0" i="0">
                <a:solidFill>
                  <a:schemeClr val="bg1"/>
                </a:solidFill>
                <a:latin typeface="+mj-lt"/>
                <a:ea typeface="+mj-lt"/>
                <a:cs typeface="+mj-lt"/>
              </a:defRPr>
            </a:lvl4pPr>
            <a:lvl5pPr>
              <a:buNone/>
              <a:defRPr sz="1000" b="0" i="0">
                <a:solidFill>
                  <a:schemeClr val="bg1"/>
                </a:solidFill>
                <a:latin typeface="+mj-lt"/>
                <a:ea typeface="+mj-lt"/>
                <a:cs typeface="+mj-lt"/>
              </a:defRPr>
            </a:lvl5pPr>
            <a:lvl6pPr>
              <a:buNone/>
              <a:defRPr sz="1000" b="0" i="0">
                <a:solidFill>
                  <a:schemeClr val="bg1"/>
                </a:solidFill>
                <a:latin typeface="+mj-lt"/>
                <a:ea typeface="+mj-lt"/>
                <a:cs typeface="+mj-lt"/>
              </a:defRPr>
            </a:lvl6pPr>
            <a:lvl7pPr>
              <a:buNone/>
              <a:defRPr sz="1000" b="0" i="0">
                <a:solidFill>
                  <a:schemeClr val="bg1"/>
                </a:solidFill>
                <a:latin typeface="+mj-lt"/>
                <a:ea typeface="+mj-lt"/>
                <a:cs typeface="+mj-lt"/>
              </a:defRPr>
            </a:lvl7pPr>
            <a:lvl8pPr>
              <a:buNone/>
              <a:defRPr sz="1000" b="0" i="0">
                <a:solidFill>
                  <a:schemeClr val="bg1"/>
                </a:solidFill>
                <a:latin typeface="+mj-lt"/>
                <a:ea typeface="+mj-lt"/>
                <a:cs typeface="+mj-lt"/>
              </a:defRPr>
            </a:lvl8pPr>
            <a:lvl9pPr marL="0">
              <a:buNone/>
              <a:defRPr sz="1000" b="0" i="0">
                <a:solidFill>
                  <a:schemeClr val="bg1"/>
                </a:solidFill>
                <a:latin typeface="+mj-lt"/>
                <a:ea typeface="+mj-lt"/>
                <a:cs typeface="+mj-lt"/>
              </a:defRPr>
            </a:lvl9pPr>
          </a:lstStyle>
          <a:p>
            <a:pPr indent="-3200400">
              <a:buNone/>
            </a:pPr>
            <a:endParaRPr/>
          </a:p>
        </p:txBody>
      </p:sp>
      <p:sp>
        <p:nvSpPr>
          <p:cNvPr id="11" name="Title 1">
            <a:extLst>
              <a:ext uri="{FF2B5EF4-FFF2-40B4-BE49-F238E27FC236}">
                <a16:creationId xmlns:a16="http://schemas.microsoft.com/office/drawing/2014/main" id="{9244323D-D055-BCD3-DE22-B0A344D2BF9E}"/>
              </a:ext>
            </a:extLst>
          </p:cNvPr>
          <p:cNvSpPr>
            <a:spLocks noGrp="1"/>
          </p:cNvSpPr>
          <p:nvPr>
            <p:ph type="title"/>
          </p:nvPr>
        </p:nvSpPr>
        <p:spPr>
          <a:xfrm>
            <a:off x="460376" y="1412875"/>
            <a:ext cx="4889985" cy="2333625"/>
          </a:xfrm>
          <a:prstGeom prst="rect">
            <a:avLst/>
          </a:prstGeom>
        </p:spPr>
        <p:txBody>
          <a:bodyPr vert="horz" rIns="0" anchor="b"/>
          <a:lstStyle>
            <a:lvl1pPr>
              <a:buNone/>
              <a:defRPr sz="3200" b="1">
                <a:solidFill>
                  <a:schemeClr val="bg1"/>
                </a:solidFill>
              </a:defRPr>
            </a:lvl1pPr>
          </a:lstStyle>
          <a:p>
            <a:r>
              <a:t>Click to edit Master title style</a:t>
            </a:r>
          </a:p>
        </p:txBody>
      </p:sp>
      <p:sp>
        <p:nvSpPr>
          <p:cNvPr id="15" name="Text Placeholder 14">
            <a:extLst>
              <a:ext uri="{FF2B5EF4-FFF2-40B4-BE49-F238E27FC236}">
                <a16:creationId xmlns:a16="http://schemas.microsoft.com/office/drawing/2014/main" id="{963EF1FF-C264-2760-38A0-BB33456CC32B}"/>
              </a:ext>
            </a:extLst>
          </p:cNvPr>
          <p:cNvSpPr>
            <a:spLocks noGrp="1"/>
          </p:cNvSpPr>
          <p:nvPr>
            <p:ph type="body" idx="25" hasCustomPrompt="1"/>
          </p:nvPr>
        </p:nvSpPr>
        <p:spPr>
          <a:xfrm flipH="1">
            <a:off x="9484277" y="3825875"/>
            <a:ext cx="1488523" cy="1463067"/>
          </a:xfrm>
          <a:prstGeom prst="rect">
            <a:avLst/>
          </a:prstGeom>
          <a:blipFill>
            <a:blip r:embed="rId4"/>
            <a:stretch>
              <a:fillRect/>
            </a:stretch>
          </a:blipFill>
        </p:spPr>
        <p:txBody>
          <a:bodyPr/>
          <a:lstStyle>
            <a:lvl1pPr>
              <a:buNone/>
              <a:defRPr b="0" i="0"/>
            </a:lvl1pPr>
          </a:lstStyle>
          <a:p>
            <a:pPr lvl="0">
              <a:buNone/>
            </a:pPr>
            <a:r>
              <a:t> </a:t>
            </a:r>
          </a:p>
        </p:txBody>
      </p:sp>
    </p:spTree>
    <p:extLst>
      <p:ext uri="{BB962C8B-B14F-4D97-AF65-F5344CB8AC3E}">
        <p14:creationId xmlns:p14="http://schemas.microsoft.com/office/powerpoint/2010/main" val="43455590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agenda_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972B6A5-01FD-899A-FA5B-50AED31DFBE5}"/>
              </a:ext>
            </a:extLst>
          </p:cNvPr>
          <p:cNvSpPr>
            <a:spLocks noGrp="1"/>
          </p:cNvSpPr>
          <p:nvPr>
            <p:ph type="ftr" idx="10"/>
          </p:nvPr>
        </p:nvSpPr>
        <p:spPr/>
        <p:txBody>
          <a:bodyPr/>
          <a:lstStyle>
            <a:lvl1pPr>
              <a:buNone/>
              <a:defRPr b="0" i="0"/>
            </a:lvl1pPr>
          </a:lstStyle>
          <a:p>
            <a:r>
              <a:t>© 2025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ECAE3597-928B-CB48-EED1-29B1135F105F}"/>
              </a:ext>
            </a:extLst>
          </p:cNvPr>
          <p:cNvSpPr>
            <a:spLocks noGrp="1"/>
          </p:cNvSpPr>
          <p:nvPr>
            <p:ph type="sldNum" idx="11"/>
          </p:nvPr>
        </p:nvSpPr>
        <p:spPr/>
        <p:txBody>
          <a:bodyPr/>
          <a:lstStyle>
            <a:lvl1pPr>
              <a:buNone/>
              <a:defRPr b="0" i="0"/>
            </a:lvl1pPr>
          </a:lstStyle>
          <a:p>
            <a:fld id="{63DCA5C9-2E11-4C67-86EB-AE1DE127DC64}" type="slidenum">
              <a:t>‹#›</a:t>
            </a:fld>
            <a:endParaRPr/>
          </a:p>
        </p:txBody>
      </p:sp>
      <p:pic>
        <p:nvPicPr>
          <p:cNvPr id="17" name="Picture 1"/>
          <p:cNvPicPr>
            <a:picLocks noChangeAspect="1"/>
          </p:cNvPicPr>
          <p:nvPr/>
        </p:nvPicPr>
        <p:blipFill>
          <a:blip r:embed="rId3"/>
          <a:stretch>
            <a:fillRect/>
          </a:stretch>
        </p:blipFill>
        <p:spPr>
          <a:xfrm>
            <a:off x="460377" y="6325375"/>
            <a:ext cx="1457324" cy="305021"/>
          </a:xfrm>
          <a:prstGeom prst="rect">
            <a:avLst/>
          </a:prstGeom>
        </p:spPr>
      </p:pic>
      <p:sp>
        <p:nvSpPr>
          <p:cNvPr id="10" name="Picture Placeholder 4">
            <a:extLst>
              <a:ext uri="{FF2B5EF4-FFF2-40B4-BE49-F238E27FC236}">
                <a16:creationId xmlns:a16="http://schemas.microsoft.com/office/drawing/2014/main" id="{1FB5A361-F9DC-DE5A-6274-208702766B8E}"/>
              </a:ext>
            </a:extLst>
          </p:cNvPr>
          <p:cNvSpPr>
            <a:spLocks noGrp="1"/>
          </p:cNvSpPr>
          <p:nvPr>
            <p:ph type="pic" idx="22"/>
          </p:nvPr>
        </p:nvSpPr>
        <p:spPr>
          <a:xfrm>
            <a:off x="6248400" y="1508125"/>
            <a:ext cx="4470400" cy="4473575"/>
          </a:xfrm>
          <a:prstGeom prst="rect">
            <a:avLst/>
          </a:prstGeom>
          <a:solidFill>
            <a:schemeClr val="accent2">
              <a:lumMod val="40000"/>
              <a:lumOff val="60000"/>
            </a:schemeClr>
          </a:solidFill>
        </p:spPr>
        <p:txBody>
          <a:bodyPr tIns="1737360"/>
          <a:lstStyle>
            <a:lvl1pPr algn="ctr">
              <a:buNone/>
              <a:defRPr b="0" i="0"/>
            </a:lvl1pPr>
          </a:lstStyle>
          <a:p>
            <a:r>
              <a:t>Click icon to add picture</a:t>
            </a:r>
          </a:p>
        </p:txBody>
      </p:sp>
      <p:sp>
        <p:nvSpPr>
          <p:cNvPr id="5" name="Text Placeholder 3">
            <a:extLst>
              <a:ext uri="{FF2B5EF4-FFF2-40B4-BE49-F238E27FC236}">
                <a16:creationId xmlns:a16="http://schemas.microsoft.com/office/drawing/2014/main" id="{25FBCF55-BB8C-ECD8-868D-78FE6035F732}"/>
              </a:ext>
            </a:extLst>
          </p:cNvPr>
          <p:cNvSpPr>
            <a:spLocks noGrp="1"/>
          </p:cNvSpPr>
          <p:nvPr>
            <p:ph type="body" idx="34" hasCustomPrompt="1"/>
          </p:nvPr>
        </p:nvSpPr>
        <p:spPr>
          <a:xfrm>
            <a:off x="460375" y="1508125"/>
            <a:ext cx="789691" cy="4511674"/>
          </a:xfrm>
          <a:prstGeom prst="rect">
            <a:avLst/>
          </a:prstGeom>
          <a:ln>
            <a:noFill/>
          </a:ln>
        </p:spPr>
        <p:txBody>
          <a:bodyPr tIns="0" anchor="ctr"/>
          <a:lstStyle>
            <a:lvl1pPr>
              <a:lnSpc>
                <a:spcPct val="100000"/>
              </a:lnSpc>
              <a:spcBef>
                <a:spcPts val="0"/>
              </a:spcBef>
              <a:spcAft>
                <a:spcPts val="700"/>
              </a:spcAft>
              <a:buNone/>
              <a:defRPr sz="3600" b="1" i="0">
                <a:ln w="12700">
                  <a:noFill/>
                </a:ln>
                <a:solidFill>
                  <a:schemeClr val="accent1"/>
                </a:solidFill>
                <a:latin typeface="+mn-lt"/>
                <a:ea typeface="+mn-lt"/>
                <a:cs typeface="+mn-lt"/>
              </a:defRPr>
            </a:lvl1pPr>
            <a:lvl2pPr>
              <a:lnSpc>
                <a:spcPct val="100000"/>
              </a:lnSpc>
              <a:spcBef>
                <a:spcPts val="0"/>
              </a:spcBef>
              <a:spcAft>
                <a:spcPts val="700"/>
              </a:spcAft>
              <a:buNone/>
              <a:defRPr sz="3600" b="1" i="0" spc="0">
                <a:ln w="12700">
                  <a:noFill/>
                </a:ln>
                <a:solidFill>
                  <a:schemeClr val="accent1"/>
                </a:solidFill>
                <a:latin typeface="+mn-lt"/>
                <a:ea typeface="+mn-lt"/>
                <a:cs typeface="+mn-lt"/>
              </a:defRPr>
            </a:lvl2pPr>
            <a:lvl3pPr>
              <a:lnSpc>
                <a:spcPct val="100000"/>
              </a:lnSpc>
              <a:spcBef>
                <a:spcPts val="0"/>
              </a:spcBef>
              <a:spcAft>
                <a:spcPts val="700"/>
              </a:spcAft>
              <a:buNone/>
              <a:defRPr sz="3600" b="1" i="0">
                <a:ln w="12700">
                  <a:noFill/>
                </a:ln>
                <a:solidFill>
                  <a:schemeClr val="accent1"/>
                </a:solidFill>
                <a:latin typeface="+mn-lt"/>
                <a:ea typeface="+mn-lt"/>
                <a:cs typeface="+mn-lt"/>
              </a:defRPr>
            </a:lvl3pPr>
            <a:lvl4pPr marL="0">
              <a:lnSpc>
                <a:spcPct val="100000"/>
              </a:lnSpc>
              <a:spcBef>
                <a:spcPts val="0"/>
              </a:spcBef>
              <a:spcAft>
                <a:spcPts val="700"/>
              </a:spcAft>
              <a:buNone/>
              <a:defRPr sz="3600" b="1" i="0">
                <a:ln w="12700">
                  <a:noFill/>
                </a:ln>
                <a:solidFill>
                  <a:schemeClr val="accent1"/>
                </a:solidFill>
                <a:latin typeface="+mn-lt"/>
                <a:ea typeface="+mn-lt"/>
                <a:cs typeface="+mn-lt"/>
              </a:defRPr>
            </a:lvl4pPr>
            <a:lvl5pPr marL="0">
              <a:lnSpc>
                <a:spcPct val="100000"/>
              </a:lnSpc>
              <a:spcBef>
                <a:spcPts val="0"/>
              </a:spcBef>
              <a:spcAft>
                <a:spcPts val="700"/>
              </a:spcAft>
              <a:buNone/>
              <a:defRPr sz="3600" b="1" i="0">
                <a:ln w="12700">
                  <a:noFill/>
                </a:ln>
                <a:solidFill>
                  <a:schemeClr val="accent1"/>
                </a:solidFill>
                <a:latin typeface="+mn-lt"/>
                <a:ea typeface="+mn-lt"/>
                <a:cs typeface="+mn-lt"/>
              </a:defRPr>
            </a:lvl5pPr>
            <a:lvl6pPr>
              <a:lnSpc>
                <a:spcPct val="100000"/>
              </a:lnSpc>
              <a:spcAft>
                <a:spcPts val="700"/>
              </a:spcAft>
              <a:buNone/>
              <a:defRPr sz="3600" b="1">
                <a:ln w="12700">
                  <a:noFill/>
                </a:ln>
                <a:solidFill>
                  <a:schemeClr val="accent1"/>
                </a:solidFill>
                <a:latin typeface="+mn-lt"/>
                <a:ea typeface="+mn-lt"/>
                <a:cs typeface="+mn-lt"/>
              </a:defRPr>
            </a:lvl6pPr>
            <a:lvl7pPr marL="0">
              <a:lnSpc>
                <a:spcPct val="100000"/>
              </a:lnSpc>
              <a:spcAft>
                <a:spcPts val="700"/>
              </a:spcAft>
              <a:buNone/>
              <a:defRPr sz="3600" b="1">
                <a:ln w="12700">
                  <a:noFill/>
                </a:ln>
                <a:solidFill>
                  <a:schemeClr val="accent1"/>
                </a:solidFill>
                <a:latin typeface="+mn-lt"/>
                <a:ea typeface="+mn-lt"/>
                <a:cs typeface="+mn-lt"/>
              </a:defRPr>
            </a:lvl7pPr>
            <a:lvl8pPr marL="0">
              <a:lnSpc>
                <a:spcPct val="100000"/>
              </a:lnSpc>
              <a:spcAft>
                <a:spcPts val="700"/>
              </a:spcAft>
              <a:buNone/>
              <a:defRPr sz="3600" b="1">
                <a:ln w="12700">
                  <a:noFill/>
                </a:ln>
                <a:solidFill>
                  <a:schemeClr val="accent1"/>
                </a:solidFill>
                <a:latin typeface="+mn-lt"/>
                <a:ea typeface="+mn-lt"/>
                <a:cs typeface="+mn-lt"/>
              </a:defRPr>
            </a:lvl8pPr>
            <a:lvl9pPr>
              <a:lnSpc>
                <a:spcPct val="100000"/>
              </a:lnSpc>
              <a:spcAft>
                <a:spcPts val="700"/>
              </a:spcAft>
              <a:buNone/>
              <a:defRPr sz="3600" b="1">
                <a:ln w="12700">
                  <a:noFill/>
                </a:ln>
                <a:solidFill>
                  <a:schemeClr val="accent1"/>
                </a:solidFill>
                <a:latin typeface="+mn-lt"/>
                <a:ea typeface="+mn-lt"/>
                <a:cs typeface="+mn-lt"/>
              </a:defRPr>
            </a:lvl9pPr>
          </a:lstStyle>
          <a:p>
            <a:pPr lvl="0">
              <a:buNone/>
            </a:pPr>
            <a:r>
              <a:t>01</a:t>
            </a:r>
          </a:p>
          <a:p>
            <a:pPr lvl="0">
              <a:buNone/>
            </a:pPr>
            <a:r>
              <a:t>02</a:t>
            </a:r>
          </a:p>
          <a:p>
            <a:pPr lvl="0">
              <a:buNone/>
            </a:pPr>
            <a:r>
              <a:t>03</a:t>
            </a:r>
          </a:p>
          <a:p>
            <a:pPr lvl="0">
              <a:buNone/>
            </a:pPr>
            <a:r>
              <a:t>04</a:t>
            </a:r>
          </a:p>
          <a:p>
            <a:pPr lvl="0">
              <a:buNone/>
            </a:pPr>
            <a:r>
              <a:t>05</a:t>
            </a:r>
          </a:p>
          <a:p>
            <a:pPr lvl="0">
              <a:buNone/>
            </a:pPr>
            <a:r>
              <a:t>06</a:t>
            </a:r>
          </a:p>
          <a:p>
            <a:pPr lvl="0">
              <a:buNone/>
            </a:pPr>
            <a:r>
              <a:t>07</a:t>
            </a:r>
          </a:p>
        </p:txBody>
      </p:sp>
      <p:sp>
        <p:nvSpPr>
          <p:cNvPr id="3" name="Rectangle 2">
            <a:extLst>
              <a:ext uri="{FF2B5EF4-FFF2-40B4-BE49-F238E27FC236}">
                <a16:creationId xmlns:a16="http://schemas.microsoft.com/office/drawing/2014/main" id="{F9D3A198-41C5-A389-D58D-6067B66B5EE8}"/>
              </a:ext>
            </a:extLst>
          </p:cNvPr>
          <p:cNvSpPr>
            <a:spLocks noGrp="1"/>
          </p:cNvSpPr>
          <p:nvPr/>
        </p:nvSpPr>
        <p:spPr>
          <a:xfrm>
            <a:off x="300446" y="966651"/>
            <a:ext cx="2050868" cy="195943"/>
          </a:xfrm>
          <a:prstGeom prst="rect">
            <a:avLst/>
          </a:prstGeom>
          <a:solidFill>
            <a:schemeClr val="bg1"/>
          </a:solidFill>
          <a:ln>
            <a:noFill/>
          </a:ln>
        </p:spPr>
        <p:txBody>
          <a:bodyPr rot="0" spcFirstLastPara="0" vert="horz" wrap="square" lIns="137160" tIns="0" rIns="137160" bIns="0" anchor="ctr">
            <a:noAutofit/>
          </a:bodyPr>
          <a:lstStyle/>
          <a:p>
            <a:pPr marL="9525" marR="0" indent="0" algn="ctr" defTabSz="914400">
              <a:lnSpc>
                <a:spcPct val="100000"/>
              </a:lnSpc>
              <a:spcBef>
                <a:spcPts val="0"/>
              </a:spcBef>
              <a:spcAft>
                <a:spcPts val="400"/>
              </a:spcAft>
              <a:buClrTx/>
              <a:buSzTx/>
              <a:buFont typeface="Arial"/>
              <a:buNone/>
            </a:pPr>
            <a:endParaRPr/>
          </a:p>
        </p:txBody>
      </p:sp>
      <p:sp>
        <p:nvSpPr>
          <p:cNvPr id="7" name="Title 2">
            <a:extLst>
              <a:ext uri="{FF2B5EF4-FFF2-40B4-BE49-F238E27FC236}">
                <a16:creationId xmlns:a16="http://schemas.microsoft.com/office/drawing/2014/main" id="{92DD1241-B542-4023-F74B-C762BE058065}"/>
              </a:ext>
            </a:extLst>
          </p:cNvPr>
          <p:cNvSpPr>
            <a:spLocks noGrp="1"/>
          </p:cNvSpPr>
          <p:nvPr>
            <p:ph type="title" hasCustomPrompt="1"/>
          </p:nvPr>
        </p:nvSpPr>
        <p:spPr>
          <a:xfrm>
            <a:off x="460372" y="556953"/>
            <a:ext cx="11268077" cy="855922"/>
          </a:xfrm>
          <a:prstGeom prst="rect">
            <a:avLst/>
          </a:prstGeom>
        </p:spPr>
        <p:txBody>
          <a:bodyPr vert="horz" rIns="0"/>
          <a:lstStyle>
            <a:lvl1pPr>
              <a:buNone/>
              <a:defRPr sz="2200"/>
            </a:lvl1pPr>
          </a:lstStyle>
          <a:p>
            <a:r>
              <a:t>Click to edit Agenda/Contents Title</a:t>
            </a:r>
          </a:p>
        </p:txBody>
      </p:sp>
      <p:sp>
        <p:nvSpPr>
          <p:cNvPr id="13" name="Content Placeholder 7">
            <a:extLst>
              <a:ext uri="{FF2B5EF4-FFF2-40B4-BE49-F238E27FC236}">
                <a16:creationId xmlns:a16="http://schemas.microsoft.com/office/drawing/2014/main" id="{2EBB998A-4A7F-95A1-ABAB-78ABF3E6EAAD}"/>
              </a:ext>
            </a:extLst>
          </p:cNvPr>
          <p:cNvSpPr>
            <a:spLocks noGrp="1"/>
          </p:cNvSpPr>
          <p:nvPr>
            <p:ph idx="20" hasCustomPrompt="1"/>
          </p:nvPr>
        </p:nvSpPr>
        <p:spPr>
          <a:xfrm>
            <a:off x="1250065" y="1508125"/>
            <a:ext cx="4174689" cy="4511673"/>
          </a:xfrm>
          <a:prstGeom prst="rect">
            <a:avLst/>
          </a:prstGeom>
        </p:spPr>
        <p:txBody>
          <a:bodyPr anchor="ctr"/>
          <a:lstStyle>
            <a:lvl1pPr>
              <a:spcAft>
                <a:spcPts val="2900"/>
              </a:spcAft>
              <a:buNone/>
              <a:defRPr sz="1800" b="1" i="0"/>
            </a:lvl1pPr>
            <a:lvl2pPr marL="295275" indent="-285750">
              <a:spcAft>
                <a:spcPts val="2900"/>
              </a:spcAft>
              <a:buFont typeface="Arial"/>
              <a:buChar char="•"/>
              <a:defRPr sz="1800" b="1" i="0"/>
            </a:lvl2pPr>
            <a:lvl3pPr marL="635000" indent="-287338">
              <a:spcAft>
                <a:spcPts val="2900"/>
              </a:spcAft>
              <a:buNone/>
              <a:defRPr sz="1800" b="1" i="0"/>
            </a:lvl3pPr>
            <a:lvl4pPr marL="971550" indent="-285750">
              <a:spcAft>
                <a:spcPts val="2900"/>
              </a:spcAft>
              <a:buNone/>
              <a:defRPr sz="1800" b="1" i="0"/>
            </a:lvl4pPr>
            <a:lvl5pPr marL="1320800" indent="-287338">
              <a:spcAft>
                <a:spcPts val="2900"/>
              </a:spcAft>
              <a:buNone/>
              <a:defRPr sz="1800" b="1" i="0"/>
            </a:lvl5pPr>
            <a:lvl6pPr marL="1658938" indent="-287338">
              <a:spcAft>
                <a:spcPts val="2900"/>
              </a:spcAft>
              <a:buNone/>
              <a:defRPr sz="1800" b="1"/>
            </a:lvl6pPr>
            <a:lvl7pPr marL="2006600" indent="-287338">
              <a:spcAft>
                <a:spcPts val="2900"/>
              </a:spcAft>
              <a:buNone/>
              <a:defRPr sz="1800" b="1"/>
            </a:lvl7pPr>
            <a:lvl8pPr marL="2344738" indent="-266700">
              <a:buNone/>
              <a:defRPr/>
            </a:lvl8pPr>
            <a:lvl9pPr marL="2692400" indent="-285750">
              <a:buNone/>
              <a:defRPr/>
            </a:lvl9pPr>
          </a:lstStyle>
          <a:p>
            <a:pPr lvl="0">
              <a:buNone/>
            </a:pPr>
            <a:r>
              <a:t>Edit Master text styles</a:t>
            </a:r>
          </a:p>
          <a:p>
            <a:pPr marL="9525" marR="0" lvl="0" indent="0" algn="l" defTabSz="914400">
              <a:lnSpc>
                <a:spcPct val="100000"/>
              </a:lnSpc>
              <a:spcBef>
                <a:spcPts val="0"/>
              </a:spcBef>
              <a:spcAft>
                <a:spcPts val="2900"/>
              </a:spcAft>
              <a:buClrTx/>
              <a:buSzTx/>
              <a:buFont typeface="Arial"/>
              <a:buNone/>
            </a:pPr>
            <a:r>
              <a:t>Edit Master text styles</a:t>
            </a:r>
          </a:p>
          <a:p>
            <a:pPr marL="9525" marR="0" lvl="0" indent="0" algn="l" defTabSz="914400">
              <a:lnSpc>
                <a:spcPct val="100000"/>
              </a:lnSpc>
              <a:spcBef>
                <a:spcPts val="0"/>
              </a:spcBef>
              <a:spcAft>
                <a:spcPts val="2900"/>
              </a:spcAft>
              <a:buClrTx/>
              <a:buSzTx/>
              <a:buFont typeface="Arial"/>
              <a:buNone/>
            </a:pPr>
            <a:r>
              <a:t>Edit Master text styles</a:t>
            </a:r>
          </a:p>
          <a:p>
            <a:pPr marL="9525" marR="0" lvl="0" indent="0" algn="l" defTabSz="914400">
              <a:lnSpc>
                <a:spcPct val="100000"/>
              </a:lnSpc>
              <a:spcBef>
                <a:spcPts val="0"/>
              </a:spcBef>
              <a:spcAft>
                <a:spcPts val="2900"/>
              </a:spcAft>
              <a:buClrTx/>
              <a:buSzTx/>
              <a:buFont typeface="Arial"/>
              <a:buNone/>
            </a:pPr>
            <a:r>
              <a:t>Edit Master text styles</a:t>
            </a:r>
          </a:p>
          <a:p>
            <a:pPr marL="9525" marR="0" lvl="0" indent="0" algn="l" defTabSz="914400">
              <a:lnSpc>
                <a:spcPct val="100000"/>
              </a:lnSpc>
              <a:spcBef>
                <a:spcPts val="0"/>
              </a:spcBef>
              <a:spcAft>
                <a:spcPts val="2900"/>
              </a:spcAft>
              <a:buClrTx/>
              <a:buSzTx/>
              <a:buFont typeface="Arial"/>
              <a:buNone/>
            </a:pPr>
            <a:r>
              <a:t>Edit Master text styles</a:t>
            </a:r>
          </a:p>
          <a:p>
            <a:pPr marL="9525" marR="0" lvl="0" indent="0" algn="l" defTabSz="914400">
              <a:lnSpc>
                <a:spcPct val="100000"/>
              </a:lnSpc>
              <a:spcBef>
                <a:spcPts val="0"/>
              </a:spcBef>
              <a:spcAft>
                <a:spcPts val="2900"/>
              </a:spcAft>
              <a:buClrTx/>
              <a:buSzTx/>
              <a:buFont typeface="Arial"/>
              <a:buNone/>
            </a:pPr>
            <a:r>
              <a:t>Edit Master text styles</a:t>
            </a:r>
          </a:p>
          <a:p>
            <a:pPr marL="9525" marR="0" lvl="0" indent="0" algn="l" defTabSz="914400">
              <a:lnSpc>
                <a:spcPct val="100000"/>
              </a:lnSpc>
              <a:spcBef>
                <a:spcPts val="0"/>
              </a:spcBef>
              <a:spcAft>
                <a:spcPts val="2900"/>
              </a:spcAft>
              <a:buClrTx/>
              <a:buSzTx/>
              <a:buFont typeface="Arial"/>
              <a:buNone/>
            </a:pPr>
            <a:r>
              <a:t>Edit Master text styles</a:t>
            </a:r>
          </a:p>
        </p:txBody>
      </p:sp>
      <p:sp>
        <p:nvSpPr>
          <p:cNvPr id="8" name="Text Placeholder 9">
            <a:extLst>
              <a:ext uri="{FF2B5EF4-FFF2-40B4-BE49-F238E27FC236}">
                <a16:creationId xmlns:a16="http://schemas.microsoft.com/office/drawing/2014/main" id="{CD71F599-75FF-0AEF-010B-B70DBAA7A833}"/>
              </a:ext>
            </a:extLst>
          </p:cNvPr>
          <p:cNvSpPr>
            <a:spLocks noGrp="1"/>
          </p:cNvSpPr>
          <p:nvPr>
            <p:ph type="body" idx="26" hasCustomPrompt="1"/>
          </p:nvPr>
        </p:nvSpPr>
        <p:spPr>
          <a:xfrm flipH="1" flipV="1">
            <a:off x="364794" y="855203"/>
            <a:ext cx="1381456" cy="192234"/>
          </a:xfrm>
          <a:prstGeom prst="rect">
            <a:avLst/>
          </a:prstGeom>
          <a:blipFill rotWithShape="0">
            <a:blip r:embed="rId4"/>
            <a:srcRect/>
            <a:stretch>
              <a:fillRect t="-317465" b="-325807"/>
            </a:stretch>
          </a:blipFill>
        </p:spPr>
        <p:txBody>
          <a:bodyPr/>
          <a:lstStyle>
            <a:lvl1pPr>
              <a:buNone/>
              <a:defRPr sz="2800" b="0" i="0"/>
            </a:lvl1pPr>
          </a:lstStyle>
          <a:p>
            <a:pPr lvl="0">
              <a:buNone/>
            </a:pPr>
            <a:r>
              <a:t> </a:t>
            </a:r>
          </a:p>
        </p:txBody>
      </p:sp>
    </p:spTree>
    <p:extLst>
      <p:ext uri="{BB962C8B-B14F-4D97-AF65-F5344CB8AC3E}">
        <p14:creationId xmlns:p14="http://schemas.microsoft.com/office/powerpoint/2010/main" val="159968201"/>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agenda_2">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4836E44-27EF-D8DB-2ACB-DE3980E63D82}"/>
              </a:ext>
            </a:extLst>
          </p:cNvPr>
          <p:cNvSpPr>
            <a:spLocks noGrp="1"/>
          </p:cNvSpPr>
          <p:nvPr/>
        </p:nvSpPr>
        <p:spPr>
          <a:xfrm>
            <a:off x="300446" y="966651"/>
            <a:ext cx="2050868" cy="195943"/>
          </a:xfrm>
          <a:prstGeom prst="rect">
            <a:avLst/>
          </a:prstGeom>
          <a:solidFill>
            <a:schemeClr val="bg1"/>
          </a:solidFill>
          <a:ln>
            <a:noFill/>
          </a:ln>
        </p:spPr>
        <p:txBody>
          <a:bodyPr rot="0" spcFirstLastPara="0" vert="horz" wrap="square" lIns="137160" tIns="0" rIns="137160" bIns="0" anchor="ctr">
            <a:noAutofit/>
          </a:bodyPr>
          <a:lstStyle/>
          <a:p>
            <a:pPr marL="9525" marR="0" indent="0" algn="ctr" defTabSz="914400">
              <a:lnSpc>
                <a:spcPct val="100000"/>
              </a:lnSpc>
              <a:spcBef>
                <a:spcPts val="0"/>
              </a:spcBef>
              <a:spcAft>
                <a:spcPts val="400"/>
              </a:spcAft>
              <a:buClrTx/>
              <a:buSzTx/>
              <a:buFont typeface="Arial"/>
              <a:buNone/>
            </a:pPr>
            <a:endParaRPr/>
          </a:p>
        </p:txBody>
      </p:sp>
      <p:sp>
        <p:nvSpPr>
          <p:cNvPr id="7" name="Rectangle 6">
            <a:extLst>
              <a:ext uri="{FF2B5EF4-FFF2-40B4-BE49-F238E27FC236}">
                <a16:creationId xmlns:a16="http://schemas.microsoft.com/office/drawing/2014/main" id="{2FBA661D-36AF-0575-B525-6804A0045D53}"/>
              </a:ext>
            </a:extLst>
          </p:cNvPr>
          <p:cNvSpPr>
            <a:spLocks noGrp="1"/>
          </p:cNvSpPr>
          <p:nvPr/>
        </p:nvSpPr>
        <p:spPr>
          <a:xfrm>
            <a:off x="0" y="0"/>
            <a:ext cx="3935767" cy="6858000"/>
          </a:xfrm>
          <a:prstGeom prst="rect">
            <a:avLst/>
          </a:prstGeom>
          <a:solidFill>
            <a:schemeClr val="tx1"/>
          </a:solidFill>
          <a:ln>
            <a:noFill/>
          </a:ln>
        </p:spPr>
        <p:txBody>
          <a:bodyPr rot="0" spcFirstLastPara="0" vert="horz" wrap="square" lIns="137160" tIns="0" rIns="137160" bIns="0" anchor="ctr">
            <a:noAutofit/>
          </a:bodyPr>
          <a:lstStyle/>
          <a:p>
            <a:pPr marL="9525" marR="0" indent="0" algn="ctr" defTabSz="914400">
              <a:lnSpc>
                <a:spcPct val="100000"/>
              </a:lnSpc>
              <a:spcBef>
                <a:spcPts val="0"/>
              </a:spcBef>
              <a:spcAft>
                <a:spcPts val="400"/>
              </a:spcAft>
              <a:buClrTx/>
              <a:buSzTx/>
              <a:buFont typeface="Arial"/>
              <a:buNone/>
            </a:pPr>
            <a:endParaRPr/>
          </a:p>
        </p:txBody>
      </p:sp>
      <p:sp>
        <p:nvSpPr>
          <p:cNvPr id="4" name="Footer Placeholder 3">
            <a:extLst>
              <a:ext uri="{FF2B5EF4-FFF2-40B4-BE49-F238E27FC236}">
                <a16:creationId xmlns:a16="http://schemas.microsoft.com/office/drawing/2014/main" id="{F972B6A5-01FD-899A-FA5B-50AED31DFBE5}"/>
              </a:ext>
            </a:extLst>
          </p:cNvPr>
          <p:cNvSpPr>
            <a:spLocks noGrp="1"/>
          </p:cNvSpPr>
          <p:nvPr>
            <p:ph type="ftr" idx="10"/>
          </p:nvPr>
        </p:nvSpPr>
        <p:spPr/>
        <p:txBody>
          <a:bodyPr/>
          <a:lstStyle>
            <a:lvl1pPr>
              <a:buNone/>
              <a:defRPr b="0" i="0"/>
            </a:lvl1pPr>
          </a:lstStyle>
          <a:p>
            <a:r>
              <a:t>© 2025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ECAE3597-928B-CB48-EED1-29B1135F105F}"/>
              </a:ext>
            </a:extLst>
          </p:cNvPr>
          <p:cNvSpPr>
            <a:spLocks noGrp="1"/>
          </p:cNvSpPr>
          <p:nvPr>
            <p:ph type="sldNum" idx="11"/>
          </p:nvPr>
        </p:nvSpPr>
        <p:spPr/>
        <p:txBody>
          <a:bodyPr/>
          <a:lstStyle>
            <a:lvl1pPr>
              <a:buNone/>
              <a:defRPr b="0" i="0"/>
            </a:lvl1pPr>
          </a:lstStyle>
          <a:p>
            <a:fld id="{63DCA5C9-2E11-4C67-86EB-AE1DE127DC64}" type="slidenum">
              <a:t>‹#›</a:t>
            </a:fld>
            <a:endParaRPr/>
          </a:p>
        </p:txBody>
      </p:sp>
      <p:pic>
        <p:nvPicPr>
          <p:cNvPr id="21" name="Picture 1"/>
          <p:cNvPicPr>
            <a:picLocks noChangeAspect="1"/>
          </p:cNvPicPr>
          <p:nvPr/>
        </p:nvPicPr>
        <p:blipFill>
          <a:blip r:embed="rId2"/>
          <a:stretch>
            <a:fillRect/>
          </a:stretch>
        </p:blipFill>
        <p:spPr>
          <a:xfrm>
            <a:off x="460377" y="6325375"/>
            <a:ext cx="1457324" cy="305021"/>
          </a:xfrm>
          <a:prstGeom prst="rect">
            <a:avLst/>
          </a:prstGeom>
        </p:spPr>
      </p:pic>
      <p:sp>
        <p:nvSpPr>
          <p:cNvPr id="10" name="Picture Placeholder 4">
            <a:extLst>
              <a:ext uri="{FF2B5EF4-FFF2-40B4-BE49-F238E27FC236}">
                <a16:creationId xmlns:a16="http://schemas.microsoft.com/office/drawing/2014/main" id="{1FB5A361-F9DC-DE5A-6274-208702766B8E}"/>
              </a:ext>
            </a:extLst>
          </p:cNvPr>
          <p:cNvSpPr>
            <a:spLocks noGrp="1"/>
          </p:cNvSpPr>
          <p:nvPr>
            <p:ph type="pic" idx="22"/>
          </p:nvPr>
        </p:nvSpPr>
        <p:spPr>
          <a:xfrm>
            <a:off x="610669" y="1508125"/>
            <a:ext cx="3913550" cy="3916330"/>
          </a:xfrm>
          <a:prstGeom prst="rect">
            <a:avLst/>
          </a:prstGeom>
          <a:solidFill>
            <a:schemeClr val="accent2">
              <a:lumMod val="40000"/>
              <a:lumOff val="60000"/>
            </a:schemeClr>
          </a:solidFill>
        </p:spPr>
        <p:txBody>
          <a:bodyPr tIns="1737360"/>
          <a:lstStyle>
            <a:lvl1pPr algn="ctr">
              <a:buNone/>
              <a:defRPr b="0" i="0"/>
            </a:lvl1pPr>
          </a:lstStyle>
          <a:p>
            <a:r>
              <a:t>Click icon to add picture</a:t>
            </a:r>
          </a:p>
        </p:txBody>
      </p:sp>
      <p:sp>
        <p:nvSpPr>
          <p:cNvPr id="13" name="Title 2">
            <a:extLst>
              <a:ext uri="{FF2B5EF4-FFF2-40B4-BE49-F238E27FC236}">
                <a16:creationId xmlns:a16="http://schemas.microsoft.com/office/drawing/2014/main" id="{439BE691-B1BB-8E34-2EA4-D0406BCBF408}"/>
              </a:ext>
            </a:extLst>
          </p:cNvPr>
          <p:cNvSpPr>
            <a:spLocks noGrp="1"/>
          </p:cNvSpPr>
          <p:nvPr>
            <p:ph type="title" hasCustomPrompt="1"/>
          </p:nvPr>
        </p:nvSpPr>
        <p:spPr>
          <a:xfrm>
            <a:off x="5168648" y="556953"/>
            <a:ext cx="6559800" cy="855922"/>
          </a:xfrm>
          <a:prstGeom prst="rect">
            <a:avLst/>
          </a:prstGeom>
        </p:spPr>
        <p:txBody>
          <a:bodyPr vert="horz" rIns="0"/>
          <a:lstStyle>
            <a:lvl1pPr>
              <a:buNone/>
              <a:defRPr sz="2200"/>
            </a:lvl1pPr>
          </a:lstStyle>
          <a:p>
            <a:r>
              <a:t>Click to edit Agenda/Contents Title</a:t>
            </a:r>
          </a:p>
        </p:txBody>
      </p:sp>
      <p:sp>
        <p:nvSpPr>
          <p:cNvPr id="14" name="Content Placeholder 7">
            <a:extLst>
              <a:ext uri="{FF2B5EF4-FFF2-40B4-BE49-F238E27FC236}">
                <a16:creationId xmlns:a16="http://schemas.microsoft.com/office/drawing/2014/main" id="{501FEA8E-002C-6C24-1D7D-8DE43490479E}"/>
              </a:ext>
            </a:extLst>
          </p:cNvPr>
          <p:cNvSpPr>
            <a:spLocks noGrp="1"/>
          </p:cNvSpPr>
          <p:nvPr>
            <p:ph idx="20" hasCustomPrompt="1"/>
          </p:nvPr>
        </p:nvSpPr>
        <p:spPr>
          <a:xfrm>
            <a:off x="5168649" y="1508125"/>
            <a:ext cx="6559800" cy="4511673"/>
          </a:xfrm>
          <a:prstGeom prst="rect">
            <a:avLst/>
          </a:prstGeom>
        </p:spPr>
        <p:txBody>
          <a:bodyPr anchor="t"/>
          <a:lstStyle>
            <a:lvl1pPr>
              <a:spcAft>
                <a:spcPts val="1200"/>
              </a:spcAft>
              <a:buNone/>
              <a:defRPr sz="1800" b="1" i="0"/>
            </a:lvl1pPr>
            <a:lvl2pPr marL="295275" indent="-285750">
              <a:spcAft>
                <a:spcPts val="1200"/>
              </a:spcAft>
              <a:buFont typeface="Arial"/>
              <a:buChar char="•"/>
              <a:defRPr sz="1800" b="1" i="0"/>
            </a:lvl2pPr>
            <a:lvl3pPr marL="635000" indent="-287338">
              <a:spcAft>
                <a:spcPts val="1200"/>
              </a:spcAft>
              <a:buNone/>
              <a:defRPr sz="1800" b="1" i="0"/>
            </a:lvl3pPr>
            <a:lvl4pPr marL="971550" indent="-285750">
              <a:spcAft>
                <a:spcPts val="1200"/>
              </a:spcAft>
              <a:buNone/>
              <a:defRPr sz="1800" b="1" i="0"/>
            </a:lvl4pPr>
            <a:lvl5pPr marL="1320800" indent="-287338">
              <a:spcAft>
                <a:spcPts val="1200"/>
              </a:spcAft>
              <a:buNone/>
              <a:defRPr sz="1800" b="1" i="0"/>
            </a:lvl5pPr>
            <a:lvl6pPr marL="1658938" indent="-287338">
              <a:spcAft>
                <a:spcPts val="1200"/>
              </a:spcAft>
              <a:buNone/>
              <a:defRPr sz="1800" b="1"/>
            </a:lvl6pPr>
            <a:lvl7pPr marL="2006600" indent="-287338">
              <a:spcAft>
                <a:spcPts val="1200"/>
              </a:spcAft>
              <a:buNone/>
              <a:defRPr sz="1800" b="1"/>
            </a:lvl7pPr>
            <a:lvl8pPr marL="2344738" indent="-266700">
              <a:buNone/>
              <a:defRPr/>
            </a:lvl8pPr>
            <a:lvl9pPr marL="2692400" indent="-285750">
              <a:buNone/>
              <a:defRPr/>
            </a:lvl9p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a:p>
            <a:pPr lvl="5">
              <a:buNone/>
            </a:pPr>
            <a:r>
              <a:t>Sixth Level</a:t>
            </a:r>
          </a:p>
          <a:p>
            <a:pPr lvl="6">
              <a:buNone/>
            </a:pPr>
            <a:r>
              <a:t>Seventh Level</a:t>
            </a:r>
          </a:p>
        </p:txBody>
      </p:sp>
      <p:sp>
        <p:nvSpPr>
          <p:cNvPr id="5" name="Text Placeholder 9">
            <a:extLst>
              <a:ext uri="{FF2B5EF4-FFF2-40B4-BE49-F238E27FC236}">
                <a16:creationId xmlns:a16="http://schemas.microsoft.com/office/drawing/2014/main" id="{5AC43BAF-6C08-503E-AB09-63A6DE719E03}"/>
              </a:ext>
            </a:extLst>
          </p:cNvPr>
          <p:cNvSpPr>
            <a:spLocks noGrp="1"/>
          </p:cNvSpPr>
          <p:nvPr>
            <p:ph type="body" idx="26" hasCustomPrompt="1"/>
          </p:nvPr>
        </p:nvSpPr>
        <p:spPr>
          <a:xfrm flipH="1" flipV="1">
            <a:off x="5020644" y="857796"/>
            <a:ext cx="1381456" cy="192234"/>
          </a:xfrm>
          <a:prstGeom prst="rect">
            <a:avLst/>
          </a:prstGeom>
          <a:blipFill rotWithShape="0">
            <a:blip r:embed="rId3"/>
            <a:srcRect/>
            <a:stretch>
              <a:fillRect t="-317465" b="-325807"/>
            </a:stretch>
          </a:blipFill>
        </p:spPr>
        <p:txBody>
          <a:bodyPr/>
          <a:lstStyle>
            <a:lvl1pPr>
              <a:buNone/>
              <a:defRPr sz="2800" b="0" i="0"/>
            </a:lvl1pPr>
          </a:lstStyle>
          <a:p>
            <a:pPr lvl="0">
              <a:buNone/>
            </a:pPr>
            <a:r>
              <a:t> </a:t>
            </a:r>
          </a:p>
        </p:txBody>
      </p:sp>
      <p:pic>
        <p:nvPicPr>
          <p:cNvPr id="26" name="Picture 7"/>
          <p:cNvPicPr>
            <a:picLocks noChangeAspect="1"/>
          </p:cNvPicPr>
          <p:nvPr/>
        </p:nvPicPr>
        <p:blipFill>
          <a:blip r:embed="rId4"/>
          <a:srcRect/>
          <a:stretch/>
        </p:blipFill>
        <p:spPr>
          <a:xfrm>
            <a:off x="460378" y="6325375"/>
            <a:ext cx="1457322" cy="305021"/>
          </a:xfrm>
          <a:prstGeom prst="rect">
            <a:avLst/>
          </a:prstGeom>
        </p:spPr>
      </p:pic>
    </p:spTree>
    <p:extLst>
      <p:ext uri="{BB962C8B-B14F-4D97-AF65-F5344CB8AC3E}">
        <p14:creationId xmlns:p14="http://schemas.microsoft.com/office/powerpoint/2010/main" val="82926173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ent_1co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F281B9B0-919B-7605-4D45-9E1F54B94E3A}"/>
              </a:ext>
            </a:extLst>
          </p:cNvPr>
          <p:cNvSpPr>
            <a:spLocks noGrp="1"/>
          </p:cNvSpPr>
          <p:nvPr>
            <p:ph idx="1"/>
          </p:nvPr>
        </p:nvSpPr>
        <p:spPr>
          <a:xfrm>
            <a:off x="460372" y="1770063"/>
            <a:ext cx="11268074" cy="4249738"/>
          </a:xfrm>
          <a:prstGeom prst="rect">
            <a:avLst/>
          </a:prstGeom>
        </p:spPr>
        <p:txBody>
          <a:bodyPr vert="horz" lIns="0" tIns="0" rIns="0" bIns="0">
            <a:noAutofit/>
          </a:bodyPr>
          <a:lstStyle>
            <a:lvl1pPr>
              <a:spcAft>
                <a:spcPts val="600"/>
              </a:spcAft>
              <a:buNone/>
              <a:defRPr/>
            </a:lvl1pPr>
            <a:lvl2pPr marL="295275" indent="-295275">
              <a:spcAft>
                <a:spcPts val="600"/>
              </a:spcAft>
              <a:buNone/>
              <a:defRPr/>
            </a:lvl2pPr>
            <a:lvl3pPr>
              <a:spcAft>
                <a:spcPts val="600"/>
              </a:spcAft>
              <a:buNone/>
              <a:defRPr/>
            </a:lvl3pPr>
            <a:lvl4pPr>
              <a:spcAft>
                <a:spcPts val="600"/>
              </a:spcAft>
              <a:buNone/>
              <a:defRPr/>
            </a:lvl4pPr>
            <a:lvl5pPr>
              <a:spcAft>
                <a:spcPts val="600"/>
              </a:spcAft>
              <a:buNone/>
              <a:defRPr/>
            </a:lvl5pPr>
            <a:lvl6pPr>
              <a:spcAft>
                <a:spcPts val="600"/>
              </a:spcAft>
              <a:buNone/>
              <a:defRPr/>
            </a:lvl6pPr>
            <a:lvl7pPr>
              <a:spcAft>
                <a:spcPts val="600"/>
              </a:spcAft>
              <a:buNone/>
              <a:defRPr/>
            </a:lvl7pPr>
            <a:lvl8pPr>
              <a:spcAft>
                <a:spcPts val="600"/>
              </a:spcAft>
              <a:buNone/>
              <a:defRPr/>
            </a:lvl8pPr>
            <a:lvl9pPr>
              <a:spcAft>
                <a:spcPts val="600"/>
              </a:spcAft>
              <a:buNone/>
              <a:defRPr/>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a:p>
            <a:pPr lvl="5">
              <a:buNone/>
            </a:pPr>
            <a:r>
              <a:t>Sixth level</a:t>
            </a:r>
          </a:p>
          <a:p>
            <a:pPr lvl="6">
              <a:buNone/>
            </a:pPr>
            <a:r>
              <a:t>Seventh level</a:t>
            </a:r>
          </a:p>
          <a:p>
            <a:pPr lvl="7">
              <a:buNone/>
            </a:pPr>
            <a:r>
              <a:t>Eighth level</a:t>
            </a:r>
          </a:p>
          <a:p>
            <a:pPr lvl="8">
              <a:buNone/>
            </a:pPr>
            <a:r>
              <a:t>Ninth level</a:t>
            </a:r>
          </a:p>
        </p:txBody>
      </p:sp>
      <p:sp>
        <p:nvSpPr>
          <p:cNvPr id="11" name="Footer Placeholder 10">
            <a:extLst>
              <a:ext uri="{FF2B5EF4-FFF2-40B4-BE49-F238E27FC236}">
                <a16:creationId xmlns:a16="http://schemas.microsoft.com/office/drawing/2014/main" id="{F263E73F-DEF9-130F-B071-D10FB1CB5161}"/>
              </a:ext>
            </a:extLst>
          </p:cNvPr>
          <p:cNvSpPr>
            <a:spLocks noGrp="1"/>
          </p:cNvSpPr>
          <p:nvPr>
            <p:ph type="ftr" idx="10"/>
          </p:nvPr>
        </p:nvSpPr>
        <p:spPr/>
        <p:txBody>
          <a:bodyPr/>
          <a:lstStyle>
            <a:lvl1pPr>
              <a:buNone/>
              <a:defRPr b="0" i="0"/>
            </a:lvl1pPr>
          </a:lstStyle>
          <a:p>
            <a:r>
              <a:t>© 2025 West Monroe Partners | Reproduction and/or distribution without West Monroe Partners’ prior consent is prohibited.</a:t>
            </a:r>
          </a:p>
        </p:txBody>
      </p:sp>
      <p:sp>
        <p:nvSpPr>
          <p:cNvPr id="12" name="Slide Number Placeholder 11">
            <a:extLst>
              <a:ext uri="{FF2B5EF4-FFF2-40B4-BE49-F238E27FC236}">
                <a16:creationId xmlns:a16="http://schemas.microsoft.com/office/drawing/2014/main" id="{72307C66-749A-F18A-899A-DCE7C0FC87C7}"/>
              </a:ext>
            </a:extLst>
          </p:cNvPr>
          <p:cNvSpPr>
            <a:spLocks noGrp="1"/>
          </p:cNvSpPr>
          <p:nvPr>
            <p:ph type="sldNum" idx="11"/>
          </p:nvPr>
        </p:nvSpPr>
        <p:spPr/>
        <p:txBody>
          <a:bodyPr/>
          <a:lstStyle>
            <a:lvl1pPr>
              <a:buNone/>
              <a:defRPr b="0" i="0"/>
            </a:lvl1pPr>
          </a:lstStyle>
          <a:p>
            <a:fld id="{63DCA5C9-2E11-4C67-86EB-AE1DE127DC64}" type="slidenum">
              <a:t>‹#›</a:t>
            </a:fld>
            <a:endParaRPr/>
          </a:p>
        </p:txBody>
      </p:sp>
      <p:sp>
        <p:nvSpPr>
          <p:cNvPr id="3" name="Title 2">
            <a:extLst>
              <a:ext uri="{FF2B5EF4-FFF2-40B4-BE49-F238E27FC236}">
                <a16:creationId xmlns:a16="http://schemas.microsoft.com/office/drawing/2014/main" id="{039D28D3-7724-CABE-5E01-C686E737731A}"/>
              </a:ext>
            </a:extLst>
          </p:cNvPr>
          <p:cNvSpPr>
            <a:spLocks noGrp="1"/>
          </p:cNvSpPr>
          <p:nvPr>
            <p:ph type="title"/>
          </p:nvPr>
        </p:nvSpPr>
        <p:spPr>
          <a:xfrm>
            <a:off x="460372" y="556953"/>
            <a:ext cx="11268077" cy="855922"/>
          </a:xfrm>
          <a:prstGeom prst="rect">
            <a:avLst/>
          </a:prstGeom>
        </p:spPr>
        <p:txBody>
          <a:bodyPr vert="horz" rIns="0"/>
          <a:lstStyle>
            <a:lvl1pPr>
              <a:buNone/>
              <a:defRPr/>
            </a:lvl1pPr>
          </a:lstStyle>
          <a:p>
            <a:r>
              <a:t>Click to edit Master title style</a:t>
            </a:r>
          </a:p>
        </p:txBody>
      </p:sp>
      <p:pic>
        <p:nvPicPr>
          <p:cNvPr id="18" name="Picture 4"/>
          <p:cNvPicPr>
            <a:picLocks noChangeAspect="1"/>
          </p:cNvPicPr>
          <p:nvPr/>
        </p:nvPicPr>
        <p:blipFill>
          <a:blip r:embed="rId3"/>
          <a:stretch>
            <a:fillRect/>
          </a:stretch>
        </p:blipFill>
        <p:spPr>
          <a:xfrm>
            <a:off x="460377" y="6325375"/>
            <a:ext cx="1457324" cy="305021"/>
          </a:xfrm>
          <a:prstGeom prst="rect">
            <a:avLst/>
          </a:prstGeom>
        </p:spPr>
      </p:pic>
      <p:sp>
        <p:nvSpPr>
          <p:cNvPr id="6" name="Text Placeholder 15">
            <a:extLst>
              <a:ext uri="{FF2B5EF4-FFF2-40B4-BE49-F238E27FC236}">
                <a16:creationId xmlns:a16="http://schemas.microsoft.com/office/drawing/2014/main" id="{BF08CDCA-7295-067B-E037-76ACEB96299C}"/>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extLst>
      <p:ext uri="{BB962C8B-B14F-4D97-AF65-F5344CB8AC3E}">
        <p14:creationId xmlns:p14="http://schemas.microsoft.com/office/powerpoint/2010/main" val="153099810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_2co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7AC6684-4917-893D-7978-45194F506A94}"/>
              </a:ext>
            </a:extLst>
          </p:cNvPr>
          <p:cNvSpPr>
            <a:spLocks noGrp="1"/>
          </p:cNvSpPr>
          <p:nvPr>
            <p:ph type="ftr" idx="22"/>
          </p:nvPr>
        </p:nvSpPr>
        <p:spPr/>
        <p:txBody>
          <a:bodyPr/>
          <a:lstStyle>
            <a:lvl1pPr>
              <a:buNone/>
              <a:defRPr b="0" i="0"/>
            </a:lvl1pPr>
          </a:lstStyle>
          <a:p>
            <a:r>
              <a:t>© 2025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B3050605-C097-CBBB-F6AE-D408F5C6B153}"/>
              </a:ext>
            </a:extLst>
          </p:cNvPr>
          <p:cNvSpPr>
            <a:spLocks noGrp="1"/>
          </p:cNvSpPr>
          <p:nvPr>
            <p:ph type="sldNum" idx="23"/>
          </p:nvPr>
        </p:nvSpPr>
        <p:spPr/>
        <p:txBody>
          <a:bodyPr/>
          <a:lstStyle>
            <a:lvl1pPr>
              <a:buNone/>
              <a:defRPr b="0" i="0"/>
            </a:lvl1pPr>
          </a:lstStyle>
          <a:p>
            <a:fld id="{63DCA5C9-2E11-4C67-86EB-AE1DE127DC64}" type="slidenum">
              <a:t>‹#›</a:t>
            </a:fld>
            <a:endParaRPr/>
          </a:p>
        </p:txBody>
      </p:sp>
      <p:sp>
        <p:nvSpPr>
          <p:cNvPr id="4" name="Title 3">
            <a:extLst>
              <a:ext uri="{FF2B5EF4-FFF2-40B4-BE49-F238E27FC236}">
                <a16:creationId xmlns:a16="http://schemas.microsoft.com/office/drawing/2014/main" id="{987FB2C3-7DEF-A787-97F3-478F892A584F}"/>
              </a:ext>
            </a:extLst>
          </p:cNvPr>
          <p:cNvSpPr>
            <a:spLocks noGrp="1"/>
          </p:cNvSpPr>
          <p:nvPr>
            <p:ph type="title"/>
          </p:nvPr>
        </p:nvSpPr>
        <p:spPr>
          <a:xfrm>
            <a:off x="460372" y="556953"/>
            <a:ext cx="11268077" cy="855922"/>
          </a:xfrm>
          <a:prstGeom prst="rect">
            <a:avLst/>
          </a:prstGeom>
        </p:spPr>
        <p:txBody>
          <a:bodyPr vert="horz" rIns="0"/>
          <a:lstStyle>
            <a:lvl1pPr>
              <a:buNone/>
              <a:defRPr/>
            </a:lvl1pPr>
          </a:lstStyle>
          <a:p>
            <a:r>
              <a:t>Click to edit Master title style</a:t>
            </a:r>
          </a:p>
        </p:txBody>
      </p:sp>
      <p:pic>
        <p:nvPicPr>
          <p:cNvPr id="42" name="Picture 6"/>
          <p:cNvPicPr>
            <a:picLocks noChangeAspect="1"/>
          </p:cNvPicPr>
          <p:nvPr/>
        </p:nvPicPr>
        <p:blipFill>
          <a:blip r:embed="rId3"/>
          <a:stretch>
            <a:fillRect/>
          </a:stretch>
        </p:blipFill>
        <p:spPr>
          <a:xfrm>
            <a:off x="460377" y="6325375"/>
            <a:ext cx="1457324" cy="305021"/>
          </a:xfrm>
          <a:prstGeom prst="rect">
            <a:avLst/>
          </a:prstGeom>
        </p:spPr>
      </p:pic>
      <p:sp>
        <p:nvSpPr>
          <p:cNvPr id="9" name="Content Placeholder 7">
            <a:extLst>
              <a:ext uri="{FF2B5EF4-FFF2-40B4-BE49-F238E27FC236}">
                <a16:creationId xmlns:a16="http://schemas.microsoft.com/office/drawing/2014/main" id="{7EC1626D-C51D-F91B-9E51-AEACBDEBE7B9}"/>
              </a:ext>
            </a:extLst>
          </p:cNvPr>
          <p:cNvSpPr>
            <a:spLocks noGrp="1"/>
          </p:cNvSpPr>
          <p:nvPr>
            <p:ph idx="20"/>
          </p:nvPr>
        </p:nvSpPr>
        <p:spPr>
          <a:xfrm>
            <a:off x="460375" y="1770063"/>
            <a:ext cx="5521325" cy="4249737"/>
          </a:xfrm>
          <a:prstGeom prst="rect">
            <a:avLst/>
          </a:prstGeom>
        </p:spPr>
        <p:txBody>
          <a:bodyPr/>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0" name="Content Placeholder 7">
            <a:extLst>
              <a:ext uri="{FF2B5EF4-FFF2-40B4-BE49-F238E27FC236}">
                <a16:creationId xmlns:a16="http://schemas.microsoft.com/office/drawing/2014/main" id="{800F75C6-D0DF-371B-63BB-406F6DC95786}"/>
              </a:ext>
            </a:extLst>
          </p:cNvPr>
          <p:cNvSpPr>
            <a:spLocks noGrp="1"/>
          </p:cNvSpPr>
          <p:nvPr>
            <p:ph idx="24"/>
          </p:nvPr>
        </p:nvSpPr>
        <p:spPr>
          <a:xfrm>
            <a:off x="6210300" y="1770063"/>
            <a:ext cx="5518150" cy="4249737"/>
          </a:xfrm>
          <a:prstGeom prst="rect">
            <a:avLst/>
          </a:prstGeom>
        </p:spPr>
        <p:txBody>
          <a:bodyPr/>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7" name="Text Placeholder 15">
            <a:extLst>
              <a:ext uri="{FF2B5EF4-FFF2-40B4-BE49-F238E27FC236}">
                <a16:creationId xmlns:a16="http://schemas.microsoft.com/office/drawing/2014/main" id="{40D1E5F1-9491-BB3D-DC45-8C7C55783F5A}"/>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extLst>
      <p:ext uri="{BB962C8B-B14F-4D97-AF65-F5344CB8AC3E}">
        <p14:creationId xmlns:p14="http://schemas.microsoft.com/office/powerpoint/2010/main" val="99830075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ntent_3co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FA9757-0038-867C-A6F8-301106810F83}"/>
              </a:ext>
            </a:extLst>
          </p:cNvPr>
          <p:cNvSpPr>
            <a:spLocks noGrp="1"/>
          </p:cNvSpPr>
          <p:nvPr>
            <p:ph type="ftr" idx="15"/>
          </p:nvPr>
        </p:nvSpPr>
        <p:spPr/>
        <p:txBody>
          <a:bodyPr/>
          <a:lstStyle>
            <a:lvl1pPr>
              <a:buNone/>
              <a:defRPr b="0" i="0"/>
            </a:lvl1pPr>
          </a:lstStyle>
          <a:p>
            <a:r>
              <a:t>© 2025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7100BA09-8485-6F97-9E99-971ACED93B24}"/>
              </a:ext>
            </a:extLst>
          </p:cNvPr>
          <p:cNvSpPr>
            <a:spLocks noGrp="1"/>
          </p:cNvSpPr>
          <p:nvPr>
            <p:ph type="sldNum" idx="16"/>
          </p:nvPr>
        </p:nvSpPr>
        <p:spPr/>
        <p:txBody>
          <a:bodyPr/>
          <a:lstStyle>
            <a:lvl1pPr>
              <a:buNone/>
              <a:defRPr b="0" i="0"/>
            </a:lvl1pPr>
          </a:lstStyle>
          <a:p>
            <a:fld id="{63DCA5C9-2E11-4C67-86EB-AE1DE127DC64}" type="slidenum">
              <a:t>‹#›</a:t>
            </a:fld>
            <a:endParaRPr/>
          </a:p>
        </p:txBody>
      </p:sp>
      <p:pic>
        <p:nvPicPr>
          <p:cNvPr id="42" name="Picture 7"/>
          <p:cNvPicPr>
            <a:picLocks noChangeAspect="1"/>
          </p:cNvPicPr>
          <p:nvPr/>
        </p:nvPicPr>
        <p:blipFill>
          <a:blip r:embed="rId3"/>
          <a:stretch>
            <a:fillRect/>
          </a:stretch>
        </p:blipFill>
        <p:spPr>
          <a:xfrm>
            <a:off x="460377" y="6325375"/>
            <a:ext cx="1457324" cy="305021"/>
          </a:xfrm>
          <a:prstGeom prst="rect">
            <a:avLst/>
          </a:prstGeom>
        </p:spPr>
      </p:pic>
      <p:sp>
        <p:nvSpPr>
          <p:cNvPr id="10" name="Content Placeholder 7">
            <a:extLst>
              <a:ext uri="{FF2B5EF4-FFF2-40B4-BE49-F238E27FC236}">
                <a16:creationId xmlns:a16="http://schemas.microsoft.com/office/drawing/2014/main" id="{0056E07F-5641-0AC8-7606-9184F560AECF}"/>
              </a:ext>
            </a:extLst>
          </p:cNvPr>
          <p:cNvSpPr>
            <a:spLocks noGrp="1"/>
          </p:cNvSpPr>
          <p:nvPr>
            <p:ph idx="20"/>
          </p:nvPr>
        </p:nvSpPr>
        <p:spPr>
          <a:xfrm>
            <a:off x="460375" y="1770063"/>
            <a:ext cx="3606800" cy="4249737"/>
          </a:xfrm>
          <a:prstGeom prst="rect">
            <a:avLst/>
          </a:prstGeom>
        </p:spPr>
        <p:txBody>
          <a:bodyPr/>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1" name="Title 10">
            <a:extLst>
              <a:ext uri="{FF2B5EF4-FFF2-40B4-BE49-F238E27FC236}">
                <a16:creationId xmlns:a16="http://schemas.microsoft.com/office/drawing/2014/main" id="{D82477B9-0A32-B6C4-2F46-122799F3984B}"/>
              </a:ext>
            </a:extLst>
          </p:cNvPr>
          <p:cNvSpPr>
            <a:spLocks noGrp="1"/>
          </p:cNvSpPr>
          <p:nvPr>
            <p:ph type="title"/>
          </p:nvPr>
        </p:nvSpPr>
        <p:spPr>
          <a:xfrm>
            <a:off x="460372" y="556953"/>
            <a:ext cx="11268077" cy="855922"/>
          </a:xfrm>
          <a:prstGeom prst="rect">
            <a:avLst/>
          </a:prstGeom>
        </p:spPr>
        <p:txBody>
          <a:bodyPr vert="horz" rIns="0"/>
          <a:lstStyle>
            <a:lvl1pPr>
              <a:buNone/>
              <a:defRPr/>
            </a:lvl1pPr>
          </a:lstStyle>
          <a:p>
            <a:r>
              <a:t>Click to edit Master title style</a:t>
            </a:r>
          </a:p>
        </p:txBody>
      </p:sp>
      <p:sp>
        <p:nvSpPr>
          <p:cNvPr id="12" name="Content Placeholder 7">
            <a:extLst>
              <a:ext uri="{FF2B5EF4-FFF2-40B4-BE49-F238E27FC236}">
                <a16:creationId xmlns:a16="http://schemas.microsoft.com/office/drawing/2014/main" id="{2951039B-3D00-6FDA-3076-5C33B65A3ABD}"/>
              </a:ext>
            </a:extLst>
          </p:cNvPr>
          <p:cNvSpPr>
            <a:spLocks noGrp="1"/>
          </p:cNvSpPr>
          <p:nvPr>
            <p:ph idx="21"/>
          </p:nvPr>
        </p:nvSpPr>
        <p:spPr>
          <a:xfrm>
            <a:off x="8124827" y="1770063"/>
            <a:ext cx="3606800" cy="4249737"/>
          </a:xfrm>
          <a:prstGeom prst="rect">
            <a:avLst/>
          </a:prstGeom>
        </p:spPr>
        <p:txBody>
          <a:bodyPr/>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3" name="Content Placeholder 7">
            <a:extLst>
              <a:ext uri="{FF2B5EF4-FFF2-40B4-BE49-F238E27FC236}">
                <a16:creationId xmlns:a16="http://schemas.microsoft.com/office/drawing/2014/main" id="{7FE16D19-354D-731F-F73E-FA767DF68429}"/>
              </a:ext>
            </a:extLst>
          </p:cNvPr>
          <p:cNvSpPr>
            <a:spLocks noGrp="1"/>
          </p:cNvSpPr>
          <p:nvPr>
            <p:ph idx="22"/>
          </p:nvPr>
        </p:nvSpPr>
        <p:spPr>
          <a:xfrm>
            <a:off x="4321019" y="1770063"/>
            <a:ext cx="3606800" cy="4249737"/>
          </a:xfrm>
          <a:prstGeom prst="rect">
            <a:avLst/>
          </a:prstGeom>
        </p:spPr>
        <p:txBody>
          <a:bodyPr/>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8" name="Text Placeholder 15">
            <a:extLst>
              <a:ext uri="{FF2B5EF4-FFF2-40B4-BE49-F238E27FC236}">
                <a16:creationId xmlns:a16="http://schemas.microsoft.com/office/drawing/2014/main" id="{3FEF5C62-2517-1AC3-C2A2-6FB57854A32F}"/>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extLst>
      <p:ext uri="{BB962C8B-B14F-4D97-AF65-F5344CB8AC3E}">
        <p14:creationId xmlns:p14="http://schemas.microsoft.com/office/powerpoint/2010/main" val="3604195499"/>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content_3col_caption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FA9757-0038-867C-A6F8-301106810F83}"/>
              </a:ext>
            </a:extLst>
          </p:cNvPr>
          <p:cNvSpPr>
            <a:spLocks noGrp="1"/>
          </p:cNvSpPr>
          <p:nvPr>
            <p:ph type="ftr" idx="15"/>
          </p:nvPr>
        </p:nvSpPr>
        <p:spPr/>
        <p:txBody>
          <a:bodyPr/>
          <a:lstStyle>
            <a:lvl1pPr>
              <a:buNone/>
              <a:defRPr b="0" i="0"/>
            </a:lvl1pPr>
          </a:lstStyle>
          <a:p>
            <a:r>
              <a:t>© 2025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7100BA09-8485-6F97-9E99-971ACED93B24}"/>
              </a:ext>
            </a:extLst>
          </p:cNvPr>
          <p:cNvSpPr>
            <a:spLocks noGrp="1"/>
          </p:cNvSpPr>
          <p:nvPr>
            <p:ph type="sldNum" idx="16"/>
          </p:nvPr>
        </p:nvSpPr>
        <p:spPr/>
        <p:txBody>
          <a:bodyPr/>
          <a:lstStyle>
            <a:lvl1pPr>
              <a:buNone/>
              <a:defRPr b="0" i="0"/>
            </a:lvl1pPr>
          </a:lstStyle>
          <a:p>
            <a:fld id="{63DCA5C9-2E11-4C67-86EB-AE1DE127DC64}" type="slidenum">
              <a:t>‹#›</a:t>
            </a:fld>
            <a:endParaRPr/>
          </a:p>
        </p:txBody>
      </p:sp>
      <p:sp>
        <p:nvSpPr>
          <p:cNvPr id="8" name="Text Placeholder 7">
            <a:extLst>
              <a:ext uri="{FF2B5EF4-FFF2-40B4-BE49-F238E27FC236}">
                <a16:creationId xmlns:a16="http://schemas.microsoft.com/office/drawing/2014/main" id="{F3286076-E0DB-E4CC-E8A2-BEEF556EB4A1}"/>
              </a:ext>
            </a:extLst>
          </p:cNvPr>
          <p:cNvSpPr>
            <a:spLocks noGrp="1"/>
          </p:cNvSpPr>
          <p:nvPr>
            <p:ph type="body" idx="19"/>
          </p:nvPr>
        </p:nvSpPr>
        <p:spPr>
          <a:xfrm>
            <a:off x="460375" y="4356447"/>
            <a:ext cx="3606800" cy="1663354"/>
          </a:xfrm>
          <a:prstGeom prst="rect">
            <a:avLst/>
          </a:prstGeom>
        </p:spPr>
        <p:txBody>
          <a:bodyPr/>
          <a:lstStyle>
            <a:lvl1pPr>
              <a:buNone/>
              <a:defRPr b="0" i="0"/>
            </a:lvl1pPr>
            <a:lvl2pPr>
              <a:buNone/>
              <a:defRPr b="0" i="0"/>
            </a:lvl2pPr>
          </a:lstStyle>
          <a:p>
            <a:pPr lvl="0">
              <a:buNone/>
            </a:pPr>
            <a:r>
              <a:t>Click to edit Master text styles</a:t>
            </a:r>
          </a:p>
          <a:p>
            <a:pPr lvl="1">
              <a:buNone/>
            </a:pPr>
            <a:r>
              <a:t>Second level</a:t>
            </a:r>
          </a:p>
        </p:txBody>
      </p:sp>
      <p:sp>
        <p:nvSpPr>
          <p:cNvPr id="10" name="Picture Placeholder 9">
            <a:extLst>
              <a:ext uri="{FF2B5EF4-FFF2-40B4-BE49-F238E27FC236}">
                <a16:creationId xmlns:a16="http://schemas.microsoft.com/office/drawing/2014/main" id="{9180B2BC-2194-6BE9-E9A2-C04BB80C88E8}"/>
              </a:ext>
            </a:extLst>
          </p:cNvPr>
          <p:cNvSpPr>
            <a:spLocks noGrp="1"/>
          </p:cNvSpPr>
          <p:nvPr>
            <p:ph type="pic" idx="20"/>
          </p:nvPr>
        </p:nvSpPr>
        <p:spPr>
          <a:xfrm>
            <a:off x="460375" y="1771911"/>
            <a:ext cx="3606800" cy="2375659"/>
          </a:xfrm>
          <a:prstGeom prst="rect">
            <a:avLst/>
          </a:prstGeom>
          <a:solidFill>
            <a:schemeClr val="accent2">
              <a:lumMod val="40000"/>
              <a:lumOff val="60000"/>
            </a:schemeClr>
          </a:solidFill>
        </p:spPr>
        <p:txBody>
          <a:bodyPr tIns="640080"/>
          <a:lstStyle>
            <a:lvl1pPr algn="ctr">
              <a:buNone/>
              <a:defRPr b="0" i="0"/>
            </a:lvl1pPr>
          </a:lstStyle>
          <a:p>
            <a:r>
              <a:t>Click icon to add picture</a:t>
            </a:r>
          </a:p>
        </p:txBody>
      </p:sp>
      <p:sp>
        <p:nvSpPr>
          <p:cNvPr id="11" name="Text Placeholder 7">
            <a:extLst>
              <a:ext uri="{FF2B5EF4-FFF2-40B4-BE49-F238E27FC236}">
                <a16:creationId xmlns:a16="http://schemas.microsoft.com/office/drawing/2014/main" id="{94FC2909-4B91-2381-4FE8-6075BBEADFCA}"/>
              </a:ext>
            </a:extLst>
          </p:cNvPr>
          <p:cNvSpPr>
            <a:spLocks noGrp="1"/>
          </p:cNvSpPr>
          <p:nvPr>
            <p:ph type="body" idx="21"/>
          </p:nvPr>
        </p:nvSpPr>
        <p:spPr>
          <a:xfrm>
            <a:off x="4298950" y="4356447"/>
            <a:ext cx="3606800" cy="1663354"/>
          </a:xfrm>
          <a:prstGeom prst="rect">
            <a:avLst/>
          </a:prstGeom>
        </p:spPr>
        <p:txBody>
          <a:bodyPr/>
          <a:lstStyle>
            <a:lvl1pPr>
              <a:buNone/>
              <a:defRPr b="0" i="0"/>
            </a:lvl1pPr>
            <a:lvl2pPr>
              <a:buNone/>
              <a:defRPr b="0" i="0"/>
            </a:lvl2pPr>
          </a:lstStyle>
          <a:p>
            <a:pPr lvl="0">
              <a:buNone/>
            </a:pPr>
            <a:r>
              <a:t>Click to edit Master text styles</a:t>
            </a:r>
          </a:p>
          <a:p>
            <a:pPr lvl="1">
              <a:buNone/>
            </a:pPr>
            <a:r>
              <a:t>Second level</a:t>
            </a:r>
          </a:p>
        </p:txBody>
      </p:sp>
      <p:sp>
        <p:nvSpPr>
          <p:cNvPr id="12" name="Picture Placeholder 9">
            <a:extLst>
              <a:ext uri="{FF2B5EF4-FFF2-40B4-BE49-F238E27FC236}">
                <a16:creationId xmlns:a16="http://schemas.microsoft.com/office/drawing/2014/main" id="{44FEA637-5129-BC73-5672-885823C9D06D}"/>
              </a:ext>
            </a:extLst>
          </p:cNvPr>
          <p:cNvSpPr>
            <a:spLocks noGrp="1"/>
          </p:cNvSpPr>
          <p:nvPr>
            <p:ph type="pic" idx="22"/>
          </p:nvPr>
        </p:nvSpPr>
        <p:spPr>
          <a:xfrm>
            <a:off x="4298950" y="1771911"/>
            <a:ext cx="3606800" cy="2375659"/>
          </a:xfrm>
          <a:prstGeom prst="rect">
            <a:avLst/>
          </a:prstGeom>
          <a:solidFill>
            <a:schemeClr val="accent2">
              <a:lumMod val="40000"/>
              <a:lumOff val="60000"/>
            </a:schemeClr>
          </a:solidFill>
        </p:spPr>
        <p:txBody>
          <a:bodyPr tIns="640080"/>
          <a:lstStyle>
            <a:lvl1pPr algn="ctr">
              <a:buNone/>
              <a:defRPr b="0" i="0"/>
            </a:lvl1pPr>
          </a:lstStyle>
          <a:p>
            <a:r>
              <a:t>Click icon to add picture</a:t>
            </a:r>
          </a:p>
        </p:txBody>
      </p:sp>
      <p:sp>
        <p:nvSpPr>
          <p:cNvPr id="13" name="Text Placeholder 7">
            <a:extLst>
              <a:ext uri="{FF2B5EF4-FFF2-40B4-BE49-F238E27FC236}">
                <a16:creationId xmlns:a16="http://schemas.microsoft.com/office/drawing/2014/main" id="{8F7C1D54-4D08-B846-D72D-58481B1CA9AA}"/>
              </a:ext>
            </a:extLst>
          </p:cNvPr>
          <p:cNvSpPr>
            <a:spLocks noGrp="1"/>
          </p:cNvSpPr>
          <p:nvPr>
            <p:ph type="body" idx="23"/>
          </p:nvPr>
        </p:nvSpPr>
        <p:spPr>
          <a:xfrm>
            <a:off x="8121650" y="4356447"/>
            <a:ext cx="3606800" cy="1663354"/>
          </a:xfrm>
          <a:prstGeom prst="rect">
            <a:avLst/>
          </a:prstGeom>
        </p:spPr>
        <p:txBody>
          <a:bodyPr/>
          <a:lstStyle>
            <a:lvl1pPr>
              <a:buNone/>
              <a:defRPr b="0" i="0"/>
            </a:lvl1pPr>
            <a:lvl2pPr>
              <a:buNone/>
              <a:defRPr b="0" i="0"/>
            </a:lvl2pPr>
          </a:lstStyle>
          <a:p>
            <a:pPr lvl="0">
              <a:buNone/>
            </a:pPr>
            <a:r>
              <a:t>Click to edit Master text styles</a:t>
            </a:r>
          </a:p>
          <a:p>
            <a:pPr lvl="1">
              <a:buNone/>
            </a:pPr>
            <a:r>
              <a:t>Second level</a:t>
            </a:r>
          </a:p>
        </p:txBody>
      </p:sp>
      <p:sp>
        <p:nvSpPr>
          <p:cNvPr id="14" name="Picture Placeholder 9">
            <a:extLst>
              <a:ext uri="{FF2B5EF4-FFF2-40B4-BE49-F238E27FC236}">
                <a16:creationId xmlns:a16="http://schemas.microsoft.com/office/drawing/2014/main" id="{AF8A9ABB-83F4-8553-6F94-7B3490556A79}"/>
              </a:ext>
            </a:extLst>
          </p:cNvPr>
          <p:cNvSpPr>
            <a:spLocks noGrp="1"/>
          </p:cNvSpPr>
          <p:nvPr>
            <p:ph type="pic" idx="24"/>
          </p:nvPr>
        </p:nvSpPr>
        <p:spPr>
          <a:xfrm>
            <a:off x="8121650" y="1771911"/>
            <a:ext cx="3606800" cy="2375659"/>
          </a:xfrm>
          <a:prstGeom prst="rect">
            <a:avLst/>
          </a:prstGeom>
          <a:solidFill>
            <a:schemeClr val="accent2">
              <a:lumMod val="40000"/>
              <a:lumOff val="60000"/>
            </a:schemeClr>
          </a:solidFill>
        </p:spPr>
        <p:txBody>
          <a:bodyPr tIns="640080"/>
          <a:lstStyle>
            <a:lvl1pPr algn="ctr">
              <a:buNone/>
              <a:defRPr b="0" i="0"/>
            </a:lvl1pPr>
          </a:lstStyle>
          <a:p>
            <a:r>
              <a:t>Click icon to add picture</a:t>
            </a:r>
          </a:p>
        </p:txBody>
      </p:sp>
      <p:sp>
        <p:nvSpPr>
          <p:cNvPr id="2" name="Title 1">
            <a:extLst>
              <a:ext uri="{FF2B5EF4-FFF2-40B4-BE49-F238E27FC236}">
                <a16:creationId xmlns:a16="http://schemas.microsoft.com/office/drawing/2014/main" id="{37073C04-F7C8-4626-A414-BE74337C9F01}"/>
              </a:ext>
            </a:extLst>
          </p:cNvPr>
          <p:cNvSpPr>
            <a:spLocks noGrp="1"/>
          </p:cNvSpPr>
          <p:nvPr>
            <p:ph type="title"/>
          </p:nvPr>
        </p:nvSpPr>
        <p:spPr>
          <a:xfrm>
            <a:off x="460372" y="556953"/>
            <a:ext cx="11268077" cy="855922"/>
          </a:xfrm>
          <a:prstGeom prst="rect">
            <a:avLst/>
          </a:prstGeom>
        </p:spPr>
        <p:txBody>
          <a:bodyPr vert="horz" rIns="0"/>
          <a:lstStyle>
            <a:lvl1pPr>
              <a:buNone/>
              <a:defRPr/>
            </a:lvl1pPr>
          </a:lstStyle>
          <a:p>
            <a:r>
              <a:t>Click to edit Master title style</a:t>
            </a:r>
          </a:p>
        </p:txBody>
      </p:sp>
      <p:pic>
        <p:nvPicPr>
          <p:cNvPr id="52" name="Picture 3"/>
          <p:cNvPicPr>
            <a:picLocks noChangeAspect="1"/>
          </p:cNvPicPr>
          <p:nvPr/>
        </p:nvPicPr>
        <p:blipFill>
          <a:blip r:embed="rId3"/>
          <a:stretch>
            <a:fillRect/>
          </a:stretch>
        </p:blipFill>
        <p:spPr>
          <a:xfrm>
            <a:off x="460377" y="6325375"/>
            <a:ext cx="1457324" cy="305021"/>
          </a:xfrm>
          <a:prstGeom prst="rect">
            <a:avLst/>
          </a:prstGeom>
        </p:spPr>
      </p:pic>
      <p:sp>
        <p:nvSpPr>
          <p:cNvPr id="41" name="Text Placeholder 15">
            <a:extLst>
              <a:ext uri="{FF2B5EF4-FFF2-40B4-BE49-F238E27FC236}">
                <a16:creationId xmlns:a16="http://schemas.microsoft.com/office/drawing/2014/main" id="{23AC8427-599A-D3E6-AA33-38751B2C8D83}"/>
              </a:ext>
            </a:extLst>
          </p:cNvPr>
          <p:cNvSpPr>
            <a:spLocks noGrp="1"/>
          </p:cNvSpPr>
          <p:nvPr>
            <p:ph type="body" idx="25"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extLst>
      <p:ext uri="{BB962C8B-B14F-4D97-AF65-F5344CB8AC3E}">
        <p14:creationId xmlns:p14="http://schemas.microsoft.com/office/powerpoint/2010/main" val="922679551"/>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image_ful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idx="10"/>
          </p:nvPr>
        </p:nvSpPr>
        <p:spPr>
          <a:xfrm>
            <a:off x="0" y="1"/>
            <a:ext cx="12191999" cy="6132512"/>
          </a:xfrm>
          <a:prstGeom prst="rect">
            <a:avLst/>
          </a:prstGeom>
          <a:solidFill>
            <a:schemeClr val="accent2">
              <a:lumMod val="40000"/>
              <a:lumOff val="60000"/>
            </a:schemeClr>
          </a:solidFill>
        </p:spPr>
        <p:txBody>
          <a:bodyPr tIns="2560320" rIns="0"/>
          <a:lstStyle>
            <a:lvl1pPr algn="ctr">
              <a:buNone/>
              <a:defRPr b="0" i="0">
                <a:solidFill>
                  <a:schemeClr val="tx1"/>
                </a:solidFill>
              </a:defRPr>
            </a:lvl1pPr>
          </a:lstStyle>
          <a:p>
            <a:r>
              <a:t>Click icon to add picture</a:t>
            </a:r>
          </a:p>
        </p:txBody>
      </p:sp>
      <p:sp>
        <p:nvSpPr>
          <p:cNvPr id="5" name="Footer Placeholder 4">
            <a:extLst>
              <a:ext uri="{FF2B5EF4-FFF2-40B4-BE49-F238E27FC236}">
                <a16:creationId xmlns:a16="http://schemas.microsoft.com/office/drawing/2014/main" id="{D4389C8F-D452-9AD4-4144-B49736DC8CEB}"/>
              </a:ext>
            </a:extLst>
          </p:cNvPr>
          <p:cNvSpPr>
            <a:spLocks noGrp="1"/>
          </p:cNvSpPr>
          <p:nvPr>
            <p:ph type="ftr" idx="11"/>
          </p:nvPr>
        </p:nvSpPr>
        <p:spPr/>
        <p:txBody>
          <a:bodyPr/>
          <a:lstStyle>
            <a:lvl1pPr>
              <a:buNone/>
              <a:defRPr b="0" i="0"/>
            </a:lvl1pPr>
          </a:lstStyle>
          <a:p>
            <a:r>
              <a:t>© 2025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17A657E4-04D6-B96F-C916-7934FB6812BD}"/>
              </a:ext>
            </a:extLst>
          </p:cNvPr>
          <p:cNvSpPr>
            <a:spLocks noGrp="1"/>
          </p:cNvSpPr>
          <p:nvPr>
            <p:ph type="sldNum" idx="12"/>
          </p:nvPr>
        </p:nvSpPr>
        <p:spPr/>
        <p:txBody>
          <a:bodyPr/>
          <a:lstStyle>
            <a:lvl1pPr>
              <a:buNone/>
              <a:defRPr b="0" i="0"/>
            </a:lvl1pPr>
          </a:lstStyle>
          <a:p>
            <a:fld id="{63DCA5C9-2E11-4C67-86EB-AE1DE127DC64}" type="slidenum">
              <a:t>‹#›</a:t>
            </a:fld>
            <a:endParaRPr/>
          </a:p>
        </p:txBody>
      </p:sp>
      <p:pic>
        <p:nvPicPr>
          <p:cNvPr id="16" name="Picture 1"/>
          <p:cNvPicPr>
            <a:picLocks noChangeAspect="1"/>
          </p:cNvPicPr>
          <p:nvPr/>
        </p:nvPicPr>
        <p:blipFill>
          <a:blip r:embed="rId3"/>
          <a:stretch>
            <a:fillRect/>
          </a:stretch>
        </p:blipFill>
        <p:spPr>
          <a:xfrm>
            <a:off x="460377" y="6325375"/>
            <a:ext cx="1457324" cy="305021"/>
          </a:xfrm>
          <a:prstGeom prst="rect">
            <a:avLst/>
          </a:prstGeom>
        </p:spPr>
      </p:pic>
    </p:spTree>
    <p:extLst>
      <p:ext uri="{BB962C8B-B14F-4D97-AF65-F5344CB8AC3E}">
        <p14:creationId xmlns:p14="http://schemas.microsoft.com/office/powerpoint/2010/main" val="318982326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image_full_headlin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idx="10"/>
          </p:nvPr>
        </p:nvSpPr>
        <p:spPr>
          <a:xfrm>
            <a:off x="460375" y="1770063"/>
            <a:ext cx="11268076" cy="4249737"/>
          </a:xfrm>
          <a:prstGeom prst="rect">
            <a:avLst/>
          </a:prstGeom>
          <a:solidFill>
            <a:schemeClr val="accent2">
              <a:lumMod val="40000"/>
              <a:lumOff val="60000"/>
            </a:schemeClr>
          </a:solidFill>
        </p:spPr>
        <p:txBody>
          <a:bodyPr tIns="2468880" rIns="0"/>
          <a:lstStyle>
            <a:lvl1pPr algn="ctr">
              <a:buNone/>
              <a:defRPr b="0" i="0">
                <a:solidFill>
                  <a:schemeClr val="tx1"/>
                </a:solidFill>
              </a:defRPr>
            </a:lvl1pPr>
          </a:lstStyle>
          <a:p>
            <a:r>
              <a:t>Click icon to add picture</a:t>
            </a:r>
          </a:p>
        </p:txBody>
      </p:sp>
      <p:sp>
        <p:nvSpPr>
          <p:cNvPr id="6" name="Footer Placeholder 5">
            <a:extLst>
              <a:ext uri="{FF2B5EF4-FFF2-40B4-BE49-F238E27FC236}">
                <a16:creationId xmlns:a16="http://schemas.microsoft.com/office/drawing/2014/main" id="{D4479B74-17F1-EBC9-69EE-229D47AE65AC}"/>
              </a:ext>
            </a:extLst>
          </p:cNvPr>
          <p:cNvSpPr>
            <a:spLocks noGrp="1"/>
          </p:cNvSpPr>
          <p:nvPr>
            <p:ph type="ftr" idx="16"/>
          </p:nvPr>
        </p:nvSpPr>
        <p:spPr/>
        <p:txBody>
          <a:bodyPr/>
          <a:lstStyle>
            <a:lvl1pPr>
              <a:buNone/>
              <a:defRPr b="0" i="0"/>
            </a:lvl1pPr>
          </a:lstStyle>
          <a:p>
            <a:r>
              <a:t>© 2025 West Monroe Partners | Reproduction and/or distribution without West Monroe Partners’ prior consent is prohibited.</a:t>
            </a:r>
          </a:p>
        </p:txBody>
      </p:sp>
      <p:sp>
        <p:nvSpPr>
          <p:cNvPr id="7" name="Slide Number Placeholder 6">
            <a:extLst>
              <a:ext uri="{FF2B5EF4-FFF2-40B4-BE49-F238E27FC236}">
                <a16:creationId xmlns:a16="http://schemas.microsoft.com/office/drawing/2014/main" id="{7B5A2861-0858-0FB8-8FC6-453F5A493617}"/>
              </a:ext>
            </a:extLst>
          </p:cNvPr>
          <p:cNvSpPr>
            <a:spLocks noGrp="1"/>
          </p:cNvSpPr>
          <p:nvPr>
            <p:ph type="sldNum" idx="17"/>
          </p:nvPr>
        </p:nvSpPr>
        <p:spPr/>
        <p:txBody>
          <a:bodyPr/>
          <a:lstStyle>
            <a:lvl1pPr>
              <a:buNone/>
              <a:defRPr b="0" i="0"/>
            </a:lvl1pPr>
          </a:lstStyle>
          <a:p>
            <a:fld id="{63DCA5C9-2E11-4C67-86EB-AE1DE127DC64}" type="slidenum">
              <a:t>‹#›</a:t>
            </a:fld>
            <a:endParaRPr/>
          </a:p>
        </p:txBody>
      </p:sp>
      <p:sp>
        <p:nvSpPr>
          <p:cNvPr id="2" name="Title 1">
            <a:extLst>
              <a:ext uri="{FF2B5EF4-FFF2-40B4-BE49-F238E27FC236}">
                <a16:creationId xmlns:a16="http://schemas.microsoft.com/office/drawing/2014/main" id="{7AAE4AD5-D1B4-C05A-51DA-AA8783158CDF}"/>
              </a:ext>
            </a:extLst>
          </p:cNvPr>
          <p:cNvSpPr>
            <a:spLocks noGrp="1"/>
          </p:cNvSpPr>
          <p:nvPr>
            <p:ph type="title"/>
          </p:nvPr>
        </p:nvSpPr>
        <p:spPr>
          <a:xfrm>
            <a:off x="460372" y="556953"/>
            <a:ext cx="11268077" cy="855922"/>
          </a:xfrm>
          <a:prstGeom prst="rect">
            <a:avLst/>
          </a:prstGeom>
        </p:spPr>
        <p:txBody>
          <a:bodyPr vert="horz" rIns="0"/>
          <a:lstStyle>
            <a:lvl1pPr>
              <a:buNone/>
              <a:defRPr/>
            </a:lvl1pPr>
          </a:lstStyle>
          <a:p>
            <a:r>
              <a:t>Click to edit Master title style</a:t>
            </a:r>
          </a:p>
        </p:txBody>
      </p:sp>
      <p:pic>
        <p:nvPicPr>
          <p:cNvPr id="17" name="Picture 2"/>
          <p:cNvPicPr>
            <a:picLocks noChangeAspect="1"/>
          </p:cNvPicPr>
          <p:nvPr/>
        </p:nvPicPr>
        <p:blipFill>
          <a:blip r:embed="rId3"/>
          <a:stretch>
            <a:fillRect/>
          </a:stretch>
        </p:blipFill>
        <p:spPr>
          <a:xfrm>
            <a:off x="460377" y="6325375"/>
            <a:ext cx="1457324" cy="305021"/>
          </a:xfrm>
          <a:prstGeom prst="rect">
            <a:avLst/>
          </a:prstGeom>
        </p:spPr>
      </p:pic>
      <p:sp>
        <p:nvSpPr>
          <p:cNvPr id="4" name="Text Placeholder 15">
            <a:extLst>
              <a:ext uri="{FF2B5EF4-FFF2-40B4-BE49-F238E27FC236}">
                <a16:creationId xmlns:a16="http://schemas.microsoft.com/office/drawing/2014/main" id="{831A1A2D-C89C-6D53-136D-138D70CAF518}"/>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extLst>
      <p:ext uri="{BB962C8B-B14F-4D97-AF65-F5344CB8AC3E}">
        <p14:creationId xmlns:p14="http://schemas.microsoft.com/office/powerpoint/2010/main" val="256059019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tent_header_only">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t>‹#›</a:t>
            </a:fld>
            <a:endParaRPr/>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vert="horz" rIns="0"/>
          <a:lstStyle>
            <a:lvl1pPr>
              <a:buNone/>
              <a:defRPr/>
            </a:lvl1pPr>
          </a:lstStyle>
          <a:p>
            <a:r>
              <a:t>Click to edit Master title style</a:t>
            </a:r>
          </a:p>
        </p:txBody>
      </p:sp>
      <p:pic>
        <p:nvPicPr>
          <p:cNvPr id="40" name="Picture 4"/>
          <p:cNvPicPr>
            <a:picLocks noChangeAspect="1"/>
          </p:cNvPicPr>
          <p:nvPr/>
        </p:nvPicPr>
        <p:blipFill>
          <a:blip r:embed="rId3"/>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extLst>
      <p:ext uri="{BB962C8B-B14F-4D97-AF65-F5344CB8AC3E}">
        <p14:creationId xmlns:p14="http://schemas.microsoft.com/office/powerpoint/2010/main" val="90576248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blank_footer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2025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t>‹#›</a:t>
            </a:fld>
            <a:endParaRPr/>
          </a:p>
        </p:txBody>
      </p:sp>
      <p:pic>
        <p:nvPicPr>
          <p:cNvPr id="8" name="Picture 1"/>
          <p:cNvPicPr>
            <a:picLocks noChangeAspect="1"/>
          </p:cNvPicPr>
          <p:nvPr/>
        </p:nvPicPr>
        <p:blipFill>
          <a:blip r:embed="rId3"/>
          <a:stretch>
            <a:fillRect/>
          </a:stretch>
        </p:blipFill>
        <p:spPr>
          <a:xfrm>
            <a:off x="460377" y="6325375"/>
            <a:ext cx="1457324" cy="305021"/>
          </a:xfrm>
          <a:prstGeom prst="rect">
            <a:avLst/>
          </a:prstGeom>
        </p:spPr>
      </p:pic>
    </p:spTree>
    <p:extLst>
      <p:ext uri="{BB962C8B-B14F-4D97-AF65-F5344CB8AC3E}">
        <p14:creationId xmlns:p14="http://schemas.microsoft.com/office/powerpoint/2010/main" val="214142128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blank_footer2">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2025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t>‹#›</a:t>
            </a:fld>
            <a:endParaRPr/>
          </a:p>
        </p:txBody>
      </p:sp>
      <p:pic>
        <p:nvPicPr>
          <p:cNvPr id="8" name="Picture 1"/>
          <p:cNvPicPr>
            <a:picLocks noChangeAspect="1"/>
          </p:cNvPicPr>
          <p:nvPr/>
        </p:nvPicPr>
        <p:blipFill>
          <a:blip r:embed="rId2"/>
          <a:stretch>
            <a:fillRect/>
          </a:stretch>
        </p:blipFill>
        <p:spPr>
          <a:xfrm>
            <a:off x="460377" y="6325375"/>
            <a:ext cx="1457324" cy="305021"/>
          </a:xfrm>
          <a:prstGeom prst="rect">
            <a:avLst/>
          </a:prstGeom>
        </p:spPr>
      </p:pic>
    </p:spTree>
    <p:extLst>
      <p:ext uri="{BB962C8B-B14F-4D97-AF65-F5344CB8AC3E}">
        <p14:creationId xmlns:p14="http://schemas.microsoft.com/office/powerpoint/2010/main" val="380968010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_content_header_only">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t>‹#›</a:t>
            </a:fld>
            <a:endParaRPr/>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vert="horz" rIns="0"/>
          <a:lstStyle>
            <a:lvl1pPr>
              <a:buNone/>
              <a:defRPr/>
            </a:lvl1pPr>
          </a:lstStyle>
          <a:p>
            <a:r>
              <a:t>Click to edit Master title style</a:t>
            </a:r>
          </a:p>
        </p:txBody>
      </p:sp>
      <p:pic>
        <p:nvPicPr>
          <p:cNvPr id="40" name="Picture 4"/>
          <p:cNvPicPr>
            <a:picLocks noChangeAspect="1"/>
          </p:cNvPicPr>
          <p:nvPr/>
        </p:nvPicPr>
        <p:blipFill>
          <a:blip r:embed="rId3"/>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extLst>
      <p:ext uri="{BB962C8B-B14F-4D97-AF65-F5344CB8AC3E}">
        <p14:creationId xmlns:p14="http://schemas.microsoft.com/office/powerpoint/2010/main" val="1775899645"/>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content_header_only">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t>‹#›</a:t>
            </a:fld>
            <a:endParaRPr/>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vert="horz" rIns="0"/>
          <a:lstStyle>
            <a:lvl1pPr>
              <a:buNone/>
              <a:defRPr/>
            </a:lvl1pPr>
          </a:lstStyle>
          <a:p>
            <a:r>
              <a:t>Click to edit Master title style</a:t>
            </a:r>
          </a:p>
        </p:txBody>
      </p:sp>
      <p:pic>
        <p:nvPicPr>
          <p:cNvPr id="40" name="Picture 4"/>
          <p:cNvPicPr>
            <a:picLocks noChangeAspect="1"/>
          </p:cNvPicPr>
          <p:nvPr/>
        </p:nvPicPr>
        <p:blipFill>
          <a:blip r:embed="rId3"/>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extLst>
      <p:ext uri="{BB962C8B-B14F-4D97-AF65-F5344CB8AC3E}">
        <p14:creationId xmlns:p14="http://schemas.microsoft.com/office/powerpoint/2010/main" val="177589964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content_header_only">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t>‹#›</a:t>
            </a:fld>
            <a:endParaRPr/>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vert="horz" rIns="0"/>
          <a:lstStyle>
            <a:lvl1pPr>
              <a:buNone/>
              <a:defRPr/>
            </a:lvl1pPr>
          </a:lstStyle>
          <a:p>
            <a:r>
              <a:t>Click to edit Master title style</a:t>
            </a:r>
          </a:p>
        </p:txBody>
      </p:sp>
      <p:pic>
        <p:nvPicPr>
          <p:cNvPr id="40" name="Picture 4"/>
          <p:cNvPicPr>
            <a:picLocks noChangeAspect="1"/>
          </p:cNvPicPr>
          <p:nvPr/>
        </p:nvPicPr>
        <p:blipFill>
          <a:blip r:embed="rId3"/>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extLst>
      <p:ext uri="{BB962C8B-B14F-4D97-AF65-F5344CB8AC3E}">
        <p14:creationId xmlns:p14="http://schemas.microsoft.com/office/powerpoint/2010/main" val="177589964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content_header_only">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t>‹#›</a:t>
            </a:fld>
            <a:endParaRPr/>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vert="horz" rIns="0"/>
          <a:lstStyle>
            <a:lvl1pPr>
              <a:buNone/>
              <a:defRPr/>
            </a:lvl1pPr>
          </a:lstStyle>
          <a:p>
            <a:r>
              <a:t>Click to edit Master title style</a:t>
            </a:r>
          </a:p>
        </p:txBody>
      </p:sp>
      <p:pic>
        <p:nvPicPr>
          <p:cNvPr id="40" name="Picture 4"/>
          <p:cNvPicPr>
            <a:picLocks noChangeAspect="1"/>
          </p:cNvPicPr>
          <p:nvPr/>
        </p:nvPicPr>
        <p:blipFill>
          <a:blip r:embed="rId3"/>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extLst>
      <p:ext uri="{BB962C8B-B14F-4D97-AF65-F5344CB8AC3E}">
        <p14:creationId xmlns:p14="http://schemas.microsoft.com/office/powerpoint/2010/main" val="1775899645"/>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content_header_only">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t>‹#›</a:t>
            </a:fld>
            <a:endParaRPr/>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vert="horz" rIns="0"/>
          <a:lstStyle>
            <a:lvl1pPr>
              <a:buNone/>
              <a:defRPr/>
            </a:lvl1pPr>
          </a:lstStyle>
          <a:p>
            <a:r>
              <a:t>Click to edit Master title style</a:t>
            </a:r>
          </a:p>
        </p:txBody>
      </p:sp>
      <p:pic>
        <p:nvPicPr>
          <p:cNvPr id="40" name="Picture 4"/>
          <p:cNvPicPr>
            <a:picLocks noChangeAspect="1"/>
          </p:cNvPicPr>
          <p:nvPr/>
        </p:nvPicPr>
        <p:blipFill>
          <a:blip r:embed="rId3"/>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extLst>
      <p:ext uri="{BB962C8B-B14F-4D97-AF65-F5344CB8AC3E}">
        <p14:creationId xmlns:p14="http://schemas.microsoft.com/office/powerpoint/2010/main" val="177589964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_content_header_only">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t>‹#›</a:t>
            </a:fld>
            <a:endParaRPr/>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vert="horz" rIns="0"/>
          <a:lstStyle>
            <a:lvl1pPr>
              <a:buNone/>
              <a:defRPr/>
            </a:lvl1pPr>
          </a:lstStyle>
          <a:p>
            <a:r>
              <a:t>Click to edit Master title style</a:t>
            </a:r>
          </a:p>
        </p:txBody>
      </p:sp>
      <p:pic>
        <p:nvPicPr>
          <p:cNvPr id="40" name="Picture 4"/>
          <p:cNvPicPr>
            <a:picLocks noChangeAspect="1"/>
          </p:cNvPicPr>
          <p:nvPr/>
        </p:nvPicPr>
        <p:blipFill>
          <a:blip r:embed="rId3"/>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extLst>
      <p:ext uri="{BB962C8B-B14F-4D97-AF65-F5344CB8AC3E}">
        <p14:creationId xmlns:p14="http://schemas.microsoft.com/office/powerpoint/2010/main" val="1775899645"/>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content 2co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7AC6684-4917-893D-7978-45194F506A94}"/>
              </a:ext>
            </a:extLst>
          </p:cNvPr>
          <p:cNvSpPr>
            <a:spLocks noGrp="1"/>
          </p:cNvSpPr>
          <p:nvPr>
            <p:ph type="ftr" idx="22"/>
          </p:nvPr>
        </p:nvSpPr>
        <p:spPr/>
        <p:txBody>
          <a:bodyPr/>
          <a:lstStyle>
            <a:lvl1pPr>
              <a:buNone/>
              <a:defRPr b="0" i="0"/>
            </a:lvl1pPr>
          </a:lstStyle>
          <a:p>
            <a:r>
              <a:t>© 2025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B3050605-C097-CBBB-F6AE-D408F5C6B153}"/>
              </a:ext>
            </a:extLst>
          </p:cNvPr>
          <p:cNvSpPr>
            <a:spLocks noGrp="1"/>
          </p:cNvSpPr>
          <p:nvPr>
            <p:ph type="sldNum" idx="23"/>
          </p:nvPr>
        </p:nvSpPr>
        <p:spPr/>
        <p:txBody>
          <a:bodyPr/>
          <a:lstStyle>
            <a:lvl1pPr>
              <a:buNone/>
              <a:defRPr b="0" i="0"/>
            </a:lvl1pPr>
          </a:lstStyle>
          <a:p>
            <a:fld id="{63DCA5C9-2E11-4C67-86EB-AE1DE127DC64}" type="slidenum">
              <a:t>‹#›</a:t>
            </a:fld>
            <a:endParaRPr/>
          </a:p>
        </p:txBody>
      </p:sp>
      <p:sp>
        <p:nvSpPr>
          <p:cNvPr id="4" name="Title 3">
            <a:extLst>
              <a:ext uri="{FF2B5EF4-FFF2-40B4-BE49-F238E27FC236}">
                <a16:creationId xmlns:a16="http://schemas.microsoft.com/office/drawing/2014/main" id="{987FB2C3-7DEF-A787-97F3-478F892A584F}"/>
              </a:ext>
            </a:extLst>
          </p:cNvPr>
          <p:cNvSpPr>
            <a:spLocks noGrp="1"/>
          </p:cNvSpPr>
          <p:nvPr>
            <p:ph type="title"/>
          </p:nvPr>
        </p:nvSpPr>
        <p:spPr/>
        <p:txBody>
          <a:bodyPr/>
          <a:lstStyle/>
          <a:p>
            <a:r>
              <a:t>Click to edit Master title style</a:t>
            </a:r>
          </a:p>
        </p:txBody>
      </p:sp>
      <p:pic>
        <p:nvPicPr>
          <p:cNvPr id="175" name="Picture 6"/>
          <p:cNvPicPr>
            <a:picLocks noChangeAspect="1"/>
          </p:cNvPicPr>
          <p:nvPr/>
        </p:nvPicPr>
        <p:blipFill>
          <a:blip r:embed="rId3"/>
          <a:stretch>
            <a:fillRect/>
          </a:stretch>
        </p:blipFill>
        <p:spPr>
          <a:xfrm>
            <a:off x="460377" y="6325375"/>
            <a:ext cx="1457324" cy="305021"/>
          </a:xfrm>
          <a:prstGeom prst="rect">
            <a:avLst/>
          </a:prstGeom>
        </p:spPr>
      </p:pic>
      <p:sp>
        <p:nvSpPr>
          <p:cNvPr id="9" name="Content Placeholder 7">
            <a:extLst>
              <a:ext uri="{FF2B5EF4-FFF2-40B4-BE49-F238E27FC236}">
                <a16:creationId xmlns:a16="http://schemas.microsoft.com/office/drawing/2014/main" id="{7EC1626D-C51D-F91B-9E51-AEACBDEBE7B9}"/>
              </a:ext>
            </a:extLst>
          </p:cNvPr>
          <p:cNvSpPr>
            <a:spLocks noGrp="1"/>
          </p:cNvSpPr>
          <p:nvPr>
            <p:ph idx="20"/>
          </p:nvPr>
        </p:nvSpPr>
        <p:spPr>
          <a:xfrm>
            <a:off x="460375" y="1770063"/>
            <a:ext cx="5521325" cy="4249737"/>
          </a:xfrm>
        </p:spPr>
        <p:txBody>
          <a:bodyPr/>
          <a:lstStyle>
            <a:lvl1pPr>
              <a:buNone/>
              <a:defRPr b="0" i="0"/>
            </a:lvl1pPr>
            <a:lvl2pPr>
              <a:buNone/>
              <a:defRPr b="1"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0" name="Content Placeholder 7">
            <a:extLst>
              <a:ext uri="{FF2B5EF4-FFF2-40B4-BE49-F238E27FC236}">
                <a16:creationId xmlns:a16="http://schemas.microsoft.com/office/drawing/2014/main" id="{800F75C6-D0DF-371B-63BB-406F6DC95786}"/>
              </a:ext>
            </a:extLst>
          </p:cNvPr>
          <p:cNvSpPr>
            <a:spLocks noGrp="1"/>
          </p:cNvSpPr>
          <p:nvPr>
            <p:ph idx="24"/>
          </p:nvPr>
        </p:nvSpPr>
        <p:spPr>
          <a:xfrm>
            <a:off x="6210300" y="1770063"/>
            <a:ext cx="5518150" cy="4249737"/>
          </a:xfrm>
        </p:spPr>
        <p:txBody>
          <a:bodyPr/>
          <a:lstStyle>
            <a:lvl1pPr>
              <a:buNone/>
              <a:defRPr b="0" i="0"/>
            </a:lvl1pPr>
            <a:lvl2pPr>
              <a:buNone/>
              <a:defRPr b="1"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37" name="Text Placeholder 15">
            <a:extLst>
              <a:ext uri="{FF2B5EF4-FFF2-40B4-BE49-F238E27FC236}">
                <a16:creationId xmlns:a16="http://schemas.microsoft.com/office/drawing/2014/main" id="{40D1E5F1-9491-BB3D-DC45-8C7C55783F5A}"/>
              </a:ext>
            </a:extLst>
          </p:cNvPr>
          <p:cNvSpPr>
            <a:spLocks noGrp="1"/>
          </p:cNvSpPr>
          <p:nvPr>
            <p:ph type="body" idx="19" hasCustomPrompt="1"/>
          </p:nvPr>
        </p:nvSpPr>
        <p:spPr>
          <a:xfrm>
            <a:off x="465137" y="0"/>
            <a:ext cx="5106989" cy="556953"/>
          </a:xfr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
        <p:nvSpPr>
          <p:cNvPr id="165" name="Rectangle 164">
            <a:extLst>
              <a:ext uri="{FF2B5EF4-FFF2-40B4-BE49-F238E27FC236}">
                <a16:creationId xmlns:a16="http://schemas.microsoft.com/office/drawing/2014/main" id="{F91F359D-6212-C646-3A93-CF147F849C91}"/>
              </a:ext>
            </a:extLst>
          </p:cNvPr>
          <p:cNvSpPr>
            <a:spLocks noGrp="1"/>
          </p:cNvSpPr>
          <p:nvPr/>
        </p:nvSpPr>
        <p:spPr>
          <a:xfrm rot="16200000">
            <a:off x="12213" y="7088672"/>
            <a:ext cx="358001" cy="382428"/>
          </a:xfrm>
          <a:prstGeom prst="rect">
            <a:avLst/>
          </a:prstGeom>
          <a:solidFill>
            <a:schemeClr val="bg1"/>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6" name="Rectangle 165">
            <a:extLst>
              <a:ext uri="{FF2B5EF4-FFF2-40B4-BE49-F238E27FC236}">
                <a16:creationId xmlns:a16="http://schemas.microsoft.com/office/drawing/2014/main" id="{1F3DD464-0F92-301E-F314-F2191C824124}"/>
              </a:ext>
            </a:extLst>
          </p:cNvPr>
          <p:cNvSpPr>
            <a:spLocks noGrp="1"/>
          </p:cNvSpPr>
          <p:nvPr/>
        </p:nvSpPr>
        <p:spPr>
          <a:xfrm rot="16200000">
            <a:off x="957981" y="7088672"/>
            <a:ext cx="358001" cy="382428"/>
          </a:xfrm>
          <a:prstGeom prst="rect">
            <a:avLst/>
          </a:prstGeom>
          <a:solidFill>
            <a:srgbClr val="50658E"/>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7" name="Rectangle 166">
            <a:extLst>
              <a:ext uri="{FF2B5EF4-FFF2-40B4-BE49-F238E27FC236}">
                <a16:creationId xmlns:a16="http://schemas.microsoft.com/office/drawing/2014/main" id="{A9E1304A-74C9-8864-1AEC-143A5AE6BBFF}"/>
              </a:ext>
            </a:extLst>
          </p:cNvPr>
          <p:cNvSpPr>
            <a:spLocks noGrp="1"/>
          </p:cNvSpPr>
          <p:nvPr/>
        </p:nvSpPr>
        <p:spPr>
          <a:xfrm rot="16200000">
            <a:off x="1430865" y="7088672"/>
            <a:ext cx="358001" cy="382428"/>
          </a:xfrm>
          <a:prstGeom prst="rect">
            <a:avLst/>
          </a:prstGeom>
          <a:solidFill>
            <a:srgbClr val="CED7E6"/>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8" name="Rectangle 167">
            <a:extLst>
              <a:ext uri="{FF2B5EF4-FFF2-40B4-BE49-F238E27FC236}">
                <a16:creationId xmlns:a16="http://schemas.microsoft.com/office/drawing/2014/main" id="{3D12BFCE-452C-9A87-8E1F-9B61EC6E2631}"/>
              </a:ext>
            </a:extLst>
          </p:cNvPr>
          <p:cNvSpPr>
            <a:spLocks noGrp="1"/>
          </p:cNvSpPr>
          <p:nvPr/>
        </p:nvSpPr>
        <p:spPr>
          <a:xfrm rot="16200000">
            <a:off x="1903750" y="7088672"/>
            <a:ext cx="358001" cy="382428"/>
          </a:xfrm>
          <a:prstGeom prst="rect">
            <a:avLst/>
          </a:prstGeom>
          <a:solidFill>
            <a:srgbClr val="E8EEF8"/>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9" name="TextBox 168">
            <a:extLst>
              <a:ext uri="{FF2B5EF4-FFF2-40B4-BE49-F238E27FC236}">
                <a16:creationId xmlns:a16="http://schemas.microsoft.com/office/drawing/2014/main" id="{6997D0BB-9B2B-6F75-0F1A-6E012C063CAF}"/>
              </a:ext>
            </a:extLst>
          </p:cNvPr>
          <p:cNvSpPr>
            <a:spLocks noGrp="1"/>
          </p:cNvSpPr>
          <p:nvPr/>
        </p:nvSpPr>
        <p:spPr>
          <a:xfrm>
            <a:off x="-1" y="7520200"/>
            <a:ext cx="540301" cy="257823"/>
          </a:xfrm>
          <a:prstGeom prst="rect">
            <a:avLst/>
          </a:prstGeom>
          <a:noFill/>
        </p:spPr>
        <p:txBody>
          <a:bodyPr wrap="square" lIns="0" tIns="0" rIns="0" bIns="36000" anchor="t">
            <a:noAutofit/>
          </a:bodyPr>
          <a:lstStyle/>
          <a:p>
            <a:r>
              <a:rPr sz="700" b="0" i="0">
                <a:solidFill>
                  <a:schemeClr val="tx1"/>
                </a:solidFill>
                <a:latin typeface="+mj-lt"/>
                <a:ea typeface="+mj-lt"/>
                <a:cs typeface="+mj-lt"/>
              </a:rPr>
              <a:t>Primary</a:t>
            </a:r>
          </a:p>
        </p:txBody>
      </p:sp>
      <p:sp>
        <p:nvSpPr>
          <p:cNvPr id="170" name="Rectangle 169">
            <a:extLst>
              <a:ext uri="{FF2B5EF4-FFF2-40B4-BE49-F238E27FC236}">
                <a16:creationId xmlns:a16="http://schemas.microsoft.com/office/drawing/2014/main" id="{98B99F95-01D4-0724-75BE-0B0349BBAF04}"/>
              </a:ext>
            </a:extLst>
          </p:cNvPr>
          <p:cNvSpPr>
            <a:spLocks noGrp="1"/>
          </p:cNvSpPr>
          <p:nvPr/>
        </p:nvSpPr>
        <p:spPr>
          <a:xfrm rot="16200000">
            <a:off x="485097" y="7088672"/>
            <a:ext cx="358001" cy="382428"/>
          </a:xfrm>
          <a:prstGeom prst="rect">
            <a:avLst/>
          </a:prstGeom>
          <a:solidFill>
            <a:srgbClr val="070154"/>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1" name="Rectangle 160">
            <a:extLst>
              <a:ext uri="{FF2B5EF4-FFF2-40B4-BE49-F238E27FC236}">
                <a16:creationId xmlns:a16="http://schemas.microsoft.com/office/drawing/2014/main" id="{15382DA4-0A92-0FD6-3CE3-EA4AA5F4A4E0}"/>
              </a:ext>
            </a:extLst>
          </p:cNvPr>
          <p:cNvSpPr>
            <a:spLocks noGrp="1"/>
          </p:cNvSpPr>
          <p:nvPr/>
        </p:nvSpPr>
        <p:spPr>
          <a:xfrm rot="16200000">
            <a:off x="2668126" y="7088672"/>
            <a:ext cx="358001" cy="382428"/>
          </a:xfrm>
          <a:prstGeom prst="rect">
            <a:avLst/>
          </a:prstGeom>
          <a:solidFill>
            <a:srgbClr val="F900D3"/>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2" name="Rectangle 161">
            <a:extLst>
              <a:ext uri="{FF2B5EF4-FFF2-40B4-BE49-F238E27FC236}">
                <a16:creationId xmlns:a16="http://schemas.microsoft.com/office/drawing/2014/main" id="{D385F140-9985-77AF-0716-5C24BE76493C}"/>
              </a:ext>
            </a:extLst>
          </p:cNvPr>
          <p:cNvSpPr>
            <a:spLocks noGrp="1"/>
          </p:cNvSpPr>
          <p:nvPr/>
        </p:nvSpPr>
        <p:spPr>
          <a:xfrm rot="16200000">
            <a:off x="3608638" y="7088672"/>
            <a:ext cx="358001" cy="382428"/>
          </a:xfrm>
          <a:prstGeom prst="rect">
            <a:avLst/>
          </a:prstGeom>
          <a:solidFill>
            <a:srgbClr val="0047FF"/>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3" name="TextBox 162">
            <a:extLst>
              <a:ext uri="{FF2B5EF4-FFF2-40B4-BE49-F238E27FC236}">
                <a16:creationId xmlns:a16="http://schemas.microsoft.com/office/drawing/2014/main" id="{97BDC393-D355-8CF5-5465-CB12B73C3D5C}"/>
              </a:ext>
            </a:extLst>
          </p:cNvPr>
          <p:cNvSpPr>
            <a:spLocks noGrp="1"/>
          </p:cNvSpPr>
          <p:nvPr/>
        </p:nvSpPr>
        <p:spPr>
          <a:xfrm>
            <a:off x="2655911" y="7520200"/>
            <a:ext cx="520281" cy="257823"/>
          </a:xfrm>
          <a:prstGeom prst="rect">
            <a:avLst/>
          </a:prstGeom>
          <a:noFill/>
        </p:spPr>
        <p:txBody>
          <a:bodyPr wrap="square" lIns="0" tIns="0" rIns="0" bIns="36000" anchor="t">
            <a:noAutofit/>
          </a:bodyPr>
          <a:lstStyle/>
          <a:p>
            <a:r>
              <a:rPr sz="800" b="0" i="0">
                <a:solidFill>
                  <a:schemeClr val="tx1"/>
                </a:solidFill>
                <a:latin typeface="+mj-lt"/>
                <a:ea typeface="+mj-lt"/>
                <a:cs typeface="+mj-lt"/>
              </a:rPr>
              <a:t>Accent</a:t>
            </a:r>
          </a:p>
        </p:txBody>
      </p:sp>
      <p:sp>
        <p:nvSpPr>
          <p:cNvPr id="164" name="Rectangle 163">
            <a:extLst>
              <a:ext uri="{FF2B5EF4-FFF2-40B4-BE49-F238E27FC236}">
                <a16:creationId xmlns:a16="http://schemas.microsoft.com/office/drawing/2014/main" id="{608BB856-73D6-F36F-6A8E-9055FE7127CD}"/>
              </a:ext>
            </a:extLst>
          </p:cNvPr>
          <p:cNvSpPr>
            <a:spLocks noGrp="1"/>
          </p:cNvSpPr>
          <p:nvPr/>
        </p:nvSpPr>
        <p:spPr>
          <a:xfrm rot="16200000">
            <a:off x="3138382" y="7088672"/>
            <a:ext cx="358001" cy="382428"/>
          </a:xfrm>
          <a:prstGeom prst="rect">
            <a:avLst/>
          </a:prstGeom>
          <a:solidFill>
            <a:srgbClr val="F6EB21"/>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7" name="Rectangle 156">
            <a:extLst>
              <a:ext uri="{FF2B5EF4-FFF2-40B4-BE49-F238E27FC236}">
                <a16:creationId xmlns:a16="http://schemas.microsoft.com/office/drawing/2014/main" id="{70969F29-A71D-69D3-FE13-033E941EC1FE}"/>
              </a:ext>
            </a:extLst>
          </p:cNvPr>
          <p:cNvSpPr>
            <a:spLocks noGrp="1"/>
          </p:cNvSpPr>
          <p:nvPr/>
        </p:nvSpPr>
        <p:spPr>
          <a:xfrm rot="16200000">
            <a:off x="10790828" y="7082747"/>
            <a:ext cx="358001" cy="382428"/>
          </a:xfrm>
          <a:prstGeom prst="rect">
            <a:avLst/>
          </a:prstGeom>
          <a:solidFill>
            <a:srgbClr val="1DD465"/>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8" name="Rectangle 157">
            <a:extLst>
              <a:ext uri="{FF2B5EF4-FFF2-40B4-BE49-F238E27FC236}">
                <a16:creationId xmlns:a16="http://schemas.microsoft.com/office/drawing/2014/main" id="{FC2FC796-0DB3-0309-8708-C05261AD3BE8}"/>
              </a:ext>
            </a:extLst>
          </p:cNvPr>
          <p:cNvSpPr>
            <a:spLocks noGrp="1"/>
          </p:cNvSpPr>
          <p:nvPr/>
        </p:nvSpPr>
        <p:spPr>
          <a:xfrm rot="16200000">
            <a:off x="11732320" y="7082747"/>
            <a:ext cx="358001" cy="382428"/>
          </a:xfrm>
          <a:prstGeom prst="rect">
            <a:avLst/>
          </a:prstGeom>
          <a:solidFill>
            <a:srgbClr val="F52C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9" name="TextBox 158">
            <a:extLst>
              <a:ext uri="{FF2B5EF4-FFF2-40B4-BE49-F238E27FC236}">
                <a16:creationId xmlns:a16="http://schemas.microsoft.com/office/drawing/2014/main" id="{5F110826-07CA-2870-4C5B-D69BA99D0AEA}"/>
              </a:ext>
            </a:extLst>
          </p:cNvPr>
          <p:cNvSpPr>
            <a:spLocks noGrp="1"/>
          </p:cNvSpPr>
          <p:nvPr/>
        </p:nvSpPr>
        <p:spPr>
          <a:xfrm>
            <a:off x="10778614" y="7520200"/>
            <a:ext cx="540301" cy="257823"/>
          </a:xfrm>
          <a:prstGeom prst="rect">
            <a:avLst/>
          </a:prstGeom>
          <a:noFill/>
        </p:spPr>
        <p:txBody>
          <a:bodyPr wrap="square" lIns="0" tIns="0" rIns="0" bIns="36000" anchor="t">
            <a:noAutofit/>
          </a:bodyPr>
          <a:lstStyle/>
          <a:p>
            <a:r>
              <a:rPr sz="700" b="0" i="0">
                <a:solidFill>
                  <a:schemeClr val="tx1"/>
                </a:solidFill>
                <a:latin typeface="+mj-lt"/>
                <a:ea typeface="+mj-lt"/>
                <a:cs typeface="+mj-lt"/>
              </a:rPr>
              <a:t>KPIs</a:t>
            </a:r>
          </a:p>
        </p:txBody>
      </p:sp>
      <p:sp>
        <p:nvSpPr>
          <p:cNvPr id="160" name="Rectangle 159">
            <a:extLst>
              <a:ext uri="{FF2B5EF4-FFF2-40B4-BE49-F238E27FC236}">
                <a16:creationId xmlns:a16="http://schemas.microsoft.com/office/drawing/2014/main" id="{AFC7AB44-578B-8C48-286D-45296B0F1F53}"/>
              </a:ext>
            </a:extLst>
          </p:cNvPr>
          <p:cNvSpPr>
            <a:spLocks noGrp="1"/>
          </p:cNvSpPr>
          <p:nvPr/>
        </p:nvSpPr>
        <p:spPr>
          <a:xfrm rot="16200000">
            <a:off x="11265571" y="7082747"/>
            <a:ext cx="358001" cy="382428"/>
          </a:xfrm>
          <a:prstGeom prst="rect">
            <a:avLst/>
          </a:prstGeom>
          <a:solidFill>
            <a:srgbClr val="FFC7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3" name="Rectangle 152">
            <a:extLst>
              <a:ext uri="{FF2B5EF4-FFF2-40B4-BE49-F238E27FC236}">
                <a16:creationId xmlns:a16="http://schemas.microsoft.com/office/drawing/2014/main" id="{66FC7029-B49C-3616-A359-AE9573B26220}"/>
              </a:ext>
            </a:extLst>
          </p:cNvPr>
          <p:cNvSpPr>
            <a:spLocks noGrp="1"/>
          </p:cNvSpPr>
          <p:nvPr/>
        </p:nvSpPr>
        <p:spPr>
          <a:xfrm rot="16200000">
            <a:off x="9067445" y="7088673"/>
            <a:ext cx="358001" cy="382428"/>
          </a:xfrm>
          <a:prstGeom prst="rect">
            <a:avLst/>
          </a:prstGeom>
          <a:solidFill>
            <a:srgbClr val="E8EEF8"/>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4" name="Rectangle 153">
            <a:extLst>
              <a:ext uri="{FF2B5EF4-FFF2-40B4-BE49-F238E27FC236}">
                <a16:creationId xmlns:a16="http://schemas.microsoft.com/office/drawing/2014/main" id="{C653901B-2517-C98F-0F60-5D8F9521726D}"/>
              </a:ext>
            </a:extLst>
          </p:cNvPr>
          <p:cNvSpPr>
            <a:spLocks noGrp="1"/>
          </p:cNvSpPr>
          <p:nvPr/>
        </p:nvSpPr>
        <p:spPr>
          <a:xfrm rot="16200000">
            <a:off x="10036469" y="7088672"/>
            <a:ext cx="358001" cy="382428"/>
          </a:xfrm>
          <a:prstGeom prst="rect">
            <a:avLst/>
          </a:prstGeom>
          <a:solidFill>
            <a:srgbClr val="97A4BA"/>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5" name="TextBox 154">
            <a:extLst>
              <a:ext uri="{FF2B5EF4-FFF2-40B4-BE49-F238E27FC236}">
                <a16:creationId xmlns:a16="http://schemas.microsoft.com/office/drawing/2014/main" id="{05828D58-84B4-A9F3-F11D-9924E65B283B}"/>
              </a:ext>
            </a:extLst>
          </p:cNvPr>
          <p:cNvSpPr>
            <a:spLocks noGrp="1"/>
          </p:cNvSpPr>
          <p:nvPr/>
        </p:nvSpPr>
        <p:spPr>
          <a:xfrm>
            <a:off x="9055231" y="7520200"/>
            <a:ext cx="1134831" cy="257823"/>
          </a:xfrm>
          <a:prstGeom prst="rect">
            <a:avLst/>
          </a:prstGeom>
          <a:noFill/>
        </p:spPr>
        <p:txBody>
          <a:bodyPr wrap="square" lIns="0" tIns="0" rIns="0" bIns="0" anchor="t">
            <a:noAutofit/>
          </a:bodyPr>
          <a:lstStyle/>
          <a:p>
            <a:r>
              <a:rPr sz="700" b="0" i="0">
                <a:solidFill>
                  <a:schemeClr val="tx1"/>
                </a:solidFill>
                <a:latin typeface="+mj-lt"/>
                <a:ea typeface="+mj-lt"/>
                <a:cs typeface="+mj-lt"/>
              </a:rPr>
              <a:t>Deemphasis Data Vis</a:t>
            </a:r>
          </a:p>
        </p:txBody>
      </p:sp>
      <p:sp>
        <p:nvSpPr>
          <p:cNvPr id="156" name="Rectangle 155">
            <a:extLst>
              <a:ext uri="{FF2B5EF4-FFF2-40B4-BE49-F238E27FC236}">
                <a16:creationId xmlns:a16="http://schemas.microsoft.com/office/drawing/2014/main" id="{3B42C90C-1C56-C7C5-960F-176F17745F23}"/>
              </a:ext>
            </a:extLst>
          </p:cNvPr>
          <p:cNvSpPr>
            <a:spLocks noGrp="1"/>
          </p:cNvSpPr>
          <p:nvPr/>
        </p:nvSpPr>
        <p:spPr>
          <a:xfrm rot="16200000">
            <a:off x="9551957" y="7088673"/>
            <a:ext cx="358001" cy="382428"/>
          </a:xfrm>
          <a:prstGeom prst="rect">
            <a:avLst/>
          </a:prstGeom>
          <a:solidFill>
            <a:srgbClr val="CED7E6"/>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3" name="TextBox 142">
            <a:extLst>
              <a:ext uri="{FF2B5EF4-FFF2-40B4-BE49-F238E27FC236}">
                <a16:creationId xmlns:a16="http://schemas.microsoft.com/office/drawing/2014/main" id="{867B8BD6-FF47-6F33-D4B1-8A7C7C327CE1}"/>
              </a:ext>
            </a:extLst>
          </p:cNvPr>
          <p:cNvSpPr>
            <a:spLocks noGrp="1"/>
          </p:cNvSpPr>
          <p:nvPr/>
        </p:nvSpPr>
        <p:spPr>
          <a:xfrm>
            <a:off x="4345020" y="7520200"/>
            <a:ext cx="1480498" cy="257823"/>
          </a:xfrm>
          <a:prstGeom prst="rect">
            <a:avLst/>
          </a:prstGeom>
          <a:noFill/>
        </p:spPr>
        <p:txBody>
          <a:bodyPr wrap="square" lIns="0" tIns="0" rIns="0" bIns="0" anchor="t">
            <a:noAutofit/>
          </a:bodyPr>
          <a:lstStyle/>
          <a:p>
            <a:r>
              <a:rPr sz="700" b="0" i="0">
                <a:solidFill>
                  <a:schemeClr val="tx1"/>
                </a:solidFill>
                <a:latin typeface="+mj-lt"/>
                <a:ea typeface="+mj-lt"/>
                <a:cs typeface="+mj-lt"/>
              </a:rPr>
              <a:t>Categorical Data Vis</a:t>
            </a:r>
          </a:p>
        </p:txBody>
      </p:sp>
      <p:sp>
        <p:nvSpPr>
          <p:cNvPr id="144" name="Rectangle 143">
            <a:extLst>
              <a:ext uri="{FF2B5EF4-FFF2-40B4-BE49-F238E27FC236}">
                <a16:creationId xmlns:a16="http://schemas.microsoft.com/office/drawing/2014/main" id="{6E72F1C1-0DD6-ADE9-5E48-89F377FA26B9}"/>
              </a:ext>
            </a:extLst>
          </p:cNvPr>
          <p:cNvSpPr>
            <a:spLocks noGrp="1"/>
          </p:cNvSpPr>
          <p:nvPr/>
        </p:nvSpPr>
        <p:spPr>
          <a:xfrm>
            <a:off x="4345020" y="7100883"/>
            <a:ext cx="382428" cy="358001"/>
          </a:xfrm>
          <a:prstGeom prst="rect">
            <a:avLst/>
          </a:prstGeom>
          <a:solidFill>
            <a:srgbClr val="F900D3"/>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200" b="0" i="0">
                <a:solidFill>
                  <a:srgbClr val="070154"/>
                </a:solidFill>
                <a:latin typeface="+mj-lt"/>
                <a:ea typeface="+mj-lt"/>
                <a:cs typeface="+mj-lt"/>
              </a:rPr>
              <a:t>1</a:t>
            </a:r>
          </a:p>
        </p:txBody>
      </p:sp>
      <p:sp>
        <p:nvSpPr>
          <p:cNvPr id="145" name="Rectangle 144">
            <a:extLst>
              <a:ext uri="{FF2B5EF4-FFF2-40B4-BE49-F238E27FC236}">
                <a16:creationId xmlns:a16="http://schemas.microsoft.com/office/drawing/2014/main" id="{E203030A-0030-8816-6956-28404927F5AC}"/>
              </a:ext>
            </a:extLst>
          </p:cNvPr>
          <p:cNvSpPr>
            <a:spLocks noGrp="1"/>
          </p:cNvSpPr>
          <p:nvPr/>
        </p:nvSpPr>
        <p:spPr>
          <a:xfrm>
            <a:off x="5826657" y="7100883"/>
            <a:ext cx="382428" cy="358001"/>
          </a:xfrm>
          <a:prstGeom prst="rect">
            <a:avLst/>
          </a:prstGeom>
          <a:solidFill>
            <a:srgbClr val="FFC7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200" b="0" i="0">
                <a:solidFill>
                  <a:srgbClr val="070154"/>
                </a:solidFill>
                <a:latin typeface="+mj-lt"/>
                <a:ea typeface="+mj-lt"/>
                <a:cs typeface="+mj-lt"/>
              </a:rPr>
              <a:t>4</a:t>
            </a:r>
          </a:p>
        </p:txBody>
      </p:sp>
      <p:sp>
        <p:nvSpPr>
          <p:cNvPr id="146" name="Rectangle 145">
            <a:extLst>
              <a:ext uri="{FF2B5EF4-FFF2-40B4-BE49-F238E27FC236}">
                <a16:creationId xmlns:a16="http://schemas.microsoft.com/office/drawing/2014/main" id="{2BD88711-65A2-3E3A-26E6-5646C62EFDBF}"/>
              </a:ext>
            </a:extLst>
          </p:cNvPr>
          <p:cNvSpPr>
            <a:spLocks noGrp="1"/>
          </p:cNvSpPr>
          <p:nvPr/>
        </p:nvSpPr>
        <p:spPr>
          <a:xfrm>
            <a:off x="6814415" y="7100883"/>
            <a:ext cx="382428" cy="358001"/>
          </a:xfrm>
          <a:prstGeom prst="rect">
            <a:avLst/>
          </a:prstGeom>
          <a:solidFill>
            <a:srgbClr val="00FCB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200" b="0" i="0">
                <a:solidFill>
                  <a:srgbClr val="070154"/>
                </a:solidFill>
                <a:latin typeface="+mj-lt"/>
                <a:ea typeface="+mj-lt"/>
                <a:cs typeface="+mj-lt"/>
              </a:rPr>
              <a:t>6</a:t>
            </a:r>
          </a:p>
        </p:txBody>
      </p:sp>
      <p:sp>
        <p:nvSpPr>
          <p:cNvPr id="147" name="Rectangle 146">
            <a:extLst>
              <a:ext uri="{FF2B5EF4-FFF2-40B4-BE49-F238E27FC236}">
                <a16:creationId xmlns:a16="http://schemas.microsoft.com/office/drawing/2014/main" id="{7549A483-2DA8-A317-73B4-1E7B65018523}"/>
              </a:ext>
            </a:extLst>
          </p:cNvPr>
          <p:cNvSpPr>
            <a:spLocks noGrp="1"/>
          </p:cNvSpPr>
          <p:nvPr/>
        </p:nvSpPr>
        <p:spPr>
          <a:xfrm>
            <a:off x="5332778" y="7100883"/>
            <a:ext cx="382428" cy="358001"/>
          </a:xfrm>
          <a:prstGeom prst="rect">
            <a:avLst/>
          </a:prstGeom>
          <a:solidFill>
            <a:srgbClr val="1DD566"/>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200" b="0" i="0">
                <a:solidFill>
                  <a:srgbClr val="070154"/>
                </a:solidFill>
                <a:latin typeface="+mj-lt"/>
                <a:ea typeface="+mj-lt"/>
                <a:cs typeface="+mj-lt"/>
              </a:rPr>
              <a:t>3</a:t>
            </a:r>
          </a:p>
        </p:txBody>
      </p:sp>
      <p:sp>
        <p:nvSpPr>
          <p:cNvPr id="148" name="Rectangle 147">
            <a:extLst>
              <a:ext uri="{FF2B5EF4-FFF2-40B4-BE49-F238E27FC236}">
                <a16:creationId xmlns:a16="http://schemas.microsoft.com/office/drawing/2014/main" id="{4EFDC1C3-6EB5-DD2F-EF5E-5F01EDB22C9E}"/>
              </a:ext>
            </a:extLst>
          </p:cNvPr>
          <p:cNvSpPr>
            <a:spLocks noGrp="1"/>
          </p:cNvSpPr>
          <p:nvPr/>
        </p:nvSpPr>
        <p:spPr>
          <a:xfrm>
            <a:off x="4838899" y="7100883"/>
            <a:ext cx="382428" cy="358001"/>
          </a:xfrm>
          <a:prstGeom prst="rect">
            <a:avLst/>
          </a:prstGeom>
          <a:solidFill>
            <a:srgbClr val="00E8FA"/>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200" b="0" i="0">
                <a:solidFill>
                  <a:srgbClr val="070154"/>
                </a:solidFill>
                <a:latin typeface="+mj-lt"/>
                <a:ea typeface="+mj-lt"/>
                <a:cs typeface="+mj-lt"/>
              </a:rPr>
              <a:t>2</a:t>
            </a:r>
          </a:p>
        </p:txBody>
      </p:sp>
      <p:sp>
        <p:nvSpPr>
          <p:cNvPr id="149" name="Rectangle 148">
            <a:extLst>
              <a:ext uri="{FF2B5EF4-FFF2-40B4-BE49-F238E27FC236}">
                <a16:creationId xmlns:a16="http://schemas.microsoft.com/office/drawing/2014/main" id="{841636B9-6E68-AA93-DCAF-DB75C848B478}"/>
              </a:ext>
            </a:extLst>
          </p:cNvPr>
          <p:cNvSpPr>
            <a:spLocks noGrp="1"/>
          </p:cNvSpPr>
          <p:nvPr/>
        </p:nvSpPr>
        <p:spPr>
          <a:xfrm>
            <a:off x="6320536" y="7100883"/>
            <a:ext cx="382428" cy="358001"/>
          </a:xfrm>
          <a:prstGeom prst="rect">
            <a:avLst/>
          </a:prstGeom>
          <a:solidFill>
            <a:srgbClr val="B741FF"/>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200" b="0" i="0">
                <a:solidFill>
                  <a:srgbClr val="070154"/>
                </a:solidFill>
                <a:latin typeface="+mj-lt"/>
                <a:ea typeface="+mj-lt"/>
                <a:cs typeface="+mj-lt"/>
              </a:rPr>
              <a:t>5</a:t>
            </a:r>
          </a:p>
        </p:txBody>
      </p:sp>
      <p:sp>
        <p:nvSpPr>
          <p:cNvPr id="150" name="Rectangle 149">
            <a:extLst>
              <a:ext uri="{FF2B5EF4-FFF2-40B4-BE49-F238E27FC236}">
                <a16:creationId xmlns:a16="http://schemas.microsoft.com/office/drawing/2014/main" id="{C2DBCDDB-E81C-B08D-22F0-5DA04EB3B1D4}"/>
              </a:ext>
            </a:extLst>
          </p:cNvPr>
          <p:cNvSpPr>
            <a:spLocks noGrp="1"/>
          </p:cNvSpPr>
          <p:nvPr/>
        </p:nvSpPr>
        <p:spPr>
          <a:xfrm>
            <a:off x="7308294" y="7100883"/>
            <a:ext cx="382428" cy="358001"/>
          </a:xfrm>
          <a:prstGeom prst="rect">
            <a:avLst/>
          </a:prstGeom>
          <a:solidFill>
            <a:srgbClr val="FF8A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200" b="0" i="0">
                <a:solidFill>
                  <a:srgbClr val="070154"/>
                </a:solidFill>
                <a:latin typeface="+mj-lt"/>
                <a:ea typeface="+mj-lt"/>
                <a:cs typeface="+mj-lt"/>
              </a:rPr>
              <a:t>7</a:t>
            </a:r>
          </a:p>
        </p:txBody>
      </p:sp>
      <p:sp>
        <p:nvSpPr>
          <p:cNvPr id="151" name="Rectangle 150">
            <a:extLst>
              <a:ext uri="{FF2B5EF4-FFF2-40B4-BE49-F238E27FC236}">
                <a16:creationId xmlns:a16="http://schemas.microsoft.com/office/drawing/2014/main" id="{42BB9CC3-5159-D76F-B4C8-0096DA2B9C22}"/>
              </a:ext>
            </a:extLst>
          </p:cNvPr>
          <p:cNvSpPr>
            <a:spLocks noGrp="1"/>
          </p:cNvSpPr>
          <p:nvPr/>
        </p:nvSpPr>
        <p:spPr>
          <a:xfrm>
            <a:off x="8296050" y="7100883"/>
            <a:ext cx="382428" cy="358001"/>
          </a:xfrm>
          <a:prstGeom prst="rect">
            <a:avLst/>
          </a:prstGeom>
          <a:solidFill>
            <a:srgbClr val="F52C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200" b="0" i="0">
                <a:solidFill>
                  <a:srgbClr val="070154"/>
                </a:solidFill>
                <a:latin typeface="+mj-lt"/>
                <a:ea typeface="+mj-lt"/>
                <a:cs typeface="+mj-lt"/>
              </a:rPr>
              <a:t>9</a:t>
            </a:r>
          </a:p>
        </p:txBody>
      </p:sp>
      <p:sp>
        <p:nvSpPr>
          <p:cNvPr id="152" name="Rectangle 151">
            <a:extLst>
              <a:ext uri="{FF2B5EF4-FFF2-40B4-BE49-F238E27FC236}">
                <a16:creationId xmlns:a16="http://schemas.microsoft.com/office/drawing/2014/main" id="{A2FAAD6F-8B23-9170-58B3-9F74BCEC5D46}"/>
              </a:ext>
            </a:extLst>
          </p:cNvPr>
          <p:cNvSpPr>
            <a:spLocks noGrp="1"/>
          </p:cNvSpPr>
          <p:nvPr/>
        </p:nvSpPr>
        <p:spPr>
          <a:xfrm>
            <a:off x="7802173" y="7100883"/>
            <a:ext cx="382428" cy="358001"/>
          </a:xfrm>
          <a:prstGeom prst="rect">
            <a:avLst/>
          </a:prstGeom>
          <a:solidFill>
            <a:srgbClr val="00A3FF"/>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200" b="0" i="0">
                <a:solidFill>
                  <a:srgbClr val="070154"/>
                </a:solidFill>
                <a:latin typeface="+mj-lt"/>
                <a:ea typeface="+mj-lt"/>
                <a:cs typeface="+mj-lt"/>
              </a:rPr>
              <a:t>8</a:t>
            </a:r>
          </a:p>
        </p:txBody>
      </p:sp>
    </p:spTree>
    <p:extLst>
      <p:ext uri="{BB962C8B-B14F-4D97-AF65-F5344CB8AC3E}">
        <p14:creationId xmlns:p14="http://schemas.microsoft.com/office/powerpoint/2010/main" val="823347026"/>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cover_1_one_imag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hidden="1">
            <a:extLst>
              <a:ext uri="{FF2B5EF4-FFF2-40B4-BE49-F238E27FC236}">
                <a16:creationId xmlns:a16="http://schemas.microsoft.com/office/drawing/2014/main" id="{7EFE2CDD-AD51-E6E6-9801-DCCED248B4B9}"/>
              </a:ext>
            </a:extLst>
          </p:cNvPr>
          <p:cNvSpPr>
            <a:spLocks noGrp="1"/>
          </p:cNvSpPr>
          <p:nvPr>
            <p:ph type="body" idx="23" hasCustomPrompt="1"/>
          </p:nvPr>
        </p:nvSpPr>
        <p:spPr>
          <a:xfrm>
            <a:off x="0" y="3240042"/>
            <a:ext cx="1739348" cy="586696"/>
          </a:xfrm>
          <a:prstGeom prst="rect">
            <a:avLst/>
          </a:prstGeom>
          <a:blipFill>
            <a:blip r:embed="rId3"/>
            <a:stretch>
              <a:fillRect/>
            </a:stretch>
          </a:blipFill>
        </p:spPr>
        <p:txBody>
          <a:bodyPr/>
          <a:lstStyle>
            <a:lvl1pPr>
              <a:buNone/>
              <a:defRPr sz="2800" b="0" i="0"/>
            </a:lvl1pPr>
          </a:lstStyle>
          <a:p>
            <a:pPr lvl="0">
              <a:buNone/>
            </a:pPr>
            <a:r>
              <a:t> </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idx="19" hasCustomPrompt="1"/>
          </p:nvPr>
        </p:nvSpPr>
        <p:spPr>
          <a:xfrm>
            <a:off x="465137" y="4076700"/>
            <a:ext cx="5106989" cy="1943100"/>
          </a:xfrm>
          <a:prstGeom prst="rect">
            <a:avLst/>
          </a:prstGeom>
        </p:spPr>
        <p:txBody>
          <a:bodyPr tIns="91440" rIns="0" bIns="0" anchor="t"/>
          <a:lstStyle>
            <a:lvl1pPr>
              <a:spcAft>
                <a:spcPts val="0"/>
              </a:spcAft>
              <a:buFontTx/>
              <a:buNone/>
              <a:defRPr sz="1500" b="1" i="0" cap="none" baseline="0">
                <a:solidFill>
                  <a:schemeClr val="accent1"/>
                </a:solidFill>
                <a:latin typeface="+mn-lt"/>
                <a:ea typeface="+mn-lt"/>
                <a:cs typeface="+mn-lt"/>
              </a:defRPr>
            </a:lvl1pPr>
            <a:lvl2pPr>
              <a:spcAft>
                <a:spcPts val="0"/>
              </a:spcAft>
              <a:buFontTx/>
              <a:buNone/>
              <a:defRPr sz="1600" b="1" i="0" cap="none" baseline="0">
                <a:solidFill>
                  <a:schemeClr val="accent1"/>
                </a:solidFill>
                <a:latin typeface="+mj-lt"/>
                <a:ea typeface="+mj-lt"/>
                <a:cs typeface="+mj-lt"/>
              </a:defRPr>
            </a:lvl2pPr>
            <a:lvl3pPr marL="0" indent="0">
              <a:spcAft>
                <a:spcPts val="0"/>
              </a:spcAft>
              <a:buFontTx/>
              <a:buNone/>
              <a:defRPr sz="1600" b="1" i="0" cap="none" baseline="0">
                <a:solidFill>
                  <a:schemeClr val="accent1"/>
                </a:solidFill>
                <a:latin typeface="+mj-lt"/>
                <a:ea typeface="+mj-lt"/>
                <a:cs typeface="+mj-lt"/>
              </a:defRPr>
            </a:lvl3pPr>
            <a:lvl4pPr marL="0" indent="0">
              <a:spcAft>
                <a:spcPts val="0"/>
              </a:spcAft>
              <a:buFontTx/>
              <a:buNone/>
              <a:defRPr sz="1600" b="1" i="0" cap="none" baseline="0">
                <a:solidFill>
                  <a:schemeClr val="accent1"/>
                </a:solidFill>
                <a:latin typeface="+mj-lt"/>
                <a:ea typeface="+mj-lt"/>
                <a:cs typeface="+mj-lt"/>
              </a:defRPr>
            </a:lvl4pPr>
            <a:lvl5pPr marL="0" indent="0">
              <a:spcAft>
                <a:spcPts val="0"/>
              </a:spcAft>
              <a:buFontTx/>
              <a:buNone/>
              <a:defRPr sz="1600" b="1" i="0" cap="none" baseline="0">
                <a:solidFill>
                  <a:schemeClr val="accent1"/>
                </a:solidFill>
                <a:latin typeface="+mn-lt"/>
                <a:ea typeface="+mn-lt"/>
                <a:cs typeface="+mn-lt"/>
              </a:defRPr>
            </a:lvl5pPr>
            <a:lvl6pPr marL="0" indent="0">
              <a:spcAft>
                <a:spcPts val="0"/>
              </a:spcAft>
              <a:buFontTx/>
              <a:buNone/>
              <a:defRPr sz="1600" b="1" i="0" cap="none" baseline="0">
                <a:solidFill>
                  <a:schemeClr val="accent1"/>
                </a:solidFill>
                <a:latin typeface="+mn-lt"/>
                <a:ea typeface="+mn-lt"/>
                <a:cs typeface="+mn-lt"/>
              </a:defRPr>
            </a:lvl6pPr>
            <a:lvl7pPr marL="0" indent="0">
              <a:spcAft>
                <a:spcPts val="0"/>
              </a:spcAft>
              <a:buFontTx/>
              <a:buNone/>
              <a:defRPr sz="1600" b="1" i="0" cap="none" baseline="0">
                <a:solidFill>
                  <a:schemeClr val="accent1"/>
                </a:solidFill>
                <a:latin typeface="+mn-lt"/>
                <a:ea typeface="+mn-lt"/>
                <a:cs typeface="+mn-lt"/>
              </a:defRPr>
            </a:lvl7pPr>
            <a:lvl8pPr marL="0" indent="0">
              <a:spcAft>
                <a:spcPts val="0"/>
              </a:spcAft>
              <a:buFontTx/>
              <a:buNone/>
              <a:defRPr sz="1600" b="1" i="0" cap="none" baseline="0">
                <a:solidFill>
                  <a:schemeClr val="accent1"/>
                </a:solidFill>
                <a:latin typeface="+mn-lt"/>
                <a:ea typeface="+mn-lt"/>
                <a:cs typeface="+mn-lt"/>
              </a:defRPr>
            </a:lvl8pPr>
            <a:lvl9pPr marL="0" indent="0">
              <a:spcAft>
                <a:spcPts val="0"/>
              </a:spcAft>
              <a:buFontTx/>
              <a:buNone/>
              <a:defRPr sz="1600" b="1" i="0" cap="none" baseline="0">
                <a:solidFill>
                  <a:schemeClr val="accent1"/>
                </a:solidFill>
                <a:latin typeface="+mn-lt"/>
                <a:ea typeface="+mn-lt"/>
                <a:cs typeface="+mn-lt"/>
              </a:defRPr>
            </a:lvl9pPr>
          </a:lstStyle>
          <a:p>
            <a:pPr lvl="0">
              <a:buNone/>
            </a:pPr>
            <a:r>
              <a:t>Subhead</a:t>
            </a:r>
          </a:p>
        </p:txBody>
      </p:sp>
      <p:sp>
        <p:nvSpPr>
          <p:cNvPr id="7" name="Date Placeholder 6">
            <a:extLst>
              <a:ext uri="{FF2B5EF4-FFF2-40B4-BE49-F238E27FC236}">
                <a16:creationId xmlns:a16="http://schemas.microsoft.com/office/drawing/2014/main" id="{F1FDC329-725F-504E-A193-47ADCC26AD4C}"/>
              </a:ext>
            </a:extLst>
          </p:cNvPr>
          <p:cNvSpPr>
            <a:spLocks noGrp="1"/>
          </p:cNvSpPr>
          <p:nvPr>
            <p:ph type="dt" idx="21"/>
          </p:nvPr>
        </p:nvSpPr>
        <p:spPr>
          <a:xfrm>
            <a:off x="465137" y="6400800"/>
            <a:ext cx="3602038" cy="166688"/>
          </a:xfrm>
          <a:prstGeom prst="rect">
            <a:avLst/>
          </a:prstGeom>
        </p:spPr>
        <p:txBody>
          <a:bodyPr lIns="0" tIns="0" rIns="0" bIns="0" anchor="b"/>
          <a:lstStyle>
            <a:lvl1pPr>
              <a:buNone/>
              <a:defRPr sz="1000" b="0" i="0" cap="all" baseline="0">
                <a:solidFill>
                  <a:schemeClr val="tx1"/>
                </a:solidFill>
                <a:latin typeface="+mn-lt"/>
                <a:ea typeface="+mn-lt"/>
                <a:cs typeface="+mn-lt"/>
              </a:defRPr>
            </a:lvl1pPr>
            <a:lvl2pPr>
              <a:buNone/>
              <a:defRPr sz="1000" b="0" i="0">
                <a:solidFill>
                  <a:schemeClr val="tx1"/>
                </a:solidFill>
                <a:latin typeface="+mj-lt"/>
                <a:ea typeface="+mj-lt"/>
                <a:cs typeface="+mj-lt"/>
              </a:defRPr>
            </a:lvl2pPr>
            <a:lvl3pPr>
              <a:buNone/>
              <a:defRPr sz="1000" b="0" i="0">
                <a:solidFill>
                  <a:schemeClr val="tx1"/>
                </a:solidFill>
                <a:latin typeface="+mj-lt"/>
                <a:ea typeface="+mj-lt"/>
                <a:cs typeface="+mj-lt"/>
              </a:defRPr>
            </a:lvl3pPr>
            <a:lvl4pPr>
              <a:buNone/>
              <a:defRPr sz="1000" b="0" i="0">
                <a:solidFill>
                  <a:schemeClr val="tx1"/>
                </a:solidFill>
                <a:latin typeface="+mj-lt"/>
                <a:ea typeface="+mj-lt"/>
                <a:cs typeface="+mj-lt"/>
              </a:defRPr>
            </a:lvl4pPr>
            <a:lvl5pPr>
              <a:buNone/>
              <a:defRPr sz="1000" b="0" i="0">
                <a:solidFill>
                  <a:schemeClr val="tx1"/>
                </a:solidFill>
                <a:latin typeface="+mj-lt"/>
                <a:ea typeface="+mj-lt"/>
                <a:cs typeface="+mj-lt"/>
              </a:defRPr>
            </a:lvl5pPr>
            <a:lvl6pPr>
              <a:buNone/>
              <a:defRPr sz="1000" b="0" i="0">
                <a:solidFill>
                  <a:schemeClr val="tx1"/>
                </a:solidFill>
                <a:latin typeface="+mj-lt"/>
                <a:ea typeface="+mj-lt"/>
                <a:cs typeface="+mj-lt"/>
              </a:defRPr>
            </a:lvl6pPr>
            <a:lvl7pPr>
              <a:buNone/>
              <a:defRPr sz="1000" b="0" i="0">
                <a:solidFill>
                  <a:schemeClr val="tx1"/>
                </a:solidFill>
                <a:latin typeface="+mj-lt"/>
                <a:ea typeface="+mj-lt"/>
                <a:cs typeface="+mj-lt"/>
              </a:defRPr>
            </a:lvl7pPr>
            <a:lvl8pPr>
              <a:buNone/>
              <a:defRPr sz="1000" b="0" i="0">
                <a:solidFill>
                  <a:schemeClr val="tx1"/>
                </a:solidFill>
                <a:latin typeface="+mj-lt"/>
                <a:ea typeface="+mj-lt"/>
                <a:cs typeface="+mj-lt"/>
              </a:defRPr>
            </a:lvl8pPr>
            <a:lvl9pPr marL="0">
              <a:buNone/>
              <a:defRPr sz="1000" b="0" i="0">
                <a:solidFill>
                  <a:schemeClr val="tx1"/>
                </a:solidFill>
                <a:latin typeface="+mj-lt"/>
                <a:ea typeface="+mj-lt"/>
                <a:cs typeface="+mj-lt"/>
              </a:defRPr>
            </a:lvl9pPr>
          </a:lstStyle>
          <a:p>
            <a:pPr indent="-3200400">
              <a:buNone/>
            </a:pPr>
            <a:endParaRPr/>
          </a:p>
        </p:txBody>
      </p:sp>
      <p:sp>
        <p:nvSpPr>
          <p:cNvPr id="2" name="Title 1">
            <a:extLst>
              <a:ext uri="{FF2B5EF4-FFF2-40B4-BE49-F238E27FC236}">
                <a16:creationId xmlns:a16="http://schemas.microsoft.com/office/drawing/2014/main" id="{196F23F1-5869-8449-565A-421EC2586840}"/>
              </a:ext>
            </a:extLst>
          </p:cNvPr>
          <p:cNvSpPr>
            <a:spLocks noGrp="1"/>
          </p:cNvSpPr>
          <p:nvPr>
            <p:ph type="title" hasCustomPrompt="1"/>
          </p:nvPr>
        </p:nvSpPr>
        <p:spPr>
          <a:xfrm>
            <a:off x="460376" y="1412875"/>
            <a:ext cx="5111750" cy="2333625"/>
          </a:xfrm>
          <a:prstGeom prst="rect">
            <a:avLst/>
          </a:prstGeom>
        </p:spPr>
        <p:txBody>
          <a:bodyPr anchor="b"/>
          <a:lstStyle>
            <a:lvl1pPr>
              <a:buNone/>
              <a:defRPr sz="3200" b="1">
                <a:solidFill>
                  <a:schemeClr val="tx1"/>
                </a:solidFill>
              </a:defRPr>
            </a:lvl1pPr>
          </a:lstStyle>
          <a:p>
            <a:r>
              <a:t>Click to edit title, then adjust highlight to text</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idx="22"/>
          </p:nvPr>
        </p:nvSpPr>
        <p:spPr>
          <a:xfrm>
            <a:off x="6533804" y="850900"/>
            <a:ext cx="5658196" cy="5716588"/>
          </a:xfrm>
          <a:prstGeom prst="rect">
            <a:avLst/>
          </a:prstGeom>
          <a:solidFill>
            <a:schemeClr val="accent2">
              <a:lumMod val="40000"/>
              <a:lumOff val="60000"/>
            </a:schemeClr>
          </a:solidFill>
        </p:spPr>
        <p:txBody>
          <a:bodyPr tIns="2377440"/>
          <a:lstStyle>
            <a:lvl1pPr algn="ctr">
              <a:buNone/>
              <a:defRPr b="0" i="0"/>
            </a:lvl1pPr>
          </a:lstStyle>
          <a:p>
            <a:r>
              <a:t>Click icon to add picture</a:t>
            </a:r>
          </a:p>
        </p:txBody>
      </p:sp>
      <p:pic>
        <p:nvPicPr>
          <p:cNvPr id="19" name="Picture 7"/>
          <p:cNvPicPr>
            <a:picLocks noChangeAspect="1"/>
          </p:cNvPicPr>
          <p:nvPr/>
        </p:nvPicPr>
        <p:blipFill>
          <a:blip r:embed="rId4"/>
          <a:stretch>
            <a:fillRect/>
          </a:stretch>
        </p:blipFill>
        <p:spPr>
          <a:xfrm>
            <a:off x="460376" y="350432"/>
            <a:ext cx="2330449" cy="487768"/>
          </a:xfrm>
          <a:prstGeom prst="rect">
            <a:avLst/>
          </a:prstGeom>
        </p:spPr>
      </p:pic>
    </p:spTree>
    <p:extLst>
      <p:ext uri="{BB962C8B-B14F-4D97-AF65-F5344CB8AC3E}">
        <p14:creationId xmlns:p14="http://schemas.microsoft.com/office/powerpoint/2010/main" val="3123393043"/>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2_content_header_only">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t>‹#›</a:t>
            </a:fld>
            <a:endParaRPr/>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a:lstStyle/>
          <a:p>
            <a:r>
              <a:t>Click to edit Master title style</a:t>
            </a:r>
          </a:p>
        </p:txBody>
      </p:sp>
      <p:pic>
        <p:nvPicPr>
          <p:cNvPr id="40" name="Picture 4"/>
          <p:cNvPicPr>
            <a:picLocks noChangeAspect="1"/>
          </p:cNvPicPr>
          <p:nvPr/>
        </p:nvPicPr>
        <p:blipFill>
          <a:blip r:embed="rId3"/>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extLst>
      <p:ext uri="{BB962C8B-B14F-4D97-AF65-F5344CB8AC3E}">
        <p14:creationId xmlns:p14="http://schemas.microsoft.com/office/powerpoint/2010/main" val="424144260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lient Callout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Text Placeholder 15">
            <a:extLst>
              <a:ext uri="{FF2B5EF4-FFF2-40B4-BE49-F238E27FC236}">
                <a16:creationId xmlns:a16="http://schemas.microsoft.com/office/drawing/2014/main" id="{59819361-C169-F543-35DA-BD3C6C3B985E}"/>
              </a:ext>
            </a:extLst>
          </p:cNvPr>
          <p:cNvSpPr>
            <a:spLocks noGrp="1"/>
          </p:cNvSpPr>
          <p:nvPr>
            <p:ph type="body" idx="33" hasCustomPrompt="1"/>
          </p:nvPr>
        </p:nvSpPr>
        <p:spPr>
          <a:xfrm>
            <a:off x="4298950" y="831591"/>
            <a:ext cx="3602038" cy="1436596"/>
          </a:xfrm>
          <a:prstGeom prst="rect">
            <a:avLst/>
          </a:prstGeom>
          <a:solidFill>
            <a:schemeClr val="accent4"/>
          </a:solidFill>
        </p:spPr>
        <p:txBody>
          <a:bodyPr lIns="0" tIns="0" rIns="0" bIns="0" anchor="t"/>
          <a:lstStyle>
            <a:lvl1pPr>
              <a:spcAft>
                <a:spcPts val="0"/>
              </a:spcAft>
              <a:buFontTx/>
              <a:buNone/>
              <a:defRPr sz="1200" b="0" i="0" cap="none" baseline="0">
                <a:solidFill>
                  <a:schemeClr val="bg1"/>
                </a:solidFill>
                <a:latin typeface="+mn-lt"/>
                <a:ea typeface="+mn-lt"/>
                <a:cs typeface="+mn-lt"/>
              </a:defRPr>
            </a:lvl1pPr>
            <a:lvl2pPr>
              <a:spcAft>
                <a:spcPts val="0"/>
              </a:spcAft>
              <a:buFontTx/>
              <a:buNone/>
              <a:defRPr sz="1200" b="0" i="0" cap="none" baseline="0">
                <a:solidFill>
                  <a:schemeClr val="bg1"/>
                </a:solidFill>
                <a:latin typeface="+mn-lt"/>
                <a:ea typeface="+mn-lt"/>
                <a:cs typeface="+mn-lt"/>
              </a:defRPr>
            </a:lvl2pPr>
            <a:lvl3pPr marL="0" indent="0">
              <a:spcAft>
                <a:spcPts val="0"/>
              </a:spcAft>
              <a:buFontTx/>
              <a:buNone/>
              <a:defRPr sz="1200" b="0" i="0" cap="none" baseline="0">
                <a:solidFill>
                  <a:schemeClr val="bg1"/>
                </a:solidFill>
                <a:latin typeface="+mn-lt"/>
                <a:ea typeface="+mn-lt"/>
                <a:cs typeface="+mn-lt"/>
              </a:defRPr>
            </a:lvl3pPr>
            <a:lvl4pPr marL="0" indent="0">
              <a:spcAft>
                <a:spcPts val="0"/>
              </a:spcAft>
              <a:buFontTx/>
              <a:buNone/>
              <a:defRPr sz="1200" b="0" i="0" cap="none" baseline="0">
                <a:solidFill>
                  <a:schemeClr val="bg1"/>
                </a:solidFill>
                <a:latin typeface="+mn-lt"/>
                <a:ea typeface="+mn-lt"/>
                <a:cs typeface="+mn-lt"/>
              </a:defRPr>
            </a:lvl4pPr>
            <a:lvl5pPr marL="0" indent="0">
              <a:spcAft>
                <a:spcPts val="0"/>
              </a:spcAft>
              <a:buFontTx/>
              <a:buNone/>
              <a:defRPr sz="1200" b="0" i="0" cap="none" baseline="0">
                <a:solidFill>
                  <a:schemeClr val="bg1"/>
                </a:solidFill>
                <a:latin typeface="+mn-lt"/>
                <a:ea typeface="+mn-lt"/>
                <a:cs typeface="+mn-lt"/>
              </a:defRPr>
            </a:lvl5pPr>
            <a:lvl6pPr marL="0" indent="0">
              <a:spcAft>
                <a:spcPts val="0"/>
              </a:spcAft>
              <a:buFontTx/>
              <a:buNone/>
              <a:defRPr sz="1200" b="0" i="0" cap="none" baseline="0">
                <a:solidFill>
                  <a:schemeClr val="bg1"/>
                </a:solidFill>
                <a:latin typeface="+mn-lt"/>
                <a:ea typeface="+mn-lt"/>
                <a:cs typeface="+mn-lt"/>
              </a:defRPr>
            </a:lvl6pPr>
            <a:lvl7pPr marL="0" indent="0">
              <a:spcAft>
                <a:spcPts val="0"/>
              </a:spcAft>
              <a:buFontTx/>
              <a:buNone/>
              <a:defRPr sz="1200" b="0" i="0" cap="none" baseline="0">
                <a:solidFill>
                  <a:schemeClr val="bg1"/>
                </a:solidFill>
                <a:latin typeface="+mn-lt"/>
                <a:ea typeface="+mn-lt"/>
                <a:cs typeface="+mn-lt"/>
              </a:defRPr>
            </a:lvl7pPr>
            <a:lvl8pPr marL="0" indent="0">
              <a:spcAft>
                <a:spcPts val="0"/>
              </a:spcAft>
              <a:buFontTx/>
              <a:buNone/>
              <a:defRPr sz="1200" b="0" i="0" cap="none" baseline="0">
                <a:solidFill>
                  <a:schemeClr val="bg1"/>
                </a:solidFill>
                <a:latin typeface="+mn-lt"/>
                <a:ea typeface="+mn-lt"/>
                <a:cs typeface="+mn-lt"/>
              </a:defRPr>
            </a:lvl8pPr>
            <a:lvl9pPr marL="0" indent="0">
              <a:spcAft>
                <a:spcPts val="0"/>
              </a:spcAft>
              <a:buFontTx/>
              <a:buNone/>
              <a:defRPr sz="1200" b="0" i="0" cap="none" baseline="0">
                <a:solidFill>
                  <a:schemeClr val="bg1"/>
                </a:solidFill>
                <a:latin typeface="+mn-lt"/>
                <a:ea typeface="+mn-lt"/>
                <a:cs typeface="+mn-lt"/>
              </a:defRPr>
            </a:lvl9pPr>
          </a:lstStyle>
          <a:p>
            <a:pPr lvl="0">
              <a:buNone/>
            </a:pPr>
            <a:r>
              <a:t> </a:t>
            </a:r>
          </a:p>
        </p:txBody>
      </p:sp>
      <p:sp>
        <p:nvSpPr>
          <p:cNvPr id="7" name="Footer Placeholder 6">
            <a:extLst>
              <a:ext uri="{FF2B5EF4-FFF2-40B4-BE49-F238E27FC236}">
                <a16:creationId xmlns:a16="http://schemas.microsoft.com/office/drawing/2014/main" id="{15081957-66B1-AC6F-E354-4AE3D2E2E335}"/>
              </a:ext>
            </a:extLst>
          </p:cNvPr>
          <p:cNvSpPr>
            <a:spLocks noGrp="1"/>
          </p:cNvSpPr>
          <p:nvPr>
            <p:ph type="ftr" idx="24"/>
          </p:nvPr>
        </p:nvSpPr>
        <p:spPr/>
        <p:txBody>
          <a:bodyPr/>
          <a:lstStyle>
            <a:lvl1pPr>
              <a:buNone/>
              <a:defRPr b="0" i="0"/>
            </a:lvl1pPr>
          </a:lstStyle>
          <a:p>
            <a:r>
              <a:t>© 2024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idx="25"/>
          </p:nvPr>
        </p:nvSpPr>
        <p:spPr/>
        <p:txBody>
          <a:bodyPr/>
          <a:lstStyle>
            <a:lvl1pPr>
              <a:buNone/>
              <a:defRPr b="0" i="0"/>
            </a:lvl1pPr>
          </a:lstStyle>
          <a:p>
            <a:fld id="{63DCA5C9-2E11-4C67-86EB-AE1DE127DC64}" type="slidenum">
              <a:t>‹#›</a:t>
            </a:fld>
            <a:endParaRPr/>
          </a:p>
        </p:txBody>
      </p:sp>
      <p:pic>
        <p:nvPicPr>
          <p:cNvPr id="125" name="Picture 2"/>
          <p:cNvPicPr>
            <a:picLocks noChangeAspect="1"/>
          </p:cNvPicPr>
          <p:nvPr/>
        </p:nvPicPr>
        <p:blipFill>
          <a:blip r:embed="rId3"/>
          <a:stretch>
            <a:fillRect/>
          </a:stretch>
        </p:blipFill>
        <p:spPr>
          <a:xfrm>
            <a:off x="460377" y="6325375"/>
            <a:ext cx="1457324" cy="305021"/>
          </a:xfrm>
          <a:prstGeom prst="rect">
            <a:avLst/>
          </a:prstGeom>
        </p:spPr>
      </p:pic>
      <p:sp>
        <p:nvSpPr>
          <p:cNvPr id="13" name="Text Placeholder 12">
            <a:extLst>
              <a:ext uri="{FF2B5EF4-FFF2-40B4-BE49-F238E27FC236}">
                <a16:creationId xmlns:a16="http://schemas.microsoft.com/office/drawing/2014/main" id="{C83773E0-B2A9-5900-EA67-04A744D0B7D9}"/>
              </a:ext>
            </a:extLst>
          </p:cNvPr>
          <p:cNvSpPr>
            <a:spLocks noGrp="1"/>
          </p:cNvSpPr>
          <p:nvPr>
            <p:ph type="body" idx="28"/>
          </p:nvPr>
        </p:nvSpPr>
        <p:spPr>
          <a:xfrm>
            <a:off x="460375" y="2202611"/>
            <a:ext cx="3606800" cy="3817189"/>
          </a:xfrm>
        </p:spPr>
        <p:txBody>
          <a:bodyPr tIns="91440"/>
          <a:lstStyle>
            <a:lvl1pPr>
              <a:buNone/>
              <a:defRPr sz="1400" b="0" i="0"/>
            </a:lvl1pPr>
            <a:lvl2pPr>
              <a:buNone/>
              <a:defRPr sz="1400" b="1" i="0"/>
            </a:lvl2pPr>
            <a:lvl3pPr marL="137160" indent="-137160">
              <a:buNone/>
              <a:defRPr sz="1200" b="0" i="0"/>
            </a:lvl3pPr>
            <a:lvl4pPr marL="274320" indent="-137160">
              <a:buNone/>
              <a:defRPr sz="1200" b="0" i="0"/>
            </a:lvl4pPr>
            <a:lvl5pPr marL="411480" indent="-137160">
              <a:buNone/>
              <a:defRPr sz="1200" b="0" i="0"/>
            </a:lvl5pPr>
            <a:lvl6pPr marL="182880" indent="-182880">
              <a:buAutoNum type="arabicPeriod"/>
              <a:defRPr sz="1200"/>
            </a:lvl6pPr>
            <a:lvl7pPr marL="365760" indent="-182880">
              <a:buAutoNum type="arabicPeriod"/>
              <a:defRPr sz="1200"/>
            </a:lvl7pPr>
            <a:lvl8pPr marL="548640" indent="-182880">
              <a:buNone/>
              <a:defRPr sz="1200"/>
            </a:lvl8pPr>
            <a:lvl9pPr>
              <a:buNone/>
              <a:defRPr sz="1400" b="1"/>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Text Placeholder 15">
            <a:extLst>
              <a:ext uri="{FF2B5EF4-FFF2-40B4-BE49-F238E27FC236}">
                <a16:creationId xmlns:a16="http://schemas.microsoft.com/office/drawing/2014/main" id="{F2F2811C-682B-50C7-DB15-23C006FAFC16}"/>
              </a:ext>
            </a:extLst>
          </p:cNvPr>
          <p:cNvSpPr>
            <a:spLocks noGrp="1"/>
          </p:cNvSpPr>
          <p:nvPr>
            <p:ph type="body" idx="19" hasCustomPrompt="1"/>
          </p:nvPr>
        </p:nvSpPr>
        <p:spPr>
          <a:xfrm>
            <a:off x="465138" y="556953"/>
            <a:ext cx="3602038" cy="556953"/>
          </a:xfrm>
        </p:spPr>
        <p:txBody>
          <a:bodyPr tIns="228600" rIns="0" bIns="0" anchor="t"/>
          <a:lstStyle>
            <a:lvl1pPr>
              <a:spcAft>
                <a:spcPts val="0"/>
              </a:spcAft>
              <a:buFontTx/>
              <a:buNone/>
              <a:defRPr sz="1600" b="1" i="0" cap="all" baseline="0">
                <a:solidFill>
                  <a:schemeClr val="accent1"/>
                </a:solidFill>
                <a:latin typeface="+mn-lt"/>
                <a:ea typeface="+mn-lt"/>
                <a:cs typeface="+mn-lt"/>
              </a:defRPr>
            </a:lvl1pPr>
            <a:lvl2pPr>
              <a:spcAft>
                <a:spcPts val="0"/>
              </a:spcAft>
              <a:buFontTx/>
              <a:buNone/>
              <a:defRPr sz="1600" b="1" i="0" cap="all" baseline="0">
                <a:solidFill>
                  <a:schemeClr val="accent1"/>
                </a:solidFill>
                <a:latin typeface="+mj-lt"/>
                <a:ea typeface="+mj-lt"/>
                <a:cs typeface="+mj-lt"/>
              </a:defRPr>
            </a:lvl2pPr>
            <a:lvl3pPr marL="0" indent="0">
              <a:spcAft>
                <a:spcPts val="0"/>
              </a:spcAft>
              <a:buFontTx/>
              <a:buNone/>
              <a:defRPr sz="1600" b="1" i="0" cap="none" baseline="0">
                <a:solidFill>
                  <a:schemeClr val="accent1"/>
                </a:solidFill>
                <a:latin typeface="+mj-lt"/>
                <a:ea typeface="+mj-lt"/>
                <a:cs typeface="+mj-lt"/>
              </a:defRPr>
            </a:lvl3pPr>
            <a:lvl4pPr marL="0" indent="0">
              <a:spcAft>
                <a:spcPts val="0"/>
              </a:spcAft>
              <a:buFontTx/>
              <a:buNone/>
              <a:defRPr sz="1600" b="1" i="0" cap="none" baseline="0">
                <a:solidFill>
                  <a:schemeClr val="accent1"/>
                </a:solidFill>
                <a:latin typeface="+mj-lt"/>
                <a:ea typeface="+mj-lt"/>
                <a:cs typeface="+mj-lt"/>
              </a:defRPr>
            </a:lvl4pPr>
            <a:lvl5pPr marL="0" indent="0">
              <a:spcAft>
                <a:spcPts val="0"/>
              </a:spcAft>
              <a:buFontTx/>
              <a:buNone/>
              <a:defRPr sz="1600" b="1" i="0" cap="none" baseline="0">
                <a:solidFill>
                  <a:schemeClr val="accent1"/>
                </a:solidFill>
                <a:latin typeface="+mn-lt"/>
                <a:ea typeface="+mn-lt"/>
                <a:cs typeface="+mn-lt"/>
              </a:defRPr>
            </a:lvl5pPr>
            <a:lvl6pPr marL="0" indent="0">
              <a:spcAft>
                <a:spcPts val="0"/>
              </a:spcAft>
              <a:buFontTx/>
              <a:buNone/>
              <a:defRPr sz="1600" b="1" i="0" cap="none" baseline="0">
                <a:solidFill>
                  <a:schemeClr val="accent1"/>
                </a:solidFill>
                <a:latin typeface="+mn-lt"/>
                <a:ea typeface="+mn-lt"/>
                <a:cs typeface="+mn-lt"/>
              </a:defRPr>
            </a:lvl6pPr>
            <a:lvl7pPr marL="0" indent="0">
              <a:spcAft>
                <a:spcPts val="0"/>
              </a:spcAft>
              <a:buFontTx/>
              <a:buNone/>
              <a:defRPr sz="1600" b="1" i="0" cap="none" baseline="0">
                <a:solidFill>
                  <a:schemeClr val="accent1"/>
                </a:solidFill>
                <a:latin typeface="+mn-lt"/>
                <a:ea typeface="+mn-lt"/>
                <a:cs typeface="+mn-lt"/>
              </a:defRPr>
            </a:lvl7pPr>
            <a:lvl8pPr marL="0" indent="0">
              <a:spcAft>
                <a:spcPts val="0"/>
              </a:spcAft>
              <a:buFontTx/>
              <a:buNone/>
              <a:defRPr sz="1600" b="1" i="0" cap="none" baseline="0">
                <a:solidFill>
                  <a:schemeClr val="accent1"/>
                </a:solidFill>
                <a:latin typeface="+mn-lt"/>
                <a:ea typeface="+mn-lt"/>
                <a:cs typeface="+mn-lt"/>
              </a:defRPr>
            </a:lvl8pPr>
            <a:lvl9pPr marL="0" indent="0">
              <a:spcAft>
                <a:spcPts val="0"/>
              </a:spcAft>
              <a:buFontTx/>
              <a:buNone/>
              <a:defRPr sz="1600" b="1" i="0" cap="none" baseline="0">
                <a:solidFill>
                  <a:schemeClr val="accent1"/>
                </a:solidFill>
                <a:latin typeface="+mn-lt"/>
                <a:ea typeface="+mn-lt"/>
                <a:cs typeface="+mn-lt"/>
              </a:defRPr>
            </a:lvl9pPr>
          </a:lstStyle>
          <a:p>
            <a:pPr lvl="0">
              <a:buNone/>
            </a:pPr>
            <a:r>
              <a:t>CLIENT NAME</a:t>
            </a:r>
          </a:p>
        </p:txBody>
      </p:sp>
      <p:sp>
        <p:nvSpPr>
          <p:cNvPr id="12" name="Title 11">
            <a:extLst>
              <a:ext uri="{FF2B5EF4-FFF2-40B4-BE49-F238E27FC236}">
                <a16:creationId xmlns:a16="http://schemas.microsoft.com/office/drawing/2014/main" id="{73D86145-91C7-C9AD-8439-02A6318C3553}"/>
              </a:ext>
            </a:extLst>
          </p:cNvPr>
          <p:cNvSpPr>
            <a:spLocks noGrp="1"/>
          </p:cNvSpPr>
          <p:nvPr>
            <p:ph type="title"/>
          </p:nvPr>
        </p:nvSpPr>
        <p:spPr>
          <a:xfrm>
            <a:off x="460375" y="1116054"/>
            <a:ext cx="3606800" cy="1086557"/>
          </a:xfrm>
        </p:spPr>
        <p:txBody>
          <a:bodyPr tIns="45720"/>
          <a:lstStyle>
            <a:lvl1pPr>
              <a:buNone/>
              <a:defRPr sz="2000">
                <a:solidFill>
                  <a:schemeClr val="tx1"/>
                </a:solidFill>
              </a:defRPr>
            </a:lvl1pPr>
          </a:lstStyle>
          <a:p>
            <a:r>
              <a:t>Click to edit Master title style</a:t>
            </a:r>
          </a:p>
        </p:txBody>
      </p:sp>
      <p:sp>
        <p:nvSpPr>
          <p:cNvPr id="16" name="Picture Placeholder 7">
            <a:extLst>
              <a:ext uri="{FF2B5EF4-FFF2-40B4-BE49-F238E27FC236}">
                <a16:creationId xmlns:a16="http://schemas.microsoft.com/office/drawing/2014/main" id="{85295369-BD35-627D-DCF3-70F052CE99AA}"/>
              </a:ext>
            </a:extLst>
          </p:cNvPr>
          <p:cNvSpPr>
            <a:spLocks noGrp="1"/>
          </p:cNvSpPr>
          <p:nvPr>
            <p:ph type="pic" idx="10" hasCustomPrompt="1"/>
          </p:nvPr>
        </p:nvSpPr>
        <p:spPr>
          <a:xfrm>
            <a:off x="8124824" y="835429"/>
            <a:ext cx="3603625" cy="4854171"/>
          </a:xfrm>
          <a:prstGeom prst="rect">
            <a:avLst/>
          </a:prstGeom>
          <a:solidFill>
            <a:schemeClr val="accent2">
              <a:lumMod val="40000"/>
              <a:lumOff val="60000"/>
            </a:schemeClr>
          </a:solidFill>
        </p:spPr>
        <p:txBody>
          <a:bodyPr tIns="1828800"/>
          <a:lstStyle>
            <a:lvl1pPr algn="ctr">
              <a:buNone/>
              <a:defRPr b="0" i="0"/>
            </a:lvl1pPr>
          </a:lstStyle>
          <a:p>
            <a:r>
              <a:t>Relevant image or </a:t>
            </a:r>
            <a:br/>
            <a:r>
              <a:t>product prototype</a:t>
            </a:r>
          </a:p>
        </p:txBody>
      </p:sp>
      <p:sp>
        <p:nvSpPr>
          <p:cNvPr id="17" name="Text Placeholder 15">
            <a:extLst>
              <a:ext uri="{FF2B5EF4-FFF2-40B4-BE49-F238E27FC236}">
                <a16:creationId xmlns:a16="http://schemas.microsoft.com/office/drawing/2014/main" id="{B2F81DA5-F8CF-9074-55A0-F820DE7FFD70}"/>
              </a:ext>
            </a:extLst>
          </p:cNvPr>
          <p:cNvSpPr>
            <a:spLocks noGrp="1"/>
          </p:cNvSpPr>
          <p:nvPr>
            <p:ph type="body" idx="23" hasCustomPrompt="1"/>
          </p:nvPr>
        </p:nvSpPr>
        <p:spPr>
          <a:xfrm>
            <a:off x="4516834" y="1014960"/>
            <a:ext cx="1372790" cy="510741"/>
          </a:xfrm>
        </p:spPr>
        <p:txBody>
          <a:bodyPr tIns="0" rIns="0" bIns="0" anchor="t"/>
          <a:lstStyle>
            <a:lvl1pPr>
              <a:spcAft>
                <a:spcPts val="0"/>
              </a:spcAft>
              <a:buFontTx/>
              <a:buNone/>
              <a:defRPr sz="3600" b="1" i="0" cap="none" baseline="0">
                <a:solidFill>
                  <a:schemeClr val="tx1"/>
                </a:solidFill>
                <a:latin typeface="+mn-lt"/>
                <a:ea typeface="+mn-lt"/>
                <a:cs typeface="+mn-lt"/>
              </a:defRPr>
            </a:lvl1pPr>
            <a:lvl2pPr>
              <a:spcAft>
                <a:spcPts val="0"/>
              </a:spcAft>
              <a:buFontTx/>
              <a:buNone/>
              <a:defRPr sz="3600" b="1" i="0" cap="none" baseline="0">
                <a:solidFill>
                  <a:schemeClr val="tx1"/>
                </a:solidFill>
                <a:latin typeface="+mj-lt"/>
                <a:ea typeface="+mj-lt"/>
                <a:cs typeface="+mj-lt"/>
              </a:defRPr>
            </a:lvl2pPr>
            <a:lvl3pPr marL="0" indent="0">
              <a:spcAft>
                <a:spcPts val="0"/>
              </a:spcAft>
              <a:buFontTx/>
              <a:buNone/>
              <a:defRPr sz="3600" b="1" i="0" cap="none" baseline="0">
                <a:solidFill>
                  <a:schemeClr val="tx1"/>
                </a:solidFill>
                <a:latin typeface="+mj-lt"/>
                <a:ea typeface="+mj-lt"/>
                <a:cs typeface="+mj-lt"/>
              </a:defRPr>
            </a:lvl3pPr>
            <a:lvl4pPr marL="0" indent="0">
              <a:spcAft>
                <a:spcPts val="0"/>
              </a:spcAft>
              <a:buFontTx/>
              <a:buNone/>
              <a:defRPr sz="3600" b="1" i="0" cap="none" baseline="0">
                <a:solidFill>
                  <a:schemeClr val="tx1"/>
                </a:solidFill>
                <a:latin typeface="+mj-lt"/>
                <a:ea typeface="+mj-lt"/>
                <a:cs typeface="+mj-lt"/>
              </a:defRPr>
            </a:lvl4pPr>
            <a:lvl5pPr marL="0" indent="0">
              <a:spcAft>
                <a:spcPts val="0"/>
              </a:spcAft>
              <a:buFontTx/>
              <a:buNone/>
              <a:defRPr sz="3600" b="1" i="0" cap="none" baseline="0">
                <a:solidFill>
                  <a:schemeClr val="tx1"/>
                </a:solidFill>
                <a:latin typeface="+mn-lt"/>
                <a:ea typeface="+mn-lt"/>
                <a:cs typeface="+mn-lt"/>
              </a:defRPr>
            </a:lvl5pPr>
            <a:lvl6pPr marL="0" indent="0">
              <a:spcAft>
                <a:spcPts val="0"/>
              </a:spcAft>
              <a:buFontTx/>
              <a:buNone/>
              <a:defRPr sz="3600" b="1" i="0" cap="none" baseline="0">
                <a:solidFill>
                  <a:schemeClr val="tx1"/>
                </a:solidFill>
                <a:latin typeface="+mn-lt"/>
                <a:ea typeface="+mn-lt"/>
                <a:cs typeface="+mn-lt"/>
              </a:defRPr>
            </a:lvl6pPr>
            <a:lvl7pPr marL="0" indent="0">
              <a:spcAft>
                <a:spcPts val="0"/>
              </a:spcAft>
              <a:buFontTx/>
              <a:buNone/>
              <a:defRPr sz="3600" b="1" i="0" cap="none" baseline="0">
                <a:solidFill>
                  <a:schemeClr val="tx1"/>
                </a:solidFill>
                <a:latin typeface="+mn-lt"/>
                <a:ea typeface="+mn-lt"/>
                <a:cs typeface="+mn-lt"/>
              </a:defRPr>
            </a:lvl7pPr>
            <a:lvl8pPr marL="0" indent="0">
              <a:spcAft>
                <a:spcPts val="0"/>
              </a:spcAft>
              <a:buFontTx/>
              <a:buNone/>
              <a:defRPr sz="3600" b="1" i="0" cap="none" baseline="0">
                <a:solidFill>
                  <a:schemeClr val="tx1"/>
                </a:solidFill>
                <a:latin typeface="+mn-lt"/>
                <a:ea typeface="+mn-lt"/>
                <a:cs typeface="+mn-lt"/>
              </a:defRPr>
            </a:lvl8pPr>
            <a:lvl9pPr marL="0" indent="0">
              <a:spcAft>
                <a:spcPts val="0"/>
              </a:spcAft>
              <a:buFontTx/>
              <a:buNone/>
              <a:defRPr sz="3600" b="1" i="0" cap="none" baseline="0">
                <a:solidFill>
                  <a:schemeClr val="tx1"/>
                </a:solidFill>
                <a:latin typeface="+mn-lt"/>
                <a:ea typeface="+mn-lt"/>
                <a:cs typeface="+mn-lt"/>
              </a:defRPr>
            </a:lvl9pPr>
          </a:lstStyle>
          <a:p>
            <a:pPr lvl="0">
              <a:buNone/>
            </a:pPr>
            <a:r>
              <a:t>00</a:t>
            </a:r>
          </a:p>
        </p:txBody>
      </p:sp>
      <p:sp>
        <p:nvSpPr>
          <p:cNvPr id="18" name="Text Placeholder 15">
            <a:extLst>
              <a:ext uri="{FF2B5EF4-FFF2-40B4-BE49-F238E27FC236}">
                <a16:creationId xmlns:a16="http://schemas.microsoft.com/office/drawing/2014/main" id="{B61EB7FF-E196-443F-C2CC-DAFC7495AF6C}"/>
              </a:ext>
            </a:extLst>
          </p:cNvPr>
          <p:cNvSpPr>
            <a:spLocks noGrp="1"/>
          </p:cNvSpPr>
          <p:nvPr>
            <p:ph type="body" idx="31" hasCustomPrompt="1"/>
          </p:nvPr>
        </p:nvSpPr>
        <p:spPr>
          <a:xfrm>
            <a:off x="4516834" y="1525702"/>
            <a:ext cx="1372791" cy="556953"/>
          </a:xfrm>
        </p:spPr>
        <p:txBody>
          <a:bodyPr tIns="0" rIns="0" bIns="0" anchor="t"/>
          <a:lstStyle>
            <a:lvl1pPr>
              <a:spcAft>
                <a:spcPts val="0"/>
              </a:spcAft>
              <a:buFontTx/>
              <a:buNone/>
              <a:defRPr sz="1400" b="1" i="0" cap="none" baseline="0">
                <a:solidFill>
                  <a:schemeClr val="tx1"/>
                </a:solidFill>
                <a:latin typeface="+mn-lt"/>
                <a:ea typeface="+mn-lt"/>
                <a:cs typeface="+mn-lt"/>
              </a:defRPr>
            </a:lvl1pPr>
            <a:lvl2pPr>
              <a:spcAft>
                <a:spcPts val="0"/>
              </a:spcAft>
              <a:buFontTx/>
              <a:buNone/>
              <a:defRPr sz="1400" b="1" i="0" cap="none" baseline="0">
                <a:solidFill>
                  <a:schemeClr val="tx1"/>
                </a:solidFill>
                <a:latin typeface="+mj-lt"/>
                <a:ea typeface="+mj-lt"/>
                <a:cs typeface="+mj-lt"/>
              </a:defRPr>
            </a:lvl2pPr>
            <a:lvl3pPr marL="0" indent="0">
              <a:spcAft>
                <a:spcPts val="0"/>
              </a:spcAft>
              <a:buFontTx/>
              <a:buNone/>
              <a:defRPr sz="1400" b="1" i="0" cap="none" baseline="0">
                <a:solidFill>
                  <a:schemeClr val="tx1"/>
                </a:solidFill>
                <a:latin typeface="+mj-lt"/>
                <a:ea typeface="+mj-lt"/>
                <a:cs typeface="+mj-lt"/>
              </a:defRPr>
            </a:lvl3pPr>
            <a:lvl4pPr marL="0" indent="0">
              <a:spcAft>
                <a:spcPts val="0"/>
              </a:spcAft>
              <a:buFontTx/>
              <a:buNone/>
              <a:defRPr sz="1400" b="1" i="0" cap="none" baseline="0">
                <a:solidFill>
                  <a:schemeClr val="tx1"/>
                </a:solidFill>
                <a:latin typeface="+mj-lt"/>
                <a:ea typeface="+mj-lt"/>
                <a:cs typeface="+mj-lt"/>
              </a:defRPr>
            </a:lvl4pPr>
            <a:lvl5pPr marL="0" indent="0">
              <a:spcAft>
                <a:spcPts val="0"/>
              </a:spcAft>
              <a:buFontTx/>
              <a:buNone/>
              <a:defRPr sz="1400" b="1" i="0" cap="none" baseline="0">
                <a:solidFill>
                  <a:schemeClr val="tx1"/>
                </a:solidFill>
                <a:latin typeface="+mn-lt"/>
                <a:ea typeface="+mn-lt"/>
                <a:cs typeface="+mn-lt"/>
              </a:defRPr>
            </a:lvl5pPr>
            <a:lvl6pPr marL="0" indent="0">
              <a:spcAft>
                <a:spcPts val="0"/>
              </a:spcAft>
              <a:buFontTx/>
              <a:buNone/>
              <a:defRPr sz="1400" b="1" i="0" cap="none" baseline="0">
                <a:solidFill>
                  <a:schemeClr val="tx1"/>
                </a:solidFill>
                <a:latin typeface="+mn-lt"/>
                <a:ea typeface="+mn-lt"/>
                <a:cs typeface="+mn-lt"/>
              </a:defRPr>
            </a:lvl6pPr>
            <a:lvl7pPr marL="0" indent="0">
              <a:spcAft>
                <a:spcPts val="0"/>
              </a:spcAft>
              <a:buFontTx/>
              <a:buNone/>
              <a:defRPr sz="1400" b="1" i="0" cap="none" baseline="0">
                <a:solidFill>
                  <a:schemeClr val="tx1"/>
                </a:solidFill>
                <a:latin typeface="+mn-lt"/>
                <a:ea typeface="+mn-lt"/>
                <a:cs typeface="+mn-lt"/>
              </a:defRPr>
            </a:lvl7pPr>
            <a:lvl8pPr marL="0" indent="0">
              <a:spcAft>
                <a:spcPts val="0"/>
              </a:spcAft>
              <a:buFontTx/>
              <a:buNone/>
              <a:defRPr sz="1400" b="1" i="0" cap="none" baseline="0">
                <a:solidFill>
                  <a:schemeClr val="tx1"/>
                </a:solidFill>
                <a:latin typeface="+mn-lt"/>
                <a:ea typeface="+mn-lt"/>
                <a:cs typeface="+mn-lt"/>
              </a:defRPr>
            </a:lvl8pPr>
            <a:lvl9pPr marL="0" indent="0">
              <a:spcAft>
                <a:spcPts val="0"/>
              </a:spcAft>
              <a:buFontTx/>
              <a:buNone/>
              <a:defRPr sz="1400" b="1" i="0" cap="none" baseline="0">
                <a:solidFill>
                  <a:schemeClr val="tx1"/>
                </a:solidFill>
                <a:latin typeface="+mn-lt"/>
                <a:ea typeface="+mn-lt"/>
                <a:cs typeface="+mn-lt"/>
              </a:defRPr>
            </a:lvl9pPr>
          </a:lstStyle>
          <a:p>
            <a:pPr lvl="0">
              <a:buNone/>
            </a:pPr>
            <a:r>
              <a:t>Stat descriptor lorem ipsum</a:t>
            </a:r>
          </a:p>
        </p:txBody>
      </p:sp>
      <p:sp>
        <p:nvSpPr>
          <p:cNvPr id="19" name="Text Placeholder 15">
            <a:extLst>
              <a:ext uri="{FF2B5EF4-FFF2-40B4-BE49-F238E27FC236}">
                <a16:creationId xmlns:a16="http://schemas.microsoft.com/office/drawing/2014/main" id="{883E52D6-5A2B-54FE-B2FD-50F05B9B1649}"/>
              </a:ext>
            </a:extLst>
          </p:cNvPr>
          <p:cNvSpPr>
            <a:spLocks noGrp="1"/>
          </p:cNvSpPr>
          <p:nvPr>
            <p:ph type="body" idx="32" hasCustomPrompt="1"/>
          </p:nvPr>
        </p:nvSpPr>
        <p:spPr>
          <a:xfrm>
            <a:off x="5981700" y="1014838"/>
            <a:ext cx="1786952" cy="1067817"/>
          </a:xfrm>
        </p:spPr>
        <p:txBody>
          <a:bodyPr lIns="45720" tIns="137160" rIns="0" bIns="0" anchor="t"/>
          <a:lstStyle>
            <a:lvl1pPr>
              <a:spcAft>
                <a:spcPts val="0"/>
              </a:spcAft>
              <a:buFontTx/>
              <a:buNone/>
              <a:defRPr sz="1200" b="0" i="0" cap="none" baseline="0">
                <a:solidFill>
                  <a:schemeClr val="tx1"/>
                </a:solidFill>
                <a:latin typeface="+mn-lt"/>
                <a:ea typeface="+mn-lt"/>
                <a:cs typeface="+mn-lt"/>
              </a:defRPr>
            </a:lvl1pPr>
            <a:lvl2pPr>
              <a:spcAft>
                <a:spcPts val="0"/>
              </a:spcAft>
              <a:buFontTx/>
              <a:buNone/>
              <a:defRPr sz="1200" b="0" i="0" cap="none" baseline="0">
                <a:solidFill>
                  <a:schemeClr val="tx1"/>
                </a:solidFill>
                <a:latin typeface="+mn-lt"/>
                <a:ea typeface="+mn-lt"/>
                <a:cs typeface="+mn-lt"/>
              </a:defRPr>
            </a:lvl2pPr>
            <a:lvl3pPr marL="0" indent="0">
              <a:spcAft>
                <a:spcPts val="0"/>
              </a:spcAft>
              <a:buFontTx/>
              <a:buNone/>
              <a:defRPr sz="1200" b="0" i="0" cap="none" baseline="0">
                <a:solidFill>
                  <a:schemeClr val="tx1"/>
                </a:solidFill>
                <a:latin typeface="+mn-lt"/>
                <a:ea typeface="+mn-lt"/>
                <a:cs typeface="+mn-lt"/>
              </a:defRPr>
            </a:lvl3pPr>
            <a:lvl4pPr marL="0" indent="0">
              <a:spcAft>
                <a:spcPts val="0"/>
              </a:spcAft>
              <a:buFontTx/>
              <a:buNone/>
              <a:defRPr sz="1200" b="0" i="0" cap="none" baseline="0">
                <a:solidFill>
                  <a:schemeClr val="tx1"/>
                </a:solidFill>
                <a:latin typeface="+mn-lt"/>
                <a:ea typeface="+mn-lt"/>
                <a:cs typeface="+mn-lt"/>
              </a:defRPr>
            </a:lvl4pPr>
            <a:lvl5pPr marL="0" indent="0">
              <a:spcAft>
                <a:spcPts val="0"/>
              </a:spcAft>
              <a:buFontTx/>
              <a:buNone/>
              <a:defRPr sz="1200" b="0" i="0" cap="none" baseline="0">
                <a:solidFill>
                  <a:schemeClr val="tx1"/>
                </a:solidFill>
                <a:latin typeface="+mn-lt"/>
                <a:ea typeface="+mn-lt"/>
                <a:cs typeface="+mn-lt"/>
              </a:defRPr>
            </a:lvl5pPr>
            <a:lvl6pPr marL="0" indent="0">
              <a:spcAft>
                <a:spcPts val="0"/>
              </a:spcAft>
              <a:buFontTx/>
              <a:buNone/>
              <a:defRPr sz="1200" b="0" i="0" cap="none" baseline="0">
                <a:solidFill>
                  <a:schemeClr val="tx1"/>
                </a:solidFill>
                <a:latin typeface="+mn-lt"/>
                <a:ea typeface="+mn-lt"/>
                <a:cs typeface="+mn-lt"/>
              </a:defRPr>
            </a:lvl6pPr>
            <a:lvl7pPr marL="0" indent="0">
              <a:spcAft>
                <a:spcPts val="0"/>
              </a:spcAft>
              <a:buFontTx/>
              <a:buNone/>
              <a:defRPr sz="1200" b="0" i="0" cap="none" baseline="0">
                <a:solidFill>
                  <a:schemeClr val="tx1"/>
                </a:solidFill>
                <a:latin typeface="+mn-lt"/>
                <a:ea typeface="+mn-lt"/>
                <a:cs typeface="+mn-lt"/>
              </a:defRPr>
            </a:lvl7pPr>
            <a:lvl8pPr marL="0" indent="0">
              <a:spcAft>
                <a:spcPts val="0"/>
              </a:spcAft>
              <a:buFontTx/>
              <a:buNone/>
              <a:defRPr sz="1200" b="0" i="0" cap="none" baseline="0">
                <a:solidFill>
                  <a:schemeClr val="tx1"/>
                </a:solidFill>
                <a:latin typeface="+mn-lt"/>
                <a:ea typeface="+mn-lt"/>
                <a:cs typeface="+mn-lt"/>
              </a:defRPr>
            </a:lvl8pPr>
            <a:lvl9pPr marL="0" indent="0">
              <a:spcAft>
                <a:spcPts val="0"/>
              </a:spcAft>
              <a:buFontTx/>
              <a:buNone/>
              <a:defRPr sz="1200" b="0" i="0" cap="none" baseline="0">
                <a:solidFill>
                  <a:schemeClr val="tx1"/>
                </a:solidFill>
                <a:latin typeface="+mn-lt"/>
                <a:ea typeface="+mn-lt"/>
                <a:cs typeface="+mn-lt"/>
              </a:defRPr>
            </a:lvl9pPr>
          </a:lstStyle>
          <a:p>
            <a:pPr lvl="0">
              <a:buNone/>
            </a:pPr>
            <a:r>
              <a:t>Lorem ipsum dolor sit amet</a:t>
            </a:r>
          </a:p>
        </p:txBody>
      </p:sp>
      <p:sp>
        <p:nvSpPr>
          <p:cNvPr id="26" name="Text Placeholder 25">
            <a:extLst>
              <a:ext uri="{FF2B5EF4-FFF2-40B4-BE49-F238E27FC236}">
                <a16:creationId xmlns:a16="http://schemas.microsoft.com/office/drawing/2014/main" id="{145EC9BB-9EA6-882D-C1C8-A929A8D7679A}"/>
              </a:ext>
            </a:extLst>
          </p:cNvPr>
          <p:cNvSpPr>
            <a:spLocks noGrp="1"/>
          </p:cNvSpPr>
          <p:nvPr>
            <p:ph type="body" idx="38" hasCustomPrompt="1"/>
          </p:nvPr>
        </p:nvSpPr>
        <p:spPr>
          <a:xfrm>
            <a:off x="4300536" y="4419803"/>
            <a:ext cx="803275" cy="269761"/>
          </a:xfrm>
          <a:prstGeom prst="rect">
            <a:avLst/>
          </a:prstGeom>
          <a:blipFill>
            <a:blip>
              <a:extLst>
                <a:ext uri="{96DAC541-7B7A-43D3-8B79-37D633B846F1}">
                  <asvg:svgBlip xmlns:asvg="http://schemas.microsoft.com/office/drawing/2016/SVG/main" r:embed="rId4"/>
                </a:ext>
              </a:extLst>
            </a:blip>
            <a:stretch>
              <a:fillRect/>
            </a:stretch>
          </a:blipFill>
        </p:spPr>
        <p:txBody>
          <a:bodyPr/>
          <a:lstStyle>
            <a:lvl1pPr>
              <a:buNone/>
              <a:defRPr b="0" i="0"/>
            </a:lvl1pPr>
          </a:lstStyle>
          <a:p>
            <a:pPr lvl="0">
              <a:buNone/>
            </a:pPr>
            <a:r>
              <a:t> </a:t>
            </a:r>
          </a:p>
        </p:txBody>
      </p:sp>
      <p:sp>
        <p:nvSpPr>
          <p:cNvPr id="27" name="Text Placeholder 15">
            <a:extLst>
              <a:ext uri="{FF2B5EF4-FFF2-40B4-BE49-F238E27FC236}">
                <a16:creationId xmlns:a16="http://schemas.microsoft.com/office/drawing/2014/main" id="{A32C7319-9E77-357E-1E6B-23D733A030D1}"/>
              </a:ext>
            </a:extLst>
          </p:cNvPr>
          <p:cNvSpPr>
            <a:spLocks noGrp="1"/>
          </p:cNvSpPr>
          <p:nvPr>
            <p:ph type="body" idx="39" hasCustomPrompt="1"/>
          </p:nvPr>
        </p:nvSpPr>
        <p:spPr>
          <a:xfrm>
            <a:off x="4298950" y="4800601"/>
            <a:ext cx="3600450" cy="1219458"/>
          </a:xfrm>
        </p:spPr>
        <p:txBody>
          <a:bodyPr tIns="0" rIns="0" bIns="0" anchor="t"/>
          <a:lstStyle>
            <a:lvl1pPr>
              <a:spcAft>
                <a:spcPts val="1000"/>
              </a:spcAft>
              <a:buFontTx/>
              <a:buNone/>
              <a:defRPr sz="1600" b="1" i="0" cap="none" baseline="0">
                <a:solidFill>
                  <a:schemeClr val="tx1"/>
                </a:solidFill>
                <a:latin typeface="+mn-lt"/>
                <a:ea typeface="+mn-lt"/>
                <a:cs typeface="+mn-lt"/>
              </a:defRPr>
            </a:lvl1pPr>
            <a:lvl2pPr>
              <a:spcAft>
                <a:spcPts val="0"/>
              </a:spcAft>
              <a:buFontTx/>
              <a:buNone/>
              <a:defRPr sz="1200" b="0" i="0" cap="none" baseline="0">
                <a:solidFill>
                  <a:schemeClr val="tx1"/>
                </a:solidFill>
                <a:latin typeface="+mj-lt"/>
                <a:ea typeface="+mj-lt"/>
                <a:cs typeface="+mj-lt"/>
              </a:defRPr>
            </a:lvl2pPr>
            <a:lvl3pPr marL="0" indent="0">
              <a:spcAft>
                <a:spcPts val="0"/>
              </a:spcAft>
              <a:buFontTx/>
              <a:buNone/>
              <a:defRPr sz="1200" b="0" i="0" cap="none" baseline="0">
                <a:solidFill>
                  <a:schemeClr val="tx1"/>
                </a:solidFill>
                <a:latin typeface="+mj-lt"/>
                <a:ea typeface="+mj-lt"/>
                <a:cs typeface="+mj-lt"/>
              </a:defRPr>
            </a:lvl3pPr>
            <a:lvl4pPr marL="0" indent="0">
              <a:spcAft>
                <a:spcPts val="0"/>
              </a:spcAft>
              <a:buFontTx/>
              <a:buNone/>
              <a:defRPr sz="1200" b="0" i="0" cap="none" baseline="0">
                <a:solidFill>
                  <a:schemeClr val="tx1"/>
                </a:solidFill>
                <a:latin typeface="+mj-lt"/>
                <a:ea typeface="+mj-lt"/>
                <a:cs typeface="+mj-lt"/>
              </a:defRPr>
            </a:lvl4pPr>
            <a:lvl5pPr marL="0" indent="0">
              <a:spcAft>
                <a:spcPts val="0"/>
              </a:spcAft>
              <a:buFontTx/>
              <a:buNone/>
              <a:defRPr sz="1200" b="0" i="0" cap="none" baseline="0">
                <a:solidFill>
                  <a:schemeClr val="tx1"/>
                </a:solidFill>
                <a:latin typeface="+mn-lt"/>
                <a:ea typeface="+mn-lt"/>
                <a:cs typeface="+mn-lt"/>
              </a:defRPr>
            </a:lvl5pPr>
            <a:lvl6pPr marL="0" indent="0">
              <a:spcAft>
                <a:spcPts val="0"/>
              </a:spcAft>
              <a:buFontTx/>
              <a:buNone/>
              <a:defRPr sz="1200" b="0" i="0" cap="none" baseline="0">
                <a:solidFill>
                  <a:schemeClr val="tx1"/>
                </a:solidFill>
                <a:latin typeface="+mn-lt"/>
                <a:ea typeface="+mn-lt"/>
                <a:cs typeface="+mn-lt"/>
              </a:defRPr>
            </a:lvl6pPr>
            <a:lvl7pPr marL="0" indent="0">
              <a:spcAft>
                <a:spcPts val="0"/>
              </a:spcAft>
              <a:buFontTx/>
              <a:buNone/>
              <a:defRPr sz="1200" b="0" i="0" cap="none" baseline="0">
                <a:solidFill>
                  <a:schemeClr val="tx1"/>
                </a:solidFill>
                <a:latin typeface="+mn-lt"/>
                <a:ea typeface="+mn-lt"/>
                <a:cs typeface="+mn-lt"/>
              </a:defRPr>
            </a:lvl7pPr>
            <a:lvl8pPr marL="0" indent="0">
              <a:spcAft>
                <a:spcPts val="0"/>
              </a:spcAft>
              <a:buFontTx/>
              <a:buNone/>
              <a:defRPr sz="1200" b="0" i="0" cap="none" baseline="0">
                <a:solidFill>
                  <a:schemeClr val="tx1"/>
                </a:solidFill>
                <a:latin typeface="+mn-lt"/>
                <a:ea typeface="+mn-lt"/>
                <a:cs typeface="+mn-lt"/>
              </a:defRPr>
            </a:lvl8pPr>
            <a:lvl9pPr marL="0" indent="0">
              <a:spcAft>
                <a:spcPts val="0"/>
              </a:spcAft>
              <a:buFontTx/>
              <a:buNone/>
              <a:defRPr sz="1200" b="0" i="0" cap="none" baseline="0">
                <a:solidFill>
                  <a:schemeClr val="tx1"/>
                </a:solidFill>
                <a:latin typeface="+mn-lt"/>
                <a:ea typeface="+mn-lt"/>
                <a:cs typeface="+mn-lt"/>
              </a:defRPr>
            </a:lvl9pPr>
          </a:lstStyle>
          <a:p>
            <a:pPr lvl="0">
              <a:buNone/>
            </a:pPr>
            <a:r>
              <a:t>Testimonial or project highlight goes here lorem ipsum dolor. Lorem amet repudicae nihitatis et magnam.</a:t>
            </a:r>
          </a:p>
        </p:txBody>
      </p:sp>
      <p:sp>
        <p:nvSpPr>
          <p:cNvPr id="30" name="Text Placeholder 15">
            <a:extLst>
              <a:ext uri="{FF2B5EF4-FFF2-40B4-BE49-F238E27FC236}">
                <a16:creationId xmlns:a16="http://schemas.microsoft.com/office/drawing/2014/main" id="{ABD1EAE9-28F1-F022-0886-6034CEE48011}"/>
              </a:ext>
            </a:extLst>
          </p:cNvPr>
          <p:cNvSpPr>
            <a:spLocks noGrp="1"/>
          </p:cNvSpPr>
          <p:nvPr>
            <p:ph type="body" idx="40" hasCustomPrompt="1"/>
          </p:nvPr>
        </p:nvSpPr>
        <p:spPr>
          <a:xfrm>
            <a:off x="4298950" y="2506012"/>
            <a:ext cx="3602038" cy="1436596"/>
          </a:xfrm>
          <a:prstGeom prst="rect">
            <a:avLst/>
          </a:prstGeom>
          <a:solidFill>
            <a:schemeClr val="accent4"/>
          </a:solidFill>
        </p:spPr>
        <p:txBody>
          <a:bodyPr lIns="0" tIns="0" rIns="0" bIns="0" anchor="t"/>
          <a:lstStyle>
            <a:lvl1pPr>
              <a:spcAft>
                <a:spcPts val="0"/>
              </a:spcAft>
              <a:buFontTx/>
              <a:buNone/>
              <a:defRPr sz="1200" b="0" i="0" cap="none" baseline="0">
                <a:solidFill>
                  <a:schemeClr val="bg1"/>
                </a:solidFill>
                <a:latin typeface="+mn-lt"/>
                <a:ea typeface="+mn-lt"/>
                <a:cs typeface="+mn-lt"/>
              </a:defRPr>
            </a:lvl1pPr>
            <a:lvl2pPr>
              <a:spcAft>
                <a:spcPts val="0"/>
              </a:spcAft>
              <a:buFontTx/>
              <a:buNone/>
              <a:defRPr sz="1200" b="0" i="0" cap="none" baseline="0">
                <a:solidFill>
                  <a:schemeClr val="bg1"/>
                </a:solidFill>
                <a:latin typeface="+mn-lt"/>
                <a:ea typeface="+mn-lt"/>
                <a:cs typeface="+mn-lt"/>
              </a:defRPr>
            </a:lvl2pPr>
            <a:lvl3pPr marL="0" indent="0">
              <a:spcAft>
                <a:spcPts val="0"/>
              </a:spcAft>
              <a:buFontTx/>
              <a:buNone/>
              <a:defRPr sz="1200" b="0" i="0" cap="none" baseline="0">
                <a:solidFill>
                  <a:schemeClr val="bg1"/>
                </a:solidFill>
                <a:latin typeface="+mn-lt"/>
                <a:ea typeface="+mn-lt"/>
                <a:cs typeface="+mn-lt"/>
              </a:defRPr>
            </a:lvl3pPr>
            <a:lvl4pPr marL="0" indent="0">
              <a:spcAft>
                <a:spcPts val="0"/>
              </a:spcAft>
              <a:buFontTx/>
              <a:buNone/>
              <a:defRPr sz="1200" b="0" i="0" cap="none" baseline="0">
                <a:solidFill>
                  <a:schemeClr val="bg1"/>
                </a:solidFill>
                <a:latin typeface="+mn-lt"/>
                <a:ea typeface="+mn-lt"/>
                <a:cs typeface="+mn-lt"/>
              </a:defRPr>
            </a:lvl4pPr>
            <a:lvl5pPr marL="0" indent="0">
              <a:spcAft>
                <a:spcPts val="0"/>
              </a:spcAft>
              <a:buFontTx/>
              <a:buNone/>
              <a:defRPr sz="1200" b="0" i="0" cap="none" baseline="0">
                <a:solidFill>
                  <a:schemeClr val="bg1"/>
                </a:solidFill>
                <a:latin typeface="+mn-lt"/>
                <a:ea typeface="+mn-lt"/>
                <a:cs typeface="+mn-lt"/>
              </a:defRPr>
            </a:lvl5pPr>
            <a:lvl6pPr marL="0" indent="0">
              <a:spcAft>
                <a:spcPts val="0"/>
              </a:spcAft>
              <a:buFontTx/>
              <a:buNone/>
              <a:defRPr sz="1200" b="0" i="0" cap="none" baseline="0">
                <a:solidFill>
                  <a:schemeClr val="bg1"/>
                </a:solidFill>
                <a:latin typeface="+mn-lt"/>
                <a:ea typeface="+mn-lt"/>
                <a:cs typeface="+mn-lt"/>
              </a:defRPr>
            </a:lvl6pPr>
            <a:lvl7pPr marL="0" indent="0">
              <a:spcAft>
                <a:spcPts val="0"/>
              </a:spcAft>
              <a:buFontTx/>
              <a:buNone/>
              <a:defRPr sz="1200" b="0" i="0" cap="none" baseline="0">
                <a:solidFill>
                  <a:schemeClr val="bg1"/>
                </a:solidFill>
                <a:latin typeface="+mn-lt"/>
                <a:ea typeface="+mn-lt"/>
                <a:cs typeface="+mn-lt"/>
              </a:defRPr>
            </a:lvl7pPr>
            <a:lvl8pPr marL="0" indent="0">
              <a:spcAft>
                <a:spcPts val="0"/>
              </a:spcAft>
              <a:buFontTx/>
              <a:buNone/>
              <a:defRPr sz="1200" b="0" i="0" cap="none" baseline="0">
                <a:solidFill>
                  <a:schemeClr val="bg1"/>
                </a:solidFill>
                <a:latin typeface="+mn-lt"/>
                <a:ea typeface="+mn-lt"/>
                <a:cs typeface="+mn-lt"/>
              </a:defRPr>
            </a:lvl8pPr>
            <a:lvl9pPr marL="0" indent="0">
              <a:spcAft>
                <a:spcPts val="0"/>
              </a:spcAft>
              <a:buFontTx/>
              <a:buNone/>
              <a:defRPr sz="1200" b="0" i="0" cap="none" baseline="0">
                <a:solidFill>
                  <a:schemeClr val="bg1"/>
                </a:solidFill>
                <a:latin typeface="+mn-lt"/>
                <a:ea typeface="+mn-lt"/>
                <a:cs typeface="+mn-lt"/>
              </a:defRPr>
            </a:lvl9pPr>
          </a:lstStyle>
          <a:p>
            <a:pPr lvl="0">
              <a:buNone/>
            </a:pPr>
            <a:r>
              <a:t> </a:t>
            </a:r>
          </a:p>
        </p:txBody>
      </p:sp>
      <p:sp>
        <p:nvSpPr>
          <p:cNvPr id="31" name="Text Placeholder 15">
            <a:extLst>
              <a:ext uri="{FF2B5EF4-FFF2-40B4-BE49-F238E27FC236}">
                <a16:creationId xmlns:a16="http://schemas.microsoft.com/office/drawing/2014/main" id="{C701D8AA-933D-5BE4-F7F1-E10444A625FD}"/>
              </a:ext>
            </a:extLst>
          </p:cNvPr>
          <p:cNvSpPr>
            <a:spLocks noGrp="1"/>
          </p:cNvSpPr>
          <p:nvPr>
            <p:ph type="body" idx="41" hasCustomPrompt="1"/>
          </p:nvPr>
        </p:nvSpPr>
        <p:spPr>
          <a:xfrm>
            <a:off x="4516834" y="2689381"/>
            <a:ext cx="1372790" cy="510741"/>
          </a:xfrm>
        </p:spPr>
        <p:txBody>
          <a:bodyPr tIns="0" rIns="0" bIns="0" anchor="t"/>
          <a:lstStyle>
            <a:lvl1pPr>
              <a:spcAft>
                <a:spcPts val="0"/>
              </a:spcAft>
              <a:buFontTx/>
              <a:buNone/>
              <a:defRPr sz="3600" b="1" i="0" cap="none" baseline="0">
                <a:solidFill>
                  <a:schemeClr val="tx1"/>
                </a:solidFill>
                <a:latin typeface="+mn-lt"/>
                <a:ea typeface="+mn-lt"/>
                <a:cs typeface="+mn-lt"/>
              </a:defRPr>
            </a:lvl1pPr>
            <a:lvl2pPr>
              <a:spcAft>
                <a:spcPts val="0"/>
              </a:spcAft>
              <a:buFontTx/>
              <a:buNone/>
              <a:defRPr sz="3600" b="1" i="0" cap="none" baseline="0">
                <a:solidFill>
                  <a:schemeClr val="tx1"/>
                </a:solidFill>
                <a:latin typeface="+mj-lt"/>
                <a:ea typeface="+mj-lt"/>
                <a:cs typeface="+mj-lt"/>
              </a:defRPr>
            </a:lvl2pPr>
            <a:lvl3pPr marL="0" indent="0">
              <a:spcAft>
                <a:spcPts val="0"/>
              </a:spcAft>
              <a:buFontTx/>
              <a:buNone/>
              <a:defRPr sz="3600" b="1" i="0" cap="none" baseline="0">
                <a:solidFill>
                  <a:schemeClr val="tx1"/>
                </a:solidFill>
                <a:latin typeface="+mj-lt"/>
                <a:ea typeface="+mj-lt"/>
                <a:cs typeface="+mj-lt"/>
              </a:defRPr>
            </a:lvl3pPr>
            <a:lvl4pPr marL="0" indent="0">
              <a:spcAft>
                <a:spcPts val="0"/>
              </a:spcAft>
              <a:buFontTx/>
              <a:buNone/>
              <a:defRPr sz="3600" b="1" i="0" cap="none" baseline="0">
                <a:solidFill>
                  <a:schemeClr val="tx1"/>
                </a:solidFill>
                <a:latin typeface="+mj-lt"/>
                <a:ea typeface="+mj-lt"/>
                <a:cs typeface="+mj-lt"/>
              </a:defRPr>
            </a:lvl4pPr>
            <a:lvl5pPr marL="0" indent="0">
              <a:spcAft>
                <a:spcPts val="0"/>
              </a:spcAft>
              <a:buFontTx/>
              <a:buNone/>
              <a:defRPr sz="3600" b="1" i="0" cap="none" baseline="0">
                <a:solidFill>
                  <a:schemeClr val="tx1"/>
                </a:solidFill>
                <a:latin typeface="+mn-lt"/>
                <a:ea typeface="+mn-lt"/>
                <a:cs typeface="+mn-lt"/>
              </a:defRPr>
            </a:lvl5pPr>
            <a:lvl6pPr marL="0" indent="0">
              <a:spcAft>
                <a:spcPts val="0"/>
              </a:spcAft>
              <a:buFontTx/>
              <a:buNone/>
              <a:defRPr sz="3600" b="1" i="0" cap="none" baseline="0">
                <a:solidFill>
                  <a:schemeClr val="tx1"/>
                </a:solidFill>
                <a:latin typeface="+mn-lt"/>
                <a:ea typeface="+mn-lt"/>
                <a:cs typeface="+mn-lt"/>
              </a:defRPr>
            </a:lvl6pPr>
            <a:lvl7pPr marL="0" indent="0">
              <a:spcAft>
                <a:spcPts val="0"/>
              </a:spcAft>
              <a:buFontTx/>
              <a:buNone/>
              <a:defRPr sz="3600" b="1" i="0" cap="none" baseline="0">
                <a:solidFill>
                  <a:schemeClr val="tx1"/>
                </a:solidFill>
                <a:latin typeface="+mn-lt"/>
                <a:ea typeface="+mn-lt"/>
                <a:cs typeface="+mn-lt"/>
              </a:defRPr>
            </a:lvl7pPr>
            <a:lvl8pPr marL="0" indent="0">
              <a:spcAft>
                <a:spcPts val="0"/>
              </a:spcAft>
              <a:buFontTx/>
              <a:buNone/>
              <a:defRPr sz="3600" b="1" i="0" cap="none" baseline="0">
                <a:solidFill>
                  <a:schemeClr val="tx1"/>
                </a:solidFill>
                <a:latin typeface="+mn-lt"/>
                <a:ea typeface="+mn-lt"/>
                <a:cs typeface="+mn-lt"/>
              </a:defRPr>
            </a:lvl8pPr>
            <a:lvl9pPr marL="0" indent="0">
              <a:spcAft>
                <a:spcPts val="0"/>
              </a:spcAft>
              <a:buFontTx/>
              <a:buNone/>
              <a:defRPr sz="3600" b="1" i="0" cap="none" baseline="0">
                <a:solidFill>
                  <a:schemeClr val="tx1"/>
                </a:solidFill>
                <a:latin typeface="+mn-lt"/>
                <a:ea typeface="+mn-lt"/>
                <a:cs typeface="+mn-lt"/>
              </a:defRPr>
            </a:lvl9pPr>
          </a:lstStyle>
          <a:p>
            <a:pPr lvl="0">
              <a:buNone/>
            </a:pPr>
            <a:r>
              <a:t>00</a:t>
            </a:r>
          </a:p>
        </p:txBody>
      </p:sp>
      <p:sp>
        <p:nvSpPr>
          <p:cNvPr id="32" name="Text Placeholder 15">
            <a:extLst>
              <a:ext uri="{FF2B5EF4-FFF2-40B4-BE49-F238E27FC236}">
                <a16:creationId xmlns:a16="http://schemas.microsoft.com/office/drawing/2014/main" id="{B7C2371B-53EA-E95C-F739-EFE9AE51735E}"/>
              </a:ext>
            </a:extLst>
          </p:cNvPr>
          <p:cNvSpPr>
            <a:spLocks noGrp="1"/>
          </p:cNvSpPr>
          <p:nvPr>
            <p:ph type="body" idx="42" hasCustomPrompt="1"/>
          </p:nvPr>
        </p:nvSpPr>
        <p:spPr>
          <a:xfrm>
            <a:off x="4516834" y="3200123"/>
            <a:ext cx="1372791" cy="556953"/>
          </a:xfrm>
        </p:spPr>
        <p:txBody>
          <a:bodyPr tIns="0" rIns="0" bIns="0" anchor="t"/>
          <a:lstStyle>
            <a:lvl1pPr>
              <a:spcAft>
                <a:spcPts val="0"/>
              </a:spcAft>
              <a:buFontTx/>
              <a:buNone/>
              <a:defRPr sz="1400" b="1" i="0" cap="none" baseline="0">
                <a:solidFill>
                  <a:schemeClr val="tx1"/>
                </a:solidFill>
                <a:latin typeface="+mn-lt"/>
                <a:ea typeface="+mn-lt"/>
                <a:cs typeface="+mn-lt"/>
              </a:defRPr>
            </a:lvl1pPr>
            <a:lvl2pPr>
              <a:spcAft>
                <a:spcPts val="0"/>
              </a:spcAft>
              <a:buFontTx/>
              <a:buNone/>
              <a:defRPr sz="1400" b="1" i="0" cap="none" baseline="0">
                <a:solidFill>
                  <a:schemeClr val="tx1"/>
                </a:solidFill>
                <a:latin typeface="+mj-lt"/>
                <a:ea typeface="+mj-lt"/>
                <a:cs typeface="+mj-lt"/>
              </a:defRPr>
            </a:lvl2pPr>
            <a:lvl3pPr marL="0" indent="0">
              <a:spcAft>
                <a:spcPts val="0"/>
              </a:spcAft>
              <a:buFontTx/>
              <a:buNone/>
              <a:defRPr sz="1400" b="1" i="0" cap="none" baseline="0">
                <a:solidFill>
                  <a:schemeClr val="tx1"/>
                </a:solidFill>
                <a:latin typeface="+mj-lt"/>
                <a:ea typeface="+mj-lt"/>
                <a:cs typeface="+mj-lt"/>
              </a:defRPr>
            </a:lvl3pPr>
            <a:lvl4pPr marL="0" indent="0">
              <a:spcAft>
                <a:spcPts val="0"/>
              </a:spcAft>
              <a:buFontTx/>
              <a:buNone/>
              <a:defRPr sz="1400" b="1" i="0" cap="none" baseline="0">
                <a:solidFill>
                  <a:schemeClr val="tx1"/>
                </a:solidFill>
                <a:latin typeface="+mj-lt"/>
                <a:ea typeface="+mj-lt"/>
                <a:cs typeface="+mj-lt"/>
              </a:defRPr>
            </a:lvl4pPr>
            <a:lvl5pPr marL="0" indent="0">
              <a:spcAft>
                <a:spcPts val="0"/>
              </a:spcAft>
              <a:buFontTx/>
              <a:buNone/>
              <a:defRPr sz="1400" b="1" i="0" cap="none" baseline="0">
                <a:solidFill>
                  <a:schemeClr val="tx1"/>
                </a:solidFill>
                <a:latin typeface="+mn-lt"/>
                <a:ea typeface="+mn-lt"/>
                <a:cs typeface="+mn-lt"/>
              </a:defRPr>
            </a:lvl5pPr>
            <a:lvl6pPr marL="0" indent="0">
              <a:spcAft>
                <a:spcPts val="0"/>
              </a:spcAft>
              <a:buFontTx/>
              <a:buNone/>
              <a:defRPr sz="1400" b="1" i="0" cap="none" baseline="0">
                <a:solidFill>
                  <a:schemeClr val="tx1"/>
                </a:solidFill>
                <a:latin typeface="+mn-lt"/>
                <a:ea typeface="+mn-lt"/>
                <a:cs typeface="+mn-lt"/>
              </a:defRPr>
            </a:lvl6pPr>
            <a:lvl7pPr marL="0" indent="0">
              <a:spcAft>
                <a:spcPts val="0"/>
              </a:spcAft>
              <a:buFontTx/>
              <a:buNone/>
              <a:defRPr sz="1400" b="1" i="0" cap="none" baseline="0">
                <a:solidFill>
                  <a:schemeClr val="tx1"/>
                </a:solidFill>
                <a:latin typeface="+mn-lt"/>
                <a:ea typeface="+mn-lt"/>
                <a:cs typeface="+mn-lt"/>
              </a:defRPr>
            </a:lvl7pPr>
            <a:lvl8pPr marL="0" indent="0">
              <a:spcAft>
                <a:spcPts val="0"/>
              </a:spcAft>
              <a:buFontTx/>
              <a:buNone/>
              <a:defRPr sz="1400" b="1" i="0" cap="none" baseline="0">
                <a:solidFill>
                  <a:schemeClr val="tx1"/>
                </a:solidFill>
                <a:latin typeface="+mn-lt"/>
                <a:ea typeface="+mn-lt"/>
                <a:cs typeface="+mn-lt"/>
              </a:defRPr>
            </a:lvl8pPr>
            <a:lvl9pPr marL="0" indent="0">
              <a:spcAft>
                <a:spcPts val="0"/>
              </a:spcAft>
              <a:buFontTx/>
              <a:buNone/>
              <a:defRPr sz="1400" b="1" i="0" cap="none" baseline="0">
                <a:solidFill>
                  <a:schemeClr val="tx1"/>
                </a:solidFill>
                <a:latin typeface="+mn-lt"/>
                <a:ea typeface="+mn-lt"/>
                <a:cs typeface="+mn-lt"/>
              </a:defRPr>
            </a:lvl9pPr>
          </a:lstStyle>
          <a:p>
            <a:pPr lvl="0">
              <a:buNone/>
            </a:pPr>
            <a:r>
              <a:t>Stat descriptor lorem ipsum</a:t>
            </a:r>
          </a:p>
        </p:txBody>
      </p:sp>
      <p:sp>
        <p:nvSpPr>
          <p:cNvPr id="33" name="Text Placeholder 15">
            <a:extLst>
              <a:ext uri="{FF2B5EF4-FFF2-40B4-BE49-F238E27FC236}">
                <a16:creationId xmlns:a16="http://schemas.microsoft.com/office/drawing/2014/main" id="{EF52418C-31BC-D8CA-DAA7-32470FE01E79}"/>
              </a:ext>
            </a:extLst>
          </p:cNvPr>
          <p:cNvSpPr>
            <a:spLocks noGrp="1"/>
          </p:cNvSpPr>
          <p:nvPr>
            <p:ph type="body" idx="43" hasCustomPrompt="1"/>
          </p:nvPr>
        </p:nvSpPr>
        <p:spPr>
          <a:xfrm>
            <a:off x="5981700" y="2689259"/>
            <a:ext cx="1786952" cy="1067817"/>
          </a:xfrm>
        </p:spPr>
        <p:txBody>
          <a:bodyPr lIns="45720" tIns="137160" rIns="0" bIns="0" anchor="t"/>
          <a:lstStyle>
            <a:lvl1pPr>
              <a:spcAft>
                <a:spcPts val="0"/>
              </a:spcAft>
              <a:buFontTx/>
              <a:buNone/>
              <a:defRPr sz="1200" b="0" i="0" cap="none" baseline="0">
                <a:solidFill>
                  <a:schemeClr val="tx1"/>
                </a:solidFill>
                <a:latin typeface="+mn-lt"/>
                <a:ea typeface="+mn-lt"/>
                <a:cs typeface="+mn-lt"/>
              </a:defRPr>
            </a:lvl1pPr>
            <a:lvl2pPr>
              <a:spcAft>
                <a:spcPts val="0"/>
              </a:spcAft>
              <a:buFontTx/>
              <a:buNone/>
              <a:defRPr sz="1200" b="0" i="0" cap="none" baseline="0">
                <a:solidFill>
                  <a:schemeClr val="tx1"/>
                </a:solidFill>
                <a:latin typeface="+mn-lt"/>
                <a:ea typeface="+mn-lt"/>
                <a:cs typeface="+mn-lt"/>
              </a:defRPr>
            </a:lvl2pPr>
            <a:lvl3pPr marL="0" indent="0">
              <a:spcAft>
                <a:spcPts val="0"/>
              </a:spcAft>
              <a:buFontTx/>
              <a:buNone/>
              <a:defRPr sz="1200" b="0" i="0" cap="none" baseline="0">
                <a:solidFill>
                  <a:schemeClr val="tx1"/>
                </a:solidFill>
                <a:latin typeface="+mn-lt"/>
                <a:ea typeface="+mn-lt"/>
                <a:cs typeface="+mn-lt"/>
              </a:defRPr>
            </a:lvl3pPr>
            <a:lvl4pPr marL="0" indent="0">
              <a:spcAft>
                <a:spcPts val="0"/>
              </a:spcAft>
              <a:buFontTx/>
              <a:buNone/>
              <a:defRPr sz="1200" b="0" i="0" cap="none" baseline="0">
                <a:solidFill>
                  <a:schemeClr val="tx1"/>
                </a:solidFill>
                <a:latin typeface="+mn-lt"/>
                <a:ea typeface="+mn-lt"/>
                <a:cs typeface="+mn-lt"/>
              </a:defRPr>
            </a:lvl4pPr>
            <a:lvl5pPr marL="0" indent="0">
              <a:spcAft>
                <a:spcPts val="0"/>
              </a:spcAft>
              <a:buFontTx/>
              <a:buNone/>
              <a:defRPr sz="1200" b="0" i="0" cap="none" baseline="0">
                <a:solidFill>
                  <a:schemeClr val="tx1"/>
                </a:solidFill>
                <a:latin typeface="+mn-lt"/>
                <a:ea typeface="+mn-lt"/>
                <a:cs typeface="+mn-lt"/>
              </a:defRPr>
            </a:lvl5pPr>
            <a:lvl6pPr marL="0" indent="0">
              <a:spcAft>
                <a:spcPts val="0"/>
              </a:spcAft>
              <a:buFontTx/>
              <a:buNone/>
              <a:defRPr sz="1200" b="0" i="0" cap="none" baseline="0">
                <a:solidFill>
                  <a:schemeClr val="tx1"/>
                </a:solidFill>
                <a:latin typeface="+mn-lt"/>
                <a:ea typeface="+mn-lt"/>
                <a:cs typeface="+mn-lt"/>
              </a:defRPr>
            </a:lvl6pPr>
            <a:lvl7pPr marL="0" indent="0">
              <a:spcAft>
                <a:spcPts val="0"/>
              </a:spcAft>
              <a:buFontTx/>
              <a:buNone/>
              <a:defRPr sz="1200" b="0" i="0" cap="none" baseline="0">
                <a:solidFill>
                  <a:schemeClr val="tx1"/>
                </a:solidFill>
                <a:latin typeface="+mn-lt"/>
                <a:ea typeface="+mn-lt"/>
                <a:cs typeface="+mn-lt"/>
              </a:defRPr>
            </a:lvl7pPr>
            <a:lvl8pPr marL="0" indent="0">
              <a:spcAft>
                <a:spcPts val="0"/>
              </a:spcAft>
              <a:buFontTx/>
              <a:buNone/>
              <a:defRPr sz="1200" b="0" i="0" cap="none" baseline="0">
                <a:solidFill>
                  <a:schemeClr val="tx1"/>
                </a:solidFill>
                <a:latin typeface="+mn-lt"/>
                <a:ea typeface="+mn-lt"/>
                <a:cs typeface="+mn-lt"/>
              </a:defRPr>
            </a:lvl8pPr>
            <a:lvl9pPr marL="0" indent="0">
              <a:spcAft>
                <a:spcPts val="0"/>
              </a:spcAft>
              <a:buFontTx/>
              <a:buNone/>
              <a:defRPr sz="1200" b="0" i="0" cap="none" baseline="0">
                <a:solidFill>
                  <a:schemeClr val="tx1"/>
                </a:solidFill>
                <a:latin typeface="+mn-lt"/>
                <a:ea typeface="+mn-lt"/>
                <a:cs typeface="+mn-lt"/>
              </a:defRPr>
            </a:lvl9pPr>
          </a:lstStyle>
          <a:p>
            <a:pPr lvl="0">
              <a:buNone/>
            </a:pPr>
            <a:r>
              <a:t>Lorem ipsum dolor sit amet</a:t>
            </a:r>
          </a:p>
        </p:txBody>
      </p:sp>
      <p:sp>
        <p:nvSpPr>
          <p:cNvPr id="2" name="Text Placeholder 15">
            <a:extLst>
              <a:ext uri="{FF2B5EF4-FFF2-40B4-BE49-F238E27FC236}">
                <a16:creationId xmlns:a16="http://schemas.microsoft.com/office/drawing/2014/main" id="{AD00B111-831B-7B8E-4399-AF47F1033036}"/>
              </a:ext>
            </a:extLst>
          </p:cNvPr>
          <p:cNvSpPr>
            <a:spLocks noGrp="1"/>
          </p:cNvSpPr>
          <p:nvPr>
            <p:ph type="body" idx="44" hasCustomPrompt="1"/>
          </p:nvPr>
        </p:nvSpPr>
        <p:spPr>
          <a:xfrm>
            <a:off x="465137" y="0"/>
            <a:ext cx="5106989" cy="556953"/>
          </a:xfr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
        <p:nvSpPr>
          <p:cNvPr id="115" name="Rectangle 114">
            <a:extLst>
              <a:ext uri="{FF2B5EF4-FFF2-40B4-BE49-F238E27FC236}">
                <a16:creationId xmlns:a16="http://schemas.microsoft.com/office/drawing/2014/main" id="{6A5A636C-D502-1C90-FCF3-C6EC017433F4}"/>
              </a:ext>
            </a:extLst>
          </p:cNvPr>
          <p:cNvSpPr>
            <a:spLocks noGrp="1"/>
          </p:cNvSpPr>
          <p:nvPr/>
        </p:nvSpPr>
        <p:spPr>
          <a:xfrm rot="16200000">
            <a:off x="12213" y="7088672"/>
            <a:ext cx="358001" cy="382428"/>
          </a:xfrm>
          <a:prstGeom prst="rect">
            <a:avLst/>
          </a:prstGeom>
          <a:solidFill>
            <a:schemeClr val="bg1"/>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6" name="Rectangle 115">
            <a:extLst>
              <a:ext uri="{FF2B5EF4-FFF2-40B4-BE49-F238E27FC236}">
                <a16:creationId xmlns:a16="http://schemas.microsoft.com/office/drawing/2014/main" id="{D12861DE-5389-498D-CCF3-72E4E56AF40C}"/>
              </a:ext>
            </a:extLst>
          </p:cNvPr>
          <p:cNvSpPr>
            <a:spLocks noGrp="1"/>
          </p:cNvSpPr>
          <p:nvPr/>
        </p:nvSpPr>
        <p:spPr>
          <a:xfrm rot="16200000">
            <a:off x="957981" y="7088672"/>
            <a:ext cx="358001" cy="382428"/>
          </a:xfrm>
          <a:prstGeom prst="rect">
            <a:avLst/>
          </a:prstGeom>
          <a:solidFill>
            <a:srgbClr val="50658E"/>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7" name="Rectangle 116">
            <a:extLst>
              <a:ext uri="{FF2B5EF4-FFF2-40B4-BE49-F238E27FC236}">
                <a16:creationId xmlns:a16="http://schemas.microsoft.com/office/drawing/2014/main" id="{568522AD-6C0A-68DE-700A-2582CD2B0916}"/>
              </a:ext>
            </a:extLst>
          </p:cNvPr>
          <p:cNvSpPr>
            <a:spLocks noGrp="1"/>
          </p:cNvSpPr>
          <p:nvPr/>
        </p:nvSpPr>
        <p:spPr>
          <a:xfrm rot="16200000">
            <a:off x="1430865" y="7088672"/>
            <a:ext cx="358001" cy="382428"/>
          </a:xfrm>
          <a:prstGeom prst="rect">
            <a:avLst/>
          </a:prstGeom>
          <a:solidFill>
            <a:srgbClr val="CED7E6"/>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8" name="Rectangle 117">
            <a:extLst>
              <a:ext uri="{FF2B5EF4-FFF2-40B4-BE49-F238E27FC236}">
                <a16:creationId xmlns:a16="http://schemas.microsoft.com/office/drawing/2014/main" id="{08388829-DB73-D379-29A8-78FF2A51CD05}"/>
              </a:ext>
            </a:extLst>
          </p:cNvPr>
          <p:cNvSpPr>
            <a:spLocks noGrp="1"/>
          </p:cNvSpPr>
          <p:nvPr/>
        </p:nvSpPr>
        <p:spPr>
          <a:xfrm rot="16200000">
            <a:off x="1903750" y="7088672"/>
            <a:ext cx="358001" cy="382428"/>
          </a:xfrm>
          <a:prstGeom prst="rect">
            <a:avLst/>
          </a:prstGeom>
          <a:solidFill>
            <a:srgbClr val="E8EEF8"/>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9" name="TextBox 118">
            <a:extLst>
              <a:ext uri="{FF2B5EF4-FFF2-40B4-BE49-F238E27FC236}">
                <a16:creationId xmlns:a16="http://schemas.microsoft.com/office/drawing/2014/main" id="{BB35CCA4-1A8C-90CE-1A2E-990628A6C121}"/>
              </a:ext>
            </a:extLst>
          </p:cNvPr>
          <p:cNvSpPr>
            <a:spLocks noGrp="1"/>
          </p:cNvSpPr>
          <p:nvPr/>
        </p:nvSpPr>
        <p:spPr>
          <a:xfrm>
            <a:off x="-1" y="7520200"/>
            <a:ext cx="540301" cy="257823"/>
          </a:xfrm>
          <a:prstGeom prst="rect">
            <a:avLst/>
          </a:prstGeom>
          <a:noFill/>
        </p:spPr>
        <p:txBody>
          <a:bodyPr wrap="square" lIns="0" tIns="0" rIns="0" bIns="36000" anchor="t">
            <a:noAutofit/>
          </a:bodyPr>
          <a:lstStyle/>
          <a:p>
            <a:r>
              <a:rPr sz="700" b="0" i="0">
                <a:solidFill>
                  <a:schemeClr val="tx1"/>
                </a:solidFill>
                <a:latin typeface="+mj-lt"/>
                <a:ea typeface="+mj-lt"/>
                <a:cs typeface="+mj-lt"/>
              </a:rPr>
              <a:t>Primary</a:t>
            </a:r>
          </a:p>
        </p:txBody>
      </p:sp>
      <p:sp>
        <p:nvSpPr>
          <p:cNvPr id="120" name="Rectangle 119">
            <a:extLst>
              <a:ext uri="{FF2B5EF4-FFF2-40B4-BE49-F238E27FC236}">
                <a16:creationId xmlns:a16="http://schemas.microsoft.com/office/drawing/2014/main" id="{06EDC3DC-92A9-7422-3483-2820DB2924CC}"/>
              </a:ext>
            </a:extLst>
          </p:cNvPr>
          <p:cNvSpPr>
            <a:spLocks noGrp="1"/>
          </p:cNvSpPr>
          <p:nvPr/>
        </p:nvSpPr>
        <p:spPr>
          <a:xfrm rot="16200000">
            <a:off x="485097" y="7088672"/>
            <a:ext cx="358001" cy="382428"/>
          </a:xfrm>
          <a:prstGeom prst="rect">
            <a:avLst/>
          </a:prstGeom>
          <a:solidFill>
            <a:srgbClr val="070154"/>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1" name="Rectangle 110">
            <a:extLst>
              <a:ext uri="{FF2B5EF4-FFF2-40B4-BE49-F238E27FC236}">
                <a16:creationId xmlns:a16="http://schemas.microsoft.com/office/drawing/2014/main" id="{78C9927B-E3F5-7632-44F1-625AF38A224E}"/>
              </a:ext>
            </a:extLst>
          </p:cNvPr>
          <p:cNvSpPr>
            <a:spLocks noGrp="1"/>
          </p:cNvSpPr>
          <p:nvPr/>
        </p:nvSpPr>
        <p:spPr>
          <a:xfrm rot="16200000">
            <a:off x="2668126" y="7088672"/>
            <a:ext cx="358001" cy="382428"/>
          </a:xfrm>
          <a:prstGeom prst="rect">
            <a:avLst/>
          </a:prstGeom>
          <a:solidFill>
            <a:srgbClr val="F900D3"/>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2" name="Rectangle 111">
            <a:extLst>
              <a:ext uri="{FF2B5EF4-FFF2-40B4-BE49-F238E27FC236}">
                <a16:creationId xmlns:a16="http://schemas.microsoft.com/office/drawing/2014/main" id="{6FA4D2C2-CE4B-5211-5946-2605496B18D9}"/>
              </a:ext>
            </a:extLst>
          </p:cNvPr>
          <p:cNvSpPr>
            <a:spLocks noGrp="1"/>
          </p:cNvSpPr>
          <p:nvPr/>
        </p:nvSpPr>
        <p:spPr>
          <a:xfrm rot="16200000">
            <a:off x="3608638" y="7088672"/>
            <a:ext cx="358001" cy="382428"/>
          </a:xfrm>
          <a:prstGeom prst="rect">
            <a:avLst/>
          </a:prstGeom>
          <a:solidFill>
            <a:srgbClr val="0047FF"/>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3" name="TextBox 112">
            <a:extLst>
              <a:ext uri="{FF2B5EF4-FFF2-40B4-BE49-F238E27FC236}">
                <a16:creationId xmlns:a16="http://schemas.microsoft.com/office/drawing/2014/main" id="{6D6CBC16-4C7A-F1D1-4687-1022275A61FD}"/>
              </a:ext>
            </a:extLst>
          </p:cNvPr>
          <p:cNvSpPr>
            <a:spLocks noGrp="1"/>
          </p:cNvSpPr>
          <p:nvPr/>
        </p:nvSpPr>
        <p:spPr>
          <a:xfrm>
            <a:off x="2655911" y="7520200"/>
            <a:ext cx="520281" cy="257823"/>
          </a:xfrm>
          <a:prstGeom prst="rect">
            <a:avLst/>
          </a:prstGeom>
          <a:noFill/>
        </p:spPr>
        <p:txBody>
          <a:bodyPr wrap="square" lIns="0" tIns="0" rIns="0" bIns="36000" anchor="t">
            <a:noAutofit/>
          </a:bodyPr>
          <a:lstStyle/>
          <a:p>
            <a:r>
              <a:rPr sz="800" b="0" i="0">
                <a:solidFill>
                  <a:schemeClr val="tx1"/>
                </a:solidFill>
                <a:latin typeface="+mj-lt"/>
                <a:ea typeface="+mj-lt"/>
                <a:cs typeface="+mj-lt"/>
              </a:rPr>
              <a:t>Accent</a:t>
            </a:r>
          </a:p>
        </p:txBody>
      </p:sp>
      <p:sp>
        <p:nvSpPr>
          <p:cNvPr id="114" name="Rectangle 113">
            <a:extLst>
              <a:ext uri="{FF2B5EF4-FFF2-40B4-BE49-F238E27FC236}">
                <a16:creationId xmlns:a16="http://schemas.microsoft.com/office/drawing/2014/main" id="{A03A540A-2F1E-684D-4C20-B3A23C60D92C}"/>
              </a:ext>
            </a:extLst>
          </p:cNvPr>
          <p:cNvSpPr>
            <a:spLocks noGrp="1"/>
          </p:cNvSpPr>
          <p:nvPr/>
        </p:nvSpPr>
        <p:spPr>
          <a:xfrm rot="16200000">
            <a:off x="3138382" y="7088672"/>
            <a:ext cx="358001" cy="382428"/>
          </a:xfrm>
          <a:prstGeom prst="rect">
            <a:avLst/>
          </a:prstGeom>
          <a:solidFill>
            <a:srgbClr val="F6EB21"/>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7" name="Rectangle 106">
            <a:extLst>
              <a:ext uri="{FF2B5EF4-FFF2-40B4-BE49-F238E27FC236}">
                <a16:creationId xmlns:a16="http://schemas.microsoft.com/office/drawing/2014/main" id="{34B989D6-4994-A5BD-B93D-183FECD9027E}"/>
              </a:ext>
            </a:extLst>
          </p:cNvPr>
          <p:cNvSpPr>
            <a:spLocks noGrp="1"/>
          </p:cNvSpPr>
          <p:nvPr/>
        </p:nvSpPr>
        <p:spPr>
          <a:xfrm rot="16200000">
            <a:off x="10790828" y="7082747"/>
            <a:ext cx="358001" cy="382428"/>
          </a:xfrm>
          <a:prstGeom prst="rect">
            <a:avLst/>
          </a:prstGeom>
          <a:solidFill>
            <a:srgbClr val="1DD465"/>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8" name="Rectangle 107">
            <a:extLst>
              <a:ext uri="{FF2B5EF4-FFF2-40B4-BE49-F238E27FC236}">
                <a16:creationId xmlns:a16="http://schemas.microsoft.com/office/drawing/2014/main" id="{F591F43B-E1C2-7799-BD41-A4B75568924B}"/>
              </a:ext>
            </a:extLst>
          </p:cNvPr>
          <p:cNvSpPr>
            <a:spLocks noGrp="1"/>
          </p:cNvSpPr>
          <p:nvPr/>
        </p:nvSpPr>
        <p:spPr>
          <a:xfrm rot="16200000">
            <a:off x="11732320" y="7082747"/>
            <a:ext cx="358001" cy="382428"/>
          </a:xfrm>
          <a:prstGeom prst="rect">
            <a:avLst/>
          </a:prstGeom>
          <a:solidFill>
            <a:srgbClr val="F52C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9" name="TextBox 108">
            <a:extLst>
              <a:ext uri="{FF2B5EF4-FFF2-40B4-BE49-F238E27FC236}">
                <a16:creationId xmlns:a16="http://schemas.microsoft.com/office/drawing/2014/main" id="{ED8E2B40-922E-4064-F636-2EA0495B0AF9}"/>
              </a:ext>
            </a:extLst>
          </p:cNvPr>
          <p:cNvSpPr>
            <a:spLocks noGrp="1"/>
          </p:cNvSpPr>
          <p:nvPr/>
        </p:nvSpPr>
        <p:spPr>
          <a:xfrm>
            <a:off x="10778614" y="7520200"/>
            <a:ext cx="540301" cy="257823"/>
          </a:xfrm>
          <a:prstGeom prst="rect">
            <a:avLst/>
          </a:prstGeom>
          <a:noFill/>
        </p:spPr>
        <p:txBody>
          <a:bodyPr wrap="square" lIns="0" tIns="0" rIns="0" bIns="36000" anchor="t">
            <a:noAutofit/>
          </a:bodyPr>
          <a:lstStyle/>
          <a:p>
            <a:r>
              <a:rPr sz="700" b="0" i="0">
                <a:solidFill>
                  <a:schemeClr val="tx1"/>
                </a:solidFill>
                <a:latin typeface="+mj-lt"/>
                <a:ea typeface="+mj-lt"/>
                <a:cs typeface="+mj-lt"/>
              </a:rPr>
              <a:t>KPIs</a:t>
            </a:r>
          </a:p>
        </p:txBody>
      </p:sp>
      <p:sp>
        <p:nvSpPr>
          <p:cNvPr id="110" name="Rectangle 109">
            <a:extLst>
              <a:ext uri="{FF2B5EF4-FFF2-40B4-BE49-F238E27FC236}">
                <a16:creationId xmlns:a16="http://schemas.microsoft.com/office/drawing/2014/main" id="{70E1F5CC-86CF-ED2A-CE9F-1828EB2D25B5}"/>
              </a:ext>
            </a:extLst>
          </p:cNvPr>
          <p:cNvSpPr>
            <a:spLocks noGrp="1"/>
          </p:cNvSpPr>
          <p:nvPr/>
        </p:nvSpPr>
        <p:spPr>
          <a:xfrm rot="16200000">
            <a:off x="11265571" y="7082747"/>
            <a:ext cx="358001" cy="382428"/>
          </a:xfrm>
          <a:prstGeom prst="rect">
            <a:avLst/>
          </a:prstGeom>
          <a:solidFill>
            <a:srgbClr val="FFC7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3" name="Rectangle 102">
            <a:extLst>
              <a:ext uri="{FF2B5EF4-FFF2-40B4-BE49-F238E27FC236}">
                <a16:creationId xmlns:a16="http://schemas.microsoft.com/office/drawing/2014/main" id="{97CD8EB0-2E5E-B0DF-D3F1-0F8A53C27C63}"/>
              </a:ext>
            </a:extLst>
          </p:cNvPr>
          <p:cNvSpPr>
            <a:spLocks noGrp="1"/>
          </p:cNvSpPr>
          <p:nvPr/>
        </p:nvSpPr>
        <p:spPr>
          <a:xfrm rot="16200000">
            <a:off x="9067445" y="7088673"/>
            <a:ext cx="358001" cy="382428"/>
          </a:xfrm>
          <a:prstGeom prst="rect">
            <a:avLst/>
          </a:prstGeom>
          <a:solidFill>
            <a:srgbClr val="E8EEF8"/>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4" name="Rectangle 103">
            <a:extLst>
              <a:ext uri="{FF2B5EF4-FFF2-40B4-BE49-F238E27FC236}">
                <a16:creationId xmlns:a16="http://schemas.microsoft.com/office/drawing/2014/main" id="{F7CE2E08-9EE1-3C02-EF22-00B2CE587FF0}"/>
              </a:ext>
            </a:extLst>
          </p:cNvPr>
          <p:cNvSpPr>
            <a:spLocks noGrp="1"/>
          </p:cNvSpPr>
          <p:nvPr/>
        </p:nvSpPr>
        <p:spPr>
          <a:xfrm rot="16200000">
            <a:off x="10036469" y="7088672"/>
            <a:ext cx="358001" cy="382428"/>
          </a:xfrm>
          <a:prstGeom prst="rect">
            <a:avLst/>
          </a:prstGeom>
          <a:solidFill>
            <a:srgbClr val="97A4BA"/>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5" name="TextBox 104">
            <a:extLst>
              <a:ext uri="{FF2B5EF4-FFF2-40B4-BE49-F238E27FC236}">
                <a16:creationId xmlns:a16="http://schemas.microsoft.com/office/drawing/2014/main" id="{0DD58ED1-DDA9-2E8A-B796-0F198B78FA79}"/>
              </a:ext>
            </a:extLst>
          </p:cNvPr>
          <p:cNvSpPr>
            <a:spLocks noGrp="1"/>
          </p:cNvSpPr>
          <p:nvPr/>
        </p:nvSpPr>
        <p:spPr>
          <a:xfrm>
            <a:off x="9055231" y="7520200"/>
            <a:ext cx="1134831" cy="257823"/>
          </a:xfrm>
          <a:prstGeom prst="rect">
            <a:avLst/>
          </a:prstGeom>
          <a:noFill/>
        </p:spPr>
        <p:txBody>
          <a:bodyPr wrap="square" lIns="0" tIns="0" rIns="0" bIns="0" anchor="t">
            <a:noAutofit/>
          </a:bodyPr>
          <a:lstStyle/>
          <a:p>
            <a:r>
              <a:rPr sz="700" b="0" i="0">
                <a:solidFill>
                  <a:schemeClr val="tx1"/>
                </a:solidFill>
                <a:latin typeface="+mj-lt"/>
                <a:ea typeface="+mj-lt"/>
                <a:cs typeface="+mj-lt"/>
              </a:rPr>
              <a:t>Deemphasis Data Vis</a:t>
            </a:r>
          </a:p>
        </p:txBody>
      </p:sp>
      <p:sp>
        <p:nvSpPr>
          <p:cNvPr id="106" name="Rectangle 105">
            <a:extLst>
              <a:ext uri="{FF2B5EF4-FFF2-40B4-BE49-F238E27FC236}">
                <a16:creationId xmlns:a16="http://schemas.microsoft.com/office/drawing/2014/main" id="{509FE808-F3A8-6834-B622-A4768E805BB4}"/>
              </a:ext>
            </a:extLst>
          </p:cNvPr>
          <p:cNvSpPr>
            <a:spLocks noGrp="1"/>
          </p:cNvSpPr>
          <p:nvPr/>
        </p:nvSpPr>
        <p:spPr>
          <a:xfrm rot="16200000">
            <a:off x="9551957" y="7088673"/>
            <a:ext cx="358001" cy="382428"/>
          </a:xfrm>
          <a:prstGeom prst="rect">
            <a:avLst/>
          </a:prstGeom>
          <a:solidFill>
            <a:srgbClr val="CED7E6"/>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3" name="TextBox 92">
            <a:extLst>
              <a:ext uri="{FF2B5EF4-FFF2-40B4-BE49-F238E27FC236}">
                <a16:creationId xmlns:a16="http://schemas.microsoft.com/office/drawing/2014/main" id="{8E140823-449A-9951-3F1E-25230A1601A5}"/>
              </a:ext>
            </a:extLst>
          </p:cNvPr>
          <p:cNvSpPr>
            <a:spLocks noGrp="1"/>
          </p:cNvSpPr>
          <p:nvPr/>
        </p:nvSpPr>
        <p:spPr>
          <a:xfrm>
            <a:off x="4345020" y="7520200"/>
            <a:ext cx="1480498" cy="257823"/>
          </a:xfrm>
          <a:prstGeom prst="rect">
            <a:avLst/>
          </a:prstGeom>
          <a:noFill/>
        </p:spPr>
        <p:txBody>
          <a:bodyPr wrap="square" lIns="0" tIns="0" rIns="0" bIns="0" anchor="t">
            <a:noAutofit/>
          </a:bodyPr>
          <a:lstStyle/>
          <a:p>
            <a:r>
              <a:rPr sz="700" b="0" i="0">
                <a:solidFill>
                  <a:schemeClr val="tx1"/>
                </a:solidFill>
                <a:latin typeface="+mj-lt"/>
                <a:ea typeface="+mj-lt"/>
                <a:cs typeface="+mj-lt"/>
              </a:rPr>
              <a:t>Categorical Data Vis</a:t>
            </a:r>
          </a:p>
        </p:txBody>
      </p:sp>
      <p:sp>
        <p:nvSpPr>
          <p:cNvPr id="94" name="Rectangle 93">
            <a:extLst>
              <a:ext uri="{FF2B5EF4-FFF2-40B4-BE49-F238E27FC236}">
                <a16:creationId xmlns:a16="http://schemas.microsoft.com/office/drawing/2014/main" id="{39E5EBA7-924D-EF2C-A255-7B4B3B3C4FC4}"/>
              </a:ext>
            </a:extLst>
          </p:cNvPr>
          <p:cNvSpPr>
            <a:spLocks noGrp="1"/>
          </p:cNvSpPr>
          <p:nvPr/>
        </p:nvSpPr>
        <p:spPr>
          <a:xfrm>
            <a:off x="4345020" y="7100883"/>
            <a:ext cx="382428" cy="358001"/>
          </a:xfrm>
          <a:prstGeom prst="rect">
            <a:avLst/>
          </a:prstGeom>
          <a:solidFill>
            <a:srgbClr val="F900D3"/>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200" b="0" i="0">
                <a:solidFill>
                  <a:srgbClr val="070154"/>
                </a:solidFill>
                <a:latin typeface="+mj-lt"/>
                <a:ea typeface="+mj-lt"/>
                <a:cs typeface="+mj-lt"/>
              </a:rPr>
              <a:t>1</a:t>
            </a:r>
          </a:p>
        </p:txBody>
      </p:sp>
      <p:sp>
        <p:nvSpPr>
          <p:cNvPr id="95" name="Rectangle 94">
            <a:extLst>
              <a:ext uri="{FF2B5EF4-FFF2-40B4-BE49-F238E27FC236}">
                <a16:creationId xmlns:a16="http://schemas.microsoft.com/office/drawing/2014/main" id="{24BF95EC-F08B-B6C7-7FA9-B48C6A1E80F2}"/>
              </a:ext>
            </a:extLst>
          </p:cNvPr>
          <p:cNvSpPr>
            <a:spLocks noGrp="1"/>
          </p:cNvSpPr>
          <p:nvPr/>
        </p:nvSpPr>
        <p:spPr>
          <a:xfrm>
            <a:off x="5826657" y="7100883"/>
            <a:ext cx="382428" cy="358001"/>
          </a:xfrm>
          <a:prstGeom prst="rect">
            <a:avLst/>
          </a:prstGeom>
          <a:solidFill>
            <a:srgbClr val="FFC7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200" b="0" i="0">
                <a:solidFill>
                  <a:srgbClr val="070154"/>
                </a:solidFill>
                <a:latin typeface="+mj-lt"/>
                <a:ea typeface="+mj-lt"/>
                <a:cs typeface="+mj-lt"/>
              </a:rPr>
              <a:t>4</a:t>
            </a:r>
          </a:p>
        </p:txBody>
      </p:sp>
      <p:sp>
        <p:nvSpPr>
          <p:cNvPr id="96" name="Rectangle 95">
            <a:extLst>
              <a:ext uri="{FF2B5EF4-FFF2-40B4-BE49-F238E27FC236}">
                <a16:creationId xmlns:a16="http://schemas.microsoft.com/office/drawing/2014/main" id="{8855FCE3-9748-0F17-E35A-AE22C0B621D0}"/>
              </a:ext>
            </a:extLst>
          </p:cNvPr>
          <p:cNvSpPr>
            <a:spLocks noGrp="1"/>
          </p:cNvSpPr>
          <p:nvPr/>
        </p:nvSpPr>
        <p:spPr>
          <a:xfrm>
            <a:off x="6814415" y="7100883"/>
            <a:ext cx="382428" cy="358001"/>
          </a:xfrm>
          <a:prstGeom prst="rect">
            <a:avLst/>
          </a:prstGeom>
          <a:solidFill>
            <a:srgbClr val="00FCB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200" b="0" i="0">
                <a:solidFill>
                  <a:srgbClr val="070154"/>
                </a:solidFill>
                <a:latin typeface="+mj-lt"/>
                <a:ea typeface="+mj-lt"/>
                <a:cs typeface="+mj-lt"/>
              </a:rPr>
              <a:t>6</a:t>
            </a:r>
          </a:p>
        </p:txBody>
      </p:sp>
      <p:sp>
        <p:nvSpPr>
          <p:cNvPr id="97" name="Rectangle 96">
            <a:extLst>
              <a:ext uri="{FF2B5EF4-FFF2-40B4-BE49-F238E27FC236}">
                <a16:creationId xmlns:a16="http://schemas.microsoft.com/office/drawing/2014/main" id="{09ECF99B-0C24-5B91-E870-13347AC04FB1}"/>
              </a:ext>
            </a:extLst>
          </p:cNvPr>
          <p:cNvSpPr>
            <a:spLocks noGrp="1"/>
          </p:cNvSpPr>
          <p:nvPr/>
        </p:nvSpPr>
        <p:spPr>
          <a:xfrm>
            <a:off x="5332778" y="7100883"/>
            <a:ext cx="382428" cy="358001"/>
          </a:xfrm>
          <a:prstGeom prst="rect">
            <a:avLst/>
          </a:prstGeom>
          <a:solidFill>
            <a:srgbClr val="1DD566"/>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200" b="0" i="0">
                <a:solidFill>
                  <a:srgbClr val="070154"/>
                </a:solidFill>
                <a:latin typeface="+mj-lt"/>
                <a:ea typeface="+mj-lt"/>
                <a:cs typeface="+mj-lt"/>
              </a:rPr>
              <a:t>3</a:t>
            </a:r>
          </a:p>
        </p:txBody>
      </p:sp>
      <p:sp>
        <p:nvSpPr>
          <p:cNvPr id="98" name="Rectangle 97">
            <a:extLst>
              <a:ext uri="{FF2B5EF4-FFF2-40B4-BE49-F238E27FC236}">
                <a16:creationId xmlns:a16="http://schemas.microsoft.com/office/drawing/2014/main" id="{AD22B21C-293E-9585-A105-2208A7569426}"/>
              </a:ext>
            </a:extLst>
          </p:cNvPr>
          <p:cNvSpPr>
            <a:spLocks noGrp="1"/>
          </p:cNvSpPr>
          <p:nvPr/>
        </p:nvSpPr>
        <p:spPr>
          <a:xfrm>
            <a:off x="4838899" y="7100883"/>
            <a:ext cx="382428" cy="358001"/>
          </a:xfrm>
          <a:prstGeom prst="rect">
            <a:avLst/>
          </a:prstGeom>
          <a:solidFill>
            <a:srgbClr val="00E8FA"/>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200" b="0" i="0">
                <a:solidFill>
                  <a:srgbClr val="070154"/>
                </a:solidFill>
                <a:latin typeface="+mj-lt"/>
                <a:ea typeface="+mj-lt"/>
                <a:cs typeface="+mj-lt"/>
              </a:rPr>
              <a:t>2</a:t>
            </a:r>
          </a:p>
        </p:txBody>
      </p:sp>
      <p:sp>
        <p:nvSpPr>
          <p:cNvPr id="99" name="Rectangle 98">
            <a:extLst>
              <a:ext uri="{FF2B5EF4-FFF2-40B4-BE49-F238E27FC236}">
                <a16:creationId xmlns:a16="http://schemas.microsoft.com/office/drawing/2014/main" id="{2892D20F-9755-C283-8644-BD52E28B1F29}"/>
              </a:ext>
            </a:extLst>
          </p:cNvPr>
          <p:cNvSpPr>
            <a:spLocks noGrp="1"/>
          </p:cNvSpPr>
          <p:nvPr/>
        </p:nvSpPr>
        <p:spPr>
          <a:xfrm>
            <a:off x="6320536" y="7100883"/>
            <a:ext cx="382428" cy="358001"/>
          </a:xfrm>
          <a:prstGeom prst="rect">
            <a:avLst/>
          </a:prstGeom>
          <a:solidFill>
            <a:srgbClr val="B741FF"/>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200" b="0" i="0">
                <a:solidFill>
                  <a:srgbClr val="070154"/>
                </a:solidFill>
                <a:latin typeface="+mj-lt"/>
                <a:ea typeface="+mj-lt"/>
                <a:cs typeface="+mj-lt"/>
              </a:rPr>
              <a:t>5</a:t>
            </a:r>
          </a:p>
        </p:txBody>
      </p:sp>
      <p:sp>
        <p:nvSpPr>
          <p:cNvPr id="100" name="Rectangle 99">
            <a:extLst>
              <a:ext uri="{FF2B5EF4-FFF2-40B4-BE49-F238E27FC236}">
                <a16:creationId xmlns:a16="http://schemas.microsoft.com/office/drawing/2014/main" id="{D10598D4-89A6-C2DA-883B-9E64BFA03A00}"/>
              </a:ext>
            </a:extLst>
          </p:cNvPr>
          <p:cNvSpPr>
            <a:spLocks noGrp="1"/>
          </p:cNvSpPr>
          <p:nvPr/>
        </p:nvSpPr>
        <p:spPr>
          <a:xfrm>
            <a:off x="7308294" y="7100883"/>
            <a:ext cx="382428" cy="358001"/>
          </a:xfrm>
          <a:prstGeom prst="rect">
            <a:avLst/>
          </a:prstGeom>
          <a:solidFill>
            <a:srgbClr val="FF8A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200" b="0" i="0">
                <a:solidFill>
                  <a:srgbClr val="070154"/>
                </a:solidFill>
                <a:latin typeface="+mj-lt"/>
                <a:ea typeface="+mj-lt"/>
                <a:cs typeface="+mj-lt"/>
              </a:rPr>
              <a:t>7</a:t>
            </a:r>
          </a:p>
        </p:txBody>
      </p:sp>
      <p:sp>
        <p:nvSpPr>
          <p:cNvPr id="101" name="Rectangle 100">
            <a:extLst>
              <a:ext uri="{FF2B5EF4-FFF2-40B4-BE49-F238E27FC236}">
                <a16:creationId xmlns:a16="http://schemas.microsoft.com/office/drawing/2014/main" id="{F15EE1BB-F0B1-624E-6CF1-5C1506FD0FA9}"/>
              </a:ext>
            </a:extLst>
          </p:cNvPr>
          <p:cNvSpPr>
            <a:spLocks noGrp="1"/>
          </p:cNvSpPr>
          <p:nvPr/>
        </p:nvSpPr>
        <p:spPr>
          <a:xfrm>
            <a:off x="8296050" y="7100883"/>
            <a:ext cx="382428" cy="358001"/>
          </a:xfrm>
          <a:prstGeom prst="rect">
            <a:avLst/>
          </a:prstGeom>
          <a:solidFill>
            <a:srgbClr val="F52C00"/>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200" b="0" i="0">
                <a:solidFill>
                  <a:srgbClr val="070154"/>
                </a:solidFill>
                <a:latin typeface="+mj-lt"/>
                <a:ea typeface="+mj-lt"/>
                <a:cs typeface="+mj-lt"/>
              </a:rPr>
              <a:t>9</a:t>
            </a:r>
          </a:p>
        </p:txBody>
      </p:sp>
      <p:sp>
        <p:nvSpPr>
          <p:cNvPr id="102" name="Rectangle 101">
            <a:extLst>
              <a:ext uri="{FF2B5EF4-FFF2-40B4-BE49-F238E27FC236}">
                <a16:creationId xmlns:a16="http://schemas.microsoft.com/office/drawing/2014/main" id="{66A24B20-98C9-3665-8857-49EAD655C110}"/>
              </a:ext>
            </a:extLst>
          </p:cNvPr>
          <p:cNvSpPr>
            <a:spLocks noGrp="1"/>
          </p:cNvSpPr>
          <p:nvPr/>
        </p:nvSpPr>
        <p:spPr>
          <a:xfrm>
            <a:off x="7802173" y="7100883"/>
            <a:ext cx="382428" cy="358001"/>
          </a:xfrm>
          <a:prstGeom prst="rect">
            <a:avLst/>
          </a:prstGeom>
          <a:solidFill>
            <a:srgbClr val="00A3FF"/>
          </a:solidFill>
          <a:ln>
            <a:solidFill>
              <a:srgbClr val="07015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200" b="0" i="0">
                <a:solidFill>
                  <a:srgbClr val="070154"/>
                </a:solidFill>
                <a:latin typeface="+mj-lt"/>
                <a:ea typeface="+mj-lt"/>
                <a:cs typeface="+mj-lt"/>
              </a:rPr>
              <a:t>8</a:t>
            </a:r>
          </a:p>
        </p:txBody>
      </p:sp>
    </p:spTree>
    <p:extLst>
      <p:ext uri="{BB962C8B-B14F-4D97-AF65-F5344CB8AC3E}">
        <p14:creationId xmlns:p14="http://schemas.microsoft.com/office/powerpoint/2010/main" val="395319676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3_content_header_only">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t>‹#›</a:t>
            </a:fld>
            <a:endParaRPr/>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a:lstStyle/>
          <a:p>
            <a:r>
              <a:t>Click to edit Master title style</a:t>
            </a:r>
          </a:p>
        </p:txBody>
      </p:sp>
      <p:pic>
        <p:nvPicPr>
          <p:cNvPr id="40" name="Picture 4"/>
          <p:cNvPicPr>
            <a:picLocks noChangeAspect="1"/>
          </p:cNvPicPr>
          <p:nvPr/>
        </p:nvPicPr>
        <p:blipFill>
          <a:blip r:embed="rId3"/>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extLst>
      <p:ext uri="{BB962C8B-B14F-4D97-AF65-F5344CB8AC3E}">
        <p14:creationId xmlns:p14="http://schemas.microsoft.com/office/powerpoint/2010/main" val="114821137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3_content_header_only">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t>‹#›</a:t>
            </a:fld>
            <a:endParaRPr/>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a:lstStyle/>
          <a:p>
            <a:r>
              <a:t>Click to edit Master title style</a:t>
            </a:r>
          </a:p>
        </p:txBody>
      </p:sp>
      <p:pic>
        <p:nvPicPr>
          <p:cNvPr id="40" name="Picture 4"/>
          <p:cNvPicPr>
            <a:picLocks noChangeAspect="1"/>
          </p:cNvPicPr>
          <p:nvPr/>
        </p:nvPicPr>
        <p:blipFill>
          <a:blip r:embed="rId3"/>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extLst>
      <p:ext uri="{BB962C8B-B14F-4D97-AF65-F5344CB8AC3E}">
        <p14:creationId xmlns:p14="http://schemas.microsoft.com/office/powerpoint/2010/main" val="1148211374"/>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3_content_header_only">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t>‹#›</a:t>
            </a:fld>
            <a:endParaRPr/>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a:lstStyle/>
          <a:p>
            <a:r>
              <a:t>Click to edit Master title style</a:t>
            </a:r>
          </a:p>
        </p:txBody>
      </p:sp>
      <p:pic>
        <p:nvPicPr>
          <p:cNvPr id="40" name="Picture 4"/>
          <p:cNvPicPr>
            <a:picLocks noChangeAspect="1"/>
          </p:cNvPicPr>
          <p:nvPr/>
        </p:nvPicPr>
        <p:blipFill>
          <a:blip r:embed="rId3"/>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extLst>
      <p:ext uri="{BB962C8B-B14F-4D97-AF65-F5344CB8AC3E}">
        <p14:creationId xmlns:p14="http://schemas.microsoft.com/office/powerpoint/2010/main" val="114821137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3_content_header_only">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t>‹#›</a:t>
            </a:fld>
            <a:endParaRPr/>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a:lstStyle/>
          <a:p>
            <a:r>
              <a:t>Click to edit Master title style</a:t>
            </a:r>
          </a:p>
        </p:txBody>
      </p:sp>
      <p:pic>
        <p:nvPicPr>
          <p:cNvPr id="40" name="Picture 4"/>
          <p:cNvPicPr>
            <a:picLocks noChangeAspect="1"/>
          </p:cNvPicPr>
          <p:nvPr/>
        </p:nvPicPr>
        <p:blipFill>
          <a:blip r:embed="rId3"/>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extLst>
      <p:ext uri="{BB962C8B-B14F-4D97-AF65-F5344CB8AC3E}">
        <p14:creationId xmlns:p14="http://schemas.microsoft.com/office/powerpoint/2010/main" val="1148211374"/>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3_content_header_only">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t>‹#›</a:t>
            </a:fld>
            <a:endParaRPr/>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a:lstStyle/>
          <a:p>
            <a:r>
              <a:t>Click to edit Master title style</a:t>
            </a:r>
          </a:p>
        </p:txBody>
      </p:sp>
      <p:pic>
        <p:nvPicPr>
          <p:cNvPr id="40" name="Picture 4"/>
          <p:cNvPicPr>
            <a:picLocks noChangeAspect="1"/>
          </p:cNvPicPr>
          <p:nvPr/>
        </p:nvPicPr>
        <p:blipFill>
          <a:blip r:embed="rId3"/>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extLst>
      <p:ext uri="{BB962C8B-B14F-4D97-AF65-F5344CB8AC3E}">
        <p14:creationId xmlns:p14="http://schemas.microsoft.com/office/powerpoint/2010/main" val="1148211374"/>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3_content_header_only">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idx="10"/>
          </p:nvPr>
        </p:nvSpPr>
        <p:spPr/>
        <p:txBody>
          <a:bodyPr/>
          <a:lstStyle>
            <a:lvl1pPr>
              <a:buNone/>
              <a:defRPr b="0" i="0"/>
            </a:lvl1pPr>
          </a:lstStyle>
          <a:p>
            <a:r>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idx="11"/>
          </p:nvPr>
        </p:nvSpPr>
        <p:spPr/>
        <p:txBody>
          <a:bodyPr/>
          <a:lstStyle>
            <a:lvl1pPr>
              <a:buNone/>
              <a:defRPr b="0" i="0"/>
            </a:lvl1pPr>
          </a:lstStyle>
          <a:p>
            <a:fld id="{63DCA5C9-2E11-4C67-86EB-AE1DE127DC64}" type="slidenum">
              <a:t>‹#›</a:t>
            </a:fld>
            <a:endParaRPr/>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a:lstStyle/>
          <a:p>
            <a:r>
              <a:t>Click to edit Master title style</a:t>
            </a:r>
          </a:p>
        </p:txBody>
      </p:sp>
      <p:pic>
        <p:nvPicPr>
          <p:cNvPr id="40" name="Picture 4"/>
          <p:cNvPicPr>
            <a:picLocks noChangeAspect="1"/>
          </p:cNvPicPr>
          <p:nvPr/>
        </p:nvPicPr>
        <p:blipFill>
          <a:blip r:embed="rId3"/>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extLst>
      <p:ext uri="{BB962C8B-B14F-4D97-AF65-F5344CB8AC3E}">
        <p14:creationId xmlns:p14="http://schemas.microsoft.com/office/powerpoint/2010/main" val="114821137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key_message_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idx="24"/>
          </p:nvPr>
        </p:nvSpPr>
        <p:spPr/>
        <p:txBody>
          <a:bodyPr/>
          <a:lstStyle>
            <a:lvl1pPr>
              <a:buNone/>
              <a:defRPr b="0" i="0"/>
            </a:lvl1pPr>
          </a:lstStyle>
          <a:p>
            <a:r>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idx="25"/>
          </p:nvPr>
        </p:nvSpPr>
        <p:spPr/>
        <p:txBody>
          <a:bodyPr/>
          <a:lstStyle>
            <a:lvl1pPr>
              <a:buNone/>
              <a:defRPr b="0" i="0"/>
            </a:lvl1pPr>
          </a:lstStyle>
          <a:p>
            <a:fld id="{63DCA5C9-2E11-4C67-86EB-AE1DE127DC64}" type="slidenum">
              <a:t>‹#›</a:t>
            </a:fld>
            <a:endParaRPr/>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idx="10" hasCustomPrompt="1"/>
          </p:nvPr>
        </p:nvSpPr>
        <p:spPr>
          <a:xfrm>
            <a:off x="460375" y="3550629"/>
            <a:ext cx="2190750" cy="2210410"/>
          </a:xfrm>
          <a:prstGeom prst="rect">
            <a:avLst/>
          </a:prstGeom>
          <a:solidFill>
            <a:schemeClr val="accent2">
              <a:lumMod val="40000"/>
              <a:lumOff val="60000"/>
            </a:schemeClr>
          </a:solidFill>
        </p:spPr>
        <p:txBody>
          <a:bodyPr tIns="640080"/>
          <a:lstStyle>
            <a:lvl1pPr algn="ctr">
              <a:buNone/>
              <a:defRPr b="0" i="0"/>
            </a:lvl1pPr>
          </a:lstStyle>
          <a:p>
            <a:r>
              <a:t>Picture</a:t>
            </a:r>
          </a:p>
        </p:txBody>
      </p:sp>
      <p:pic>
        <p:nvPicPr>
          <p:cNvPr id="15" name="Picture 2"/>
          <p:cNvPicPr>
            <a:picLocks noChangeAspect="1"/>
          </p:cNvPicPr>
          <p:nvPr/>
        </p:nvPicPr>
        <p:blipFill>
          <a:blip r:embed="rId3"/>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1655763"/>
            <a:ext cx="4889503" cy="1727489"/>
          </a:xfrm>
          <a:prstGeom prst="rect">
            <a:avLst/>
          </a:prstGeom>
        </p:spPr>
        <p:txBody>
          <a:bodyPr tIns="45720" anchor="t"/>
          <a:lstStyle>
            <a:lvl1pPr>
              <a:buNone/>
              <a:defRPr sz="2200">
                <a:solidFill>
                  <a:schemeClr val="tx1"/>
                </a:solidFill>
              </a:defRPr>
            </a:lvl1pPr>
          </a:lstStyle>
          <a:p>
            <a:r>
              <a:t>Key message up to four lines</a:t>
            </a:r>
          </a:p>
        </p:txBody>
      </p:sp>
      <p:sp>
        <p:nvSpPr>
          <p:cNvPr id="6" name="Text Placeholder 10">
            <a:extLst>
              <a:ext uri="{FF2B5EF4-FFF2-40B4-BE49-F238E27FC236}">
                <a16:creationId xmlns:a16="http://schemas.microsoft.com/office/drawing/2014/main" id="{0BC4C2C2-2752-910D-3A89-477FA608D615}"/>
              </a:ext>
            </a:extLst>
          </p:cNvPr>
          <p:cNvSpPr>
            <a:spLocks noGrp="1"/>
          </p:cNvSpPr>
          <p:nvPr>
            <p:ph type="body" idx="27"/>
          </p:nvPr>
        </p:nvSpPr>
        <p:spPr>
          <a:xfrm>
            <a:off x="5572125" y="1770063"/>
            <a:ext cx="6156324" cy="4249737"/>
          </a:xfrm>
          <a:prstGeom prst="rect">
            <a:avLst/>
          </a:prstGeom>
        </p:spPr>
        <p:txBody>
          <a:bodyPr tIns="0"/>
          <a:lstStyle>
            <a:lvl1pPr>
              <a:buNone/>
              <a:defRPr b="0" i="0"/>
            </a:lvl1pPr>
            <a:lvl2pPr>
              <a:buNone/>
              <a:defRPr b="0" i="0"/>
            </a:lvl2pPr>
            <a:lvl3pPr>
              <a:buNone/>
              <a:defRPr b="0" i="0"/>
            </a:lvl3pPr>
            <a:lvl4pPr>
              <a:buNone/>
              <a:defRPr b="0" i="0"/>
            </a:lvl4pPr>
            <a:lvl5pPr>
              <a:buNone/>
              <a:defRPr b="0" i="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ext Placeholder 15">
            <a:extLst>
              <a:ext uri="{FF2B5EF4-FFF2-40B4-BE49-F238E27FC236}">
                <a16:creationId xmlns:a16="http://schemas.microsoft.com/office/drawing/2014/main" id="{66D47BD9-9D76-91EC-BFB6-6A3B1BD0C1DF}"/>
              </a:ext>
            </a:extLst>
          </p:cNvPr>
          <p:cNvSpPr>
            <a:spLocks noGrp="1"/>
          </p:cNvSpPr>
          <p:nvPr>
            <p:ph type="body" idx="19" hasCustomPrompt="1"/>
          </p:nvPr>
        </p:nvSpPr>
        <p:spPr>
          <a:xfrm>
            <a:off x="465137" y="0"/>
            <a:ext cx="5106989" cy="556953"/>
          </a:xfrm>
          <a:prstGeom prst="rect">
            <a:avLst/>
          </a:prstGeom>
        </p:spPr>
        <p:txBody>
          <a:bodyPr tIns="0" rIns="0" bIns="91440" anchor="b"/>
          <a:lstStyle>
            <a:lvl1pPr>
              <a:spcAft>
                <a:spcPts val="0"/>
              </a:spcAft>
              <a:buFontTx/>
              <a:buNone/>
              <a:defRPr sz="900" b="1" i="0" cap="all" spc="100" baseline="0">
                <a:solidFill>
                  <a:schemeClr val="accent2"/>
                </a:solidFill>
                <a:latin typeface="+mn-lt"/>
                <a:ea typeface="+mn-lt"/>
                <a:cs typeface="+mn-lt"/>
              </a:defRPr>
            </a:lvl1pPr>
            <a:lvl2pPr>
              <a:spcAft>
                <a:spcPts val="0"/>
              </a:spcAft>
              <a:buFontTx/>
              <a:buNone/>
              <a:defRPr sz="900" b="1" i="0" cap="all" spc="100" baseline="0">
                <a:solidFill>
                  <a:schemeClr val="accent2"/>
                </a:solidFill>
                <a:latin typeface="+mj-lt"/>
                <a:ea typeface="+mj-lt"/>
                <a:cs typeface="+mj-lt"/>
              </a:defRPr>
            </a:lvl2pPr>
            <a:lvl3pPr marL="0" indent="0">
              <a:spcAft>
                <a:spcPts val="0"/>
              </a:spcAft>
              <a:buFontTx/>
              <a:buNone/>
              <a:defRPr sz="900" b="1" i="0" cap="all" spc="100" baseline="0">
                <a:solidFill>
                  <a:schemeClr val="accent2"/>
                </a:solidFill>
                <a:latin typeface="+mj-lt"/>
                <a:ea typeface="+mj-lt"/>
                <a:cs typeface="+mj-lt"/>
              </a:defRPr>
            </a:lvl3pPr>
            <a:lvl4pPr marL="0" indent="0">
              <a:spcAft>
                <a:spcPts val="0"/>
              </a:spcAft>
              <a:buFontTx/>
              <a:buNone/>
              <a:defRPr sz="900" b="1" i="0" cap="all" spc="100" baseline="0">
                <a:solidFill>
                  <a:schemeClr val="accent2"/>
                </a:solidFill>
                <a:latin typeface="+mj-lt"/>
                <a:ea typeface="+mj-lt"/>
                <a:cs typeface="+mj-lt"/>
              </a:defRPr>
            </a:lvl4pPr>
            <a:lvl5pPr marL="0" indent="0">
              <a:spcAft>
                <a:spcPts val="0"/>
              </a:spcAft>
              <a:buFontTx/>
              <a:buNone/>
              <a:defRPr sz="900" b="1" i="0" cap="all" baseline="0">
                <a:solidFill>
                  <a:schemeClr val="accent2"/>
                </a:solidFill>
                <a:latin typeface="+mn-lt"/>
                <a:ea typeface="+mn-lt"/>
                <a:cs typeface="+mn-lt"/>
              </a:defRPr>
            </a:lvl5pPr>
            <a:lvl6pPr marL="0" indent="0">
              <a:spcAft>
                <a:spcPts val="0"/>
              </a:spcAft>
              <a:buFontTx/>
              <a:buNone/>
              <a:defRPr sz="900" b="1" i="0" cap="all" baseline="0">
                <a:solidFill>
                  <a:schemeClr val="accent2"/>
                </a:solidFill>
                <a:latin typeface="+mn-lt"/>
                <a:ea typeface="+mn-lt"/>
                <a:cs typeface="+mn-lt"/>
              </a:defRPr>
            </a:lvl6pPr>
            <a:lvl7pPr marL="0" indent="0">
              <a:spcAft>
                <a:spcPts val="0"/>
              </a:spcAft>
              <a:buFontTx/>
              <a:buNone/>
              <a:defRPr sz="900" b="1" i="0" cap="all" baseline="0">
                <a:solidFill>
                  <a:schemeClr val="accent2"/>
                </a:solidFill>
                <a:latin typeface="+mn-lt"/>
                <a:ea typeface="+mn-lt"/>
                <a:cs typeface="+mn-lt"/>
              </a:defRPr>
            </a:lvl7pPr>
            <a:lvl8pPr marL="0" indent="0">
              <a:spcAft>
                <a:spcPts val="0"/>
              </a:spcAft>
              <a:buFontTx/>
              <a:buNone/>
              <a:defRPr sz="900" b="1" i="0" cap="all" baseline="0">
                <a:solidFill>
                  <a:schemeClr val="accent2"/>
                </a:solidFill>
                <a:latin typeface="+mn-lt"/>
                <a:ea typeface="+mn-lt"/>
                <a:cs typeface="+mn-lt"/>
              </a:defRPr>
            </a:lvl8pPr>
            <a:lvl9pPr marL="0" indent="0">
              <a:spcAft>
                <a:spcPts val="0"/>
              </a:spcAft>
              <a:buFontTx/>
              <a:buNone/>
              <a:defRPr sz="900" b="1" i="0" cap="all" baseline="0">
                <a:solidFill>
                  <a:schemeClr val="accent2"/>
                </a:solidFill>
                <a:latin typeface="+mn-lt"/>
                <a:ea typeface="+mn-lt"/>
                <a:cs typeface="+mn-lt"/>
              </a:defRPr>
            </a:lvl9pPr>
          </a:lstStyle>
          <a:p>
            <a:pPr lvl="0">
              <a:buNone/>
            </a:pPr>
            <a:r>
              <a:t>section title</a:t>
            </a:r>
          </a:p>
        </p:txBody>
      </p:sp>
    </p:spTree>
    <p:extLst>
      <p:ext uri="{BB962C8B-B14F-4D97-AF65-F5344CB8AC3E}">
        <p14:creationId xmlns:p14="http://schemas.microsoft.com/office/powerpoint/2010/main" val="3386753390"/>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divider_4">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7439024" cy="1582615"/>
          </a:xfrm>
          <a:prstGeom prst="rect">
            <a:avLst/>
          </a:prstGeo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pic>
        <p:nvPicPr>
          <p:cNvPr id="8" name="Picture 7">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460378" y="6325375"/>
            <a:ext cx="1457322"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2026 West Monroe Partners | Reproduction and/or distribution without West Monroe Partners’ prior consent is prohibited.</a:t>
            </a:r>
          </a:p>
        </p:txBody>
      </p:sp>
      <p:sp>
        <p:nvSpPr>
          <p:cNvPr id="4" name="Rectangle 3">
            <a:extLst>
              <a:ext uri="{FF2B5EF4-FFF2-40B4-BE49-F238E27FC236}">
                <a16:creationId xmlns:a16="http://schemas.microsoft.com/office/drawing/2014/main" id="{95CBE2C9-5A5E-773A-E96D-1C621C1DE593}"/>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fld id="{63DCA5C9-2E11-4C67-86EB-AE1DE127DC64}" type="slidenum">
              <a:rPr lang="en-US" smtClean="0"/>
              <a:pPr/>
              <a:t>‹#›</a:t>
            </a:fld>
            <a:endParaRPr lang="en-US"/>
          </a:p>
        </p:txBody>
      </p:sp>
      <p:sp>
        <p:nvSpPr>
          <p:cNvPr id="6" name="Text Placeholder 9">
            <a:extLst>
              <a:ext uri="{FF2B5EF4-FFF2-40B4-BE49-F238E27FC236}">
                <a16:creationId xmlns:a16="http://schemas.microsoft.com/office/drawing/2014/main" id="{EF039B7C-D581-90C0-FE95-E79986FE71E8}"/>
              </a:ext>
            </a:extLst>
          </p:cNvPr>
          <p:cNvSpPr>
            <a:spLocks noGrp="1"/>
          </p:cNvSpPr>
          <p:nvPr>
            <p:ph type="body" sz="quarter" idx="26" hasCustomPrompt="1"/>
          </p:nvPr>
        </p:nvSpPr>
        <p:spPr>
          <a:xfrm flipH="1" flipV="1">
            <a:off x="364794" y="2519917"/>
            <a:ext cx="1381456" cy="192234"/>
          </a:xfrm>
          <a:prstGeom prst="rect">
            <a:avLst/>
          </a:prstGeom>
          <a:blipFill dpi="0" rotWithShape="0">
            <a:blip r:embed="rId4"/>
            <a:srcRect/>
            <a:stretch>
              <a:fillRect t="20350"/>
            </a:stretch>
          </a:blipFill>
        </p:spPr>
        <p:txBody>
          <a:bodyPr/>
          <a:lstStyle>
            <a:lvl1pPr>
              <a:defRPr sz="2800" b="0" i="0"/>
            </a:lvl1pPr>
          </a:lstStyle>
          <a:p>
            <a:pPr lvl="0"/>
            <a:r>
              <a:rPr lang="en-US"/>
              <a:t> </a:t>
            </a:r>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7434263"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spTree>
    <p:extLst>
      <p:ext uri="{BB962C8B-B14F-4D97-AF65-F5344CB8AC3E}">
        <p14:creationId xmlns:p14="http://schemas.microsoft.com/office/powerpoint/2010/main" val="3471473456"/>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cover_1_one_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hidden="1">
            <a:extLst>
              <a:ext uri="{FF2B5EF4-FFF2-40B4-BE49-F238E27FC236}">
                <a16:creationId xmlns:a16="http://schemas.microsoft.com/office/drawing/2014/main" id="{7EFE2CDD-AD51-E6E6-9801-DCCED248B4B9}"/>
              </a:ext>
            </a:extLst>
          </p:cNvPr>
          <p:cNvSpPr>
            <a:spLocks noGrp="1"/>
          </p:cNvSpPr>
          <p:nvPr>
            <p:ph type="body" sz="quarter" idx="23" hasCustomPrompt="1"/>
          </p:nvPr>
        </p:nvSpPr>
        <p:spPr>
          <a:xfrm>
            <a:off x="0" y="3240042"/>
            <a:ext cx="1739348" cy="586696"/>
          </a:xfrm>
          <a:prstGeom prst="rect">
            <a:avLst/>
          </a:prstGeom>
          <a:blipFill>
            <a:blip r:embed="rId3" cstate="print">
              <a:extLst>
                <a:ext uri="{28A0092B-C50C-407E-A947-70E740481C1C}">
                  <a14:useLocalDpi xmlns:a14="http://schemas.microsoft.com/office/drawing/2010/main"/>
                </a:ext>
              </a:extLst>
            </a:blip>
            <a:stretch>
              <a:fillRect/>
            </a:stretch>
          </a:blipFill>
        </p:spPr>
        <p:txBody>
          <a:bodyPr/>
          <a:lstStyle>
            <a:lvl1pPr>
              <a:defRPr sz="2800" b="0" i="0"/>
            </a:lvl1pPr>
          </a:lstStyle>
          <a:p>
            <a:pPr lvl="0"/>
            <a:r>
              <a:rPr lang="en-US"/>
              <a:t> </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5106989"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7" name="Date Placeholder 6">
            <a:extLst>
              <a:ext uri="{FF2B5EF4-FFF2-40B4-BE49-F238E27FC236}">
                <a16:creationId xmlns:a16="http://schemas.microsoft.com/office/drawing/2014/main" id="{F1FDC329-725F-504E-A193-47ADCC26AD4C}"/>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tx1"/>
                </a:solidFill>
                <a:latin typeface="+mn-lt"/>
                <a:cs typeface="Segoe UI" panose="020B0502040204020203" pitchFamily="34" charset="0"/>
              </a:defRPr>
            </a:lvl1pPr>
            <a:lvl2pPr>
              <a:defRPr sz="1000" b="0" i="0">
                <a:solidFill>
                  <a:schemeClr val="tx1"/>
                </a:solidFill>
                <a:latin typeface="+mj-lt"/>
                <a:cs typeface="Segoe UI" panose="020B0502040204020203" pitchFamily="34" charset="0"/>
              </a:defRPr>
            </a:lvl2pPr>
            <a:lvl3pPr>
              <a:defRPr sz="1000" b="0" i="0">
                <a:solidFill>
                  <a:schemeClr val="tx1"/>
                </a:solidFill>
                <a:latin typeface="+mj-lt"/>
                <a:cs typeface="Segoe UI" panose="020B0502040204020203" pitchFamily="34" charset="0"/>
              </a:defRPr>
            </a:lvl3pPr>
            <a:lvl4pPr>
              <a:defRPr sz="1000" b="0" i="0">
                <a:solidFill>
                  <a:schemeClr val="tx1"/>
                </a:solidFill>
                <a:latin typeface="+mj-lt"/>
                <a:cs typeface="Segoe UI" panose="020B0502040204020203" pitchFamily="34" charset="0"/>
              </a:defRPr>
            </a:lvl4pPr>
            <a:lvl5pPr>
              <a:defRPr sz="1000" b="0" i="0">
                <a:solidFill>
                  <a:schemeClr val="tx1"/>
                </a:solidFill>
                <a:latin typeface="+mj-lt"/>
                <a:cs typeface="Segoe UI" panose="020B0502040204020203" pitchFamily="34" charset="0"/>
              </a:defRPr>
            </a:lvl5pPr>
            <a:lvl6pPr>
              <a:defRPr sz="1000" b="0" i="0">
                <a:solidFill>
                  <a:schemeClr val="tx1"/>
                </a:solidFill>
                <a:latin typeface="+mj-lt"/>
                <a:cs typeface="Segoe UI" panose="020B0502040204020203" pitchFamily="34" charset="0"/>
              </a:defRPr>
            </a:lvl6pPr>
            <a:lvl7pPr>
              <a:defRPr sz="1000" b="0" i="0">
                <a:solidFill>
                  <a:schemeClr val="tx1"/>
                </a:solidFill>
                <a:latin typeface="+mj-lt"/>
                <a:cs typeface="Segoe UI" panose="020B0502040204020203" pitchFamily="34" charset="0"/>
              </a:defRPr>
            </a:lvl7pPr>
            <a:lvl8pPr>
              <a:defRPr sz="1000" b="0" i="0">
                <a:solidFill>
                  <a:schemeClr val="tx1"/>
                </a:solidFill>
                <a:latin typeface="+mj-lt"/>
                <a:cs typeface="Segoe UI" panose="020B0502040204020203" pitchFamily="34" charset="0"/>
              </a:defRPr>
            </a:lvl8pPr>
            <a:lvl9pPr marL="0">
              <a:defRPr sz="1000" b="0" i="0">
                <a:solidFill>
                  <a:schemeClr val="tx1"/>
                </a:solidFill>
                <a:latin typeface="+mj-lt"/>
                <a:cs typeface="Segoe UI" panose="020B0502040204020203" pitchFamily="34" charset="0"/>
              </a:defRPr>
            </a:lvl9pPr>
          </a:lstStyle>
          <a:p>
            <a:pPr indent="-3200400"/>
            <a:endParaRPr lang="en-US"/>
          </a:p>
        </p:txBody>
      </p:sp>
      <p:sp>
        <p:nvSpPr>
          <p:cNvPr id="2" name="Title 1">
            <a:extLst>
              <a:ext uri="{FF2B5EF4-FFF2-40B4-BE49-F238E27FC236}">
                <a16:creationId xmlns:a16="http://schemas.microsoft.com/office/drawing/2014/main" id="{196F23F1-5869-8449-565A-421EC2586840}"/>
              </a:ext>
            </a:extLst>
          </p:cNvPr>
          <p:cNvSpPr>
            <a:spLocks noGrp="1"/>
          </p:cNvSpPr>
          <p:nvPr>
            <p:ph type="title" hasCustomPrompt="1"/>
          </p:nvPr>
        </p:nvSpPr>
        <p:spPr>
          <a:xfrm>
            <a:off x="460376" y="1412875"/>
            <a:ext cx="5111750" cy="2333625"/>
          </a:xfrm>
          <a:prstGeom prst="rect">
            <a:avLst/>
          </a:prstGeom>
        </p:spPr>
        <p:txBody>
          <a:bodyPr anchor="b" anchorCtr="0"/>
          <a:lstStyle>
            <a:lvl1pPr>
              <a:defRPr sz="3200" b="1">
                <a:solidFill>
                  <a:schemeClr val="tx1"/>
                </a:solidFill>
              </a:defRPr>
            </a:lvl1pPr>
          </a:lstStyle>
          <a:p>
            <a:r>
              <a:rPr lang="en-US"/>
              <a:t>Click to edit title, then adjust highlight to text</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sz="quarter" idx="22"/>
          </p:nvPr>
        </p:nvSpPr>
        <p:spPr>
          <a:xfrm>
            <a:off x="6533804" y="850900"/>
            <a:ext cx="5658196" cy="5716588"/>
          </a:xfrm>
          <a:prstGeom prst="rect">
            <a:avLst/>
          </a:prstGeom>
          <a:solidFill>
            <a:schemeClr val="accent2">
              <a:lumMod val="40000"/>
              <a:lumOff val="60000"/>
            </a:schemeClr>
          </a:solidFill>
        </p:spPr>
        <p:txBody>
          <a:bodyPr tIns="2377440"/>
          <a:lstStyle>
            <a:lvl1pPr algn="ctr">
              <a:defRPr b="0" i="0"/>
            </a:lvl1pPr>
          </a:lstStyle>
          <a:p>
            <a:r>
              <a:rPr lang="en-US"/>
              <a:t>Click icon to add picture</a:t>
            </a:r>
          </a:p>
        </p:txBody>
      </p:sp>
      <p:pic>
        <p:nvPicPr>
          <p:cNvPr id="8" name="Picture 7" descr="A blue text on a black background&#10;&#10;Description automatically generated">
            <a:extLst>
              <a:ext uri="{FF2B5EF4-FFF2-40B4-BE49-F238E27FC236}">
                <a16:creationId xmlns:a16="http://schemas.microsoft.com/office/drawing/2014/main" id="{99C39A15-0DF8-9994-72A6-86C1C28A16AA}"/>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460376" y="350432"/>
            <a:ext cx="2330449" cy="487768"/>
          </a:xfrm>
          <a:prstGeom prst="rect">
            <a:avLst/>
          </a:prstGeom>
        </p:spPr>
      </p:pic>
    </p:spTree>
    <p:extLst>
      <p:ext uri="{BB962C8B-B14F-4D97-AF65-F5344CB8AC3E}">
        <p14:creationId xmlns:p14="http://schemas.microsoft.com/office/powerpoint/2010/main" val="1961578645"/>
      </p:ext>
    </p:extLst>
  </p:cSld>
  <p:clrMapOvr>
    <a:masterClrMapping/>
  </p:clrMapOvr>
  <p:hf hdr="0"/>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cover_2_two_im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EFE2CDD-AD51-E6E6-9801-DCCED248B4B9}"/>
              </a:ext>
            </a:extLst>
          </p:cNvPr>
          <p:cNvSpPr>
            <a:spLocks noGrp="1"/>
          </p:cNvSpPr>
          <p:nvPr>
            <p:ph type="body" sz="quarter" idx="23" hasCustomPrompt="1"/>
          </p:nvPr>
        </p:nvSpPr>
        <p:spPr>
          <a:xfrm>
            <a:off x="0" y="3240042"/>
            <a:ext cx="1739348" cy="586696"/>
          </a:xfrm>
          <a:prstGeom prst="rect">
            <a:avLst/>
          </a:prstGeom>
          <a:blipFill>
            <a:blip r:embed="rId3" cstate="print">
              <a:extLst>
                <a:ext uri="{28A0092B-C50C-407E-A947-70E740481C1C}">
                  <a14:useLocalDpi xmlns:a14="http://schemas.microsoft.com/office/drawing/2010/main"/>
                </a:ext>
              </a:extLst>
            </a:blip>
            <a:stretch>
              <a:fillRect/>
            </a:stretch>
          </a:blipFill>
        </p:spPr>
        <p:txBody>
          <a:bodyPr/>
          <a:lstStyle>
            <a:lvl1pPr>
              <a:defRPr sz="2800" b="0" i="0"/>
            </a:lvl1pPr>
          </a:lstStyle>
          <a:p>
            <a:pPr lvl="0"/>
            <a:r>
              <a:rPr lang="en-US"/>
              <a:t> </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5106989"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2" name="Title 1">
            <a:extLst>
              <a:ext uri="{FF2B5EF4-FFF2-40B4-BE49-F238E27FC236}">
                <a16:creationId xmlns:a16="http://schemas.microsoft.com/office/drawing/2014/main" id="{196F23F1-5869-8449-565A-421EC2586840}"/>
              </a:ext>
            </a:extLst>
          </p:cNvPr>
          <p:cNvSpPr>
            <a:spLocks noGrp="1"/>
          </p:cNvSpPr>
          <p:nvPr>
            <p:ph type="title" hasCustomPrompt="1"/>
          </p:nvPr>
        </p:nvSpPr>
        <p:spPr>
          <a:xfrm>
            <a:off x="460376" y="1412875"/>
            <a:ext cx="5111750" cy="2333625"/>
          </a:xfrm>
          <a:prstGeom prst="rect">
            <a:avLst/>
          </a:prstGeom>
        </p:spPr>
        <p:txBody>
          <a:bodyPr anchor="b" anchorCtr="0"/>
          <a:lstStyle>
            <a:lvl1pPr>
              <a:defRPr sz="3200" b="1">
                <a:solidFill>
                  <a:schemeClr val="tx1"/>
                </a:solidFill>
              </a:defRPr>
            </a:lvl1pPr>
          </a:lstStyle>
          <a:p>
            <a:r>
              <a:rPr lang="en-US"/>
              <a:t>Click to edit title, then adjust highlight to text</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sz="quarter" idx="22" hasCustomPrompt="1"/>
          </p:nvPr>
        </p:nvSpPr>
        <p:spPr>
          <a:xfrm>
            <a:off x="6520070" y="850900"/>
            <a:ext cx="5671929" cy="5716588"/>
          </a:xfrm>
          <a:prstGeom prst="rect">
            <a:avLst/>
          </a:prstGeom>
          <a:solidFill>
            <a:schemeClr val="accent2">
              <a:lumMod val="40000"/>
              <a:lumOff val="60000"/>
            </a:schemeClr>
          </a:solidFill>
        </p:spPr>
        <p:txBody>
          <a:bodyPr tIns="2377440"/>
          <a:lstStyle>
            <a:lvl1pPr marL="0" marR="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b="0" i="0"/>
            </a:lvl1pPr>
          </a:lstStyle>
          <a:p>
            <a:r>
              <a:rPr lang="en-US"/>
              <a:t>Industry/Functional image</a:t>
            </a:r>
          </a:p>
        </p:txBody>
      </p:sp>
      <p:pic>
        <p:nvPicPr>
          <p:cNvPr id="8" name="Picture 7" descr="A blue text on a black background&#10;&#10;Description automatically generated">
            <a:extLst>
              <a:ext uri="{FF2B5EF4-FFF2-40B4-BE49-F238E27FC236}">
                <a16:creationId xmlns:a16="http://schemas.microsoft.com/office/drawing/2014/main" id="{99C39A15-0DF8-9994-72A6-86C1C28A16AA}"/>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460376" y="350432"/>
            <a:ext cx="2330449" cy="487768"/>
          </a:xfrm>
          <a:prstGeom prst="rect">
            <a:avLst/>
          </a:prstGeom>
        </p:spPr>
      </p:pic>
      <p:sp>
        <p:nvSpPr>
          <p:cNvPr id="3" name="Picture Placeholder 4">
            <a:extLst>
              <a:ext uri="{FF2B5EF4-FFF2-40B4-BE49-F238E27FC236}">
                <a16:creationId xmlns:a16="http://schemas.microsoft.com/office/drawing/2014/main" id="{F99506F5-C36B-BDCD-CE02-3F42CD24047A}"/>
              </a:ext>
            </a:extLst>
          </p:cNvPr>
          <p:cNvSpPr>
            <a:spLocks noGrp="1"/>
          </p:cNvSpPr>
          <p:nvPr>
            <p:ph type="pic" sz="quarter" idx="24" hasCustomPrompt="1"/>
          </p:nvPr>
        </p:nvSpPr>
        <p:spPr>
          <a:xfrm>
            <a:off x="5659161" y="2385392"/>
            <a:ext cx="2471048" cy="2445026"/>
          </a:xfrm>
          <a:prstGeom prst="rect">
            <a:avLst/>
          </a:prstGeom>
          <a:solidFill>
            <a:schemeClr val="accent2">
              <a:lumMod val="60000"/>
              <a:lumOff val="40000"/>
            </a:schemeClr>
          </a:solidFill>
        </p:spPr>
        <p:txBody>
          <a:bodyPr tIns="731520"/>
          <a:lstStyle>
            <a:lvl1pPr algn="ctr">
              <a:defRPr b="0" i="0"/>
            </a:lvl1pPr>
          </a:lstStyle>
          <a:p>
            <a:r>
              <a:rPr lang="en-US"/>
              <a:t>Abstract image</a:t>
            </a:r>
          </a:p>
        </p:txBody>
      </p:sp>
      <p:sp>
        <p:nvSpPr>
          <p:cNvPr id="4" name="Text Placeholder 9">
            <a:extLst>
              <a:ext uri="{FF2B5EF4-FFF2-40B4-BE49-F238E27FC236}">
                <a16:creationId xmlns:a16="http://schemas.microsoft.com/office/drawing/2014/main" id="{845B44C6-F3CB-894B-D0B3-F4A1C0020735}"/>
              </a:ext>
            </a:extLst>
          </p:cNvPr>
          <p:cNvSpPr>
            <a:spLocks noGrp="1"/>
          </p:cNvSpPr>
          <p:nvPr>
            <p:ph type="body" sz="quarter" idx="25" hasCustomPrompt="1"/>
          </p:nvPr>
        </p:nvSpPr>
        <p:spPr>
          <a:xfrm rot="10800000" flipH="1">
            <a:off x="5824330" y="1413507"/>
            <a:ext cx="1461053" cy="1419143"/>
          </a:xfrm>
          <a:prstGeom prst="rect">
            <a:avLst/>
          </a:prstGeom>
          <a:blipFill>
            <a:blip r:embed="rId5"/>
            <a:stretch>
              <a:fillRect/>
            </a:stretch>
          </a:blipFill>
        </p:spPr>
        <p:txBody>
          <a:bodyPr/>
          <a:lstStyle>
            <a:lvl1pPr>
              <a:defRPr sz="2800" b="0" i="0"/>
            </a:lvl1pPr>
          </a:lstStyle>
          <a:p>
            <a:pPr lvl="0"/>
            <a:r>
              <a:rPr lang="en-US"/>
              <a:t> </a:t>
            </a:r>
          </a:p>
        </p:txBody>
      </p:sp>
      <p:sp>
        <p:nvSpPr>
          <p:cNvPr id="6" name="Date Placeholder 6">
            <a:extLst>
              <a:ext uri="{FF2B5EF4-FFF2-40B4-BE49-F238E27FC236}">
                <a16:creationId xmlns:a16="http://schemas.microsoft.com/office/drawing/2014/main" id="{C837860D-6193-C889-B5AE-2132DFF5FA2A}"/>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tx1"/>
                </a:solidFill>
                <a:latin typeface="+mn-lt"/>
                <a:cs typeface="Segoe UI" panose="020B0502040204020203" pitchFamily="34" charset="0"/>
              </a:defRPr>
            </a:lvl1pPr>
            <a:lvl2pPr>
              <a:defRPr sz="1000" b="0" i="0">
                <a:solidFill>
                  <a:schemeClr val="tx1"/>
                </a:solidFill>
                <a:latin typeface="+mj-lt"/>
                <a:cs typeface="Segoe UI" panose="020B0502040204020203" pitchFamily="34" charset="0"/>
              </a:defRPr>
            </a:lvl2pPr>
            <a:lvl3pPr>
              <a:defRPr sz="1000" b="0" i="0">
                <a:solidFill>
                  <a:schemeClr val="tx1"/>
                </a:solidFill>
                <a:latin typeface="+mj-lt"/>
                <a:cs typeface="Segoe UI" panose="020B0502040204020203" pitchFamily="34" charset="0"/>
              </a:defRPr>
            </a:lvl3pPr>
            <a:lvl4pPr>
              <a:defRPr sz="1000" b="0" i="0">
                <a:solidFill>
                  <a:schemeClr val="tx1"/>
                </a:solidFill>
                <a:latin typeface="+mj-lt"/>
                <a:cs typeface="Segoe UI" panose="020B0502040204020203" pitchFamily="34" charset="0"/>
              </a:defRPr>
            </a:lvl4pPr>
            <a:lvl5pPr>
              <a:defRPr sz="1000" b="0" i="0">
                <a:solidFill>
                  <a:schemeClr val="tx1"/>
                </a:solidFill>
                <a:latin typeface="+mj-lt"/>
                <a:cs typeface="Segoe UI" panose="020B0502040204020203" pitchFamily="34" charset="0"/>
              </a:defRPr>
            </a:lvl5pPr>
            <a:lvl6pPr>
              <a:defRPr sz="1000" b="0" i="0">
                <a:solidFill>
                  <a:schemeClr val="tx1"/>
                </a:solidFill>
                <a:latin typeface="+mj-lt"/>
                <a:cs typeface="Segoe UI" panose="020B0502040204020203" pitchFamily="34" charset="0"/>
              </a:defRPr>
            </a:lvl6pPr>
            <a:lvl7pPr>
              <a:defRPr sz="1000" b="0" i="0">
                <a:solidFill>
                  <a:schemeClr val="tx1"/>
                </a:solidFill>
                <a:latin typeface="+mj-lt"/>
                <a:cs typeface="Segoe UI" panose="020B0502040204020203" pitchFamily="34" charset="0"/>
              </a:defRPr>
            </a:lvl7pPr>
            <a:lvl8pPr>
              <a:defRPr sz="1000" b="0" i="0">
                <a:solidFill>
                  <a:schemeClr val="tx1"/>
                </a:solidFill>
                <a:latin typeface="+mj-lt"/>
                <a:cs typeface="Segoe UI" panose="020B0502040204020203" pitchFamily="34" charset="0"/>
              </a:defRPr>
            </a:lvl8pPr>
            <a:lvl9pPr marL="0">
              <a:defRPr sz="1000" b="0" i="0">
                <a:solidFill>
                  <a:schemeClr val="tx1"/>
                </a:solidFill>
                <a:latin typeface="+mj-lt"/>
                <a:cs typeface="Segoe UI" panose="020B0502040204020203" pitchFamily="34" charset="0"/>
              </a:defRPr>
            </a:lvl9pPr>
          </a:lstStyle>
          <a:p>
            <a:pPr indent="-3200400"/>
            <a:endParaRPr lang="en-US"/>
          </a:p>
        </p:txBody>
      </p:sp>
    </p:spTree>
    <p:extLst>
      <p:ext uri="{BB962C8B-B14F-4D97-AF65-F5344CB8AC3E}">
        <p14:creationId xmlns:p14="http://schemas.microsoft.com/office/powerpoint/2010/main" val="1147070706"/>
      </p:ext>
    </p:extLst>
  </p:cSld>
  <p:clrMapOvr>
    <a:masterClrMapping/>
  </p:clrMapOvr>
  <p:hf hdr="0"/>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over_3_one_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4884945"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7" name="Date Placeholder 6">
            <a:extLst>
              <a:ext uri="{FF2B5EF4-FFF2-40B4-BE49-F238E27FC236}">
                <a16:creationId xmlns:a16="http://schemas.microsoft.com/office/drawing/2014/main" id="{F1FDC329-725F-504E-A193-47ADCC26AD4C}"/>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bg1"/>
                </a:solidFill>
                <a:latin typeface="+mn-lt"/>
                <a:cs typeface="Segoe UI" panose="020B0502040204020203" pitchFamily="34" charset="0"/>
              </a:defRPr>
            </a:lvl1pPr>
            <a:lvl2pPr>
              <a:defRPr sz="1000" b="0" i="0">
                <a:solidFill>
                  <a:schemeClr val="bg1"/>
                </a:solidFill>
                <a:latin typeface="+mj-lt"/>
                <a:cs typeface="Segoe UI" panose="020B0502040204020203" pitchFamily="34" charset="0"/>
              </a:defRPr>
            </a:lvl2pPr>
            <a:lvl3pPr>
              <a:defRPr sz="1000" b="0" i="0">
                <a:solidFill>
                  <a:schemeClr val="bg1"/>
                </a:solidFill>
                <a:latin typeface="+mj-lt"/>
                <a:cs typeface="Segoe UI" panose="020B0502040204020203" pitchFamily="34" charset="0"/>
              </a:defRPr>
            </a:lvl3pPr>
            <a:lvl4pPr>
              <a:defRPr sz="1000" b="0" i="0">
                <a:solidFill>
                  <a:schemeClr val="bg1"/>
                </a:solidFill>
                <a:latin typeface="+mj-lt"/>
                <a:cs typeface="Segoe UI" panose="020B0502040204020203" pitchFamily="34" charset="0"/>
              </a:defRPr>
            </a:lvl4pPr>
            <a:lvl5pPr>
              <a:defRPr sz="1000" b="0" i="0">
                <a:solidFill>
                  <a:schemeClr val="bg1"/>
                </a:solidFill>
                <a:latin typeface="+mj-lt"/>
                <a:cs typeface="Segoe UI" panose="020B0502040204020203" pitchFamily="34" charset="0"/>
              </a:defRPr>
            </a:lvl5pPr>
            <a:lvl6pPr>
              <a:defRPr sz="1000" b="0" i="0">
                <a:solidFill>
                  <a:schemeClr val="bg1"/>
                </a:solidFill>
                <a:latin typeface="+mj-lt"/>
                <a:cs typeface="Segoe UI" panose="020B0502040204020203" pitchFamily="34" charset="0"/>
              </a:defRPr>
            </a:lvl6pPr>
            <a:lvl7pPr>
              <a:defRPr sz="1000" b="0" i="0">
                <a:solidFill>
                  <a:schemeClr val="bg1"/>
                </a:solidFill>
                <a:latin typeface="+mj-lt"/>
                <a:cs typeface="Segoe UI" panose="020B0502040204020203" pitchFamily="34" charset="0"/>
              </a:defRPr>
            </a:lvl7pPr>
            <a:lvl8pPr>
              <a:defRPr sz="1000" b="0" i="0">
                <a:solidFill>
                  <a:schemeClr val="bg1"/>
                </a:solidFill>
                <a:latin typeface="+mj-lt"/>
                <a:cs typeface="Segoe UI" panose="020B0502040204020203" pitchFamily="34" charset="0"/>
              </a:defRPr>
            </a:lvl8pPr>
            <a:lvl9pPr marL="0">
              <a:defRPr sz="1000" b="0" i="0">
                <a:solidFill>
                  <a:schemeClr val="bg1"/>
                </a:solidFill>
                <a:latin typeface="+mj-lt"/>
                <a:cs typeface="Segoe UI" panose="020B0502040204020203" pitchFamily="34" charset="0"/>
              </a:defRPr>
            </a:lvl9pPr>
          </a:lstStyle>
          <a:p>
            <a:pPr indent="-3200400"/>
            <a:endParaRPr lang="en-US"/>
          </a:p>
        </p:txBody>
      </p:sp>
      <p:sp>
        <p:nvSpPr>
          <p:cNvPr id="2" name="Title 1">
            <a:extLst>
              <a:ext uri="{FF2B5EF4-FFF2-40B4-BE49-F238E27FC236}">
                <a16:creationId xmlns:a16="http://schemas.microsoft.com/office/drawing/2014/main" id="{196F23F1-5869-8449-565A-421EC2586840}"/>
              </a:ext>
            </a:extLst>
          </p:cNvPr>
          <p:cNvSpPr>
            <a:spLocks noGrp="1"/>
          </p:cNvSpPr>
          <p:nvPr>
            <p:ph type="title"/>
          </p:nvPr>
        </p:nvSpPr>
        <p:spPr>
          <a:xfrm>
            <a:off x="460376" y="1412875"/>
            <a:ext cx="4889499" cy="2333625"/>
          </a:xfrm>
          <a:prstGeom prst="rect">
            <a:avLst/>
          </a:prstGeom>
        </p:spPr>
        <p:txBody>
          <a:bodyPr anchor="b" anchorCtr="0"/>
          <a:lstStyle>
            <a:lvl1pPr>
              <a:defRPr sz="3200" b="1">
                <a:solidFill>
                  <a:schemeClr val="bg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BF6AE7FF-9AE2-74BF-6F16-DE38E60BA37A}"/>
              </a:ext>
            </a:extLst>
          </p:cNvPr>
          <p:cNvSpPr>
            <a:spLocks noGrp="1"/>
          </p:cNvSpPr>
          <p:nvPr>
            <p:ph type="pic" sz="quarter" idx="22"/>
          </p:nvPr>
        </p:nvSpPr>
        <p:spPr>
          <a:xfrm>
            <a:off x="5572126" y="1152939"/>
            <a:ext cx="4317309" cy="4343400"/>
          </a:xfrm>
          <a:prstGeom prst="rect">
            <a:avLst/>
          </a:prstGeom>
          <a:solidFill>
            <a:schemeClr val="accent2">
              <a:lumMod val="40000"/>
              <a:lumOff val="60000"/>
            </a:schemeClr>
          </a:solidFill>
        </p:spPr>
        <p:txBody>
          <a:bodyPr tIns="1737360"/>
          <a:lstStyle>
            <a:lvl1pPr algn="ctr">
              <a:defRPr b="0" i="0"/>
            </a:lvl1pPr>
          </a:lstStyle>
          <a:p>
            <a:r>
              <a:rPr lang="en-US"/>
              <a:t>Click icon to add picture</a:t>
            </a:r>
          </a:p>
        </p:txBody>
      </p:sp>
      <p:pic>
        <p:nvPicPr>
          <p:cNvPr id="8" name="Picture 7">
            <a:extLst>
              <a:ext uri="{FF2B5EF4-FFF2-40B4-BE49-F238E27FC236}">
                <a16:creationId xmlns:a16="http://schemas.microsoft.com/office/drawing/2014/main" id="{99C39A15-0DF8-9994-72A6-86C1C28A16AA}"/>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460377" y="350432"/>
            <a:ext cx="2330447" cy="487768"/>
          </a:xfrm>
          <a:prstGeom prst="rect">
            <a:avLst/>
          </a:prstGeom>
        </p:spPr>
      </p:pic>
    </p:spTree>
    <p:extLst>
      <p:ext uri="{BB962C8B-B14F-4D97-AF65-F5344CB8AC3E}">
        <p14:creationId xmlns:p14="http://schemas.microsoft.com/office/powerpoint/2010/main" val="253462246"/>
      </p:ext>
    </p:extLst>
  </p:cSld>
  <p:clrMapOvr>
    <a:masterClrMapping/>
  </p:clrMapOvr>
  <p:hf hdr="0"/>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cover_4_two_im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048FDED8-DCD9-3558-37D8-CCBB536FED5D}"/>
              </a:ext>
            </a:extLst>
          </p:cNvPr>
          <p:cNvSpPr>
            <a:spLocks noGrp="1"/>
          </p:cNvSpPr>
          <p:nvPr>
            <p:ph type="pic" sz="quarter" idx="22" hasCustomPrompt="1"/>
          </p:nvPr>
        </p:nvSpPr>
        <p:spPr>
          <a:xfrm>
            <a:off x="5572127" y="1152939"/>
            <a:ext cx="4317308" cy="4343400"/>
          </a:xfrm>
          <a:prstGeom prst="rect">
            <a:avLst/>
          </a:prstGeom>
          <a:solidFill>
            <a:schemeClr val="accent2">
              <a:lumMod val="40000"/>
              <a:lumOff val="60000"/>
            </a:schemeClr>
          </a:solidFill>
        </p:spPr>
        <p:txBody>
          <a:bodyPr tIns="1737360"/>
          <a:lstStyle>
            <a:lvl1pPr algn="ctr">
              <a:defRPr b="0" i="0"/>
            </a:lvl1pPr>
          </a:lstStyle>
          <a:p>
            <a:pPr marL="0" marR="0" lvl="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lang="en-US"/>
              <a:t>Industry/Functional image</a:t>
            </a:r>
          </a:p>
        </p:txBody>
      </p:sp>
      <p:sp>
        <p:nvSpPr>
          <p:cNvPr id="12" name="Text Placeholder 15">
            <a:extLst>
              <a:ext uri="{FF2B5EF4-FFF2-40B4-BE49-F238E27FC236}">
                <a16:creationId xmlns:a16="http://schemas.microsoft.com/office/drawing/2014/main" id="{097141F5-A733-1943-A651-93DADBFA66B0}"/>
              </a:ext>
            </a:extLst>
          </p:cNvPr>
          <p:cNvSpPr>
            <a:spLocks noGrp="1"/>
          </p:cNvSpPr>
          <p:nvPr>
            <p:ph type="body" sz="quarter" idx="19" hasCustomPrompt="1"/>
          </p:nvPr>
        </p:nvSpPr>
        <p:spPr>
          <a:xfrm>
            <a:off x="465137" y="4076700"/>
            <a:ext cx="4885430" cy="1943100"/>
          </a:xfrm>
          <a:prstGeom prst="rect">
            <a:avLst/>
          </a:prstGeom>
        </p:spPr>
        <p:txBody>
          <a:bodyPr tIns="91440" rIns="0" bIns="0" anchor="t" anchorCtr="0"/>
          <a:lstStyle>
            <a:lvl1pPr>
              <a:spcAft>
                <a:spcPts val="0"/>
              </a:spcAft>
              <a:buFontTx/>
              <a:buNone/>
              <a:defRPr sz="15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Subhead</a:t>
            </a:r>
          </a:p>
        </p:txBody>
      </p:sp>
      <p:sp>
        <p:nvSpPr>
          <p:cNvPr id="3" name="Picture Placeholder 4">
            <a:extLst>
              <a:ext uri="{FF2B5EF4-FFF2-40B4-BE49-F238E27FC236}">
                <a16:creationId xmlns:a16="http://schemas.microsoft.com/office/drawing/2014/main" id="{F99506F5-C36B-BDCD-CE02-3F42CD24047A}"/>
              </a:ext>
            </a:extLst>
          </p:cNvPr>
          <p:cNvSpPr>
            <a:spLocks noGrp="1"/>
          </p:cNvSpPr>
          <p:nvPr>
            <p:ph type="pic" sz="quarter" idx="24" hasCustomPrompt="1"/>
          </p:nvPr>
        </p:nvSpPr>
        <p:spPr>
          <a:xfrm>
            <a:off x="10110995" y="2574234"/>
            <a:ext cx="1788490" cy="1779793"/>
          </a:xfrm>
          <a:prstGeom prst="rect">
            <a:avLst/>
          </a:prstGeom>
          <a:solidFill>
            <a:schemeClr val="accent2">
              <a:lumMod val="60000"/>
              <a:lumOff val="40000"/>
            </a:schemeClr>
          </a:solidFill>
        </p:spPr>
        <p:txBody>
          <a:bodyPr tIns="457200"/>
          <a:lstStyle>
            <a:lvl1pPr algn="ctr">
              <a:defRPr b="0" i="0"/>
            </a:lvl1pPr>
          </a:lstStyle>
          <a:p>
            <a:r>
              <a:rPr lang="en-US"/>
              <a:t>Abstract image</a:t>
            </a:r>
          </a:p>
        </p:txBody>
      </p:sp>
      <p:pic>
        <p:nvPicPr>
          <p:cNvPr id="6" name="Picture 5">
            <a:extLst>
              <a:ext uri="{FF2B5EF4-FFF2-40B4-BE49-F238E27FC236}">
                <a16:creationId xmlns:a16="http://schemas.microsoft.com/office/drawing/2014/main" id="{DC409858-A590-A05A-F7E6-371FAFEE5D1F}"/>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460377" y="350432"/>
            <a:ext cx="2330447" cy="487768"/>
          </a:xfrm>
          <a:prstGeom prst="rect">
            <a:avLst/>
          </a:prstGeom>
        </p:spPr>
      </p:pic>
      <p:sp>
        <p:nvSpPr>
          <p:cNvPr id="9" name="Date Placeholder 6">
            <a:extLst>
              <a:ext uri="{FF2B5EF4-FFF2-40B4-BE49-F238E27FC236}">
                <a16:creationId xmlns:a16="http://schemas.microsoft.com/office/drawing/2014/main" id="{A0C19E44-9FDD-32D2-CA44-9C517501348A}"/>
              </a:ext>
            </a:extLst>
          </p:cNvPr>
          <p:cNvSpPr>
            <a:spLocks noGrp="1"/>
          </p:cNvSpPr>
          <p:nvPr>
            <p:ph type="dt" sz="half" idx="21"/>
          </p:nvPr>
        </p:nvSpPr>
        <p:spPr>
          <a:xfrm>
            <a:off x="465137" y="6400800"/>
            <a:ext cx="3602038" cy="166688"/>
          </a:xfrm>
          <a:prstGeom prst="rect">
            <a:avLst/>
          </a:prstGeom>
        </p:spPr>
        <p:txBody>
          <a:bodyPr lIns="0" tIns="0" rIns="0" bIns="0" anchor="b" anchorCtr="0"/>
          <a:lstStyle>
            <a:lvl1pPr>
              <a:defRPr sz="1000" b="0" i="0" cap="all" baseline="0">
                <a:solidFill>
                  <a:schemeClr val="bg1"/>
                </a:solidFill>
                <a:latin typeface="+mn-lt"/>
                <a:cs typeface="Segoe UI" panose="020B0502040204020203" pitchFamily="34" charset="0"/>
              </a:defRPr>
            </a:lvl1pPr>
            <a:lvl2pPr>
              <a:defRPr sz="1000" b="0" i="0">
                <a:solidFill>
                  <a:schemeClr val="bg1"/>
                </a:solidFill>
                <a:latin typeface="+mj-lt"/>
                <a:cs typeface="Segoe UI" panose="020B0502040204020203" pitchFamily="34" charset="0"/>
              </a:defRPr>
            </a:lvl2pPr>
            <a:lvl3pPr>
              <a:defRPr sz="1000" b="0" i="0">
                <a:solidFill>
                  <a:schemeClr val="bg1"/>
                </a:solidFill>
                <a:latin typeface="+mj-lt"/>
                <a:cs typeface="Segoe UI" panose="020B0502040204020203" pitchFamily="34" charset="0"/>
              </a:defRPr>
            </a:lvl3pPr>
            <a:lvl4pPr>
              <a:defRPr sz="1000" b="0" i="0">
                <a:solidFill>
                  <a:schemeClr val="bg1"/>
                </a:solidFill>
                <a:latin typeface="+mj-lt"/>
                <a:cs typeface="Segoe UI" panose="020B0502040204020203" pitchFamily="34" charset="0"/>
              </a:defRPr>
            </a:lvl4pPr>
            <a:lvl5pPr>
              <a:defRPr sz="1000" b="0" i="0">
                <a:solidFill>
                  <a:schemeClr val="bg1"/>
                </a:solidFill>
                <a:latin typeface="+mj-lt"/>
                <a:cs typeface="Segoe UI" panose="020B0502040204020203" pitchFamily="34" charset="0"/>
              </a:defRPr>
            </a:lvl5pPr>
            <a:lvl6pPr>
              <a:defRPr sz="1000" b="0" i="0">
                <a:solidFill>
                  <a:schemeClr val="bg1"/>
                </a:solidFill>
                <a:latin typeface="+mj-lt"/>
                <a:cs typeface="Segoe UI" panose="020B0502040204020203" pitchFamily="34" charset="0"/>
              </a:defRPr>
            </a:lvl6pPr>
            <a:lvl7pPr>
              <a:defRPr sz="1000" b="0" i="0">
                <a:solidFill>
                  <a:schemeClr val="bg1"/>
                </a:solidFill>
                <a:latin typeface="+mj-lt"/>
                <a:cs typeface="Segoe UI" panose="020B0502040204020203" pitchFamily="34" charset="0"/>
              </a:defRPr>
            </a:lvl7pPr>
            <a:lvl8pPr>
              <a:defRPr sz="1000" b="0" i="0">
                <a:solidFill>
                  <a:schemeClr val="bg1"/>
                </a:solidFill>
                <a:latin typeface="+mj-lt"/>
                <a:cs typeface="Segoe UI" panose="020B0502040204020203" pitchFamily="34" charset="0"/>
              </a:defRPr>
            </a:lvl8pPr>
            <a:lvl9pPr marL="0">
              <a:defRPr sz="1000" b="0" i="0">
                <a:solidFill>
                  <a:schemeClr val="bg1"/>
                </a:solidFill>
                <a:latin typeface="+mj-lt"/>
                <a:cs typeface="Segoe UI" panose="020B0502040204020203" pitchFamily="34" charset="0"/>
              </a:defRPr>
            </a:lvl9pPr>
          </a:lstStyle>
          <a:p>
            <a:pPr indent="-3200400"/>
            <a:endParaRPr lang="en-US"/>
          </a:p>
        </p:txBody>
      </p:sp>
      <p:sp>
        <p:nvSpPr>
          <p:cNvPr id="11" name="Title 1">
            <a:extLst>
              <a:ext uri="{FF2B5EF4-FFF2-40B4-BE49-F238E27FC236}">
                <a16:creationId xmlns:a16="http://schemas.microsoft.com/office/drawing/2014/main" id="{9244323D-D055-BCD3-DE22-B0A344D2BF9E}"/>
              </a:ext>
            </a:extLst>
          </p:cNvPr>
          <p:cNvSpPr>
            <a:spLocks noGrp="1"/>
          </p:cNvSpPr>
          <p:nvPr>
            <p:ph type="title"/>
          </p:nvPr>
        </p:nvSpPr>
        <p:spPr>
          <a:xfrm>
            <a:off x="460376" y="1412875"/>
            <a:ext cx="4889985" cy="2333625"/>
          </a:xfrm>
          <a:prstGeom prst="rect">
            <a:avLst/>
          </a:prstGeom>
        </p:spPr>
        <p:txBody>
          <a:bodyPr anchor="b" anchorCtr="0"/>
          <a:lstStyle>
            <a:lvl1pPr>
              <a:defRPr sz="3200" b="1">
                <a:solidFill>
                  <a:schemeClr val="bg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963EF1FF-C264-2760-38A0-BB33456CC32B}"/>
              </a:ext>
            </a:extLst>
          </p:cNvPr>
          <p:cNvSpPr>
            <a:spLocks noGrp="1"/>
          </p:cNvSpPr>
          <p:nvPr>
            <p:ph type="body" sz="quarter" idx="25" hasCustomPrompt="1"/>
          </p:nvPr>
        </p:nvSpPr>
        <p:spPr>
          <a:xfrm flipH="1">
            <a:off x="9484277" y="3825875"/>
            <a:ext cx="1488523" cy="1463067"/>
          </a:xfrm>
          <a:prstGeom prst="rect">
            <a:avLst/>
          </a:prstGeom>
          <a:blipFill>
            <a:blip r:embed="rId4"/>
            <a:stretch>
              <a:fillRect/>
            </a:stretch>
          </a:blipFill>
        </p:spPr>
        <p:txBody>
          <a:bodyPr/>
          <a:lstStyle>
            <a:lvl1pPr>
              <a:defRPr b="0" i="0"/>
            </a:lvl1pPr>
          </a:lstStyle>
          <a:p>
            <a:pPr lvl="0"/>
            <a:r>
              <a:rPr lang="en-US"/>
              <a:t> </a:t>
            </a:r>
          </a:p>
        </p:txBody>
      </p:sp>
    </p:spTree>
    <p:extLst>
      <p:ext uri="{BB962C8B-B14F-4D97-AF65-F5344CB8AC3E}">
        <p14:creationId xmlns:p14="http://schemas.microsoft.com/office/powerpoint/2010/main" val="2919671440"/>
      </p:ext>
    </p:extLst>
  </p:cSld>
  <p:clrMapOvr>
    <a:masterClrMapping/>
  </p:clrMapOvr>
  <p:hf hdr="0"/>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agenda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972B6A5-01FD-899A-FA5B-50AED31DFBE5}"/>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ECAE3597-928B-CB48-EED1-29B1135F105F}"/>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1368B83A-3779-569C-36A3-CDD67449E482}"/>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0" name="Picture Placeholder 4">
            <a:extLst>
              <a:ext uri="{FF2B5EF4-FFF2-40B4-BE49-F238E27FC236}">
                <a16:creationId xmlns:a16="http://schemas.microsoft.com/office/drawing/2014/main" id="{1FB5A361-F9DC-DE5A-6274-208702766B8E}"/>
              </a:ext>
            </a:extLst>
          </p:cNvPr>
          <p:cNvSpPr>
            <a:spLocks noGrp="1"/>
          </p:cNvSpPr>
          <p:nvPr>
            <p:ph type="pic" sz="quarter" idx="22"/>
          </p:nvPr>
        </p:nvSpPr>
        <p:spPr>
          <a:xfrm>
            <a:off x="6248400" y="1508125"/>
            <a:ext cx="4470400" cy="4473575"/>
          </a:xfrm>
          <a:prstGeom prst="rect">
            <a:avLst/>
          </a:prstGeom>
          <a:solidFill>
            <a:schemeClr val="accent2">
              <a:lumMod val="40000"/>
              <a:lumOff val="60000"/>
            </a:schemeClr>
          </a:solidFill>
        </p:spPr>
        <p:txBody>
          <a:bodyPr tIns="1737360"/>
          <a:lstStyle>
            <a:lvl1pPr algn="ctr">
              <a:defRPr b="0" i="0"/>
            </a:lvl1pPr>
          </a:lstStyle>
          <a:p>
            <a:r>
              <a:rPr lang="en-US"/>
              <a:t>Click icon to add picture</a:t>
            </a:r>
          </a:p>
        </p:txBody>
      </p:sp>
      <p:sp>
        <p:nvSpPr>
          <p:cNvPr id="5" name="Text Placeholder 3">
            <a:extLst>
              <a:ext uri="{FF2B5EF4-FFF2-40B4-BE49-F238E27FC236}">
                <a16:creationId xmlns:a16="http://schemas.microsoft.com/office/drawing/2014/main" id="{25FBCF55-BB8C-ECD8-868D-78FE6035F732}"/>
              </a:ext>
            </a:extLst>
          </p:cNvPr>
          <p:cNvSpPr>
            <a:spLocks noGrp="1"/>
          </p:cNvSpPr>
          <p:nvPr>
            <p:ph type="body" sz="quarter" idx="34" hasCustomPrompt="1"/>
          </p:nvPr>
        </p:nvSpPr>
        <p:spPr>
          <a:xfrm>
            <a:off x="460375" y="1508125"/>
            <a:ext cx="789691" cy="4511674"/>
          </a:xfrm>
          <a:prstGeom prst="rect">
            <a:avLst/>
          </a:prstGeom>
          <a:ln>
            <a:noFill/>
          </a:ln>
        </p:spPr>
        <p:txBody>
          <a:bodyPr tIns="0" anchor="ctr" anchorCtr="0"/>
          <a:lstStyle>
            <a:lvl1pPr>
              <a:lnSpc>
                <a:spcPct val="100000"/>
              </a:lnSpc>
              <a:spcBef>
                <a:spcPts val="0"/>
              </a:spcBef>
              <a:spcAft>
                <a:spcPts val="700"/>
              </a:spcAft>
              <a:defRPr sz="3600" b="1" i="0">
                <a:ln w="12700">
                  <a:noFill/>
                </a:ln>
                <a:solidFill>
                  <a:schemeClr val="accent1"/>
                </a:solidFill>
                <a:latin typeface="+mn-lt"/>
              </a:defRPr>
            </a:lvl1pPr>
            <a:lvl2pPr>
              <a:lnSpc>
                <a:spcPct val="100000"/>
              </a:lnSpc>
              <a:spcBef>
                <a:spcPts val="0"/>
              </a:spcBef>
              <a:spcAft>
                <a:spcPts val="700"/>
              </a:spcAft>
              <a:defRPr sz="3600" b="1" i="0" spc="0">
                <a:ln w="12700">
                  <a:noFill/>
                </a:ln>
                <a:solidFill>
                  <a:schemeClr val="accent1"/>
                </a:solidFill>
                <a:latin typeface="+mn-lt"/>
                <a:cs typeface="Calibri" panose="020F0502020204030204" pitchFamily="34" charset="0"/>
              </a:defRPr>
            </a:lvl2pPr>
            <a:lvl3pPr>
              <a:lnSpc>
                <a:spcPct val="100000"/>
              </a:lnSpc>
              <a:spcBef>
                <a:spcPts val="0"/>
              </a:spcBef>
              <a:spcAft>
                <a:spcPts val="700"/>
              </a:spcAft>
              <a:buNone/>
              <a:defRPr sz="3600" b="1" i="0">
                <a:ln w="12700">
                  <a:noFill/>
                </a:ln>
                <a:solidFill>
                  <a:schemeClr val="accent1"/>
                </a:solidFill>
                <a:latin typeface="+mn-lt"/>
                <a:cs typeface="Calibri" panose="020F0502020204030204" pitchFamily="34" charset="0"/>
              </a:defRPr>
            </a:lvl3pPr>
            <a:lvl4pPr marL="0">
              <a:lnSpc>
                <a:spcPct val="100000"/>
              </a:lnSpc>
              <a:spcBef>
                <a:spcPts val="0"/>
              </a:spcBef>
              <a:spcAft>
                <a:spcPts val="700"/>
              </a:spcAft>
              <a:buNone/>
              <a:defRPr sz="3600" b="1" i="0">
                <a:ln w="12700">
                  <a:noFill/>
                </a:ln>
                <a:solidFill>
                  <a:schemeClr val="accent1"/>
                </a:solidFill>
                <a:latin typeface="+mn-lt"/>
                <a:cs typeface="Calibri" panose="020F0502020204030204" pitchFamily="34" charset="0"/>
              </a:defRPr>
            </a:lvl4pPr>
            <a:lvl5pPr marL="0">
              <a:lnSpc>
                <a:spcPct val="100000"/>
              </a:lnSpc>
              <a:spcBef>
                <a:spcPts val="0"/>
              </a:spcBef>
              <a:spcAft>
                <a:spcPts val="700"/>
              </a:spcAft>
              <a:buNone/>
              <a:defRPr sz="3600" b="1" i="0">
                <a:ln w="12700">
                  <a:noFill/>
                </a:ln>
                <a:solidFill>
                  <a:schemeClr val="accent1"/>
                </a:solidFill>
                <a:latin typeface="+mn-lt"/>
                <a:cs typeface="Calibri" panose="020F0502020204030204" pitchFamily="34" charset="0"/>
              </a:defRPr>
            </a:lvl5pPr>
            <a:lvl6pPr>
              <a:lnSpc>
                <a:spcPct val="100000"/>
              </a:lnSpc>
              <a:spcAft>
                <a:spcPts val="700"/>
              </a:spcAft>
              <a:buNone/>
              <a:defRPr sz="3600" b="1">
                <a:ln w="12700">
                  <a:noFill/>
                </a:ln>
                <a:solidFill>
                  <a:schemeClr val="accent1"/>
                </a:solidFill>
                <a:latin typeface="+mn-lt"/>
                <a:cs typeface="Calibri" panose="020F0502020204030204" pitchFamily="34" charset="0"/>
              </a:defRPr>
            </a:lvl6pPr>
            <a:lvl7pPr marL="0">
              <a:lnSpc>
                <a:spcPct val="100000"/>
              </a:lnSpc>
              <a:spcAft>
                <a:spcPts val="700"/>
              </a:spcAft>
              <a:buNone/>
              <a:defRPr sz="3600" b="1">
                <a:ln w="12700">
                  <a:noFill/>
                </a:ln>
                <a:solidFill>
                  <a:schemeClr val="accent1"/>
                </a:solidFill>
                <a:latin typeface="+mn-lt"/>
                <a:cs typeface="Calibri" panose="020F0502020204030204" pitchFamily="34" charset="0"/>
              </a:defRPr>
            </a:lvl7pPr>
            <a:lvl8pPr marL="0">
              <a:lnSpc>
                <a:spcPct val="100000"/>
              </a:lnSpc>
              <a:spcAft>
                <a:spcPts val="700"/>
              </a:spcAft>
              <a:buNone/>
              <a:defRPr sz="3600" b="1">
                <a:ln w="12700">
                  <a:noFill/>
                </a:ln>
                <a:solidFill>
                  <a:schemeClr val="accent1"/>
                </a:solidFill>
                <a:latin typeface="+mn-lt"/>
                <a:cs typeface="Calibri" panose="020F0502020204030204" pitchFamily="34" charset="0"/>
              </a:defRPr>
            </a:lvl8pPr>
            <a:lvl9pPr>
              <a:lnSpc>
                <a:spcPct val="100000"/>
              </a:lnSpc>
              <a:spcAft>
                <a:spcPts val="700"/>
              </a:spcAft>
              <a:defRPr sz="3600" b="1">
                <a:ln w="12700">
                  <a:noFill/>
                </a:ln>
                <a:solidFill>
                  <a:schemeClr val="accent1"/>
                </a:solidFill>
                <a:latin typeface="+mn-lt"/>
                <a:cs typeface="Calibri" panose="020F0502020204030204" pitchFamily="34" charset="0"/>
              </a:defRPr>
            </a:lvl9pPr>
          </a:lstStyle>
          <a:p>
            <a:pPr lvl="0"/>
            <a:r>
              <a:rPr lang="en-US"/>
              <a:t>01</a:t>
            </a:r>
          </a:p>
          <a:p>
            <a:pPr lvl="0"/>
            <a:r>
              <a:rPr lang="en-US"/>
              <a:t>02</a:t>
            </a:r>
          </a:p>
          <a:p>
            <a:pPr lvl="0"/>
            <a:r>
              <a:rPr lang="en-US"/>
              <a:t>03</a:t>
            </a:r>
          </a:p>
          <a:p>
            <a:pPr lvl="0"/>
            <a:r>
              <a:rPr lang="en-US"/>
              <a:t>04</a:t>
            </a:r>
          </a:p>
          <a:p>
            <a:pPr lvl="0"/>
            <a:r>
              <a:rPr lang="en-US"/>
              <a:t>05</a:t>
            </a:r>
          </a:p>
          <a:p>
            <a:pPr lvl="0"/>
            <a:r>
              <a:rPr lang="en-US"/>
              <a:t>06</a:t>
            </a:r>
          </a:p>
          <a:p>
            <a:pPr lvl="0"/>
            <a:r>
              <a:rPr lang="en-US"/>
              <a:t>07</a:t>
            </a:r>
          </a:p>
        </p:txBody>
      </p:sp>
      <p:sp>
        <p:nvSpPr>
          <p:cNvPr id="3" name="Rectangle 2">
            <a:extLst>
              <a:ext uri="{FF2B5EF4-FFF2-40B4-BE49-F238E27FC236}">
                <a16:creationId xmlns:a16="http://schemas.microsoft.com/office/drawing/2014/main" id="{F9D3A198-41C5-A389-D58D-6067B66B5EE8}"/>
              </a:ext>
            </a:extLst>
          </p:cNvPr>
          <p:cNvSpPr>
            <a:spLocks noGrp="1" noRot="1" noMove="1" noResize="1" noEditPoints="1" noAdjustHandles="1" noChangeArrowheads="1" noChangeShapeType="1"/>
          </p:cNvSpPr>
          <p:nvPr userDrawn="1"/>
        </p:nvSpPr>
        <p:spPr bwMode="auto">
          <a:xfrm>
            <a:off x="300446" y="966651"/>
            <a:ext cx="2050868" cy="195943"/>
          </a:xfrm>
          <a:prstGeom prst="rect">
            <a:avLst/>
          </a:prstGeom>
          <a:solidFill>
            <a:schemeClr val="bg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 name="Title 2">
            <a:extLst>
              <a:ext uri="{FF2B5EF4-FFF2-40B4-BE49-F238E27FC236}">
                <a16:creationId xmlns:a16="http://schemas.microsoft.com/office/drawing/2014/main" id="{92DD1241-B542-4023-F74B-C762BE058065}"/>
              </a:ext>
            </a:extLst>
          </p:cNvPr>
          <p:cNvSpPr>
            <a:spLocks noGrp="1"/>
          </p:cNvSpPr>
          <p:nvPr>
            <p:ph type="title" hasCustomPrompt="1"/>
          </p:nvPr>
        </p:nvSpPr>
        <p:spPr>
          <a:xfrm>
            <a:off x="460372" y="556953"/>
            <a:ext cx="11268077" cy="855922"/>
          </a:xfrm>
          <a:prstGeom prst="rect">
            <a:avLst/>
          </a:prstGeom>
        </p:spPr>
        <p:txBody>
          <a:bodyPr/>
          <a:lstStyle>
            <a:lvl1pPr>
              <a:defRPr sz="2200"/>
            </a:lvl1pPr>
          </a:lstStyle>
          <a:p>
            <a:r>
              <a:rPr lang="en-US"/>
              <a:t>Click to edit Agenda/Contents Title</a:t>
            </a:r>
          </a:p>
        </p:txBody>
      </p:sp>
      <p:sp>
        <p:nvSpPr>
          <p:cNvPr id="13" name="Content Placeholder 7">
            <a:extLst>
              <a:ext uri="{FF2B5EF4-FFF2-40B4-BE49-F238E27FC236}">
                <a16:creationId xmlns:a16="http://schemas.microsoft.com/office/drawing/2014/main" id="{2EBB998A-4A7F-95A1-ABAB-78ABF3E6EAAD}"/>
              </a:ext>
            </a:extLst>
          </p:cNvPr>
          <p:cNvSpPr>
            <a:spLocks noGrp="1"/>
          </p:cNvSpPr>
          <p:nvPr>
            <p:ph sz="quarter" idx="20" hasCustomPrompt="1"/>
          </p:nvPr>
        </p:nvSpPr>
        <p:spPr>
          <a:xfrm>
            <a:off x="1250065" y="1508125"/>
            <a:ext cx="4174689" cy="4511673"/>
          </a:xfrm>
          <a:prstGeom prst="rect">
            <a:avLst/>
          </a:prstGeom>
        </p:spPr>
        <p:txBody>
          <a:bodyPr anchor="ctr"/>
          <a:lstStyle>
            <a:lvl1pPr>
              <a:spcAft>
                <a:spcPts val="2900"/>
              </a:spcAft>
              <a:defRPr sz="1800" b="1" i="0"/>
            </a:lvl1pPr>
            <a:lvl2pPr marL="295275" indent="-285750">
              <a:spcAft>
                <a:spcPts val="2900"/>
              </a:spcAft>
              <a:buFont typeface="Arial" panose="020B0604020202020204" pitchFamily="34" charset="0"/>
              <a:buChar char="•"/>
              <a:tabLst/>
              <a:defRPr sz="1800" b="1" i="0"/>
            </a:lvl2pPr>
            <a:lvl3pPr marL="635000" indent="-287338">
              <a:spcAft>
                <a:spcPts val="2900"/>
              </a:spcAft>
              <a:tabLst/>
              <a:defRPr sz="1800" b="1" i="0"/>
            </a:lvl3pPr>
            <a:lvl4pPr marL="971550" indent="-285750">
              <a:spcAft>
                <a:spcPts val="2900"/>
              </a:spcAft>
              <a:tabLst/>
              <a:defRPr sz="1800" b="1" i="0"/>
            </a:lvl4pPr>
            <a:lvl5pPr marL="1320800" indent="-287338">
              <a:spcAft>
                <a:spcPts val="2900"/>
              </a:spcAft>
              <a:tabLst/>
              <a:defRPr sz="1800" b="1" i="0"/>
            </a:lvl5pPr>
            <a:lvl6pPr marL="1658938" indent="-287338">
              <a:spcAft>
                <a:spcPts val="2900"/>
              </a:spcAft>
              <a:tabLst/>
              <a:defRPr sz="1800" b="1"/>
            </a:lvl6pPr>
            <a:lvl7pPr marL="2006600" indent="-287338">
              <a:spcAft>
                <a:spcPts val="2900"/>
              </a:spcAft>
              <a:tabLst/>
              <a:defRPr sz="1800" b="1"/>
            </a:lvl7pPr>
            <a:lvl8pPr marL="2344738" indent="-266700">
              <a:tabLst/>
              <a:defRPr/>
            </a:lvl8pPr>
            <a:lvl9pPr marL="2692400" indent="-285750">
              <a:tabLst/>
              <a:defRPr/>
            </a:lvl9pPr>
          </a:lstStyle>
          <a:p>
            <a:pPr lvl="0"/>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a:p>
            <a:pPr marL="9525" marR="0" lvl="0" indent="0" algn="l" defTabSz="914400" rtl="0" eaLnBrk="1" fontAlgn="auto" latinLnBrk="0" hangingPunct="1">
              <a:lnSpc>
                <a:spcPct val="100000"/>
              </a:lnSpc>
              <a:spcBef>
                <a:spcPts val="0"/>
              </a:spcBef>
              <a:spcAft>
                <a:spcPts val="2900"/>
              </a:spcAft>
              <a:buClrTx/>
              <a:buSzTx/>
              <a:buFont typeface="Arial" panose="020B0604020202020204" pitchFamily="34" charset="0"/>
              <a:buNone/>
              <a:tabLst/>
              <a:defRPr/>
            </a:pPr>
            <a:r>
              <a:rPr lang="en-US"/>
              <a:t>Edit Master text styles</a:t>
            </a:r>
          </a:p>
        </p:txBody>
      </p:sp>
      <p:sp>
        <p:nvSpPr>
          <p:cNvPr id="8" name="Text Placeholder 9">
            <a:extLst>
              <a:ext uri="{FF2B5EF4-FFF2-40B4-BE49-F238E27FC236}">
                <a16:creationId xmlns:a16="http://schemas.microsoft.com/office/drawing/2014/main" id="{CD71F599-75FF-0AEF-010B-B70DBAA7A833}"/>
              </a:ext>
            </a:extLst>
          </p:cNvPr>
          <p:cNvSpPr>
            <a:spLocks noGrp="1"/>
          </p:cNvSpPr>
          <p:nvPr>
            <p:ph type="body" sz="quarter" idx="26" hasCustomPrompt="1"/>
          </p:nvPr>
        </p:nvSpPr>
        <p:spPr>
          <a:xfrm flipH="1" flipV="1">
            <a:off x="364794" y="855203"/>
            <a:ext cx="1381456" cy="192234"/>
          </a:xfrm>
          <a:prstGeom prst="rect">
            <a:avLst/>
          </a:prstGeom>
          <a:blipFill dpi="0" rotWithShape="0">
            <a:blip r:embed="rId4" cstate="print">
              <a:extLst>
                <a:ext uri="{28A0092B-C50C-407E-A947-70E740481C1C}">
                  <a14:useLocalDpi xmlns:a14="http://schemas.microsoft.com/office/drawing/2010/main"/>
                </a:ext>
              </a:extLst>
            </a:blip>
            <a:srcRect/>
            <a:stretch>
              <a:fillRect/>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1215900527"/>
      </p:ext>
    </p:extLst>
  </p:cSld>
  <p:clrMapOvr>
    <a:masterClrMapping/>
  </p:clrMapOvr>
  <p:hf hdr="0"/>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agenda_2">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4836E44-27EF-D8DB-2ACB-DE3980E63D82}"/>
              </a:ext>
            </a:extLst>
          </p:cNvPr>
          <p:cNvSpPr>
            <a:spLocks noGrp="1" noRot="1" noMove="1" noResize="1" noEditPoints="1" noAdjustHandles="1" noChangeArrowheads="1" noChangeShapeType="1"/>
          </p:cNvSpPr>
          <p:nvPr userDrawn="1"/>
        </p:nvSpPr>
        <p:spPr bwMode="auto">
          <a:xfrm>
            <a:off x="300446" y="966651"/>
            <a:ext cx="2050868" cy="195943"/>
          </a:xfrm>
          <a:prstGeom prst="rect">
            <a:avLst/>
          </a:prstGeom>
          <a:solidFill>
            <a:schemeClr val="bg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 name="Rectangle 6">
            <a:extLst>
              <a:ext uri="{FF2B5EF4-FFF2-40B4-BE49-F238E27FC236}">
                <a16:creationId xmlns:a16="http://schemas.microsoft.com/office/drawing/2014/main" id="{2FBA661D-36AF-0575-B525-6804A0045D53}"/>
              </a:ext>
            </a:extLst>
          </p:cNvPr>
          <p:cNvSpPr/>
          <p:nvPr userDrawn="1"/>
        </p:nvSpPr>
        <p:spPr bwMode="auto">
          <a:xfrm>
            <a:off x="0" y="0"/>
            <a:ext cx="3935767" cy="6858000"/>
          </a:xfrm>
          <a:prstGeom prst="rect">
            <a:avLst/>
          </a:prstGeom>
          <a:solidFill>
            <a:schemeClr val="tx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 name="Footer Placeholder 3">
            <a:extLst>
              <a:ext uri="{FF2B5EF4-FFF2-40B4-BE49-F238E27FC236}">
                <a16:creationId xmlns:a16="http://schemas.microsoft.com/office/drawing/2014/main" id="{F972B6A5-01FD-899A-FA5B-50AED31DFBE5}"/>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ECAE3597-928B-CB48-EED1-29B1135F105F}"/>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1368B83A-3779-569C-36A3-CDD67449E48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0" name="Picture Placeholder 4">
            <a:extLst>
              <a:ext uri="{FF2B5EF4-FFF2-40B4-BE49-F238E27FC236}">
                <a16:creationId xmlns:a16="http://schemas.microsoft.com/office/drawing/2014/main" id="{1FB5A361-F9DC-DE5A-6274-208702766B8E}"/>
              </a:ext>
            </a:extLst>
          </p:cNvPr>
          <p:cNvSpPr>
            <a:spLocks noGrp="1"/>
          </p:cNvSpPr>
          <p:nvPr>
            <p:ph type="pic" sz="quarter" idx="22"/>
          </p:nvPr>
        </p:nvSpPr>
        <p:spPr>
          <a:xfrm>
            <a:off x="610669" y="1508125"/>
            <a:ext cx="3913550" cy="3916330"/>
          </a:xfrm>
          <a:prstGeom prst="rect">
            <a:avLst/>
          </a:prstGeom>
          <a:solidFill>
            <a:schemeClr val="accent2">
              <a:lumMod val="40000"/>
              <a:lumOff val="60000"/>
            </a:schemeClr>
          </a:solidFill>
        </p:spPr>
        <p:txBody>
          <a:bodyPr tIns="1737360"/>
          <a:lstStyle>
            <a:lvl1pPr algn="ctr">
              <a:defRPr b="0" i="0"/>
            </a:lvl1pPr>
          </a:lstStyle>
          <a:p>
            <a:r>
              <a:rPr lang="en-US"/>
              <a:t>Click icon to add picture</a:t>
            </a:r>
          </a:p>
        </p:txBody>
      </p:sp>
      <p:sp>
        <p:nvSpPr>
          <p:cNvPr id="13" name="Title 2">
            <a:extLst>
              <a:ext uri="{FF2B5EF4-FFF2-40B4-BE49-F238E27FC236}">
                <a16:creationId xmlns:a16="http://schemas.microsoft.com/office/drawing/2014/main" id="{439BE691-B1BB-8E34-2EA4-D0406BCBF408}"/>
              </a:ext>
            </a:extLst>
          </p:cNvPr>
          <p:cNvSpPr>
            <a:spLocks noGrp="1"/>
          </p:cNvSpPr>
          <p:nvPr>
            <p:ph type="title" hasCustomPrompt="1"/>
          </p:nvPr>
        </p:nvSpPr>
        <p:spPr>
          <a:xfrm>
            <a:off x="5168648" y="556953"/>
            <a:ext cx="6559800" cy="855922"/>
          </a:xfrm>
          <a:prstGeom prst="rect">
            <a:avLst/>
          </a:prstGeom>
        </p:spPr>
        <p:txBody>
          <a:bodyPr/>
          <a:lstStyle>
            <a:lvl1pPr>
              <a:defRPr sz="2200"/>
            </a:lvl1pPr>
          </a:lstStyle>
          <a:p>
            <a:r>
              <a:rPr lang="en-US"/>
              <a:t>Click to edit Agenda/Contents Title</a:t>
            </a:r>
          </a:p>
        </p:txBody>
      </p:sp>
      <p:sp>
        <p:nvSpPr>
          <p:cNvPr id="14" name="Content Placeholder 7">
            <a:extLst>
              <a:ext uri="{FF2B5EF4-FFF2-40B4-BE49-F238E27FC236}">
                <a16:creationId xmlns:a16="http://schemas.microsoft.com/office/drawing/2014/main" id="{501FEA8E-002C-6C24-1D7D-8DE43490479E}"/>
              </a:ext>
            </a:extLst>
          </p:cNvPr>
          <p:cNvSpPr>
            <a:spLocks noGrp="1"/>
          </p:cNvSpPr>
          <p:nvPr>
            <p:ph sz="quarter" idx="20" hasCustomPrompt="1"/>
          </p:nvPr>
        </p:nvSpPr>
        <p:spPr>
          <a:xfrm>
            <a:off x="5168649" y="1508125"/>
            <a:ext cx="6559800" cy="4511673"/>
          </a:xfrm>
          <a:prstGeom prst="rect">
            <a:avLst/>
          </a:prstGeom>
        </p:spPr>
        <p:txBody>
          <a:bodyPr anchor="t"/>
          <a:lstStyle>
            <a:lvl1pPr>
              <a:spcAft>
                <a:spcPts val="1200"/>
              </a:spcAft>
              <a:defRPr sz="1800" b="1" i="0"/>
            </a:lvl1pPr>
            <a:lvl2pPr marL="295275" indent="-285750">
              <a:spcAft>
                <a:spcPts val="1200"/>
              </a:spcAft>
              <a:buFont typeface="Arial" panose="020B0604020202020204" pitchFamily="34" charset="0"/>
              <a:buChar char="•"/>
              <a:tabLst/>
              <a:defRPr sz="1800" b="1" i="0"/>
            </a:lvl2pPr>
            <a:lvl3pPr marL="635000" indent="-287338">
              <a:spcAft>
                <a:spcPts val="1200"/>
              </a:spcAft>
              <a:tabLst/>
              <a:defRPr sz="1800" b="1" i="0"/>
            </a:lvl3pPr>
            <a:lvl4pPr marL="971550" indent="-285750">
              <a:spcAft>
                <a:spcPts val="1200"/>
              </a:spcAft>
              <a:tabLst/>
              <a:defRPr sz="1800" b="1" i="0"/>
            </a:lvl4pPr>
            <a:lvl5pPr marL="1320800" indent="-287338">
              <a:spcAft>
                <a:spcPts val="1200"/>
              </a:spcAft>
              <a:tabLst/>
              <a:defRPr sz="1800" b="1" i="0"/>
            </a:lvl5pPr>
            <a:lvl6pPr marL="1658938" indent="-287338">
              <a:spcAft>
                <a:spcPts val="1200"/>
              </a:spcAft>
              <a:tabLst/>
              <a:defRPr sz="1800" b="1"/>
            </a:lvl6pPr>
            <a:lvl7pPr marL="2006600" indent="-287338">
              <a:spcAft>
                <a:spcPts val="1200"/>
              </a:spcAft>
              <a:tabLst/>
              <a:defRPr sz="1800" b="1"/>
            </a:lvl7pPr>
            <a:lvl8pPr marL="2344738" indent="-266700">
              <a:tabLst/>
              <a:defRPr/>
            </a:lvl8pPr>
            <a:lvl9pPr marL="2692400" indent="-285750">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9">
            <a:extLst>
              <a:ext uri="{FF2B5EF4-FFF2-40B4-BE49-F238E27FC236}">
                <a16:creationId xmlns:a16="http://schemas.microsoft.com/office/drawing/2014/main" id="{5AC43BAF-6C08-503E-AB09-63A6DE719E03}"/>
              </a:ext>
            </a:extLst>
          </p:cNvPr>
          <p:cNvSpPr>
            <a:spLocks noGrp="1"/>
          </p:cNvSpPr>
          <p:nvPr>
            <p:ph type="body" sz="quarter" idx="26" hasCustomPrompt="1"/>
          </p:nvPr>
        </p:nvSpPr>
        <p:spPr>
          <a:xfrm flipH="1" flipV="1">
            <a:off x="5020644" y="857796"/>
            <a:ext cx="1381456" cy="192234"/>
          </a:xfrm>
          <a:prstGeom prst="rect">
            <a:avLst/>
          </a:prstGeom>
          <a:blipFill dpi="0" rotWithShape="0">
            <a:blip r:embed="rId3" cstate="print">
              <a:extLst>
                <a:ext uri="{28A0092B-C50C-407E-A947-70E740481C1C}">
                  <a14:useLocalDpi xmlns:a14="http://schemas.microsoft.com/office/drawing/2010/main"/>
                </a:ext>
              </a:extLst>
            </a:blip>
            <a:srcRect/>
            <a:stretch>
              <a:fillRect/>
            </a:stretch>
          </a:blipFill>
        </p:spPr>
        <p:txBody>
          <a:bodyPr/>
          <a:lstStyle>
            <a:lvl1pPr>
              <a:defRPr sz="2800" b="0" i="0"/>
            </a:lvl1pPr>
          </a:lstStyle>
          <a:p>
            <a:pPr lvl="0"/>
            <a:r>
              <a:rPr lang="en-US"/>
              <a:t> </a:t>
            </a:r>
          </a:p>
        </p:txBody>
      </p:sp>
      <p:pic>
        <p:nvPicPr>
          <p:cNvPr id="8" name="Picture 7">
            <a:extLst>
              <a:ext uri="{FF2B5EF4-FFF2-40B4-BE49-F238E27FC236}">
                <a16:creationId xmlns:a16="http://schemas.microsoft.com/office/drawing/2014/main" id="{F6EE3324-F78B-080E-CEED-7AF10A908BF8}"/>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a:xfrm>
            <a:off x="460378" y="6325375"/>
            <a:ext cx="1457322" cy="305021"/>
          </a:xfrm>
          <a:prstGeom prst="rect">
            <a:avLst/>
          </a:prstGeom>
        </p:spPr>
      </p:pic>
    </p:spTree>
    <p:extLst>
      <p:ext uri="{BB962C8B-B14F-4D97-AF65-F5344CB8AC3E}">
        <p14:creationId xmlns:p14="http://schemas.microsoft.com/office/powerpoint/2010/main" val="2071811743"/>
      </p:ext>
    </p:extLst>
  </p:cSld>
  <p:clrMapOvr>
    <a:masterClrMapping/>
  </p:clrMapOvr>
  <p:hf hdr="0"/>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ntent_1co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F281B9B0-919B-7605-4D45-9E1F54B94E3A}"/>
              </a:ext>
            </a:extLst>
          </p:cNvPr>
          <p:cNvSpPr>
            <a:spLocks noGrp="1"/>
          </p:cNvSpPr>
          <p:nvPr>
            <p:ph idx="1" hasCustomPrompt="1"/>
          </p:nvPr>
        </p:nvSpPr>
        <p:spPr>
          <a:xfrm>
            <a:off x="460372" y="1770063"/>
            <a:ext cx="11268074" cy="4249738"/>
          </a:xfrm>
          <a:prstGeom prst="rect">
            <a:avLst/>
          </a:prstGeom>
        </p:spPr>
        <p:txBody>
          <a:bodyPr vert="horz" lIns="0" tIns="0" rIns="0" bIns="0" rtlCol="0">
            <a:noAutofit/>
          </a:bodyPr>
          <a:lstStyle>
            <a:lvl1pPr>
              <a:spcAft>
                <a:spcPts val="600"/>
              </a:spcAft>
              <a:defRPr/>
            </a:lvl1pPr>
            <a:lvl2pPr marL="295275" indent="-295275">
              <a:spcAft>
                <a:spcPts val="600"/>
              </a:spcAft>
              <a:tabLst/>
              <a:defRPr/>
            </a:lvl2pPr>
            <a:lvl3pPr>
              <a:spcAft>
                <a:spcPts val="600"/>
              </a:spcAft>
              <a:defRPr/>
            </a:lvl3pPr>
            <a:lvl4pPr>
              <a:spcAft>
                <a:spcPts val="600"/>
              </a:spcAft>
              <a:defRPr/>
            </a:lvl4pPr>
            <a:lvl5pPr>
              <a:spcAft>
                <a:spcPts val="600"/>
              </a:spcAft>
              <a:defRPr/>
            </a:lvl5pPr>
            <a:lvl6pPr>
              <a:spcAft>
                <a:spcPts val="600"/>
              </a:spcAft>
              <a:defRPr/>
            </a:lvl6pPr>
            <a:lvl7pPr>
              <a:spcAft>
                <a:spcPts val="600"/>
              </a:spcAft>
              <a:defRPr/>
            </a:lvl7pPr>
            <a:lvl8pPr>
              <a:spcAft>
                <a:spcPts val="600"/>
              </a:spcAft>
              <a:defRPr/>
            </a:lvl8pPr>
            <a:lvl9pPr>
              <a:spcAft>
                <a:spcPts val="600"/>
              </a:spcAf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1" name="Footer Placeholder 10">
            <a:extLst>
              <a:ext uri="{FF2B5EF4-FFF2-40B4-BE49-F238E27FC236}">
                <a16:creationId xmlns:a16="http://schemas.microsoft.com/office/drawing/2014/main" id="{F263E73F-DEF9-130F-B071-D10FB1CB5161}"/>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12" name="Slide Number Placeholder 11">
            <a:extLst>
              <a:ext uri="{FF2B5EF4-FFF2-40B4-BE49-F238E27FC236}">
                <a16:creationId xmlns:a16="http://schemas.microsoft.com/office/drawing/2014/main" id="{72307C66-749A-F18A-899A-DCE7C0FC87C7}"/>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sp>
        <p:nvSpPr>
          <p:cNvPr id="3" name="Title 2">
            <a:extLst>
              <a:ext uri="{FF2B5EF4-FFF2-40B4-BE49-F238E27FC236}">
                <a16:creationId xmlns:a16="http://schemas.microsoft.com/office/drawing/2014/main" id="{039D28D3-7724-CABE-5E01-C686E737731A}"/>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5" name="Picture 4" descr="A blue text on a black background&#10;&#10;Description automatically generated">
            <a:extLst>
              <a:ext uri="{FF2B5EF4-FFF2-40B4-BE49-F238E27FC236}">
                <a16:creationId xmlns:a16="http://schemas.microsoft.com/office/drawing/2014/main" id="{08B542EB-5CB8-F0A6-4DB5-533C78B14DAF}"/>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6" name="Text Placeholder 15">
            <a:extLst>
              <a:ext uri="{FF2B5EF4-FFF2-40B4-BE49-F238E27FC236}">
                <a16:creationId xmlns:a16="http://schemas.microsoft.com/office/drawing/2014/main" id="{BF08CDCA-7295-067B-E037-76ACEB96299C}"/>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068308730"/>
      </p:ext>
    </p:extLst>
  </p:cSld>
  <p:clrMapOvr>
    <a:masterClrMapping/>
  </p:clrMapOvr>
  <p:hf hdr="0"/>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content_2co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7AC6684-4917-893D-7978-45194F506A94}"/>
              </a:ext>
            </a:extLst>
          </p:cNvPr>
          <p:cNvSpPr>
            <a:spLocks noGrp="1"/>
          </p:cNvSpPr>
          <p:nvPr>
            <p:ph type="ftr" sz="quarter" idx="22"/>
          </p:nvPr>
        </p:nvSpPr>
        <p:spPr/>
        <p:txBody>
          <a:bodyPr/>
          <a:lstStyle>
            <a:lvl1pPr>
              <a:defRPr b="0" i="0"/>
            </a:lvl1pPr>
          </a:lstStyle>
          <a:p>
            <a:r>
              <a:rPr lang="en-US"/>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B3050605-C097-CBBB-F6AE-D408F5C6B153}"/>
              </a:ext>
            </a:extLst>
          </p:cNvPr>
          <p:cNvSpPr>
            <a:spLocks noGrp="1"/>
          </p:cNvSpPr>
          <p:nvPr>
            <p:ph type="sldNum" sz="quarter" idx="23"/>
          </p:nvPr>
        </p:nvSpPr>
        <p:spPr/>
        <p:txBody>
          <a:bodyPr/>
          <a:lstStyle>
            <a:lvl1pPr>
              <a:defRPr b="0" i="0"/>
            </a:lvl1pPr>
          </a:lstStyle>
          <a:p>
            <a:fld id="{63DCA5C9-2E11-4C67-86EB-AE1DE127DC64}" type="slidenum">
              <a:rPr lang="en-US" smtClean="0"/>
              <a:pPr/>
              <a:t>‹#›</a:t>
            </a:fld>
            <a:endParaRPr lang="en-US"/>
          </a:p>
        </p:txBody>
      </p:sp>
      <p:sp>
        <p:nvSpPr>
          <p:cNvPr id="4" name="Title 3">
            <a:extLst>
              <a:ext uri="{FF2B5EF4-FFF2-40B4-BE49-F238E27FC236}">
                <a16:creationId xmlns:a16="http://schemas.microsoft.com/office/drawing/2014/main" id="{987FB2C3-7DEF-A787-97F3-478F892A584F}"/>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7" name="Picture 6" descr="A blue text on a black background&#10;&#10;Description automatically generated">
            <a:extLst>
              <a:ext uri="{FF2B5EF4-FFF2-40B4-BE49-F238E27FC236}">
                <a16:creationId xmlns:a16="http://schemas.microsoft.com/office/drawing/2014/main" id="{BD0AB5E2-A78F-EF72-4306-83FB4F13DF1D}"/>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Content Placeholder 7">
            <a:extLst>
              <a:ext uri="{FF2B5EF4-FFF2-40B4-BE49-F238E27FC236}">
                <a16:creationId xmlns:a16="http://schemas.microsoft.com/office/drawing/2014/main" id="{7EC1626D-C51D-F91B-9E51-AEACBDEBE7B9}"/>
              </a:ext>
            </a:extLst>
          </p:cNvPr>
          <p:cNvSpPr>
            <a:spLocks noGrp="1"/>
          </p:cNvSpPr>
          <p:nvPr>
            <p:ph sz="quarter" idx="20"/>
          </p:nvPr>
        </p:nvSpPr>
        <p:spPr>
          <a:xfrm>
            <a:off x="460375" y="1770063"/>
            <a:ext cx="5521325"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800F75C6-D0DF-371B-63BB-406F6DC95786}"/>
              </a:ext>
            </a:extLst>
          </p:cNvPr>
          <p:cNvSpPr>
            <a:spLocks noGrp="1"/>
          </p:cNvSpPr>
          <p:nvPr>
            <p:ph sz="quarter" idx="24"/>
          </p:nvPr>
        </p:nvSpPr>
        <p:spPr>
          <a:xfrm>
            <a:off x="6210300" y="1770063"/>
            <a:ext cx="551815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15">
            <a:extLst>
              <a:ext uri="{FF2B5EF4-FFF2-40B4-BE49-F238E27FC236}">
                <a16:creationId xmlns:a16="http://schemas.microsoft.com/office/drawing/2014/main" id="{40D1E5F1-9491-BB3D-DC45-8C7C55783F5A}"/>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43892924"/>
      </p:ext>
    </p:extLst>
  </p:cSld>
  <p:clrMapOvr>
    <a:masterClrMapping/>
  </p:clrMapOvr>
  <p:hf hdr="0"/>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ontent_3co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FA9757-0038-867C-A6F8-301106810F83}"/>
              </a:ext>
            </a:extLst>
          </p:cNvPr>
          <p:cNvSpPr>
            <a:spLocks noGrp="1"/>
          </p:cNvSpPr>
          <p:nvPr>
            <p:ph type="ftr" sz="quarter" idx="15"/>
          </p:nvPr>
        </p:nvSpPr>
        <p:spPr/>
        <p:txBody>
          <a:bodyPr/>
          <a:lstStyle>
            <a:lvl1pPr>
              <a:defRPr b="0" i="0"/>
            </a:lvl1pPr>
          </a:lstStyle>
          <a:p>
            <a:r>
              <a:rPr lang="en-US"/>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7100BA09-8485-6F97-9E99-971ACED93B24}"/>
              </a:ext>
            </a:extLst>
          </p:cNvPr>
          <p:cNvSpPr>
            <a:spLocks noGrp="1"/>
          </p:cNvSpPr>
          <p:nvPr>
            <p:ph type="sldNum" sz="quarter" idx="16"/>
          </p:nvPr>
        </p:nvSpPr>
        <p:spPr/>
        <p:txBody>
          <a:bodyPr/>
          <a:lstStyle>
            <a:lvl1pPr>
              <a:defRPr b="0" i="0"/>
            </a:lvl1pPr>
          </a:lstStyle>
          <a:p>
            <a:fld id="{63DCA5C9-2E11-4C67-86EB-AE1DE127DC64}" type="slidenum">
              <a:rPr lang="en-US" smtClean="0"/>
              <a:pPr/>
              <a:t>‹#›</a:t>
            </a:fld>
            <a:endParaRPr lang="en-US"/>
          </a:p>
        </p:txBody>
      </p:sp>
      <p:pic>
        <p:nvPicPr>
          <p:cNvPr id="8" name="Picture 7" descr="A blue text on a black background&#10;&#10;Description automatically generated">
            <a:extLst>
              <a:ext uri="{FF2B5EF4-FFF2-40B4-BE49-F238E27FC236}">
                <a16:creationId xmlns:a16="http://schemas.microsoft.com/office/drawing/2014/main" id="{3E9F9052-AA30-3941-3438-16032648210F}"/>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0" name="Content Placeholder 7">
            <a:extLst>
              <a:ext uri="{FF2B5EF4-FFF2-40B4-BE49-F238E27FC236}">
                <a16:creationId xmlns:a16="http://schemas.microsoft.com/office/drawing/2014/main" id="{0056E07F-5641-0AC8-7606-9184F560AECF}"/>
              </a:ext>
            </a:extLst>
          </p:cNvPr>
          <p:cNvSpPr>
            <a:spLocks noGrp="1"/>
          </p:cNvSpPr>
          <p:nvPr>
            <p:ph sz="quarter" idx="20"/>
          </p:nvPr>
        </p:nvSpPr>
        <p:spPr>
          <a:xfrm>
            <a:off x="460375" y="1770063"/>
            <a:ext cx="360680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D82477B9-0A32-B6C4-2F46-122799F3984B}"/>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sp>
        <p:nvSpPr>
          <p:cNvPr id="12" name="Content Placeholder 7">
            <a:extLst>
              <a:ext uri="{FF2B5EF4-FFF2-40B4-BE49-F238E27FC236}">
                <a16:creationId xmlns:a16="http://schemas.microsoft.com/office/drawing/2014/main" id="{2951039B-3D00-6FDA-3076-5C33B65A3ABD}"/>
              </a:ext>
            </a:extLst>
          </p:cNvPr>
          <p:cNvSpPr>
            <a:spLocks noGrp="1"/>
          </p:cNvSpPr>
          <p:nvPr>
            <p:ph sz="quarter" idx="21"/>
          </p:nvPr>
        </p:nvSpPr>
        <p:spPr>
          <a:xfrm>
            <a:off x="8124827" y="1770063"/>
            <a:ext cx="360680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7">
            <a:extLst>
              <a:ext uri="{FF2B5EF4-FFF2-40B4-BE49-F238E27FC236}">
                <a16:creationId xmlns:a16="http://schemas.microsoft.com/office/drawing/2014/main" id="{7FE16D19-354D-731F-F73E-FA767DF68429}"/>
              </a:ext>
            </a:extLst>
          </p:cNvPr>
          <p:cNvSpPr>
            <a:spLocks noGrp="1"/>
          </p:cNvSpPr>
          <p:nvPr>
            <p:ph sz="quarter" idx="22"/>
          </p:nvPr>
        </p:nvSpPr>
        <p:spPr>
          <a:xfrm>
            <a:off x="4321019" y="1770063"/>
            <a:ext cx="3606800" cy="4249737"/>
          </a:xfrm>
          <a:prstGeom prst="rect">
            <a:avLst/>
          </a:prstGeo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Text Placeholder 15">
            <a:extLst>
              <a:ext uri="{FF2B5EF4-FFF2-40B4-BE49-F238E27FC236}">
                <a16:creationId xmlns:a16="http://schemas.microsoft.com/office/drawing/2014/main" id="{3FEF5C62-2517-1AC3-C2A2-6FB57854A32F}"/>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805721465"/>
      </p:ext>
    </p:extLst>
  </p:cSld>
  <p:clrMapOvr>
    <a:masterClrMapping/>
  </p:clrMapOvr>
  <p:hf hdr="0"/>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ontent_3col_captio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FA9757-0038-867C-A6F8-301106810F83}"/>
              </a:ext>
            </a:extLst>
          </p:cNvPr>
          <p:cNvSpPr>
            <a:spLocks noGrp="1"/>
          </p:cNvSpPr>
          <p:nvPr>
            <p:ph type="ftr" sz="quarter" idx="15"/>
          </p:nvPr>
        </p:nvSpPr>
        <p:spPr/>
        <p:txBody>
          <a:bodyPr/>
          <a:lstStyle>
            <a:lvl1pPr>
              <a:defRPr b="0" i="0"/>
            </a:lvl1pPr>
          </a:lstStyle>
          <a:p>
            <a:r>
              <a:rPr lang="en-US"/>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7100BA09-8485-6F97-9E99-971ACED93B24}"/>
              </a:ext>
            </a:extLst>
          </p:cNvPr>
          <p:cNvSpPr>
            <a:spLocks noGrp="1"/>
          </p:cNvSpPr>
          <p:nvPr>
            <p:ph type="sldNum" sz="quarter" idx="16"/>
          </p:nvPr>
        </p:nvSpPr>
        <p:spPr/>
        <p:txBody>
          <a:bodyPr/>
          <a:lstStyle>
            <a:lvl1pPr>
              <a:defRPr b="0" i="0"/>
            </a:lvl1pPr>
          </a:lstStyle>
          <a:p>
            <a:fld id="{63DCA5C9-2E11-4C67-86EB-AE1DE127DC64}" type="slidenum">
              <a:rPr lang="en-US" smtClean="0"/>
              <a:pPr/>
              <a:t>‹#›</a:t>
            </a:fld>
            <a:endParaRPr lang="en-US"/>
          </a:p>
        </p:txBody>
      </p:sp>
      <p:sp>
        <p:nvSpPr>
          <p:cNvPr id="8" name="Text Placeholder 7">
            <a:extLst>
              <a:ext uri="{FF2B5EF4-FFF2-40B4-BE49-F238E27FC236}">
                <a16:creationId xmlns:a16="http://schemas.microsoft.com/office/drawing/2014/main" id="{F3286076-E0DB-E4CC-E8A2-BEEF556EB4A1}"/>
              </a:ext>
            </a:extLst>
          </p:cNvPr>
          <p:cNvSpPr>
            <a:spLocks noGrp="1"/>
          </p:cNvSpPr>
          <p:nvPr>
            <p:ph type="body" sz="quarter" idx="19"/>
          </p:nvPr>
        </p:nvSpPr>
        <p:spPr>
          <a:xfrm>
            <a:off x="460375" y="4356447"/>
            <a:ext cx="3606800" cy="1663354"/>
          </a:xfrm>
          <a:prstGeom prst="rect">
            <a:avLst/>
          </a:prstGeom>
        </p:spPr>
        <p:txBody>
          <a:bodyPr/>
          <a:lstStyle>
            <a:lvl1pPr>
              <a:defRPr b="0" i="0"/>
            </a:lvl1pPr>
            <a:lvl2pPr>
              <a:defRPr b="0" i="0"/>
            </a:lvl2pPr>
          </a:lstStyle>
          <a:p>
            <a:pPr lvl="0"/>
            <a:r>
              <a:rPr lang="en-US"/>
              <a:t>Click to edit Master text styles</a:t>
            </a:r>
          </a:p>
          <a:p>
            <a:pPr lvl="1"/>
            <a:r>
              <a:rPr lang="en-US"/>
              <a:t>Second level</a:t>
            </a:r>
          </a:p>
        </p:txBody>
      </p:sp>
      <p:sp>
        <p:nvSpPr>
          <p:cNvPr id="10" name="Picture Placeholder 9">
            <a:extLst>
              <a:ext uri="{FF2B5EF4-FFF2-40B4-BE49-F238E27FC236}">
                <a16:creationId xmlns:a16="http://schemas.microsoft.com/office/drawing/2014/main" id="{9180B2BC-2194-6BE9-E9A2-C04BB80C88E8}"/>
              </a:ext>
            </a:extLst>
          </p:cNvPr>
          <p:cNvSpPr>
            <a:spLocks noGrp="1"/>
          </p:cNvSpPr>
          <p:nvPr>
            <p:ph type="pic" sz="quarter" idx="20"/>
          </p:nvPr>
        </p:nvSpPr>
        <p:spPr>
          <a:xfrm>
            <a:off x="460375" y="1771911"/>
            <a:ext cx="3606800" cy="2375659"/>
          </a:xfrm>
          <a:prstGeom prst="rect">
            <a:avLst/>
          </a:prstGeom>
          <a:solidFill>
            <a:schemeClr val="accent2">
              <a:lumMod val="40000"/>
              <a:lumOff val="60000"/>
            </a:schemeClr>
          </a:solidFill>
        </p:spPr>
        <p:txBody>
          <a:bodyPr tIns="640080"/>
          <a:lstStyle>
            <a:lvl1pPr algn="ctr">
              <a:defRPr b="0" i="0"/>
            </a:lvl1pPr>
          </a:lstStyle>
          <a:p>
            <a:r>
              <a:rPr lang="en-US"/>
              <a:t>Click icon to add picture</a:t>
            </a:r>
          </a:p>
        </p:txBody>
      </p:sp>
      <p:sp>
        <p:nvSpPr>
          <p:cNvPr id="11" name="Text Placeholder 7">
            <a:extLst>
              <a:ext uri="{FF2B5EF4-FFF2-40B4-BE49-F238E27FC236}">
                <a16:creationId xmlns:a16="http://schemas.microsoft.com/office/drawing/2014/main" id="{94FC2909-4B91-2381-4FE8-6075BBEADFCA}"/>
              </a:ext>
            </a:extLst>
          </p:cNvPr>
          <p:cNvSpPr>
            <a:spLocks noGrp="1"/>
          </p:cNvSpPr>
          <p:nvPr>
            <p:ph type="body" sz="quarter" idx="21"/>
          </p:nvPr>
        </p:nvSpPr>
        <p:spPr>
          <a:xfrm>
            <a:off x="4298950" y="4356447"/>
            <a:ext cx="3606800" cy="1663354"/>
          </a:xfrm>
          <a:prstGeom prst="rect">
            <a:avLst/>
          </a:prstGeom>
        </p:spPr>
        <p:txBody>
          <a:bodyPr/>
          <a:lstStyle>
            <a:lvl1pPr>
              <a:defRPr b="0" i="0"/>
            </a:lvl1pPr>
            <a:lvl2pPr>
              <a:defRPr b="0" i="0"/>
            </a:lvl2pPr>
          </a:lstStyle>
          <a:p>
            <a:pPr lvl="0"/>
            <a:r>
              <a:rPr lang="en-US"/>
              <a:t>Click to edit Master text styles</a:t>
            </a:r>
          </a:p>
          <a:p>
            <a:pPr lvl="1"/>
            <a:r>
              <a:rPr lang="en-US"/>
              <a:t>Second level</a:t>
            </a:r>
          </a:p>
        </p:txBody>
      </p:sp>
      <p:sp>
        <p:nvSpPr>
          <p:cNvPr id="12" name="Picture Placeholder 9">
            <a:extLst>
              <a:ext uri="{FF2B5EF4-FFF2-40B4-BE49-F238E27FC236}">
                <a16:creationId xmlns:a16="http://schemas.microsoft.com/office/drawing/2014/main" id="{44FEA637-5129-BC73-5672-885823C9D06D}"/>
              </a:ext>
            </a:extLst>
          </p:cNvPr>
          <p:cNvSpPr>
            <a:spLocks noGrp="1"/>
          </p:cNvSpPr>
          <p:nvPr>
            <p:ph type="pic" sz="quarter" idx="22"/>
          </p:nvPr>
        </p:nvSpPr>
        <p:spPr>
          <a:xfrm>
            <a:off x="4298950" y="1771911"/>
            <a:ext cx="3606800" cy="2375659"/>
          </a:xfrm>
          <a:prstGeom prst="rect">
            <a:avLst/>
          </a:prstGeom>
          <a:solidFill>
            <a:schemeClr val="accent2">
              <a:lumMod val="40000"/>
              <a:lumOff val="60000"/>
            </a:schemeClr>
          </a:solidFill>
        </p:spPr>
        <p:txBody>
          <a:bodyPr tIns="640080"/>
          <a:lstStyle>
            <a:lvl1pPr algn="ctr">
              <a:defRPr b="0" i="0"/>
            </a:lvl1pPr>
          </a:lstStyle>
          <a:p>
            <a:r>
              <a:rPr lang="en-US"/>
              <a:t>Click icon to add picture</a:t>
            </a:r>
          </a:p>
        </p:txBody>
      </p:sp>
      <p:sp>
        <p:nvSpPr>
          <p:cNvPr id="13" name="Text Placeholder 7">
            <a:extLst>
              <a:ext uri="{FF2B5EF4-FFF2-40B4-BE49-F238E27FC236}">
                <a16:creationId xmlns:a16="http://schemas.microsoft.com/office/drawing/2014/main" id="{8F7C1D54-4D08-B846-D72D-58481B1CA9AA}"/>
              </a:ext>
            </a:extLst>
          </p:cNvPr>
          <p:cNvSpPr>
            <a:spLocks noGrp="1"/>
          </p:cNvSpPr>
          <p:nvPr>
            <p:ph type="body" sz="quarter" idx="23"/>
          </p:nvPr>
        </p:nvSpPr>
        <p:spPr>
          <a:xfrm>
            <a:off x="8121650" y="4356447"/>
            <a:ext cx="3606800" cy="1663354"/>
          </a:xfrm>
          <a:prstGeom prst="rect">
            <a:avLst/>
          </a:prstGeom>
        </p:spPr>
        <p:txBody>
          <a:bodyPr/>
          <a:lstStyle>
            <a:lvl1pPr>
              <a:defRPr b="0" i="0"/>
            </a:lvl1pPr>
            <a:lvl2pPr>
              <a:defRPr b="0" i="0"/>
            </a:lvl2pPr>
          </a:lstStyle>
          <a:p>
            <a:pPr lvl="0"/>
            <a:r>
              <a:rPr lang="en-US"/>
              <a:t>Click to edit Master text styles</a:t>
            </a:r>
          </a:p>
          <a:p>
            <a:pPr lvl="1"/>
            <a:r>
              <a:rPr lang="en-US"/>
              <a:t>Second level</a:t>
            </a:r>
          </a:p>
        </p:txBody>
      </p:sp>
      <p:sp>
        <p:nvSpPr>
          <p:cNvPr id="14" name="Picture Placeholder 9">
            <a:extLst>
              <a:ext uri="{FF2B5EF4-FFF2-40B4-BE49-F238E27FC236}">
                <a16:creationId xmlns:a16="http://schemas.microsoft.com/office/drawing/2014/main" id="{AF8A9ABB-83F4-8553-6F94-7B3490556A79}"/>
              </a:ext>
            </a:extLst>
          </p:cNvPr>
          <p:cNvSpPr>
            <a:spLocks noGrp="1"/>
          </p:cNvSpPr>
          <p:nvPr>
            <p:ph type="pic" sz="quarter" idx="24"/>
          </p:nvPr>
        </p:nvSpPr>
        <p:spPr>
          <a:xfrm>
            <a:off x="8121650" y="1771911"/>
            <a:ext cx="3606800" cy="2375659"/>
          </a:xfrm>
          <a:prstGeom prst="rect">
            <a:avLst/>
          </a:prstGeom>
          <a:solidFill>
            <a:schemeClr val="accent2">
              <a:lumMod val="40000"/>
              <a:lumOff val="60000"/>
            </a:schemeClr>
          </a:solidFill>
        </p:spPr>
        <p:txBody>
          <a:bodyPr tIns="640080"/>
          <a:lstStyle>
            <a:lvl1pPr algn="ctr">
              <a:defRPr b="0" i="0"/>
            </a:lvl1pPr>
          </a:lstStyle>
          <a:p>
            <a:r>
              <a:rPr lang="en-US"/>
              <a:t>Click icon to add picture</a:t>
            </a:r>
          </a:p>
        </p:txBody>
      </p:sp>
      <p:sp>
        <p:nvSpPr>
          <p:cNvPr id="2" name="Title 1">
            <a:extLst>
              <a:ext uri="{FF2B5EF4-FFF2-40B4-BE49-F238E27FC236}">
                <a16:creationId xmlns:a16="http://schemas.microsoft.com/office/drawing/2014/main" id="{37073C04-F7C8-4626-A414-BE74337C9F01}"/>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4" name="Picture 3" descr="A blue text on a black background&#10;&#10;Description automatically generated">
            <a:extLst>
              <a:ext uri="{FF2B5EF4-FFF2-40B4-BE49-F238E27FC236}">
                <a16:creationId xmlns:a16="http://schemas.microsoft.com/office/drawing/2014/main" id="{8518CA3C-FFE4-73E3-F3BB-66D14BA3889E}"/>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1" name="Text Placeholder 15">
            <a:extLst>
              <a:ext uri="{FF2B5EF4-FFF2-40B4-BE49-F238E27FC236}">
                <a16:creationId xmlns:a16="http://schemas.microsoft.com/office/drawing/2014/main" id="{23AC8427-599A-D3E6-AA33-38751B2C8D83}"/>
              </a:ext>
            </a:extLst>
          </p:cNvPr>
          <p:cNvSpPr>
            <a:spLocks noGrp="1"/>
          </p:cNvSpPr>
          <p:nvPr>
            <p:ph type="body" sz="quarter" idx="25"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2971402287"/>
      </p:ext>
    </p:extLst>
  </p:cSld>
  <p:clrMapOvr>
    <a:masterClrMapping/>
  </p:clrMapOvr>
  <p:hf hdr="0"/>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image_ful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sz="quarter" idx="10"/>
          </p:nvPr>
        </p:nvSpPr>
        <p:spPr>
          <a:xfrm>
            <a:off x="0" y="1"/>
            <a:ext cx="12191999" cy="6132512"/>
          </a:xfrm>
          <a:prstGeom prst="rect">
            <a:avLst/>
          </a:prstGeom>
          <a:solidFill>
            <a:schemeClr val="accent2">
              <a:lumMod val="40000"/>
              <a:lumOff val="60000"/>
            </a:schemeClr>
          </a:solidFill>
        </p:spPr>
        <p:txBody>
          <a:bodyPr tIns="2560320" rIns="0"/>
          <a:lstStyle>
            <a:lvl1pPr algn="ctr">
              <a:defRPr b="0" i="0">
                <a:solidFill>
                  <a:schemeClr val="tx1"/>
                </a:solidFill>
              </a:defRPr>
            </a:lvl1pPr>
          </a:lstStyle>
          <a:p>
            <a:r>
              <a:rPr lang="en-US"/>
              <a:t>Click icon to add picture</a:t>
            </a:r>
          </a:p>
        </p:txBody>
      </p:sp>
      <p:sp>
        <p:nvSpPr>
          <p:cNvPr id="5" name="Footer Placeholder 4">
            <a:extLst>
              <a:ext uri="{FF2B5EF4-FFF2-40B4-BE49-F238E27FC236}">
                <a16:creationId xmlns:a16="http://schemas.microsoft.com/office/drawing/2014/main" id="{D4389C8F-D452-9AD4-4144-B49736DC8CEB}"/>
              </a:ext>
            </a:extLst>
          </p:cNvPr>
          <p:cNvSpPr>
            <a:spLocks noGrp="1"/>
          </p:cNvSpPr>
          <p:nvPr>
            <p:ph type="ftr" sz="quarter" idx="11"/>
          </p:nvPr>
        </p:nvSpPr>
        <p:spPr/>
        <p:txBody>
          <a:bodyPr/>
          <a:lstStyle>
            <a:lvl1pPr>
              <a:defRPr b="0" i="0"/>
            </a:lvl1pPr>
          </a:lstStyle>
          <a:p>
            <a:r>
              <a:rPr lang="en-US"/>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17A657E4-04D6-B96F-C916-7934FB6812BD}"/>
              </a:ext>
            </a:extLst>
          </p:cNvPr>
          <p:cNvSpPr>
            <a:spLocks noGrp="1"/>
          </p:cNvSpPr>
          <p:nvPr>
            <p:ph type="sldNum" sz="quarter" idx="12"/>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166B6FE5-A7B7-31A2-9906-5DCB55A82C7C}"/>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Tree>
    <p:extLst>
      <p:ext uri="{BB962C8B-B14F-4D97-AF65-F5344CB8AC3E}">
        <p14:creationId xmlns:p14="http://schemas.microsoft.com/office/powerpoint/2010/main" val="3659713113"/>
      </p:ext>
    </p:extLst>
  </p:cSld>
  <p:clrMapOvr>
    <a:masterClrMapping/>
  </p:clrMapOvr>
  <p:hf hdr="0"/>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image_full_head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sz="quarter" idx="10"/>
          </p:nvPr>
        </p:nvSpPr>
        <p:spPr>
          <a:xfrm>
            <a:off x="460375" y="1770063"/>
            <a:ext cx="11268076" cy="4249737"/>
          </a:xfrm>
          <a:prstGeom prst="rect">
            <a:avLst/>
          </a:prstGeom>
          <a:solidFill>
            <a:schemeClr val="accent2">
              <a:lumMod val="40000"/>
              <a:lumOff val="60000"/>
            </a:schemeClr>
          </a:solidFill>
        </p:spPr>
        <p:txBody>
          <a:bodyPr tIns="2468880" rIns="0"/>
          <a:lstStyle>
            <a:lvl1pPr algn="ctr">
              <a:defRPr b="0" i="0">
                <a:solidFill>
                  <a:schemeClr val="tx1"/>
                </a:solidFill>
              </a:defRPr>
            </a:lvl1pPr>
          </a:lstStyle>
          <a:p>
            <a:r>
              <a:rPr lang="en-US"/>
              <a:t>Click icon to add picture</a:t>
            </a:r>
          </a:p>
        </p:txBody>
      </p:sp>
      <p:sp>
        <p:nvSpPr>
          <p:cNvPr id="6" name="Footer Placeholder 5">
            <a:extLst>
              <a:ext uri="{FF2B5EF4-FFF2-40B4-BE49-F238E27FC236}">
                <a16:creationId xmlns:a16="http://schemas.microsoft.com/office/drawing/2014/main" id="{D4479B74-17F1-EBC9-69EE-229D47AE65AC}"/>
              </a:ext>
            </a:extLst>
          </p:cNvPr>
          <p:cNvSpPr>
            <a:spLocks noGrp="1"/>
          </p:cNvSpPr>
          <p:nvPr>
            <p:ph type="ftr" sz="quarter" idx="16"/>
          </p:nvPr>
        </p:nvSpPr>
        <p:spPr/>
        <p:txBody>
          <a:bodyPr/>
          <a:lstStyle>
            <a:lvl1pPr>
              <a:defRPr b="0" i="0"/>
            </a:lvl1pPr>
          </a:lstStyle>
          <a:p>
            <a:r>
              <a:rPr lang="en-US"/>
              <a:t>© 2026 West Monroe Partners | Reproduction and/or distribution without West Monroe Partners’ prior consent is prohibited.</a:t>
            </a:r>
          </a:p>
        </p:txBody>
      </p:sp>
      <p:sp>
        <p:nvSpPr>
          <p:cNvPr id="7" name="Slide Number Placeholder 6">
            <a:extLst>
              <a:ext uri="{FF2B5EF4-FFF2-40B4-BE49-F238E27FC236}">
                <a16:creationId xmlns:a16="http://schemas.microsoft.com/office/drawing/2014/main" id="{7B5A2861-0858-0FB8-8FC6-453F5A493617}"/>
              </a:ext>
            </a:extLst>
          </p:cNvPr>
          <p:cNvSpPr>
            <a:spLocks noGrp="1"/>
          </p:cNvSpPr>
          <p:nvPr>
            <p:ph type="sldNum" sz="quarter" idx="17"/>
          </p:nvPr>
        </p:nvSpPr>
        <p:spPr/>
        <p:txBody>
          <a:bodyPr/>
          <a:lstStyle>
            <a:lvl1pPr>
              <a:defRPr b="0" i="0"/>
            </a:lvl1pPr>
          </a:lstStyle>
          <a:p>
            <a:fld id="{63DCA5C9-2E11-4C67-86EB-AE1DE127DC64}" type="slidenum">
              <a:rPr lang="en-US" smtClean="0"/>
              <a:pPr/>
              <a:t>‹#›</a:t>
            </a:fld>
            <a:endParaRPr lang="en-US"/>
          </a:p>
        </p:txBody>
      </p:sp>
      <p:sp>
        <p:nvSpPr>
          <p:cNvPr id="2" name="Title 1">
            <a:extLst>
              <a:ext uri="{FF2B5EF4-FFF2-40B4-BE49-F238E27FC236}">
                <a16:creationId xmlns:a16="http://schemas.microsoft.com/office/drawing/2014/main" id="{7AAE4AD5-D1B4-C05A-51DA-AA8783158CDF}"/>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3" name="Picture 2" descr="A blue text on a black background&#10;&#10;Description automatically generated">
            <a:extLst>
              <a:ext uri="{FF2B5EF4-FFF2-40B4-BE49-F238E27FC236}">
                <a16:creationId xmlns:a16="http://schemas.microsoft.com/office/drawing/2014/main" id="{405238A7-736B-DB47-15BA-AFDAB063C38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ext Placeholder 15">
            <a:extLst>
              <a:ext uri="{FF2B5EF4-FFF2-40B4-BE49-F238E27FC236}">
                <a16:creationId xmlns:a16="http://schemas.microsoft.com/office/drawing/2014/main" id="{831A1A2D-C89C-6D53-136D-138D70CAF518}"/>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3984130689"/>
      </p:ext>
    </p:extLst>
  </p:cSld>
  <p:clrMapOvr>
    <a:masterClrMapping/>
  </p:clrMapOvr>
  <p:hf hdr="0"/>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ontent_header_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sp>
        <p:nvSpPr>
          <p:cNvPr id="2" name="Title 1">
            <a:extLst>
              <a:ext uri="{FF2B5EF4-FFF2-40B4-BE49-F238E27FC236}">
                <a16:creationId xmlns:a16="http://schemas.microsoft.com/office/drawing/2014/main" id="{39BB5AEE-DE7C-17A6-3E89-F2F4673CDA50}"/>
              </a:ext>
            </a:extLst>
          </p:cNvPr>
          <p:cNvSpPr>
            <a:spLocks noGrp="1"/>
          </p:cNvSpPr>
          <p:nvPr>
            <p:ph type="title"/>
          </p:nvPr>
        </p:nvSpPr>
        <p:spPr>
          <a:xfrm>
            <a:off x="460372" y="556953"/>
            <a:ext cx="11268077" cy="855922"/>
          </a:xfrm>
          <a:prstGeom prst="rect">
            <a:avLst/>
          </a:prstGeom>
        </p:spPr>
        <p:txBody>
          <a:bodyPr/>
          <a:lstStyle/>
          <a:p>
            <a:r>
              <a:rPr lang="en-US"/>
              <a:t>Click to edit Master title style</a:t>
            </a:r>
          </a:p>
        </p:txBody>
      </p:sp>
      <p:pic>
        <p:nvPicPr>
          <p:cNvPr id="5" name="Picture 4" descr="A blue text on a black background&#10;&#10;Description automatically generated">
            <a:extLst>
              <a:ext uri="{FF2B5EF4-FFF2-40B4-BE49-F238E27FC236}">
                <a16:creationId xmlns:a16="http://schemas.microsoft.com/office/drawing/2014/main" id="{1AD17AF9-0181-A578-8688-456C5094B46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35" name="Text Placeholder 15">
            <a:extLst>
              <a:ext uri="{FF2B5EF4-FFF2-40B4-BE49-F238E27FC236}">
                <a16:creationId xmlns:a16="http://schemas.microsoft.com/office/drawing/2014/main" id="{4545D6E9-48C6-C872-27F8-A291F24A6F33}"/>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3215268684"/>
      </p:ext>
    </p:extLst>
  </p:cSld>
  <p:clrMapOvr>
    <a:masterClrMapping/>
  </p:clrMapOvr>
  <p:hf hdr="0"/>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blank_footer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EC829E04-BCCD-010B-AD64-B2BB49639E85}"/>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Tree>
    <p:extLst>
      <p:ext uri="{BB962C8B-B14F-4D97-AF65-F5344CB8AC3E}">
        <p14:creationId xmlns:p14="http://schemas.microsoft.com/office/powerpoint/2010/main" val="3499777722"/>
      </p:ext>
    </p:extLst>
  </p:cSld>
  <p:clrMapOvr>
    <a:masterClrMapping/>
  </p:clrMapOvr>
  <p:hf hdr="0"/>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blank_footer2">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75D971-8348-C429-307A-164B9476E864}"/>
              </a:ext>
            </a:extLst>
          </p:cNvPr>
          <p:cNvSpPr>
            <a:spLocks noGrp="1"/>
          </p:cNvSpPr>
          <p:nvPr>
            <p:ph type="ftr" sz="quarter" idx="10"/>
          </p:nvPr>
        </p:nvSpPr>
        <p:spPr/>
        <p:txBody>
          <a:bodyPr/>
          <a:lstStyle>
            <a:lvl1pPr>
              <a:defRPr b="0" i="0"/>
            </a:lvl1p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C2F0A12-88EE-2EB6-E88C-0F30C6E10F0C}"/>
              </a:ext>
            </a:extLst>
          </p:cNvPr>
          <p:cNvSpPr>
            <a:spLocks noGrp="1"/>
          </p:cNvSpPr>
          <p:nvPr>
            <p:ph type="sldNum" sz="quarter" idx="11"/>
          </p:nvPr>
        </p:nvSpPr>
        <p:spPr/>
        <p:txBody>
          <a:bodyPr/>
          <a:lstStyle>
            <a:lvl1pPr>
              <a:defRPr b="0" i="0"/>
            </a:lvl1pPr>
          </a:lstStyle>
          <a:p>
            <a:fld id="{63DCA5C9-2E11-4C67-86EB-AE1DE127DC64}" type="slidenum">
              <a:rPr lang="en-US" smtClean="0"/>
              <a:pPr/>
              <a:t>‹#›</a:t>
            </a:fld>
            <a:endParaRPr lang="en-US"/>
          </a:p>
        </p:txBody>
      </p:sp>
      <p:pic>
        <p:nvPicPr>
          <p:cNvPr id="2" name="Picture 1" descr="A blue text on a black background&#10;&#10;Description automatically generated">
            <a:extLst>
              <a:ext uri="{FF2B5EF4-FFF2-40B4-BE49-F238E27FC236}">
                <a16:creationId xmlns:a16="http://schemas.microsoft.com/office/drawing/2014/main" id="{EC829E04-BCCD-010B-AD64-B2BB49639E85}"/>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Tree>
    <p:extLst>
      <p:ext uri="{BB962C8B-B14F-4D97-AF65-F5344CB8AC3E}">
        <p14:creationId xmlns:p14="http://schemas.microsoft.com/office/powerpoint/2010/main" val="4227869953"/>
      </p:ext>
    </p:extLst>
  </p:cSld>
  <p:clrMapOvr>
    <a:masterClrMapping/>
  </p:clrMapOvr>
  <p:hf hdr="0"/>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divider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a:prstGeom prst="rect">
            <a:avLst/>
          </a:prstGeom>
        </p:spPr>
        <p:txBody>
          <a:bodyPr tIns="91440" rIns="0" bIns="0" anchor="t" anchorCtr="0"/>
          <a:lstStyle>
            <a:lvl1pPr>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Subtitle</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4889499" cy="1582615"/>
          </a:xfrm>
          <a:prstGeom prst="rect">
            <a:avLst/>
          </a:prstGeo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sp>
        <p:nvSpPr>
          <p:cNvPr id="4" name="Picture Placeholder 4">
            <a:extLst>
              <a:ext uri="{FF2B5EF4-FFF2-40B4-BE49-F238E27FC236}">
                <a16:creationId xmlns:a16="http://schemas.microsoft.com/office/drawing/2014/main" id="{AFAE7868-93D0-7991-9DCD-38EE119B8992}"/>
              </a:ext>
            </a:extLst>
          </p:cNvPr>
          <p:cNvSpPr>
            <a:spLocks noGrp="1"/>
          </p:cNvSpPr>
          <p:nvPr>
            <p:ph type="pic" sz="quarter" idx="22" hasCustomPrompt="1"/>
          </p:nvPr>
        </p:nvSpPr>
        <p:spPr>
          <a:xfrm>
            <a:off x="6210300" y="1959429"/>
            <a:ext cx="2926896" cy="2944585"/>
          </a:xfrm>
          <a:prstGeom prst="rect">
            <a:avLst/>
          </a:prstGeom>
          <a:noFill/>
        </p:spPr>
        <p:txBody>
          <a:bodyPr tIns="1737360"/>
          <a:lstStyle>
            <a:lvl1pPr algn="ctr">
              <a:defRPr b="0" i="0"/>
            </a:lvl1pPr>
          </a:lstStyle>
          <a:p>
            <a:r>
              <a:rPr lang="en-US"/>
              <a:t>Delete image </a:t>
            </a:r>
            <a:br>
              <a:rPr lang="en-US"/>
            </a:br>
            <a:r>
              <a:rPr lang="en-US"/>
              <a:t>placeholder </a:t>
            </a:r>
            <a:br>
              <a:rPr lang="en-US"/>
            </a:br>
            <a:r>
              <a:rPr lang="en-US"/>
              <a:t>if not needed</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
        <p:nvSpPr>
          <p:cNvPr id="11" name="Rectangle 10">
            <a:extLst>
              <a:ext uri="{FF2B5EF4-FFF2-40B4-BE49-F238E27FC236}">
                <a16:creationId xmlns:a16="http://schemas.microsoft.com/office/drawing/2014/main" id="{42C7BC3E-22B9-A296-42F7-5B7D706CE6B8}"/>
              </a:ext>
            </a:extLst>
          </p:cNvPr>
          <p:cNvSpPr>
            <a:spLocks noGrp="1" noRot="1" noMove="1" noResize="1" noEditPoints="1" noAdjustHandles="1" noChangeArrowheads="1" noChangeShapeType="1"/>
          </p:cNvSpPr>
          <p:nvPr userDrawn="1"/>
        </p:nvSpPr>
        <p:spPr bwMode="auto">
          <a:xfrm>
            <a:off x="296562" y="2533135"/>
            <a:ext cx="1621139" cy="197708"/>
          </a:xfrm>
          <a:prstGeom prst="rect">
            <a:avLst/>
          </a:prstGeom>
          <a:solidFill>
            <a:schemeClr val="tx1"/>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 name="Text Placeholder 15">
            <a:extLst>
              <a:ext uri="{FF2B5EF4-FFF2-40B4-BE49-F238E27FC236}">
                <a16:creationId xmlns:a16="http://schemas.microsoft.com/office/drawing/2014/main" id="{4B4ADB86-DEB5-499D-FF21-A738C7D1D5AC}"/>
              </a:ext>
            </a:extLst>
          </p:cNvPr>
          <p:cNvSpPr>
            <a:spLocks noGrp="1"/>
          </p:cNvSpPr>
          <p:nvPr>
            <p:ph type="body" sz="quarter" idx="23" hasCustomPrompt="1"/>
          </p:nvPr>
        </p:nvSpPr>
        <p:spPr>
          <a:xfrm>
            <a:off x="465137" y="1412875"/>
            <a:ext cx="4884738" cy="1219200"/>
          </a:xfrm>
          <a:prstGeom prst="rect">
            <a:avLst/>
          </a:prstGeo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sp>
        <p:nvSpPr>
          <p:cNvPr id="12" name="Text Placeholder 9">
            <a:extLst>
              <a:ext uri="{FF2B5EF4-FFF2-40B4-BE49-F238E27FC236}">
                <a16:creationId xmlns:a16="http://schemas.microsoft.com/office/drawing/2014/main" id="{703A3625-ACCF-543A-C450-5CA908828445}"/>
              </a:ext>
            </a:extLst>
          </p:cNvPr>
          <p:cNvSpPr>
            <a:spLocks noGrp="1"/>
          </p:cNvSpPr>
          <p:nvPr>
            <p:ph type="body" sz="quarter" idx="26" hasCustomPrompt="1"/>
          </p:nvPr>
        </p:nvSpPr>
        <p:spPr>
          <a:xfrm flipH="1" flipV="1">
            <a:off x="364794" y="2519917"/>
            <a:ext cx="1381456" cy="192234"/>
          </a:xfrm>
          <a:prstGeom prst="rect">
            <a:avLst/>
          </a:prstGeom>
          <a:blipFill dpi="0" rotWithShape="0">
            <a:blip r:embed="rId5" cstate="print">
              <a:extLst>
                <a:ext uri="{28A0092B-C50C-407E-A947-70E740481C1C}">
                  <a14:useLocalDpi xmlns:a14="http://schemas.microsoft.com/office/drawing/2010/main"/>
                </a:ext>
              </a:extLst>
            </a:blip>
            <a:srcRect/>
            <a:stretch>
              <a:fillRect t="20350"/>
            </a:stretch>
          </a:blipFill>
        </p:spPr>
        <p:txBody>
          <a:bodyPr/>
          <a:lstStyle>
            <a:lvl1pPr>
              <a:defRPr sz="2800" b="0" i="0"/>
            </a:lvl1pPr>
          </a:lstStyle>
          <a:p>
            <a:pPr lvl="0"/>
            <a:r>
              <a:rPr lang="en-US"/>
              <a:t> </a:t>
            </a:r>
          </a:p>
        </p:txBody>
      </p:sp>
    </p:spTree>
    <p:extLst>
      <p:ext uri="{BB962C8B-B14F-4D97-AF65-F5344CB8AC3E}">
        <p14:creationId xmlns:p14="http://schemas.microsoft.com/office/powerpoint/2010/main" val="1318235997"/>
      </p:ext>
    </p:extLst>
  </p:cSld>
  <p:clrMapOvr>
    <a:masterClrMapping/>
  </p:clrMapOvr>
  <p:hf hdr="0"/>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key_message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3550629"/>
            <a:ext cx="2190750" cy="2210410"/>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1655763"/>
            <a:ext cx="4889503" cy="1727489"/>
          </a:xfrm>
          <a:prstGeom prst="rect">
            <a:avLst/>
          </a:prstGeom>
        </p:spPr>
        <p:txBody>
          <a:bodyPr tIns="45720" anchor="t" anchorCtr="0"/>
          <a:lstStyle>
            <a:lvl1pPr>
              <a:defRPr sz="2200">
                <a:solidFill>
                  <a:schemeClr val="tx1"/>
                </a:solidFill>
              </a:defRPr>
            </a:lvl1pPr>
          </a:lstStyle>
          <a:p>
            <a:r>
              <a:rPr lang="en-US"/>
              <a:t>Key message up to four lines</a:t>
            </a:r>
          </a:p>
        </p:txBody>
      </p:sp>
      <p:sp>
        <p:nvSpPr>
          <p:cNvPr id="6" name="Text Placeholder 10">
            <a:extLst>
              <a:ext uri="{FF2B5EF4-FFF2-40B4-BE49-F238E27FC236}">
                <a16:creationId xmlns:a16="http://schemas.microsoft.com/office/drawing/2014/main" id="{0BC4C2C2-2752-910D-3A89-477FA608D615}"/>
              </a:ext>
            </a:extLst>
          </p:cNvPr>
          <p:cNvSpPr>
            <a:spLocks noGrp="1"/>
          </p:cNvSpPr>
          <p:nvPr>
            <p:ph type="body" sz="quarter" idx="27"/>
          </p:nvPr>
        </p:nvSpPr>
        <p:spPr>
          <a:xfrm>
            <a:off x="5572125" y="1770063"/>
            <a:ext cx="6156324" cy="4249737"/>
          </a:xfrm>
          <a:prstGeom prst="rect">
            <a:avLst/>
          </a:prstGeom>
        </p:spPr>
        <p:txBody>
          <a:bodyPr tIns="0"/>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66D47BD9-9D76-91EC-BFB6-6A3B1BD0C1DF}"/>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1049977410"/>
      </p:ext>
    </p:extLst>
  </p:cSld>
  <p:clrMapOvr>
    <a:masterClrMapping/>
  </p:clrMapOvr>
  <p:hf hdr="0"/>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1_divider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7DA7A4-7686-409D-5D03-62165BC80A4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0375" y="2056147"/>
            <a:ext cx="1135813" cy="1135813"/>
          </a:xfrm>
          <a:prstGeom prst="rect">
            <a:avLst/>
          </a:prstGeom>
        </p:spPr>
      </p:pic>
      <p:sp>
        <p:nvSpPr>
          <p:cNvPr id="2" name="Text Placeholder 15">
            <a:extLst>
              <a:ext uri="{FF2B5EF4-FFF2-40B4-BE49-F238E27FC236}">
                <a16:creationId xmlns:a16="http://schemas.microsoft.com/office/drawing/2014/main" id="{E0A73A28-3054-3ED9-18EB-BD03DA2FBEC7}"/>
              </a:ext>
            </a:extLst>
          </p:cNvPr>
          <p:cNvSpPr>
            <a:spLocks noGrp="1"/>
          </p:cNvSpPr>
          <p:nvPr>
            <p:ph type="body" sz="quarter" idx="19" hasCustomPrompt="1"/>
          </p:nvPr>
        </p:nvSpPr>
        <p:spPr>
          <a:xfrm>
            <a:off x="465137" y="4759568"/>
            <a:ext cx="4884945" cy="1260231"/>
          </a:xfrm>
        </p:spPr>
        <p:txBody>
          <a:bodyPr tIns="91440" rIns="0" bIns="0" anchor="t" anchorCtr="0"/>
          <a:lstStyle>
            <a:lvl1pPr>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Subtitle</a:t>
            </a:r>
          </a:p>
        </p:txBody>
      </p:sp>
      <p:sp>
        <p:nvSpPr>
          <p:cNvPr id="3" name="Title 1">
            <a:extLst>
              <a:ext uri="{FF2B5EF4-FFF2-40B4-BE49-F238E27FC236}">
                <a16:creationId xmlns:a16="http://schemas.microsoft.com/office/drawing/2014/main" id="{B16DCCCA-CE04-1957-F7C4-A51C82CF08AB}"/>
              </a:ext>
            </a:extLst>
          </p:cNvPr>
          <p:cNvSpPr>
            <a:spLocks noGrp="1"/>
          </p:cNvSpPr>
          <p:nvPr>
            <p:ph type="title" hasCustomPrompt="1"/>
          </p:nvPr>
        </p:nvSpPr>
        <p:spPr>
          <a:xfrm>
            <a:off x="460376" y="2860430"/>
            <a:ext cx="4889499" cy="1582615"/>
          </a:xfrm>
        </p:spPr>
        <p:txBody>
          <a:bodyPr anchor="b" anchorCtr="0"/>
          <a:lstStyle>
            <a:lvl1pPr>
              <a:defRPr sz="3200" b="1">
                <a:solidFill>
                  <a:schemeClr val="bg1"/>
                </a:solidFill>
              </a:defRPr>
            </a:lvl1pPr>
          </a:lstStyle>
          <a:p>
            <a:r>
              <a:rPr lang="en-US"/>
              <a:t>Divider title goes up to three lines lorem ipsum dolor </a:t>
            </a:r>
            <a:r>
              <a:rPr lang="en-US" err="1"/>
              <a:t>tatem</a:t>
            </a:r>
            <a:r>
              <a:rPr lang="en-US"/>
              <a:t> </a:t>
            </a:r>
            <a:r>
              <a:rPr lang="en-US" err="1"/>
              <a:t>voluptis</a:t>
            </a:r>
            <a:endParaRPr lang="en-US"/>
          </a:p>
        </p:txBody>
      </p:sp>
      <p:sp>
        <p:nvSpPr>
          <p:cNvPr id="4" name="Picture Placeholder 4">
            <a:extLst>
              <a:ext uri="{FF2B5EF4-FFF2-40B4-BE49-F238E27FC236}">
                <a16:creationId xmlns:a16="http://schemas.microsoft.com/office/drawing/2014/main" id="{AFAE7868-93D0-7991-9DCD-38EE119B8992}"/>
              </a:ext>
            </a:extLst>
          </p:cNvPr>
          <p:cNvSpPr>
            <a:spLocks noGrp="1"/>
          </p:cNvSpPr>
          <p:nvPr>
            <p:ph type="pic" sz="quarter" idx="22" hasCustomPrompt="1"/>
          </p:nvPr>
        </p:nvSpPr>
        <p:spPr>
          <a:xfrm>
            <a:off x="6210300" y="1959429"/>
            <a:ext cx="2926896" cy="2944585"/>
          </a:xfrm>
          <a:noFill/>
        </p:spPr>
        <p:txBody>
          <a:bodyPr tIns="1737360"/>
          <a:lstStyle>
            <a:lvl1pPr algn="ctr">
              <a:defRPr b="0" i="0"/>
            </a:lvl1pPr>
          </a:lstStyle>
          <a:p>
            <a:r>
              <a:rPr lang="en-US"/>
              <a:t>Delete image </a:t>
            </a:r>
            <a:br>
              <a:rPr lang="en-US"/>
            </a:br>
            <a:r>
              <a:rPr lang="en-US"/>
              <a:t>placeholder </a:t>
            </a:r>
            <a:br>
              <a:rPr lang="en-US"/>
            </a:br>
            <a:r>
              <a:rPr lang="en-US"/>
              <a:t>if not needed</a:t>
            </a:r>
          </a:p>
        </p:txBody>
      </p:sp>
      <p:sp>
        <p:nvSpPr>
          <p:cNvPr id="5" name="Text Placeholder 15">
            <a:extLst>
              <a:ext uri="{FF2B5EF4-FFF2-40B4-BE49-F238E27FC236}">
                <a16:creationId xmlns:a16="http://schemas.microsoft.com/office/drawing/2014/main" id="{2E7338DA-55A4-4696-E985-010B3788E677}"/>
              </a:ext>
            </a:extLst>
          </p:cNvPr>
          <p:cNvSpPr>
            <a:spLocks noGrp="1"/>
          </p:cNvSpPr>
          <p:nvPr>
            <p:ph type="body" sz="quarter" idx="23" hasCustomPrompt="1"/>
          </p:nvPr>
        </p:nvSpPr>
        <p:spPr>
          <a:xfrm>
            <a:off x="465137" y="1412875"/>
            <a:ext cx="1281113" cy="1219200"/>
          </a:xfrm>
        </p:spPr>
        <p:txBody>
          <a:bodyPr tIns="0" rIns="0" bIns="0" anchor="b" anchorCtr="0"/>
          <a:lstStyle>
            <a:lvl1pPr>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2pPr>
            <a:lvl3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3pPr>
            <a:lvl4pPr marL="0" indent="0">
              <a:spcAft>
                <a:spcPts val="0"/>
              </a:spcAft>
              <a:buFontTx/>
              <a:buNone/>
              <a:defRPr sz="7200" b="1" i="0" cap="none" baseline="0">
                <a:solidFill>
                  <a:schemeClr val="bg1"/>
                </a:solidFill>
                <a:latin typeface="+mj-lt"/>
                <a:ea typeface="Roboto" panose="02000000000000000000" pitchFamily="2" charset="0"/>
                <a:cs typeface="Segoe UI" panose="020B0502040204020203" pitchFamily="34" charset="0"/>
              </a:defRPr>
            </a:lvl4pPr>
            <a:lvl5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7200" b="1"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00</a:t>
            </a:r>
          </a:p>
        </p:txBody>
      </p:sp>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9" name="Footer Placeholder 8">
            <a:extLst>
              <a:ext uri="{FF2B5EF4-FFF2-40B4-BE49-F238E27FC236}">
                <a16:creationId xmlns:a16="http://schemas.microsoft.com/office/drawing/2014/main" id="{A27FFB7B-C90E-3EB9-4DFD-37DFA60360C7}"/>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DCBC0190-25C0-0B96-3A1C-09AB77D9751E}"/>
              </a:ext>
            </a:extLst>
          </p:cNvPr>
          <p:cNvSpPr>
            <a:spLocks noGrp="1"/>
          </p:cNvSpPr>
          <p:nvPr>
            <p:ph type="sldNum" sz="quarter" idx="25"/>
          </p:nvPr>
        </p:nvSpPr>
        <p:spPr/>
        <p:txBody>
          <a:bodyPr/>
          <a:lstStyle/>
          <a:p>
            <a:fld id="{63DCA5C9-2E11-4C67-86EB-AE1DE127DC64}" type="slidenum">
              <a:rPr lang="en-US" smtClean="0"/>
              <a:pPr/>
              <a:t>‹#›</a:t>
            </a:fld>
            <a:endParaRPr lang="en-US"/>
          </a:p>
        </p:txBody>
      </p:sp>
    </p:spTree>
    <p:extLst>
      <p:ext uri="{BB962C8B-B14F-4D97-AF65-F5344CB8AC3E}">
        <p14:creationId xmlns:p14="http://schemas.microsoft.com/office/powerpoint/2010/main" val="4226902368"/>
      </p:ext>
    </p:extLst>
  </p:cSld>
  <p:clrMapOvr>
    <a:masterClrMapping/>
  </p:clrMapOvr>
  <p:hf hdr="0"/>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Client Callou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Text Placeholder 15">
            <a:extLst>
              <a:ext uri="{FF2B5EF4-FFF2-40B4-BE49-F238E27FC236}">
                <a16:creationId xmlns:a16="http://schemas.microsoft.com/office/drawing/2014/main" id="{59819361-C169-F543-35DA-BD3C6C3B985E}"/>
              </a:ext>
            </a:extLst>
          </p:cNvPr>
          <p:cNvSpPr>
            <a:spLocks noGrp="1"/>
          </p:cNvSpPr>
          <p:nvPr>
            <p:ph type="body" sz="quarter" idx="33" hasCustomPrompt="1"/>
          </p:nvPr>
        </p:nvSpPr>
        <p:spPr>
          <a:xfrm>
            <a:off x="4298950" y="831591"/>
            <a:ext cx="3602038" cy="1436596"/>
          </a:xfr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lang="en-US">
                <a:solidFill>
                  <a:srgbClr val="070154"/>
                </a:solidFill>
              </a:rPr>
              <a:t>© 2026 West Monroe Partners | Reproduction and/or distribution without West Monroe Partners’ prior consent is prohibited.</a:t>
            </a:r>
            <a:endPar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endParaRP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3" name="Text Placeholder 12">
            <a:extLst>
              <a:ext uri="{FF2B5EF4-FFF2-40B4-BE49-F238E27FC236}">
                <a16:creationId xmlns:a16="http://schemas.microsoft.com/office/drawing/2014/main" id="{C83773E0-B2A9-5900-EA67-04A744D0B7D9}"/>
              </a:ext>
            </a:extLst>
          </p:cNvPr>
          <p:cNvSpPr>
            <a:spLocks noGrp="1"/>
          </p:cNvSpPr>
          <p:nvPr>
            <p:ph type="body" sz="quarter" idx="28"/>
          </p:nvPr>
        </p:nvSpPr>
        <p:spPr>
          <a:xfrm>
            <a:off x="460375" y="2202611"/>
            <a:ext cx="3606800" cy="3817189"/>
          </a:xfrm>
        </p:spPr>
        <p:txBody>
          <a:bodyPr tIns="91440"/>
          <a:lstStyle>
            <a:lvl1pPr>
              <a:defRPr sz="1400" b="0" i="0"/>
            </a:lvl1pPr>
            <a:lvl2pPr>
              <a:defRPr sz="1400" b="1" i="0"/>
            </a:lvl2pPr>
            <a:lvl3pPr marL="137160" indent="-137160">
              <a:defRPr sz="1200" b="0" i="0"/>
            </a:lvl3pPr>
            <a:lvl4pPr marL="274320" indent="-137160">
              <a:defRPr sz="1200" b="0" i="0"/>
            </a:lvl4pPr>
            <a:lvl5pPr marL="411480" indent="-137160">
              <a:defRPr sz="1200" b="0" i="0"/>
            </a:lvl5pPr>
            <a:lvl6pPr marL="182880" indent="-182880">
              <a:buAutoNum type="arabicPeriod"/>
              <a:defRPr sz="1200"/>
            </a:lvl6pPr>
            <a:lvl7pPr marL="365760" indent="-182880">
              <a:buAutoNum type="arabicPeriod"/>
              <a:defRPr sz="1200"/>
            </a:lvl7pPr>
            <a:lvl8pPr marL="548640" indent="-182880">
              <a:defRPr sz="1200"/>
            </a:lvl8pPr>
            <a:lvl9pPr>
              <a:defRPr sz="14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15">
            <a:extLst>
              <a:ext uri="{FF2B5EF4-FFF2-40B4-BE49-F238E27FC236}">
                <a16:creationId xmlns:a16="http://schemas.microsoft.com/office/drawing/2014/main" id="{F2F2811C-682B-50C7-DB15-23C006FAFC16}"/>
              </a:ext>
            </a:extLst>
          </p:cNvPr>
          <p:cNvSpPr>
            <a:spLocks noGrp="1"/>
          </p:cNvSpPr>
          <p:nvPr>
            <p:ph type="body" sz="quarter" idx="19" hasCustomPrompt="1"/>
          </p:nvPr>
        </p:nvSpPr>
        <p:spPr>
          <a:xfrm>
            <a:off x="465138" y="556953"/>
            <a:ext cx="3602038" cy="556953"/>
          </a:xfrm>
        </p:spPr>
        <p:txBody>
          <a:bodyPr tIns="228600" rIns="0" bIns="0" anchor="t" anchorCtr="0"/>
          <a:lstStyle>
            <a:lvl1pPr>
              <a:spcAft>
                <a:spcPts val="0"/>
              </a:spcAft>
              <a:buFontTx/>
              <a:buNone/>
              <a:defRPr sz="1600" b="1" i="0" cap="all" baseline="0">
                <a:solidFill>
                  <a:schemeClr val="accent1"/>
                </a:solidFill>
                <a:latin typeface="+mn-lt"/>
                <a:ea typeface="Roboto" panose="02000000000000000000" pitchFamily="2" charset="0"/>
                <a:cs typeface="Segoe UI" panose="020B0502040204020203" pitchFamily="34" charset="0"/>
              </a:defRPr>
            </a:lvl1pPr>
            <a:lvl2pPr>
              <a:spcAft>
                <a:spcPts val="0"/>
              </a:spcAft>
              <a:buFontTx/>
              <a:buNone/>
              <a:defRPr sz="1600" b="1" i="0" cap="all" baseline="0">
                <a:solidFill>
                  <a:schemeClr val="accent1"/>
                </a:solidFill>
                <a:latin typeface="+mj-lt"/>
                <a:ea typeface="Roboto" panose="02000000000000000000" pitchFamily="2" charset="0"/>
                <a:cs typeface="Segoe UI" panose="020B0502040204020203" pitchFamily="34" charset="0"/>
              </a:defRPr>
            </a:lvl2pPr>
            <a:lvl3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3pPr>
            <a:lvl4pPr marL="0" indent="0">
              <a:spcAft>
                <a:spcPts val="0"/>
              </a:spcAft>
              <a:buFontTx/>
              <a:buNone/>
              <a:defRPr sz="1600" b="1" i="0" cap="none" baseline="0">
                <a:solidFill>
                  <a:schemeClr val="accent1"/>
                </a:solidFill>
                <a:latin typeface="+mj-lt"/>
                <a:ea typeface="Roboto" panose="02000000000000000000" pitchFamily="2" charset="0"/>
                <a:cs typeface="Segoe UI" panose="020B0502040204020203" pitchFamily="34" charset="0"/>
              </a:defRPr>
            </a:lvl4pPr>
            <a:lvl5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5pPr>
            <a:lvl6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6pPr>
            <a:lvl7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7pPr>
            <a:lvl8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8pPr>
            <a:lvl9pPr marL="0" indent="0">
              <a:spcAft>
                <a:spcPts val="0"/>
              </a:spcAft>
              <a:buFontTx/>
              <a:buNone/>
              <a:defRPr sz="1600" b="1" i="0" cap="none" baseline="0">
                <a:solidFill>
                  <a:schemeClr val="accent1"/>
                </a:solidFill>
                <a:latin typeface="+mn-lt"/>
                <a:ea typeface="Roboto" panose="02000000000000000000" pitchFamily="2" charset="0"/>
                <a:cs typeface="Segoe UI" panose="020B0502040204020203" pitchFamily="34" charset="0"/>
              </a:defRPr>
            </a:lvl9pPr>
          </a:lstStyle>
          <a:p>
            <a:pPr lvl="0"/>
            <a:r>
              <a:rPr lang="en-US"/>
              <a:t>CLIENT NAME</a:t>
            </a:r>
          </a:p>
        </p:txBody>
      </p:sp>
      <p:sp>
        <p:nvSpPr>
          <p:cNvPr id="12" name="Title 11">
            <a:extLst>
              <a:ext uri="{FF2B5EF4-FFF2-40B4-BE49-F238E27FC236}">
                <a16:creationId xmlns:a16="http://schemas.microsoft.com/office/drawing/2014/main" id="{73D86145-91C7-C9AD-8439-02A6318C3553}"/>
              </a:ext>
            </a:extLst>
          </p:cNvPr>
          <p:cNvSpPr>
            <a:spLocks noGrp="1"/>
          </p:cNvSpPr>
          <p:nvPr>
            <p:ph type="title"/>
          </p:nvPr>
        </p:nvSpPr>
        <p:spPr>
          <a:xfrm>
            <a:off x="460375" y="1116054"/>
            <a:ext cx="3606800" cy="1086557"/>
          </a:xfrm>
        </p:spPr>
        <p:txBody>
          <a:bodyPr tIns="45720"/>
          <a:lstStyle>
            <a:lvl1pPr>
              <a:defRPr sz="2000">
                <a:solidFill>
                  <a:schemeClr val="tx1"/>
                </a:solidFill>
              </a:defRPr>
            </a:lvl1pPr>
          </a:lstStyle>
          <a:p>
            <a:r>
              <a:rPr lang="en-US"/>
              <a:t>Click to edit Master title style</a:t>
            </a:r>
          </a:p>
        </p:txBody>
      </p:sp>
      <p:sp>
        <p:nvSpPr>
          <p:cNvPr id="16" name="Picture Placeholder 7">
            <a:extLst>
              <a:ext uri="{FF2B5EF4-FFF2-40B4-BE49-F238E27FC236}">
                <a16:creationId xmlns:a16="http://schemas.microsoft.com/office/drawing/2014/main" id="{85295369-BD35-627D-DCF3-70F052CE99AA}"/>
              </a:ext>
            </a:extLst>
          </p:cNvPr>
          <p:cNvSpPr>
            <a:spLocks noGrp="1"/>
          </p:cNvSpPr>
          <p:nvPr>
            <p:ph type="pic" sz="quarter" idx="10" hasCustomPrompt="1"/>
          </p:nvPr>
        </p:nvSpPr>
        <p:spPr>
          <a:xfrm>
            <a:off x="8124824" y="835429"/>
            <a:ext cx="3603625" cy="4854171"/>
          </a:xfrm>
          <a:prstGeom prst="rect">
            <a:avLst/>
          </a:prstGeom>
          <a:solidFill>
            <a:schemeClr val="accent2">
              <a:lumMod val="40000"/>
              <a:lumOff val="60000"/>
            </a:schemeClr>
          </a:solidFill>
        </p:spPr>
        <p:txBody>
          <a:bodyPr tIns="1828800"/>
          <a:lstStyle>
            <a:lvl1pPr algn="ctr">
              <a:defRPr b="0" i="0"/>
            </a:lvl1pPr>
          </a:lstStyle>
          <a:p>
            <a:r>
              <a:rPr lang="en-US"/>
              <a:t>Picture</a:t>
            </a:r>
          </a:p>
        </p:txBody>
      </p:sp>
      <p:sp>
        <p:nvSpPr>
          <p:cNvPr id="17" name="Text Placeholder 15">
            <a:extLst>
              <a:ext uri="{FF2B5EF4-FFF2-40B4-BE49-F238E27FC236}">
                <a16:creationId xmlns:a16="http://schemas.microsoft.com/office/drawing/2014/main" id="{B2F81DA5-F8CF-9074-55A0-F820DE7FFD70}"/>
              </a:ext>
            </a:extLst>
          </p:cNvPr>
          <p:cNvSpPr>
            <a:spLocks noGrp="1"/>
          </p:cNvSpPr>
          <p:nvPr>
            <p:ph type="body" sz="quarter" idx="23" hasCustomPrompt="1"/>
          </p:nvPr>
        </p:nvSpPr>
        <p:spPr>
          <a:xfrm>
            <a:off x="4516834" y="1014960"/>
            <a:ext cx="1372790" cy="510741"/>
          </a:xfr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18" name="Text Placeholder 15">
            <a:extLst>
              <a:ext uri="{FF2B5EF4-FFF2-40B4-BE49-F238E27FC236}">
                <a16:creationId xmlns:a16="http://schemas.microsoft.com/office/drawing/2014/main" id="{B61EB7FF-E196-443F-C2CC-DAFC7495AF6C}"/>
              </a:ext>
            </a:extLst>
          </p:cNvPr>
          <p:cNvSpPr>
            <a:spLocks noGrp="1"/>
          </p:cNvSpPr>
          <p:nvPr>
            <p:ph type="body" sz="quarter" idx="31" hasCustomPrompt="1"/>
          </p:nvPr>
        </p:nvSpPr>
        <p:spPr>
          <a:xfrm>
            <a:off x="4516834" y="1525702"/>
            <a:ext cx="1372791" cy="556953"/>
          </a:xfrm>
        </p:spPr>
        <p:txBody>
          <a:bodyPr tIns="0" rIns="0" bIns="0" anchor="t" anchorCtr="0"/>
          <a:lstStyle>
            <a:lvl1pPr>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Stat descriptor lorem ipsum</a:t>
            </a:r>
          </a:p>
        </p:txBody>
      </p:sp>
      <p:sp>
        <p:nvSpPr>
          <p:cNvPr id="19" name="Text Placeholder 15">
            <a:extLst>
              <a:ext uri="{FF2B5EF4-FFF2-40B4-BE49-F238E27FC236}">
                <a16:creationId xmlns:a16="http://schemas.microsoft.com/office/drawing/2014/main" id="{883E52D6-5A2B-54FE-B2FD-50F05B9B1649}"/>
              </a:ext>
            </a:extLst>
          </p:cNvPr>
          <p:cNvSpPr>
            <a:spLocks noGrp="1"/>
          </p:cNvSpPr>
          <p:nvPr>
            <p:ph type="body" sz="quarter" idx="32" hasCustomPrompt="1"/>
          </p:nvPr>
        </p:nvSpPr>
        <p:spPr>
          <a:xfrm>
            <a:off x="5981700" y="1014838"/>
            <a:ext cx="1786952" cy="1067817"/>
          </a:xfr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Lorem ipsum dolor sit </a:t>
            </a:r>
            <a:r>
              <a:rPr lang="en-US" err="1"/>
              <a:t>amet</a:t>
            </a:r>
            <a:endParaRPr lang="en-US"/>
          </a:p>
        </p:txBody>
      </p:sp>
      <p:sp>
        <p:nvSpPr>
          <p:cNvPr id="26" name="Text Placeholder 25">
            <a:extLst>
              <a:ext uri="{FF2B5EF4-FFF2-40B4-BE49-F238E27FC236}">
                <a16:creationId xmlns:a16="http://schemas.microsoft.com/office/drawing/2014/main" id="{145EC9BB-9EA6-882D-C1C8-A929A8D7679A}"/>
              </a:ext>
            </a:extLst>
          </p:cNvPr>
          <p:cNvSpPr>
            <a:spLocks noGrp="1"/>
          </p:cNvSpPr>
          <p:nvPr>
            <p:ph type="body" sz="quarter" idx="38" hasCustomPrompt="1"/>
          </p:nvPr>
        </p:nvSpPr>
        <p:spPr>
          <a:xfrm>
            <a:off x="4300536" y="4419803"/>
            <a:ext cx="803275" cy="269761"/>
          </a:xfrm>
          <a:blipFill>
            <a:blip>
              <a:extLst>
                <a:ext uri="{96DAC541-7B7A-43D3-8B79-37D633B846F1}">
                  <asvg:svgBlip xmlns:asvg="http://schemas.microsoft.com/office/drawing/2016/SVG/main" r:embed="rId4"/>
                </a:ext>
              </a:extLst>
            </a:blip>
            <a:stretch>
              <a:fillRect/>
            </a:stretch>
          </a:blipFill>
        </p:spPr>
        <p:txBody>
          <a:bodyPr/>
          <a:lstStyle>
            <a:lvl1pPr>
              <a:defRPr b="0" i="0"/>
            </a:lvl1pPr>
          </a:lstStyle>
          <a:p>
            <a:pPr lvl="0"/>
            <a:r>
              <a:rPr lang="en-US"/>
              <a:t> </a:t>
            </a:r>
          </a:p>
        </p:txBody>
      </p:sp>
      <p:sp>
        <p:nvSpPr>
          <p:cNvPr id="27" name="Text Placeholder 15">
            <a:extLst>
              <a:ext uri="{FF2B5EF4-FFF2-40B4-BE49-F238E27FC236}">
                <a16:creationId xmlns:a16="http://schemas.microsoft.com/office/drawing/2014/main" id="{A32C7319-9E77-357E-1E6B-23D733A030D1}"/>
              </a:ext>
            </a:extLst>
          </p:cNvPr>
          <p:cNvSpPr>
            <a:spLocks noGrp="1"/>
          </p:cNvSpPr>
          <p:nvPr>
            <p:ph type="body" sz="quarter" idx="39" hasCustomPrompt="1"/>
          </p:nvPr>
        </p:nvSpPr>
        <p:spPr>
          <a:xfrm>
            <a:off x="4298950" y="4800601"/>
            <a:ext cx="3600450" cy="1219458"/>
          </a:xfrm>
        </p:spPr>
        <p:txBody>
          <a:bodyPr tIns="0" rIns="0" bIns="0" anchor="t" anchorCtr="0"/>
          <a:lstStyle>
            <a:lvl1pPr>
              <a:spcAft>
                <a:spcPts val="1000"/>
              </a:spcAft>
              <a:buFontTx/>
              <a:buNone/>
              <a:defRPr sz="1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Testimonial or project highlight goes here lorem ipsum dolor. Lorem </a:t>
            </a:r>
            <a:r>
              <a:rPr lang="en-US" err="1"/>
              <a:t>amet</a:t>
            </a:r>
            <a:r>
              <a:rPr lang="en-US"/>
              <a:t> </a:t>
            </a:r>
            <a:r>
              <a:rPr lang="en-US" err="1"/>
              <a:t>repudicae</a:t>
            </a:r>
            <a:r>
              <a:rPr lang="en-US"/>
              <a:t> </a:t>
            </a:r>
            <a:r>
              <a:rPr lang="en-US" err="1"/>
              <a:t>nihitatis</a:t>
            </a:r>
            <a:r>
              <a:rPr lang="en-US"/>
              <a:t> et </a:t>
            </a:r>
            <a:r>
              <a:rPr lang="en-US" err="1"/>
              <a:t>magnam</a:t>
            </a:r>
            <a:r>
              <a:rPr lang="en-US"/>
              <a:t>.</a:t>
            </a:r>
          </a:p>
        </p:txBody>
      </p:sp>
      <p:sp>
        <p:nvSpPr>
          <p:cNvPr id="30" name="Text Placeholder 15">
            <a:extLst>
              <a:ext uri="{FF2B5EF4-FFF2-40B4-BE49-F238E27FC236}">
                <a16:creationId xmlns:a16="http://schemas.microsoft.com/office/drawing/2014/main" id="{ABD1EAE9-28F1-F022-0886-6034CEE48011}"/>
              </a:ext>
            </a:extLst>
          </p:cNvPr>
          <p:cNvSpPr>
            <a:spLocks noGrp="1"/>
          </p:cNvSpPr>
          <p:nvPr>
            <p:ph type="body" sz="quarter" idx="40" hasCustomPrompt="1"/>
          </p:nvPr>
        </p:nvSpPr>
        <p:spPr>
          <a:xfrm>
            <a:off x="4298950" y="2506012"/>
            <a:ext cx="3602038" cy="1436596"/>
          </a:xfrm>
          <a:solidFill>
            <a:schemeClr val="accent4"/>
          </a:solidFill>
        </p:spPr>
        <p:txBody>
          <a:bodyPr lIns="0" tIns="0" rIns="0" bIns="0" anchor="t" anchorCtr="0"/>
          <a:lstStyle>
            <a:lvl1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bg1"/>
                </a:solidFill>
                <a:latin typeface="+mn-lt"/>
                <a:ea typeface="Roboto" panose="02000000000000000000" pitchFamily="2" charset="0"/>
                <a:cs typeface="Segoe UI" panose="020B0502040204020203" pitchFamily="34" charset="0"/>
              </a:defRPr>
            </a:lvl9pPr>
          </a:lstStyle>
          <a:p>
            <a:pPr lvl="0"/>
            <a:r>
              <a:rPr lang="en-US"/>
              <a:t> </a:t>
            </a:r>
          </a:p>
        </p:txBody>
      </p:sp>
      <p:sp>
        <p:nvSpPr>
          <p:cNvPr id="31" name="Text Placeholder 15">
            <a:extLst>
              <a:ext uri="{FF2B5EF4-FFF2-40B4-BE49-F238E27FC236}">
                <a16:creationId xmlns:a16="http://schemas.microsoft.com/office/drawing/2014/main" id="{C701D8AA-933D-5BE4-F7F1-E10444A625FD}"/>
              </a:ext>
            </a:extLst>
          </p:cNvPr>
          <p:cNvSpPr>
            <a:spLocks noGrp="1"/>
          </p:cNvSpPr>
          <p:nvPr>
            <p:ph type="body" sz="quarter" idx="41" hasCustomPrompt="1"/>
          </p:nvPr>
        </p:nvSpPr>
        <p:spPr>
          <a:xfrm>
            <a:off x="4516834" y="2689381"/>
            <a:ext cx="1372790" cy="510741"/>
          </a:xfrm>
        </p:spPr>
        <p:txBody>
          <a:bodyPr tIns="0" rIns="0" bIns="0" anchor="t" anchorCtr="0"/>
          <a:lstStyle>
            <a:lvl1pPr>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36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36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00</a:t>
            </a:r>
          </a:p>
        </p:txBody>
      </p:sp>
      <p:sp>
        <p:nvSpPr>
          <p:cNvPr id="32" name="Text Placeholder 15">
            <a:extLst>
              <a:ext uri="{FF2B5EF4-FFF2-40B4-BE49-F238E27FC236}">
                <a16:creationId xmlns:a16="http://schemas.microsoft.com/office/drawing/2014/main" id="{B7C2371B-53EA-E95C-F739-EFE9AE51735E}"/>
              </a:ext>
            </a:extLst>
          </p:cNvPr>
          <p:cNvSpPr>
            <a:spLocks noGrp="1"/>
          </p:cNvSpPr>
          <p:nvPr>
            <p:ph type="body" sz="quarter" idx="42" hasCustomPrompt="1"/>
          </p:nvPr>
        </p:nvSpPr>
        <p:spPr>
          <a:xfrm>
            <a:off x="4516834" y="3200123"/>
            <a:ext cx="1372791" cy="556953"/>
          </a:xfrm>
        </p:spPr>
        <p:txBody>
          <a:bodyPr tIns="0" rIns="0" bIns="0" anchor="t" anchorCtr="0"/>
          <a:lstStyle>
            <a:lvl1pPr>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2pPr>
            <a:lvl3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3pPr>
            <a:lvl4pPr marL="0" indent="0">
              <a:spcAft>
                <a:spcPts val="0"/>
              </a:spcAft>
              <a:buFontTx/>
              <a:buNone/>
              <a:defRPr sz="1400" b="1" i="0" cap="none" baseline="0">
                <a:solidFill>
                  <a:schemeClr val="tx1"/>
                </a:solidFill>
                <a:latin typeface="+mj-lt"/>
                <a:ea typeface="Roboto" panose="02000000000000000000" pitchFamily="2" charset="0"/>
                <a:cs typeface="Segoe UI" panose="020B0502040204020203" pitchFamily="34" charset="0"/>
              </a:defRPr>
            </a:lvl4pPr>
            <a:lvl5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400" b="1"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Stat descriptor lorem ipsum</a:t>
            </a:r>
          </a:p>
        </p:txBody>
      </p:sp>
      <p:sp>
        <p:nvSpPr>
          <p:cNvPr id="33" name="Text Placeholder 15">
            <a:extLst>
              <a:ext uri="{FF2B5EF4-FFF2-40B4-BE49-F238E27FC236}">
                <a16:creationId xmlns:a16="http://schemas.microsoft.com/office/drawing/2014/main" id="{EF52418C-31BC-D8CA-DAA7-32470FE01E79}"/>
              </a:ext>
            </a:extLst>
          </p:cNvPr>
          <p:cNvSpPr>
            <a:spLocks noGrp="1"/>
          </p:cNvSpPr>
          <p:nvPr>
            <p:ph type="body" sz="quarter" idx="43" hasCustomPrompt="1"/>
          </p:nvPr>
        </p:nvSpPr>
        <p:spPr>
          <a:xfrm>
            <a:off x="5981700" y="2689259"/>
            <a:ext cx="1786952" cy="1067817"/>
          </a:xfrm>
        </p:spPr>
        <p:txBody>
          <a:bodyPr lIns="45720" tIns="137160" rIns="0" bIns="0" anchor="t" anchorCtr="0"/>
          <a:lstStyle>
            <a:lvl1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1pPr>
            <a:lvl2pPr>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2pPr>
            <a:lvl3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3pPr>
            <a:lvl4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4pPr>
            <a:lvl5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5pPr>
            <a:lvl6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6pPr>
            <a:lvl7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7pPr>
            <a:lvl8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8pPr>
            <a:lvl9pPr marL="0" indent="0">
              <a:spcAft>
                <a:spcPts val="0"/>
              </a:spcAft>
              <a:buFontTx/>
              <a:buNone/>
              <a:defRPr sz="1200" b="0" i="0" cap="none" baseline="0">
                <a:solidFill>
                  <a:schemeClr val="tx1"/>
                </a:solidFill>
                <a:latin typeface="+mn-lt"/>
                <a:ea typeface="Roboto" panose="02000000000000000000" pitchFamily="2" charset="0"/>
                <a:cs typeface="Segoe UI" panose="020B0502040204020203" pitchFamily="34" charset="0"/>
              </a:defRPr>
            </a:lvl9pPr>
          </a:lstStyle>
          <a:p>
            <a:pPr lvl="0"/>
            <a:r>
              <a:rPr lang="en-US"/>
              <a:t>Lorem ipsum dolor sit </a:t>
            </a:r>
            <a:r>
              <a:rPr lang="en-US" err="1"/>
              <a:t>amet</a:t>
            </a:r>
            <a:endParaRPr lang="en-US"/>
          </a:p>
        </p:txBody>
      </p:sp>
      <p:sp>
        <p:nvSpPr>
          <p:cNvPr id="4" name="Text Placeholder 15">
            <a:extLst>
              <a:ext uri="{FF2B5EF4-FFF2-40B4-BE49-F238E27FC236}">
                <a16:creationId xmlns:a16="http://schemas.microsoft.com/office/drawing/2014/main" id="{72A89313-2123-1F50-95A1-D5C96A21D1CD}"/>
              </a:ext>
            </a:extLst>
          </p:cNvPr>
          <p:cNvSpPr>
            <a:spLocks noGrp="1"/>
          </p:cNvSpPr>
          <p:nvPr>
            <p:ph type="body" sz="quarter" idx="44" hasCustomPrompt="1"/>
          </p:nvPr>
        </p:nvSpPr>
        <p:spPr>
          <a:xfrm>
            <a:off x="465137" y="0"/>
            <a:ext cx="5106989" cy="556953"/>
          </a:xfr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none"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none"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none"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none"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none"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none"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none"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none" baseline="0">
                <a:solidFill>
                  <a:schemeClr val="accent2"/>
                </a:solidFill>
                <a:latin typeface="+mn-lt"/>
                <a:ea typeface="Roboto" panose="02000000000000000000" pitchFamily="2" charset="0"/>
                <a:cs typeface="Segoe UI" panose="020B0502040204020203" pitchFamily="34" charset="0"/>
              </a:defRPr>
            </a:lvl9pPr>
          </a:lstStyle>
          <a:p>
            <a:pPr lvl="0"/>
            <a:r>
              <a:rPr lang="en-US"/>
              <a:t>EYEBROW LINE</a:t>
            </a:r>
          </a:p>
        </p:txBody>
      </p:sp>
    </p:spTree>
    <p:extLst>
      <p:ext uri="{BB962C8B-B14F-4D97-AF65-F5344CB8AC3E}">
        <p14:creationId xmlns:p14="http://schemas.microsoft.com/office/powerpoint/2010/main" val="707123306"/>
      </p:ext>
    </p:extLst>
  </p:cSld>
  <p:clrMapOvr>
    <a:masterClrMapping/>
  </p:clrMapOvr>
  <p:hf hdr="0"/>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statement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descr="A blue text on a black background&#10;&#10;Description automatically generated">
            <a:extLst>
              <a:ext uri="{FF2B5EF4-FFF2-40B4-BE49-F238E27FC236}">
                <a16:creationId xmlns:a16="http://schemas.microsoft.com/office/drawing/2014/main" id="{06E563E1-7D41-1F2D-1017-A94837B998E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6" name="Title 1">
            <a:extLst>
              <a:ext uri="{FF2B5EF4-FFF2-40B4-BE49-F238E27FC236}">
                <a16:creationId xmlns:a16="http://schemas.microsoft.com/office/drawing/2014/main" id="{7A099A38-A8A2-7263-BB25-EE5337AAA98C}"/>
              </a:ext>
            </a:extLst>
          </p:cNvPr>
          <p:cNvSpPr>
            <a:spLocks noGrp="1"/>
          </p:cNvSpPr>
          <p:nvPr>
            <p:ph type="title" hasCustomPrompt="1"/>
          </p:nvPr>
        </p:nvSpPr>
        <p:spPr>
          <a:xfrm>
            <a:off x="6210300" y="1092531"/>
            <a:ext cx="5518150" cy="4678878"/>
          </a:xfrm>
          <a:prstGeom prst="rect">
            <a:avLst/>
          </a:prstGeom>
        </p:spPr>
        <p:txBody>
          <a:bodyPr anchor="ctr" anchorCtr="0"/>
          <a:lstStyle>
            <a:lvl1pPr>
              <a:defRPr sz="2800" b="1">
                <a:solidFill>
                  <a:schemeClr val="bg1"/>
                </a:solidFill>
              </a:defRPr>
            </a:lvl1pPr>
          </a:lstStyle>
          <a:p>
            <a:r>
              <a:rPr lang="en-US"/>
              <a:t>Statement lorem ipsum dolor sit </a:t>
            </a:r>
            <a:r>
              <a:rPr lang="en-US" err="1"/>
              <a:t>amet</a:t>
            </a:r>
            <a:r>
              <a:rPr lang="en-US"/>
              <a:t>, </a:t>
            </a:r>
            <a:r>
              <a:rPr lang="en-US" err="1"/>
              <a:t>consectetur</a:t>
            </a:r>
            <a:r>
              <a:rPr lang="en-US"/>
              <a:t> </a:t>
            </a:r>
            <a:r>
              <a:rPr lang="en-US" err="1"/>
              <a:t>elit</a:t>
            </a:r>
            <a:r>
              <a:rPr lang="en-US"/>
              <a:t>, sed do </a:t>
            </a:r>
            <a:r>
              <a:rPr lang="en-US" err="1"/>
              <a:t>eiusmod</a:t>
            </a:r>
            <a:r>
              <a:rPr lang="en-US"/>
              <a:t> </a:t>
            </a:r>
            <a:r>
              <a:rPr lang="en-US" err="1"/>
              <a:t>tempor</a:t>
            </a:r>
            <a:r>
              <a:rPr lang="en-US"/>
              <a:t> </a:t>
            </a:r>
            <a:r>
              <a:rPr lang="en-US" err="1"/>
              <a:t>amet</a:t>
            </a:r>
            <a:endParaRPr lang="en-US"/>
          </a:p>
        </p:txBody>
      </p:sp>
      <p:sp>
        <p:nvSpPr>
          <p:cNvPr id="11" name="Picture Placeholder 7">
            <a:extLst>
              <a:ext uri="{FF2B5EF4-FFF2-40B4-BE49-F238E27FC236}">
                <a16:creationId xmlns:a16="http://schemas.microsoft.com/office/drawing/2014/main" id="{4262223A-9D73-96F4-3DE6-CDEEF4F5878B}"/>
              </a:ext>
            </a:extLst>
          </p:cNvPr>
          <p:cNvSpPr>
            <a:spLocks noGrp="1"/>
          </p:cNvSpPr>
          <p:nvPr>
            <p:ph type="pic" sz="quarter" idx="10" hasCustomPrompt="1"/>
          </p:nvPr>
        </p:nvSpPr>
        <p:spPr>
          <a:xfrm>
            <a:off x="1116282" y="1086591"/>
            <a:ext cx="4678876" cy="4678878"/>
          </a:xfrm>
          <a:prstGeom prst="rect">
            <a:avLst/>
          </a:prstGeom>
          <a:solidFill>
            <a:schemeClr val="accent2">
              <a:lumMod val="40000"/>
              <a:lumOff val="60000"/>
            </a:schemeClr>
          </a:solidFill>
        </p:spPr>
        <p:txBody>
          <a:bodyPr tIns="1828800"/>
          <a:lstStyle>
            <a:lvl1pPr algn="ctr">
              <a:defRPr b="0" i="0"/>
            </a:lvl1pPr>
          </a:lstStyle>
          <a:p>
            <a:r>
              <a:rPr lang="en-US"/>
              <a:t>Picture</a:t>
            </a:r>
          </a:p>
        </p:txBody>
      </p:sp>
      <p:sp>
        <p:nvSpPr>
          <p:cNvPr id="12" name="Footer Placeholder 8">
            <a:extLst>
              <a:ext uri="{FF2B5EF4-FFF2-40B4-BE49-F238E27FC236}">
                <a16:creationId xmlns:a16="http://schemas.microsoft.com/office/drawing/2014/main" id="{8E270589-B840-8D56-E32B-99AA9C396E34}"/>
              </a:ext>
            </a:extLst>
          </p:cNvPr>
          <p:cNvSpPr>
            <a:spLocks noGrp="1"/>
          </p:cNvSpPr>
          <p:nvPr>
            <p:ph type="ftr" sz="quarter" idx="24"/>
          </p:nvPr>
        </p:nvSpPr>
        <p:spPr>
          <a:xfrm>
            <a:off x="4321019" y="6400798"/>
            <a:ext cx="7102834" cy="167949"/>
          </a:xfrm>
        </p:spPr>
        <p:txBody>
          <a:bodyPr/>
          <a:lstStyle>
            <a:lvl1pPr>
              <a:defRPr b="0" i="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lang="en-US">
                <a:solidFill>
                  <a:srgbClr val="FFFFFF"/>
                </a:solidFill>
              </a:rPr>
              <a:t>© 2026 West Monroe Partners | Reproduction and/or distribution without West Monroe Partners’ prior consent is prohibited.</a:t>
            </a:r>
            <a:endParaRPr kumimoji="0" lang="en-US" sz="9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Arial" panose="020B0604020202020204" pitchFamily="34" charset="0"/>
            </a:endParaRPr>
          </a:p>
        </p:txBody>
      </p:sp>
      <p:sp>
        <p:nvSpPr>
          <p:cNvPr id="13" name="Slide Number Placeholder 9">
            <a:extLst>
              <a:ext uri="{FF2B5EF4-FFF2-40B4-BE49-F238E27FC236}">
                <a16:creationId xmlns:a16="http://schemas.microsoft.com/office/drawing/2014/main" id="{0F30AAAB-5875-7313-E3C5-DDE3A87DE7E4}"/>
              </a:ext>
            </a:extLst>
          </p:cNvPr>
          <p:cNvSpPr>
            <a:spLocks noGrp="1"/>
          </p:cNvSpPr>
          <p:nvPr>
            <p:ph type="sldNum" sz="quarter" idx="25"/>
          </p:nvPr>
        </p:nvSpPr>
        <p:spPr>
          <a:xfrm>
            <a:off x="11509578" y="6400799"/>
            <a:ext cx="218871" cy="16794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FFFFFF"/>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a:t>
            </a:fld>
            <a:endParaRPr kumimoji="0" lang="en-US" sz="900" b="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Arial" panose="020B0604020202020204" pitchFamily="34" charset="0"/>
            </a:endParaRPr>
          </a:p>
        </p:txBody>
      </p:sp>
    </p:spTree>
    <p:extLst>
      <p:ext uri="{BB962C8B-B14F-4D97-AF65-F5344CB8AC3E}">
        <p14:creationId xmlns:p14="http://schemas.microsoft.com/office/powerpoint/2010/main" val="612774211"/>
      </p:ext>
    </p:extLst>
  </p:cSld>
  <p:clrMapOvr>
    <a:masterClrMapping/>
  </p:clrMapOvr>
  <p:hf hdr="0"/>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1_key_message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3550629"/>
            <a:ext cx="2190750" cy="2210410"/>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1655763"/>
            <a:ext cx="4889503" cy="1727489"/>
          </a:xfrm>
          <a:prstGeom prst="rect">
            <a:avLst/>
          </a:prstGeom>
        </p:spPr>
        <p:txBody>
          <a:bodyPr tIns="45720" anchor="t" anchorCtr="0"/>
          <a:lstStyle>
            <a:lvl1pPr>
              <a:defRPr sz="2200">
                <a:solidFill>
                  <a:schemeClr val="tx1"/>
                </a:solidFill>
              </a:defRPr>
            </a:lvl1pPr>
          </a:lstStyle>
          <a:p>
            <a:r>
              <a:rPr lang="en-US"/>
              <a:t>Key message up to four lines</a:t>
            </a:r>
          </a:p>
        </p:txBody>
      </p:sp>
      <p:sp>
        <p:nvSpPr>
          <p:cNvPr id="6" name="Text Placeholder 10">
            <a:extLst>
              <a:ext uri="{FF2B5EF4-FFF2-40B4-BE49-F238E27FC236}">
                <a16:creationId xmlns:a16="http://schemas.microsoft.com/office/drawing/2014/main" id="{0BC4C2C2-2752-910D-3A89-477FA608D615}"/>
              </a:ext>
            </a:extLst>
          </p:cNvPr>
          <p:cNvSpPr>
            <a:spLocks noGrp="1"/>
          </p:cNvSpPr>
          <p:nvPr>
            <p:ph type="body" sz="quarter" idx="27"/>
          </p:nvPr>
        </p:nvSpPr>
        <p:spPr>
          <a:xfrm>
            <a:off x="5572125" y="1770063"/>
            <a:ext cx="6156324" cy="4249737"/>
          </a:xfrm>
          <a:prstGeom prst="rect">
            <a:avLst/>
          </a:prstGeom>
        </p:spPr>
        <p:txBody>
          <a:bodyPr tIns="0"/>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66D47BD9-9D76-91EC-BFB6-6A3B1BD0C1DF}"/>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20282641"/>
      </p:ext>
    </p:extLst>
  </p:cSld>
  <p:clrMapOvr>
    <a:masterClrMapping/>
  </p:clrMapOvr>
  <p:hf hdr="0"/>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_key_message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3550629"/>
            <a:ext cx="2190750" cy="2210410"/>
          </a:xfrm>
          <a:prstGeom prst="rect">
            <a:avLst/>
          </a:prstGeom>
          <a:solidFill>
            <a:schemeClr val="accent2">
              <a:lumMod val="40000"/>
              <a:lumOff val="60000"/>
            </a:schemeClr>
          </a:solidFill>
        </p:spPr>
        <p:txBody>
          <a:bodyPr tIns="640080"/>
          <a:lstStyle>
            <a:lvl1pPr algn="ctr">
              <a:defRPr b="0" i="0"/>
            </a:lvl1pPr>
          </a:lstStyle>
          <a:p>
            <a:r>
              <a:rPr lang="en-US"/>
              <a:t>Picture</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4" name="Title 3">
            <a:extLst>
              <a:ext uri="{FF2B5EF4-FFF2-40B4-BE49-F238E27FC236}">
                <a16:creationId xmlns:a16="http://schemas.microsoft.com/office/drawing/2014/main" id="{CA8FC882-D8CF-C630-0319-C237F8E2DFBA}"/>
              </a:ext>
            </a:extLst>
          </p:cNvPr>
          <p:cNvSpPr>
            <a:spLocks noGrp="1"/>
          </p:cNvSpPr>
          <p:nvPr>
            <p:ph type="title" hasCustomPrompt="1"/>
          </p:nvPr>
        </p:nvSpPr>
        <p:spPr>
          <a:xfrm>
            <a:off x="460372" y="1655763"/>
            <a:ext cx="4889503" cy="1727489"/>
          </a:xfrm>
          <a:prstGeom prst="rect">
            <a:avLst/>
          </a:prstGeom>
        </p:spPr>
        <p:txBody>
          <a:bodyPr tIns="45720" anchor="t" anchorCtr="0"/>
          <a:lstStyle>
            <a:lvl1pPr>
              <a:defRPr sz="2200">
                <a:solidFill>
                  <a:schemeClr val="tx1"/>
                </a:solidFill>
              </a:defRPr>
            </a:lvl1pPr>
          </a:lstStyle>
          <a:p>
            <a:r>
              <a:rPr lang="en-US"/>
              <a:t>Key message up to four lines</a:t>
            </a:r>
          </a:p>
        </p:txBody>
      </p:sp>
      <p:sp>
        <p:nvSpPr>
          <p:cNvPr id="6" name="Text Placeholder 10">
            <a:extLst>
              <a:ext uri="{FF2B5EF4-FFF2-40B4-BE49-F238E27FC236}">
                <a16:creationId xmlns:a16="http://schemas.microsoft.com/office/drawing/2014/main" id="{0BC4C2C2-2752-910D-3A89-477FA608D615}"/>
              </a:ext>
            </a:extLst>
          </p:cNvPr>
          <p:cNvSpPr>
            <a:spLocks noGrp="1"/>
          </p:cNvSpPr>
          <p:nvPr>
            <p:ph type="body" sz="quarter" idx="27"/>
          </p:nvPr>
        </p:nvSpPr>
        <p:spPr>
          <a:xfrm>
            <a:off x="5572125" y="1770063"/>
            <a:ext cx="6156324" cy="4249737"/>
          </a:xfrm>
          <a:prstGeom prst="rect">
            <a:avLst/>
          </a:prstGeom>
        </p:spPr>
        <p:txBody>
          <a:bodyPr tIns="0"/>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66D47BD9-9D76-91EC-BFB6-6A3B1BD0C1DF}"/>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20282641"/>
      </p:ext>
    </p:extLst>
  </p:cSld>
  <p:clrMapOvr>
    <a:masterClrMapping/>
  </p:clrMapOvr>
  <p:hf hdr="0"/>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bi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15081957-66B1-AC6F-E354-4AE3D2E2E335}"/>
              </a:ext>
            </a:extLst>
          </p:cNvPr>
          <p:cNvSpPr>
            <a:spLocks noGrp="1"/>
          </p:cNvSpPr>
          <p:nvPr>
            <p:ph type="ftr" sz="quarter" idx="24"/>
          </p:nvPr>
        </p:nvSpPr>
        <p:spPr/>
        <p:txBody>
          <a:bodyPr/>
          <a:lstStyle>
            <a:lvl1pPr>
              <a:defRPr b="0" i="0"/>
            </a:lvl1p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CCC75E21-5A84-2EE9-799F-7F937C9B2F27}"/>
              </a:ext>
            </a:extLst>
          </p:cNvPr>
          <p:cNvSpPr>
            <a:spLocks noGrp="1"/>
          </p:cNvSpPr>
          <p:nvPr>
            <p:ph type="sldNum" sz="quarter" idx="25"/>
          </p:nvPr>
        </p:nvSpPr>
        <p:spPr/>
        <p:txBody>
          <a:bodyPr/>
          <a:lstStyle>
            <a:lvl1pPr>
              <a:defRPr b="0" i="0"/>
            </a:lvl1pPr>
          </a:lstStyle>
          <a:p>
            <a:fld id="{63DCA5C9-2E11-4C67-86EB-AE1DE127DC64}" type="slidenum">
              <a:rPr lang="en-US" smtClean="0"/>
              <a:pPr/>
              <a:t>‹#›</a:t>
            </a:fld>
            <a:endParaRPr lang="en-US"/>
          </a:p>
        </p:txBody>
      </p:sp>
      <p:sp>
        <p:nvSpPr>
          <p:cNvPr id="9" name="Picture Placeholder 7">
            <a:extLst>
              <a:ext uri="{FF2B5EF4-FFF2-40B4-BE49-F238E27FC236}">
                <a16:creationId xmlns:a16="http://schemas.microsoft.com/office/drawing/2014/main" id="{618B5A58-22F2-CBD4-6D8B-99F77835B1BF}"/>
              </a:ext>
            </a:extLst>
          </p:cNvPr>
          <p:cNvSpPr>
            <a:spLocks noGrp="1"/>
          </p:cNvSpPr>
          <p:nvPr>
            <p:ph type="pic" sz="quarter" idx="10" hasCustomPrompt="1"/>
          </p:nvPr>
        </p:nvSpPr>
        <p:spPr>
          <a:xfrm>
            <a:off x="460375" y="1424072"/>
            <a:ext cx="1600199" cy="1589663"/>
          </a:xfrm>
          <a:prstGeom prst="rect">
            <a:avLst/>
          </a:prstGeom>
          <a:solidFill>
            <a:schemeClr val="accent2">
              <a:lumMod val="40000"/>
              <a:lumOff val="60000"/>
            </a:schemeClr>
          </a:solidFill>
        </p:spPr>
        <p:txBody>
          <a:bodyPr tIns="457200"/>
          <a:lstStyle>
            <a:lvl1pPr algn="ctr">
              <a:defRPr sz="1000" b="0" i="0"/>
            </a:lvl1pPr>
          </a:lstStyle>
          <a:p>
            <a:r>
              <a:rPr lang="en-US"/>
              <a:t>Headshot</a:t>
            </a:r>
          </a:p>
        </p:txBody>
      </p:sp>
      <p:pic>
        <p:nvPicPr>
          <p:cNvPr id="3" name="Picture 2" descr="A blue text on a black background&#10;&#10;Description automatically generated">
            <a:extLst>
              <a:ext uri="{FF2B5EF4-FFF2-40B4-BE49-F238E27FC236}">
                <a16:creationId xmlns:a16="http://schemas.microsoft.com/office/drawing/2014/main" id="{DCA7DF0A-7A71-7B9E-83F3-17644CA2CD9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60377" y="6325375"/>
            <a:ext cx="1457324" cy="305021"/>
          </a:xfrm>
          <a:prstGeom prst="rect">
            <a:avLst/>
          </a:prstGeom>
        </p:spPr>
      </p:pic>
      <p:sp>
        <p:nvSpPr>
          <p:cNvPr id="11" name="Text Placeholder 10">
            <a:extLst>
              <a:ext uri="{FF2B5EF4-FFF2-40B4-BE49-F238E27FC236}">
                <a16:creationId xmlns:a16="http://schemas.microsoft.com/office/drawing/2014/main" id="{8F24C9F1-7DF1-A070-8C2F-0E2E74FC4631}"/>
              </a:ext>
            </a:extLst>
          </p:cNvPr>
          <p:cNvSpPr>
            <a:spLocks noGrp="1"/>
          </p:cNvSpPr>
          <p:nvPr>
            <p:ph type="body" sz="quarter" idx="27" hasCustomPrompt="1"/>
          </p:nvPr>
        </p:nvSpPr>
        <p:spPr>
          <a:xfrm>
            <a:off x="460376" y="3077336"/>
            <a:ext cx="1600199" cy="955574"/>
          </a:xfrm>
          <a:prstGeom prst="rect">
            <a:avLst/>
          </a:prstGeom>
        </p:spPr>
        <p:txBody>
          <a:bodyPr tIns="0"/>
          <a:lstStyle>
            <a:lvl1pPr>
              <a:spcAft>
                <a:spcPts val="0"/>
              </a:spcAft>
              <a:defRPr sz="1600" b="1" i="0">
                <a:solidFill>
                  <a:schemeClr val="tx1"/>
                </a:solidFill>
              </a:defRPr>
            </a:lvl1pPr>
            <a:lvl2pPr>
              <a:defRPr sz="1600" b="0" i="0">
                <a:solidFill>
                  <a:schemeClr val="tx1"/>
                </a:solidFill>
              </a:defRPr>
            </a:lvl2pPr>
            <a:lvl3pPr>
              <a:defRPr sz="1200" b="0">
                <a:solidFill>
                  <a:schemeClr val="tx1"/>
                </a:solidFill>
              </a:defRPr>
            </a:lvl3pPr>
            <a:lvl4pPr>
              <a:defRPr sz="1200" b="0">
                <a:solidFill>
                  <a:schemeClr val="tx1"/>
                </a:solidFill>
              </a:defRPr>
            </a:lvl4pPr>
            <a:lvl5pPr>
              <a:defRPr sz="1200" b="0">
                <a:solidFill>
                  <a:schemeClr val="tx1"/>
                </a:solidFill>
              </a:defRPr>
            </a:lvl5pPr>
            <a:lvl6pPr>
              <a:defRPr>
                <a:solidFill>
                  <a:schemeClr val="tx1"/>
                </a:solidFill>
              </a:defRPr>
            </a:lvl6pPr>
          </a:lstStyle>
          <a:p>
            <a:pPr lvl="0"/>
            <a:r>
              <a:rPr lang="en-US"/>
              <a:t>Name Lastname</a:t>
            </a:r>
          </a:p>
          <a:p>
            <a:pPr lvl="0"/>
            <a:r>
              <a:rPr lang="en-US"/>
              <a:t>Title</a:t>
            </a:r>
          </a:p>
        </p:txBody>
      </p:sp>
      <p:sp>
        <p:nvSpPr>
          <p:cNvPr id="5" name="TextBox 4">
            <a:extLst>
              <a:ext uri="{FF2B5EF4-FFF2-40B4-BE49-F238E27FC236}">
                <a16:creationId xmlns:a16="http://schemas.microsoft.com/office/drawing/2014/main" id="{055DE255-BAC4-98A8-8AB1-993F10F0E0B4}"/>
              </a:ext>
            </a:extLst>
          </p:cNvPr>
          <p:cNvSpPr txBox="1"/>
          <p:nvPr userDrawn="1"/>
        </p:nvSpPr>
        <p:spPr>
          <a:xfrm>
            <a:off x="460377" y="549275"/>
            <a:ext cx="2333625" cy="449296"/>
          </a:xfrm>
          <a:prstGeom prst="rect">
            <a:avLst/>
          </a:prstGeom>
          <a:noFill/>
        </p:spPr>
        <p:txBody>
          <a:bodyPr wrap="square" lIns="0" tIns="0" rIns="0" bIns="0" rtlCol="0" anchor="b" anchorCtr="0">
            <a:normAutofit/>
          </a:bodyPr>
          <a:lstStyle/>
          <a:p>
            <a:pPr marL="0" lvl="0" indent="-3657600" algn="l">
              <a:spcAft>
                <a:spcPts val="600"/>
              </a:spcAft>
            </a:pPr>
            <a:r>
              <a:rPr lang="en-US" sz="2800" b="1" i="0">
                <a:solidFill>
                  <a:schemeClr val="tx1"/>
                </a:solidFill>
                <a:latin typeface="+mn-lt"/>
                <a:ea typeface="Roboto" panose="02000000000000000000" pitchFamily="2" charset="0"/>
                <a:cs typeface="Segoe UI" panose="020B0502040204020203" pitchFamily="34" charset="0"/>
              </a:rPr>
              <a:t>BIO</a:t>
            </a:r>
          </a:p>
        </p:txBody>
      </p:sp>
      <p:sp>
        <p:nvSpPr>
          <p:cNvPr id="4" name="TextBox 3">
            <a:extLst>
              <a:ext uri="{FF2B5EF4-FFF2-40B4-BE49-F238E27FC236}">
                <a16:creationId xmlns:a16="http://schemas.microsoft.com/office/drawing/2014/main" id="{C5F7974B-9D4B-FA7C-DB5D-C7B4A4D2A99D}"/>
              </a:ext>
            </a:extLst>
          </p:cNvPr>
          <p:cNvSpPr txBox="1"/>
          <p:nvPr userDrawn="1"/>
        </p:nvSpPr>
        <p:spPr>
          <a:xfrm>
            <a:off x="7315200" y="-1397000"/>
            <a:ext cx="0" cy="0"/>
          </a:xfrm>
          <a:prstGeom prst="rect">
            <a:avLst/>
          </a:prstGeom>
          <a:noFill/>
        </p:spPr>
        <p:txBody>
          <a:bodyPr wrap="none" lIns="0" tIns="0" rIns="0" bIns="0" rtlCol="0">
            <a:normAutofit fontScale="25000" lnSpcReduction="20000"/>
          </a:bodyPr>
          <a:lstStyle/>
          <a:p>
            <a:pPr marL="0" indent="-3657600" algn="l">
              <a:spcAft>
                <a:spcPts val="600"/>
              </a:spcAft>
            </a:pPr>
            <a:endParaRPr lang="en-US" sz="1600" b="0" i="0">
              <a:solidFill>
                <a:schemeClr val="bg1"/>
              </a:solidFill>
              <a:latin typeface="+mn-lt"/>
              <a:ea typeface="Roboto" panose="02000000000000000000" pitchFamily="2" charset="0"/>
              <a:cs typeface="Segoe UI" panose="020B0502040204020203" pitchFamily="34" charset="0"/>
            </a:endParaRPr>
          </a:p>
        </p:txBody>
      </p:sp>
      <p:sp>
        <p:nvSpPr>
          <p:cNvPr id="13" name="Text Placeholder 12">
            <a:extLst>
              <a:ext uri="{FF2B5EF4-FFF2-40B4-BE49-F238E27FC236}">
                <a16:creationId xmlns:a16="http://schemas.microsoft.com/office/drawing/2014/main" id="{C83773E0-B2A9-5900-EA67-04A744D0B7D9}"/>
              </a:ext>
            </a:extLst>
          </p:cNvPr>
          <p:cNvSpPr>
            <a:spLocks noGrp="1"/>
          </p:cNvSpPr>
          <p:nvPr>
            <p:ph type="body" sz="quarter" idx="28"/>
          </p:nvPr>
        </p:nvSpPr>
        <p:spPr>
          <a:xfrm>
            <a:off x="2268071" y="1412875"/>
            <a:ext cx="5631329" cy="4606925"/>
          </a:xfrm>
          <a:prstGeom prst="rect">
            <a:avLst/>
          </a:prstGeom>
        </p:spPr>
        <p:txBody>
          <a:bodyPr/>
          <a:lstStyle>
            <a:lvl1pPr>
              <a:defRPr sz="1400" b="0" i="0"/>
            </a:lvl1pPr>
            <a:lvl2pPr>
              <a:defRPr sz="1400" b="0" i="0"/>
            </a:lvl2pPr>
            <a:lvl3pPr>
              <a:defRPr sz="1400" b="0" i="0"/>
            </a:lvl3pPr>
            <a:lvl4pPr>
              <a:defRPr sz="1400" b="0" i="0"/>
            </a:lvl4pPr>
            <a:lvl5pPr>
              <a:defRPr sz="14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2">
            <a:extLst>
              <a:ext uri="{FF2B5EF4-FFF2-40B4-BE49-F238E27FC236}">
                <a16:creationId xmlns:a16="http://schemas.microsoft.com/office/drawing/2014/main" id="{F12F582F-DFC3-8EA9-41A3-9E5797F985A9}"/>
              </a:ext>
            </a:extLst>
          </p:cNvPr>
          <p:cNvSpPr>
            <a:spLocks noGrp="1"/>
          </p:cNvSpPr>
          <p:nvPr>
            <p:ph type="body" sz="quarter" idx="29" hasCustomPrompt="1"/>
          </p:nvPr>
        </p:nvSpPr>
        <p:spPr>
          <a:xfrm>
            <a:off x="8076579" y="1347340"/>
            <a:ext cx="3459790" cy="2272161"/>
          </a:xfrm>
          <a:prstGeom prst="rect">
            <a:avLst/>
          </a:prstGeom>
          <a:solidFill>
            <a:schemeClr val="accent4"/>
          </a:solidFill>
        </p:spPr>
        <p:txBody>
          <a:bodyPr lIns="182880" tIns="182880" rIns="182880" bIns="182880"/>
          <a:lstStyle>
            <a:lvl1pPr>
              <a:defRPr sz="1400" b="1" i="0" u="sng">
                <a:solidFill>
                  <a:schemeClr val="accent2"/>
                </a:solidFill>
              </a:defRPr>
            </a:lvl1pPr>
            <a:lvl2pPr marL="228600" indent="-228600">
              <a:buClr>
                <a:schemeClr val="tx1"/>
              </a:buClr>
              <a:buFont typeface="Arial" panose="020B0604020202020204" pitchFamily="34" charset="0"/>
              <a:buChar char="•"/>
              <a:defRPr sz="1400" b="0" i="0">
                <a:solidFill>
                  <a:schemeClr val="tx1"/>
                </a:solidFill>
              </a:defRPr>
            </a:lvl2pPr>
            <a:lvl3pPr marL="457200">
              <a:defRPr/>
            </a:lvl3pPr>
            <a:lvl4pPr marL="685800">
              <a:defRPr sz="1400"/>
            </a:lvl4pPr>
            <a:lvl5pPr marL="914400">
              <a:defRPr/>
            </a:lvl5pPr>
          </a:lstStyle>
          <a:p>
            <a:pPr lvl="0"/>
            <a:r>
              <a:rPr lang="en-US"/>
              <a:t>Industries served</a:t>
            </a:r>
          </a:p>
          <a:p>
            <a:pPr lvl="1"/>
            <a:r>
              <a:rPr lang="en-US"/>
              <a:t>Bullet</a:t>
            </a:r>
          </a:p>
        </p:txBody>
      </p:sp>
      <p:sp>
        <p:nvSpPr>
          <p:cNvPr id="15" name="Text Placeholder 12">
            <a:extLst>
              <a:ext uri="{FF2B5EF4-FFF2-40B4-BE49-F238E27FC236}">
                <a16:creationId xmlns:a16="http://schemas.microsoft.com/office/drawing/2014/main" id="{90DCED2C-4702-3E26-08C4-BE0F781E7BCE}"/>
              </a:ext>
            </a:extLst>
          </p:cNvPr>
          <p:cNvSpPr>
            <a:spLocks noGrp="1"/>
          </p:cNvSpPr>
          <p:nvPr>
            <p:ph type="body" sz="quarter" idx="30" hasCustomPrompt="1"/>
          </p:nvPr>
        </p:nvSpPr>
        <p:spPr>
          <a:xfrm>
            <a:off x="8076579" y="3743441"/>
            <a:ext cx="3459790" cy="2272161"/>
          </a:xfrm>
          <a:prstGeom prst="rect">
            <a:avLst/>
          </a:prstGeom>
          <a:solidFill>
            <a:schemeClr val="accent4"/>
          </a:solidFill>
        </p:spPr>
        <p:txBody>
          <a:bodyPr lIns="182880" tIns="182880" rIns="182880" bIns="182880"/>
          <a:lstStyle>
            <a:lvl1pPr>
              <a:defRPr sz="1400" b="1" i="0" u="sng">
                <a:solidFill>
                  <a:schemeClr val="accent2"/>
                </a:solidFill>
              </a:defRPr>
            </a:lvl1pPr>
            <a:lvl2pPr marL="228600" indent="-228600">
              <a:buClr>
                <a:schemeClr val="tx1"/>
              </a:buClr>
              <a:buFont typeface="Arial" panose="020B0604020202020204" pitchFamily="34" charset="0"/>
              <a:buChar char="•"/>
              <a:defRPr sz="1400" b="0" i="0">
                <a:solidFill>
                  <a:schemeClr val="tx1"/>
                </a:solidFill>
              </a:defRPr>
            </a:lvl2pPr>
            <a:lvl3pPr marL="457200">
              <a:defRPr/>
            </a:lvl3pPr>
            <a:lvl4pPr marL="685800">
              <a:defRPr sz="1400"/>
            </a:lvl4pPr>
            <a:lvl5pPr marL="914400">
              <a:defRPr/>
            </a:lvl5pPr>
          </a:lstStyle>
          <a:p>
            <a:pPr lvl="0"/>
            <a:r>
              <a:rPr lang="en-US"/>
              <a:t>Skills &amp; Specialties</a:t>
            </a:r>
          </a:p>
          <a:p>
            <a:pPr lvl="1"/>
            <a:r>
              <a:rPr lang="en-US"/>
              <a:t>Bullet</a:t>
            </a:r>
          </a:p>
        </p:txBody>
      </p:sp>
      <p:sp>
        <p:nvSpPr>
          <p:cNvPr id="2" name="Text Placeholder 15">
            <a:extLst>
              <a:ext uri="{FF2B5EF4-FFF2-40B4-BE49-F238E27FC236}">
                <a16:creationId xmlns:a16="http://schemas.microsoft.com/office/drawing/2014/main" id="{8BBB8F65-14F9-B931-3059-9EFE5E3B97E1}"/>
              </a:ext>
            </a:extLst>
          </p:cNvPr>
          <p:cNvSpPr>
            <a:spLocks noGrp="1"/>
          </p:cNvSpPr>
          <p:nvPr>
            <p:ph type="body" sz="quarter" idx="19" hasCustomPrompt="1"/>
          </p:nvPr>
        </p:nvSpPr>
        <p:spPr>
          <a:xfrm>
            <a:off x="465137" y="0"/>
            <a:ext cx="5106989" cy="556953"/>
          </a:xfrm>
          <a:prstGeom prst="rect">
            <a:avLst/>
          </a:prstGeom>
        </p:spPr>
        <p:txBody>
          <a:bodyPr tIns="0" rIns="0" bIns="91440" anchor="b" anchorCtr="0"/>
          <a:lstStyle>
            <a:lvl1pPr>
              <a:spcAft>
                <a:spcPts val="0"/>
              </a:spcAft>
              <a:buFontTx/>
              <a:buNone/>
              <a:defRPr sz="900" b="1" i="0" cap="all" spc="100" baseline="0">
                <a:solidFill>
                  <a:schemeClr val="accent2"/>
                </a:solidFill>
                <a:latin typeface="+mn-lt"/>
                <a:ea typeface="Roboto" panose="02000000000000000000" pitchFamily="2" charset="0"/>
                <a:cs typeface="Segoe UI" panose="020B0502040204020203" pitchFamily="34" charset="0"/>
              </a:defRPr>
            </a:lvl1pPr>
            <a:lvl2pPr>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2pPr>
            <a:lvl3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3pPr>
            <a:lvl4pPr marL="0" indent="0">
              <a:spcAft>
                <a:spcPts val="0"/>
              </a:spcAft>
              <a:buFontTx/>
              <a:buNone/>
              <a:defRPr sz="900" b="1" i="0" cap="all" spc="100" baseline="0">
                <a:solidFill>
                  <a:schemeClr val="accent2"/>
                </a:solidFill>
                <a:latin typeface="+mj-lt"/>
                <a:ea typeface="Roboto" panose="02000000000000000000" pitchFamily="2" charset="0"/>
                <a:cs typeface="Segoe UI" panose="020B0502040204020203" pitchFamily="34" charset="0"/>
              </a:defRPr>
            </a:lvl4pPr>
            <a:lvl5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5pPr>
            <a:lvl6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6pPr>
            <a:lvl7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7pPr>
            <a:lvl8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8pPr>
            <a:lvl9pPr marL="0" indent="0">
              <a:spcAft>
                <a:spcPts val="0"/>
              </a:spcAft>
              <a:buFontTx/>
              <a:buNone/>
              <a:defRPr sz="900" b="1" i="0" cap="all" baseline="0">
                <a:solidFill>
                  <a:schemeClr val="accent2"/>
                </a:solidFill>
                <a:latin typeface="+mn-lt"/>
                <a:ea typeface="Roboto" panose="02000000000000000000" pitchFamily="2" charset="0"/>
                <a:cs typeface="Segoe UI" panose="020B0502040204020203" pitchFamily="34" charset="0"/>
              </a:defRPr>
            </a:lvl9pPr>
          </a:lstStyle>
          <a:p>
            <a:pPr lvl="0"/>
            <a:r>
              <a:rPr lang="en-US"/>
              <a:t>section title</a:t>
            </a:r>
          </a:p>
        </p:txBody>
      </p:sp>
    </p:spTree>
    <p:extLst>
      <p:ext uri="{BB962C8B-B14F-4D97-AF65-F5344CB8AC3E}">
        <p14:creationId xmlns:p14="http://schemas.microsoft.com/office/powerpoint/2010/main" val="371781681"/>
      </p:ext>
    </p:extLst>
  </p:cSld>
  <p:clrMapOvr>
    <a:masterClrMapping/>
  </p:clrMapOvr>
  <p:hf hd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slideLayout" Target="../slideLayouts/slideLayout52.xml"/><Relationship Id="rId26" Type="http://schemas.openxmlformats.org/officeDocument/2006/relationships/slideLayout" Target="../slideLayouts/slideLayout60.xml"/><Relationship Id="rId3" Type="http://schemas.openxmlformats.org/officeDocument/2006/relationships/slideLayout" Target="../slideLayouts/slideLayout37.xml"/><Relationship Id="rId21" Type="http://schemas.openxmlformats.org/officeDocument/2006/relationships/slideLayout" Target="../slideLayouts/slideLayout55.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5" Type="http://schemas.openxmlformats.org/officeDocument/2006/relationships/slideLayout" Target="../slideLayouts/slideLayout59.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slideLayout" Target="../slideLayouts/slideLayout54.xml"/><Relationship Id="rId29" Type="http://schemas.openxmlformats.org/officeDocument/2006/relationships/tags" Target="../tags/tag1.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24" Type="http://schemas.openxmlformats.org/officeDocument/2006/relationships/slideLayout" Target="../slideLayouts/slideLayout58.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slideLayout" Target="../slideLayouts/slideLayout57.xml"/><Relationship Id="rId28" Type="http://schemas.openxmlformats.org/officeDocument/2006/relationships/theme" Target="../theme/theme2.xml"/><Relationship Id="rId10" Type="http://schemas.openxmlformats.org/officeDocument/2006/relationships/slideLayout" Target="../slideLayouts/slideLayout44.xml"/><Relationship Id="rId19" Type="http://schemas.openxmlformats.org/officeDocument/2006/relationships/slideLayout" Target="../slideLayouts/slideLayout53.xml"/><Relationship Id="rId31" Type="http://schemas.openxmlformats.org/officeDocument/2006/relationships/image" Target="../media/image31.emf"/><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slideLayout" Target="../slideLayouts/slideLayout56.xml"/><Relationship Id="rId27" Type="http://schemas.openxmlformats.org/officeDocument/2006/relationships/slideLayout" Target="../slideLayouts/slideLayout61.xml"/><Relationship Id="rId30" Type="http://schemas.openxmlformats.org/officeDocument/2006/relationships/oleObject" Target="../embeddings/oleObject1.bin"/></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4.xml"/><Relationship Id="rId18" Type="http://schemas.openxmlformats.org/officeDocument/2006/relationships/slideLayout" Target="../slideLayouts/slideLayout79.xml"/><Relationship Id="rId26" Type="http://schemas.openxmlformats.org/officeDocument/2006/relationships/slideLayout" Target="../slideLayouts/slideLayout87.xml"/><Relationship Id="rId21" Type="http://schemas.openxmlformats.org/officeDocument/2006/relationships/slideLayout" Target="../slideLayouts/slideLayout82.xml"/><Relationship Id="rId34" Type="http://schemas.openxmlformats.org/officeDocument/2006/relationships/slideLayout" Target="../slideLayouts/slideLayout95.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17" Type="http://schemas.openxmlformats.org/officeDocument/2006/relationships/slideLayout" Target="../slideLayouts/slideLayout78.xml"/><Relationship Id="rId25" Type="http://schemas.openxmlformats.org/officeDocument/2006/relationships/slideLayout" Target="../slideLayouts/slideLayout86.xml"/><Relationship Id="rId33" Type="http://schemas.openxmlformats.org/officeDocument/2006/relationships/slideLayout" Target="../slideLayouts/slideLayout94.xml"/><Relationship Id="rId2" Type="http://schemas.openxmlformats.org/officeDocument/2006/relationships/slideLayout" Target="../slideLayouts/slideLayout63.xml"/><Relationship Id="rId16" Type="http://schemas.openxmlformats.org/officeDocument/2006/relationships/slideLayout" Target="../slideLayouts/slideLayout77.xml"/><Relationship Id="rId20" Type="http://schemas.openxmlformats.org/officeDocument/2006/relationships/slideLayout" Target="../slideLayouts/slideLayout81.xml"/><Relationship Id="rId29" Type="http://schemas.openxmlformats.org/officeDocument/2006/relationships/slideLayout" Target="../slideLayouts/slideLayout90.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24" Type="http://schemas.openxmlformats.org/officeDocument/2006/relationships/slideLayout" Target="../slideLayouts/slideLayout85.xml"/><Relationship Id="rId32" Type="http://schemas.openxmlformats.org/officeDocument/2006/relationships/slideLayout" Target="../slideLayouts/slideLayout93.xml"/><Relationship Id="rId37" Type="http://schemas.openxmlformats.org/officeDocument/2006/relationships/theme" Target="../theme/theme3.xml"/><Relationship Id="rId5" Type="http://schemas.openxmlformats.org/officeDocument/2006/relationships/slideLayout" Target="../slideLayouts/slideLayout66.xml"/><Relationship Id="rId15" Type="http://schemas.openxmlformats.org/officeDocument/2006/relationships/slideLayout" Target="../slideLayouts/slideLayout76.xml"/><Relationship Id="rId23" Type="http://schemas.openxmlformats.org/officeDocument/2006/relationships/slideLayout" Target="../slideLayouts/slideLayout84.xml"/><Relationship Id="rId28" Type="http://schemas.openxmlformats.org/officeDocument/2006/relationships/slideLayout" Target="../slideLayouts/slideLayout89.xml"/><Relationship Id="rId36" Type="http://schemas.openxmlformats.org/officeDocument/2006/relationships/slideLayout" Target="../slideLayouts/slideLayout97.xml"/><Relationship Id="rId10" Type="http://schemas.openxmlformats.org/officeDocument/2006/relationships/slideLayout" Target="../slideLayouts/slideLayout71.xml"/><Relationship Id="rId19" Type="http://schemas.openxmlformats.org/officeDocument/2006/relationships/slideLayout" Target="../slideLayouts/slideLayout80.xml"/><Relationship Id="rId31" Type="http://schemas.openxmlformats.org/officeDocument/2006/relationships/slideLayout" Target="../slideLayouts/slideLayout92.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 Id="rId22" Type="http://schemas.openxmlformats.org/officeDocument/2006/relationships/slideLayout" Target="../slideLayouts/slideLayout83.xml"/><Relationship Id="rId27" Type="http://schemas.openxmlformats.org/officeDocument/2006/relationships/slideLayout" Target="../slideLayouts/slideLayout88.xml"/><Relationship Id="rId30" Type="http://schemas.openxmlformats.org/officeDocument/2006/relationships/slideLayout" Target="../slideLayouts/slideLayout91.xml"/><Relationship Id="rId35" Type="http://schemas.openxmlformats.org/officeDocument/2006/relationships/slideLayout" Target="../slideLayouts/slideLayout96.xml"/><Relationship Id="rId8" Type="http://schemas.openxmlformats.org/officeDocument/2006/relationships/slideLayout" Target="../slideLayouts/slideLayout69.xml"/><Relationship Id="rId3" Type="http://schemas.openxmlformats.org/officeDocument/2006/relationships/slideLayout" Target="../slideLayouts/slideLayout64.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10.xml"/><Relationship Id="rId18" Type="http://schemas.openxmlformats.org/officeDocument/2006/relationships/slideLayout" Target="../slideLayouts/slideLayout115.xml"/><Relationship Id="rId26" Type="http://schemas.openxmlformats.org/officeDocument/2006/relationships/slideLayout" Target="../slideLayouts/slideLayout123.xml"/><Relationship Id="rId3" Type="http://schemas.openxmlformats.org/officeDocument/2006/relationships/slideLayout" Target="../slideLayouts/slideLayout100.xml"/><Relationship Id="rId21" Type="http://schemas.openxmlformats.org/officeDocument/2006/relationships/slideLayout" Target="../slideLayouts/slideLayout118.xml"/><Relationship Id="rId34" Type="http://schemas.openxmlformats.org/officeDocument/2006/relationships/theme" Target="../theme/theme4.xml"/><Relationship Id="rId7" Type="http://schemas.openxmlformats.org/officeDocument/2006/relationships/slideLayout" Target="../slideLayouts/slideLayout104.xml"/><Relationship Id="rId12" Type="http://schemas.openxmlformats.org/officeDocument/2006/relationships/slideLayout" Target="../slideLayouts/slideLayout109.xml"/><Relationship Id="rId17" Type="http://schemas.openxmlformats.org/officeDocument/2006/relationships/slideLayout" Target="../slideLayouts/slideLayout114.xml"/><Relationship Id="rId25" Type="http://schemas.openxmlformats.org/officeDocument/2006/relationships/slideLayout" Target="../slideLayouts/slideLayout122.xml"/><Relationship Id="rId33" Type="http://schemas.openxmlformats.org/officeDocument/2006/relationships/slideLayout" Target="../slideLayouts/slideLayout130.xml"/><Relationship Id="rId2" Type="http://schemas.openxmlformats.org/officeDocument/2006/relationships/slideLayout" Target="../slideLayouts/slideLayout99.xml"/><Relationship Id="rId16" Type="http://schemas.openxmlformats.org/officeDocument/2006/relationships/slideLayout" Target="../slideLayouts/slideLayout113.xml"/><Relationship Id="rId20" Type="http://schemas.openxmlformats.org/officeDocument/2006/relationships/slideLayout" Target="../slideLayouts/slideLayout117.xml"/><Relationship Id="rId29" Type="http://schemas.openxmlformats.org/officeDocument/2006/relationships/slideLayout" Target="../slideLayouts/slideLayout126.xml"/><Relationship Id="rId1" Type="http://schemas.openxmlformats.org/officeDocument/2006/relationships/slideLayout" Target="../slideLayouts/slideLayout98.xml"/><Relationship Id="rId6" Type="http://schemas.openxmlformats.org/officeDocument/2006/relationships/slideLayout" Target="../slideLayouts/slideLayout103.xml"/><Relationship Id="rId11" Type="http://schemas.openxmlformats.org/officeDocument/2006/relationships/slideLayout" Target="../slideLayouts/slideLayout108.xml"/><Relationship Id="rId24" Type="http://schemas.openxmlformats.org/officeDocument/2006/relationships/slideLayout" Target="../slideLayouts/slideLayout121.xml"/><Relationship Id="rId32" Type="http://schemas.openxmlformats.org/officeDocument/2006/relationships/slideLayout" Target="../slideLayouts/slideLayout129.xml"/><Relationship Id="rId5" Type="http://schemas.openxmlformats.org/officeDocument/2006/relationships/slideLayout" Target="../slideLayouts/slideLayout102.xml"/><Relationship Id="rId15" Type="http://schemas.openxmlformats.org/officeDocument/2006/relationships/slideLayout" Target="../slideLayouts/slideLayout112.xml"/><Relationship Id="rId23" Type="http://schemas.openxmlformats.org/officeDocument/2006/relationships/slideLayout" Target="../slideLayouts/slideLayout120.xml"/><Relationship Id="rId28" Type="http://schemas.openxmlformats.org/officeDocument/2006/relationships/slideLayout" Target="../slideLayouts/slideLayout125.xml"/><Relationship Id="rId10" Type="http://schemas.openxmlformats.org/officeDocument/2006/relationships/slideLayout" Target="../slideLayouts/slideLayout107.xml"/><Relationship Id="rId19" Type="http://schemas.openxmlformats.org/officeDocument/2006/relationships/slideLayout" Target="../slideLayouts/slideLayout116.xml"/><Relationship Id="rId31" Type="http://schemas.openxmlformats.org/officeDocument/2006/relationships/slideLayout" Target="../slideLayouts/slideLayout128.xml"/><Relationship Id="rId4" Type="http://schemas.openxmlformats.org/officeDocument/2006/relationships/slideLayout" Target="../slideLayouts/slideLayout101.xml"/><Relationship Id="rId9" Type="http://schemas.openxmlformats.org/officeDocument/2006/relationships/slideLayout" Target="../slideLayouts/slideLayout106.xml"/><Relationship Id="rId14" Type="http://schemas.openxmlformats.org/officeDocument/2006/relationships/slideLayout" Target="../slideLayouts/slideLayout111.xml"/><Relationship Id="rId22" Type="http://schemas.openxmlformats.org/officeDocument/2006/relationships/slideLayout" Target="../slideLayouts/slideLayout119.xml"/><Relationship Id="rId27" Type="http://schemas.openxmlformats.org/officeDocument/2006/relationships/slideLayout" Target="../slideLayouts/slideLayout124.xml"/><Relationship Id="rId30" Type="http://schemas.openxmlformats.org/officeDocument/2006/relationships/slideLayout" Target="../slideLayouts/slideLayout127.xml"/><Relationship Id="rId8" Type="http://schemas.openxmlformats.org/officeDocument/2006/relationships/slideLayout" Target="../slideLayouts/slideLayout10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38.xml"/><Relationship Id="rId13" Type="http://schemas.openxmlformats.org/officeDocument/2006/relationships/slideLayout" Target="../slideLayouts/slideLayout143.xml"/><Relationship Id="rId18" Type="http://schemas.openxmlformats.org/officeDocument/2006/relationships/slideLayout" Target="../slideLayouts/slideLayout148.xml"/><Relationship Id="rId3" Type="http://schemas.openxmlformats.org/officeDocument/2006/relationships/slideLayout" Target="../slideLayouts/slideLayout133.xml"/><Relationship Id="rId21" Type="http://schemas.openxmlformats.org/officeDocument/2006/relationships/slideLayout" Target="../slideLayouts/slideLayout151.xml"/><Relationship Id="rId7" Type="http://schemas.openxmlformats.org/officeDocument/2006/relationships/slideLayout" Target="../slideLayouts/slideLayout137.xml"/><Relationship Id="rId12" Type="http://schemas.openxmlformats.org/officeDocument/2006/relationships/slideLayout" Target="../slideLayouts/slideLayout142.xml"/><Relationship Id="rId17" Type="http://schemas.openxmlformats.org/officeDocument/2006/relationships/slideLayout" Target="../slideLayouts/slideLayout147.xml"/><Relationship Id="rId2" Type="http://schemas.openxmlformats.org/officeDocument/2006/relationships/slideLayout" Target="../slideLayouts/slideLayout132.xml"/><Relationship Id="rId16" Type="http://schemas.openxmlformats.org/officeDocument/2006/relationships/slideLayout" Target="../slideLayouts/slideLayout146.xml"/><Relationship Id="rId20" Type="http://schemas.openxmlformats.org/officeDocument/2006/relationships/slideLayout" Target="../slideLayouts/slideLayout150.xml"/><Relationship Id="rId1" Type="http://schemas.openxmlformats.org/officeDocument/2006/relationships/slideLayout" Target="../slideLayouts/slideLayout131.xml"/><Relationship Id="rId6" Type="http://schemas.openxmlformats.org/officeDocument/2006/relationships/slideLayout" Target="../slideLayouts/slideLayout136.xml"/><Relationship Id="rId11" Type="http://schemas.openxmlformats.org/officeDocument/2006/relationships/slideLayout" Target="../slideLayouts/slideLayout141.xml"/><Relationship Id="rId24" Type="http://schemas.openxmlformats.org/officeDocument/2006/relationships/theme" Target="../theme/theme5.xml"/><Relationship Id="rId5" Type="http://schemas.openxmlformats.org/officeDocument/2006/relationships/slideLayout" Target="../slideLayouts/slideLayout135.xml"/><Relationship Id="rId15" Type="http://schemas.openxmlformats.org/officeDocument/2006/relationships/slideLayout" Target="../slideLayouts/slideLayout145.xml"/><Relationship Id="rId23" Type="http://schemas.openxmlformats.org/officeDocument/2006/relationships/slideLayout" Target="../slideLayouts/slideLayout153.xml"/><Relationship Id="rId10" Type="http://schemas.openxmlformats.org/officeDocument/2006/relationships/slideLayout" Target="../slideLayouts/slideLayout140.xml"/><Relationship Id="rId19" Type="http://schemas.openxmlformats.org/officeDocument/2006/relationships/slideLayout" Target="../slideLayouts/slideLayout149.xml"/><Relationship Id="rId4" Type="http://schemas.openxmlformats.org/officeDocument/2006/relationships/slideLayout" Target="../slideLayouts/slideLayout134.xml"/><Relationship Id="rId9" Type="http://schemas.openxmlformats.org/officeDocument/2006/relationships/slideLayout" Target="../slideLayouts/slideLayout139.xml"/><Relationship Id="rId14" Type="http://schemas.openxmlformats.org/officeDocument/2006/relationships/slideLayout" Target="../slideLayouts/slideLayout144.xml"/><Relationship Id="rId22" Type="http://schemas.openxmlformats.org/officeDocument/2006/relationships/slideLayout" Target="../slideLayouts/slideLayout1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0372" y="556953"/>
            <a:ext cx="11268077" cy="855922"/>
          </a:xfrm>
          <a:prstGeom prst="rect">
            <a:avLst/>
          </a:prstGeom>
        </p:spPr>
        <p:txBody>
          <a:bodyPr vert="horz" lIns="0" tIns="0" rIns="0" bIns="0" rtlCol="0" anchor="t" anchorCtr="0">
            <a:noAutofit/>
          </a:bodyPr>
          <a:lstStyle/>
          <a:p>
            <a:r>
              <a:rPr lang="en-US"/>
              <a:t>Click to edit Master title style</a:t>
            </a:r>
          </a:p>
        </p:txBody>
      </p:sp>
      <p:sp>
        <p:nvSpPr>
          <p:cNvPr id="5" name="Footer Placeholder 4"/>
          <p:cNvSpPr>
            <a:spLocks noGrp="1"/>
          </p:cNvSpPr>
          <p:nvPr>
            <p:ph type="ftr" sz="quarter" idx="3"/>
          </p:nvPr>
        </p:nvSpPr>
        <p:spPr>
          <a:xfrm>
            <a:off x="4321019" y="6400798"/>
            <a:ext cx="7102834" cy="167949"/>
          </a:xfrm>
          <a:prstGeom prst="rect">
            <a:avLst/>
          </a:prstGeom>
        </p:spPr>
        <p:txBody>
          <a:bodyPr vert="horz" lIns="0" tIns="0" rIns="0" bIns="0" rtlCol="0" anchor="ctr" anchorCtr="0"/>
          <a:lstStyle>
            <a:lvl1pPr marL="0" indent="9525" algn="r">
              <a:tabLst/>
              <a:defRPr sz="900" b="0" i="0" cap="none" baseline="0">
                <a:solidFill>
                  <a:schemeClr val="tx1"/>
                </a:solidFill>
                <a:latin typeface="+mn-lt"/>
                <a:ea typeface="Roboto" panose="02000000000000000000" pitchFamily="2" charset="0"/>
                <a:cs typeface="Arial" panose="020B0604020202020204" pitchFamily="34" charset="0"/>
              </a:defRPr>
            </a:lvl1pPr>
            <a:lvl2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2pPr>
            <a:lvl3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3pPr>
            <a:lvl4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4pPr>
            <a:lvl5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5pPr>
            <a:lvl6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6pPr>
            <a:lvl7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7pPr>
            <a:lvl8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8pPr>
            <a:lvl9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9pPr>
          </a:lstStyle>
          <a:p>
            <a:r>
              <a:rPr lang="en-US"/>
              <a:t>© 2026 West Monroe Partners | Reproduction and/or distribution without West Monroe Partners’ prior consent is prohibited.</a:t>
            </a:r>
          </a:p>
        </p:txBody>
      </p:sp>
      <p:sp>
        <p:nvSpPr>
          <p:cNvPr id="6" name="Slide Number Placeholder 5"/>
          <p:cNvSpPr>
            <a:spLocks noGrp="1"/>
          </p:cNvSpPr>
          <p:nvPr>
            <p:ph type="sldNum" sz="quarter" idx="4"/>
          </p:nvPr>
        </p:nvSpPr>
        <p:spPr>
          <a:xfrm>
            <a:off x="11509578" y="6400799"/>
            <a:ext cx="218871" cy="167949"/>
          </a:xfrm>
          <a:prstGeom prst="rect">
            <a:avLst/>
          </a:prstGeom>
        </p:spPr>
        <p:txBody>
          <a:bodyPr vert="horz" lIns="0" tIns="0" rIns="0" bIns="0" rtlCol="0" anchor="ctr" anchorCtr="0"/>
          <a:lstStyle>
            <a:lvl1pPr algn="r">
              <a:defRPr sz="900" b="0" i="0">
                <a:solidFill>
                  <a:schemeClr val="tx1"/>
                </a:solidFill>
                <a:latin typeface="+mn-lt"/>
                <a:ea typeface="Verdana" panose="020B0604030504040204" pitchFamily="34" charset="0"/>
                <a:cs typeface="Arial" panose="020B0604020202020204" pitchFamily="34" charset="0"/>
              </a:defRPr>
            </a:lvl1pPr>
            <a:lvl2pPr marL="0" algn="r">
              <a:defRPr sz="900" b="0" i="0">
                <a:solidFill>
                  <a:schemeClr val="tx1"/>
                </a:solidFill>
                <a:latin typeface="+mn-lt"/>
                <a:ea typeface="Verdana" panose="020B0604030504040204" pitchFamily="34" charset="0"/>
                <a:cs typeface="Verdana" panose="020B0604030504040204" pitchFamily="34" charset="0"/>
              </a:defRPr>
            </a:lvl2pPr>
            <a:lvl3pPr marL="0" algn="r">
              <a:defRPr sz="900" b="0" i="0">
                <a:solidFill>
                  <a:schemeClr val="tx1"/>
                </a:solidFill>
                <a:latin typeface="+mn-lt"/>
                <a:ea typeface="Verdana" panose="020B0604030504040204" pitchFamily="34" charset="0"/>
                <a:cs typeface="Verdana" panose="020B0604030504040204" pitchFamily="34" charset="0"/>
              </a:defRPr>
            </a:lvl3pPr>
            <a:lvl4pPr marL="0" algn="r">
              <a:defRPr sz="900" b="0" i="0">
                <a:solidFill>
                  <a:schemeClr val="tx1"/>
                </a:solidFill>
                <a:latin typeface="+mn-lt"/>
                <a:ea typeface="Verdana" panose="020B0604030504040204" pitchFamily="34" charset="0"/>
                <a:cs typeface="Verdana" panose="020B0604030504040204" pitchFamily="34" charset="0"/>
              </a:defRPr>
            </a:lvl4pPr>
            <a:lvl5pPr marL="0" algn="r">
              <a:defRPr sz="900" b="0" i="0">
                <a:solidFill>
                  <a:schemeClr val="tx1"/>
                </a:solidFill>
                <a:latin typeface="+mn-lt"/>
                <a:ea typeface="Verdana" panose="020B0604030504040204" pitchFamily="34" charset="0"/>
                <a:cs typeface="Verdana" panose="020B0604030504040204" pitchFamily="34" charset="0"/>
              </a:defRPr>
            </a:lvl5pPr>
            <a:lvl6pPr marL="0" algn="r">
              <a:defRPr sz="900" b="0" i="0">
                <a:solidFill>
                  <a:schemeClr val="tx1"/>
                </a:solidFill>
                <a:latin typeface="+mn-lt"/>
                <a:ea typeface="Verdana" panose="020B0604030504040204" pitchFamily="34" charset="0"/>
                <a:cs typeface="Verdana" panose="020B0604030504040204" pitchFamily="34" charset="0"/>
              </a:defRPr>
            </a:lvl6pPr>
            <a:lvl7pPr marL="0" algn="r">
              <a:defRPr sz="900" b="0" i="0">
                <a:solidFill>
                  <a:schemeClr val="tx1"/>
                </a:solidFill>
                <a:latin typeface="+mn-lt"/>
                <a:ea typeface="Verdana" panose="020B0604030504040204" pitchFamily="34" charset="0"/>
                <a:cs typeface="Verdana" panose="020B0604030504040204" pitchFamily="34" charset="0"/>
              </a:defRPr>
            </a:lvl7pPr>
            <a:lvl8pPr marL="0" algn="r">
              <a:defRPr sz="900" b="0" i="0">
                <a:solidFill>
                  <a:schemeClr val="tx1"/>
                </a:solidFill>
                <a:latin typeface="+mn-lt"/>
                <a:ea typeface="Verdana" panose="020B0604030504040204" pitchFamily="34" charset="0"/>
                <a:cs typeface="Verdana" panose="020B0604030504040204" pitchFamily="34" charset="0"/>
              </a:defRPr>
            </a:lvl8pPr>
            <a:lvl9pPr marL="0" algn="r">
              <a:defRPr sz="900" b="0" i="0">
                <a:solidFill>
                  <a:schemeClr val="tx1"/>
                </a:solidFill>
                <a:latin typeface="+mn-lt"/>
                <a:ea typeface="Verdana" panose="020B0604030504040204" pitchFamily="34" charset="0"/>
                <a:cs typeface="Verdana" panose="020B0604030504040204" pitchFamily="34" charset="0"/>
              </a:defRPr>
            </a:lvl9pPr>
          </a:lstStyle>
          <a:p>
            <a:fld id="{63DCA5C9-2E11-4C67-86EB-AE1DE127DC64}" type="slidenum">
              <a:rPr lang="en-US" smtClean="0"/>
              <a:pPr/>
              <a:t>‹#›</a:t>
            </a:fld>
            <a:endParaRPr lang="en-US"/>
          </a:p>
        </p:txBody>
      </p:sp>
      <p:sp>
        <p:nvSpPr>
          <p:cNvPr id="8" name="Text Placeholder 7">
            <a:extLst>
              <a:ext uri="{FF2B5EF4-FFF2-40B4-BE49-F238E27FC236}">
                <a16:creationId xmlns:a16="http://schemas.microsoft.com/office/drawing/2014/main" id="{1F3744DC-99FB-677C-5F62-49846C2E80F3}"/>
              </a:ext>
            </a:extLst>
          </p:cNvPr>
          <p:cNvSpPr>
            <a:spLocks noGrp="1"/>
          </p:cNvSpPr>
          <p:nvPr>
            <p:ph type="body" idx="1"/>
          </p:nvPr>
        </p:nvSpPr>
        <p:spPr>
          <a:xfrm>
            <a:off x="460372" y="1773936"/>
            <a:ext cx="11268076"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771477"/>
      </p:ext>
    </p:extLst>
  </p:cSld>
  <p:clrMap bg1="lt1" tx1="dk1" bg2="lt2" tx2="dk2" accent1="accent1" accent2="accent2" accent3="accent3" accent4="accent4" accent5="accent5" accent6="accent6" hlink="hlink" folHlink="folHlink"/>
  <p:sldLayoutIdLst>
    <p:sldLayoutId id="2147483733" r:id="rId1"/>
    <p:sldLayoutId id="2147483941" r:id="rId2"/>
    <p:sldLayoutId id="2147483942" r:id="rId3"/>
    <p:sldLayoutId id="2147483943" r:id="rId4"/>
    <p:sldLayoutId id="2147483869" r:id="rId5"/>
    <p:sldLayoutId id="2147484009" r:id="rId6"/>
    <p:sldLayoutId id="2147483745" r:id="rId7"/>
    <p:sldLayoutId id="2147483932" r:id="rId8"/>
    <p:sldLayoutId id="2147483933" r:id="rId9"/>
    <p:sldLayoutId id="2147483939" r:id="rId10"/>
    <p:sldLayoutId id="2147483801" r:id="rId11"/>
    <p:sldLayoutId id="2147483875" r:id="rId12"/>
    <p:sldLayoutId id="2147483760" r:id="rId13"/>
    <p:sldLayoutId id="2147483940" r:id="rId14"/>
    <p:sldLayoutId id="2147484016" r:id="rId15"/>
    <p:sldLayoutId id="2147483708" r:id="rId16"/>
    <p:sldLayoutId id="2147483881" r:id="rId17"/>
    <p:sldLayoutId id="2147483951" r:id="rId18"/>
    <p:sldLayoutId id="2147483985" r:id="rId19"/>
    <p:sldLayoutId id="2147483987" r:id="rId20"/>
    <p:sldLayoutId id="2147483989" r:id="rId21"/>
    <p:sldLayoutId id="2147483990" r:id="rId22"/>
    <p:sldLayoutId id="2147483991" r:id="rId23"/>
    <p:sldLayoutId id="2147483982" r:id="rId24"/>
    <p:sldLayoutId id="2147483998" r:id="rId25"/>
    <p:sldLayoutId id="2147484000" r:id="rId26"/>
    <p:sldLayoutId id="2147484001" r:id="rId27"/>
    <p:sldLayoutId id="2147484002" r:id="rId28"/>
    <p:sldLayoutId id="2147484003" r:id="rId29"/>
    <p:sldLayoutId id="2147484008" r:id="rId30"/>
    <p:sldLayoutId id="2147484004" r:id="rId31"/>
    <p:sldLayoutId id="2147484005" r:id="rId32"/>
    <p:sldLayoutId id="2147484007" r:id="rId33"/>
    <p:sldLayoutId id="2147484017" r:id="rId34"/>
  </p:sldLayoutIdLst>
  <p:hf hdr="0" dt="0"/>
  <p:txStyles>
    <p:titleStyle>
      <a:lvl1pPr algn="l" defTabSz="914400" rtl="0" eaLnBrk="1" latinLnBrk="0" hangingPunct="1">
        <a:lnSpc>
          <a:spcPct val="100000"/>
        </a:lnSpc>
        <a:spcBef>
          <a:spcPct val="0"/>
        </a:spcBef>
        <a:buNone/>
        <a:defRPr sz="2200" b="1" i="0" kern="1200">
          <a:solidFill>
            <a:schemeClr val="tx1"/>
          </a:solidFill>
          <a:latin typeface="+mj-lt"/>
          <a:ea typeface="Bernard MT Condensed" panose="02050806060905020404" pitchFamily="18" charset="77"/>
          <a:cs typeface="Arial" panose="020B0604020202020204" pitchFamily="34" charset="0"/>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25" orient="horz" pos="346" userDrawn="1">
          <p15:clr>
            <a:srgbClr val="F26B43"/>
          </p15:clr>
        </p15:guide>
        <p15:guide id="31" orient="horz" pos="4137" userDrawn="1">
          <p15:clr>
            <a:srgbClr val="F26B43"/>
          </p15:clr>
        </p15:guide>
        <p15:guide id="32" orient="horz" pos="4032" userDrawn="1">
          <p15:clr>
            <a:srgbClr val="F26B43"/>
          </p15:clr>
        </p15:guide>
        <p15:guide id="49" orient="horz" pos="890" userDrawn="1">
          <p15:clr>
            <a:srgbClr val="F26B43"/>
          </p15:clr>
        </p15:guide>
        <p15:guide id="50" orient="horz" pos="1115" userDrawn="1">
          <p15:clr>
            <a:srgbClr val="F26B43"/>
          </p15:clr>
        </p15:guide>
        <p15:guide id="51" pos="288" userDrawn="1">
          <p15:clr>
            <a:srgbClr val="F26B43"/>
          </p15:clr>
        </p15:guide>
        <p15:guide id="64" orient="horz" pos="3792" userDrawn="1">
          <p15:clr>
            <a:srgbClr val="F26B43"/>
          </p15:clr>
        </p15:guide>
        <p15:guide id="65" orient="horz" pos="3863" userDrawn="1">
          <p15:clr>
            <a:srgbClr val="F26B43"/>
          </p15:clr>
        </p15:guide>
        <p15:guide id="66" pos="739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918DBA8-504A-7DCF-4AB9-A56FFA75DE68}"/>
              </a:ext>
            </a:extLst>
          </p:cNvPr>
          <p:cNvGraphicFramePr>
            <a:graphicFrameLocks noChangeAspect="1"/>
          </p:cNvGraphicFramePr>
          <p:nvPr userDrawn="1">
            <p:custDataLst>
              <p:tags r:id="rId29"/>
            </p:custDataLst>
            <p:extLst>
              <p:ext uri="{D42A27DB-BD31-4B8C-83A1-F6EECF244321}">
                <p14:modId xmlns:p14="http://schemas.microsoft.com/office/powerpoint/2010/main" val="22926231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0" imgW="404" imgH="405" progId="TCLayout.ActiveDocument.1">
                  <p:embed/>
                </p:oleObj>
              </mc:Choice>
              <mc:Fallback>
                <p:oleObj name="think-cell Slide" r:id="rId30" imgW="404" imgH="405" progId="TCLayout.ActiveDocument.1">
                  <p:embed/>
                  <p:pic>
                    <p:nvPicPr>
                      <p:cNvPr id="7" name="think-cell data - do not delete" hidden="1">
                        <a:extLst>
                          <a:ext uri="{FF2B5EF4-FFF2-40B4-BE49-F238E27FC236}">
                            <a16:creationId xmlns:a16="http://schemas.microsoft.com/office/drawing/2014/main" id="{F918DBA8-504A-7DCF-4AB9-A56FFA75DE68}"/>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60375" y="556953"/>
            <a:ext cx="9988548" cy="855922"/>
          </a:xfrm>
          <a:prstGeom prst="rect">
            <a:avLst/>
          </a:prstGeom>
        </p:spPr>
        <p:txBody>
          <a:bodyPr vert="horz" lIns="0" tIns="0" rIns="0" bIns="0" rtlCol="0" anchor="t" anchorCtr="0">
            <a:noAutofit/>
          </a:bodyPr>
          <a:lstStyle/>
          <a:p>
            <a:r>
              <a:rPr lang="en-US"/>
              <a:t>Click to edit </a:t>
            </a:r>
            <a:br>
              <a:rPr lang="en-US"/>
            </a:br>
            <a:r>
              <a:rPr lang="en-US"/>
              <a:t>Master title style</a:t>
            </a:r>
          </a:p>
        </p:txBody>
      </p:sp>
      <p:sp>
        <p:nvSpPr>
          <p:cNvPr id="3" name="Text Placeholder 2"/>
          <p:cNvSpPr>
            <a:spLocks noGrp="1"/>
          </p:cNvSpPr>
          <p:nvPr>
            <p:ph type="body" idx="1"/>
          </p:nvPr>
        </p:nvSpPr>
        <p:spPr>
          <a:xfrm>
            <a:off x="460372" y="1781005"/>
            <a:ext cx="11268077" cy="4238796"/>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Test</a:t>
            </a:r>
          </a:p>
          <a:p>
            <a:pPr lvl="3"/>
            <a:r>
              <a:rPr lang="en-US"/>
              <a:t>Test</a:t>
            </a:r>
          </a:p>
          <a:p>
            <a:pPr lvl="4"/>
            <a:r>
              <a:rPr lang="en-US"/>
              <a:t>Test</a:t>
            </a:r>
          </a:p>
          <a:p>
            <a:pPr lvl="5"/>
            <a:r>
              <a:rPr lang="en-US"/>
              <a:t>Test</a:t>
            </a:r>
          </a:p>
          <a:p>
            <a:pPr lvl="6"/>
            <a:r>
              <a:rPr lang="en-US"/>
              <a:t>Test</a:t>
            </a:r>
          </a:p>
          <a:p>
            <a:pPr lvl="7"/>
            <a:r>
              <a:rPr lang="en-US"/>
              <a:t>Test</a:t>
            </a:r>
          </a:p>
          <a:p>
            <a:pPr lvl="8"/>
            <a:r>
              <a:rPr lang="en-US"/>
              <a:t>Test</a:t>
            </a:r>
          </a:p>
        </p:txBody>
      </p:sp>
      <p:sp>
        <p:nvSpPr>
          <p:cNvPr id="5" name="Footer Placeholder 4"/>
          <p:cNvSpPr>
            <a:spLocks noGrp="1"/>
          </p:cNvSpPr>
          <p:nvPr>
            <p:ph type="ftr" sz="quarter" idx="3"/>
          </p:nvPr>
        </p:nvSpPr>
        <p:spPr>
          <a:xfrm>
            <a:off x="4321019" y="6400798"/>
            <a:ext cx="7102834" cy="167949"/>
          </a:xfrm>
          <a:prstGeom prst="rect">
            <a:avLst/>
          </a:prstGeom>
        </p:spPr>
        <p:txBody>
          <a:bodyPr vert="horz" lIns="0" tIns="0" rIns="0" bIns="0" rtlCol="0" anchor="ctr" anchorCtr="0"/>
          <a:lstStyle>
            <a:lvl1pPr marL="0" indent="9525" algn="r">
              <a:tabLst/>
              <a:defRPr sz="900" b="0" i="0" cap="none" baseline="0">
                <a:solidFill>
                  <a:schemeClr val="tx1"/>
                </a:solidFill>
                <a:latin typeface="+mn-lt"/>
                <a:ea typeface="Roboto" panose="02000000000000000000" pitchFamily="2" charset="0"/>
                <a:cs typeface="Arial" panose="020B0604020202020204" pitchFamily="34" charset="0"/>
              </a:defRPr>
            </a:lvl1pPr>
            <a:lvl2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2pPr>
            <a:lvl3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3pPr>
            <a:lvl4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4pPr>
            <a:lvl5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5pPr>
            <a:lvl6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6pPr>
            <a:lvl7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7pPr>
            <a:lvl8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8pPr>
            <a:lvl9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9pPr>
          </a:lstStyle>
          <a:p>
            <a:pPr lvl="8"/>
            <a:r>
              <a:rPr lang="en-US"/>
              <a:t>© 2025 West Monroe Partners | Reproduction and/or distribution without West Monroe Partners’ prior consent is prohibited.</a:t>
            </a:r>
          </a:p>
        </p:txBody>
      </p:sp>
      <p:sp>
        <p:nvSpPr>
          <p:cNvPr id="6" name="Slide Number Placeholder 5"/>
          <p:cNvSpPr>
            <a:spLocks noGrp="1"/>
          </p:cNvSpPr>
          <p:nvPr>
            <p:ph type="sldNum" sz="quarter" idx="4"/>
          </p:nvPr>
        </p:nvSpPr>
        <p:spPr>
          <a:xfrm>
            <a:off x="11509578" y="6400799"/>
            <a:ext cx="218871" cy="167949"/>
          </a:xfrm>
          <a:prstGeom prst="rect">
            <a:avLst/>
          </a:prstGeom>
        </p:spPr>
        <p:txBody>
          <a:bodyPr vert="horz" lIns="0" tIns="0" rIns="0" bIns="0" rtlCol="0" anchor="ctr" anchorCtr="0"/>
          <a:lstStyle>
            <a:lvl1pPr algn="r">
              <a:defRPr sz="900" b="0" i="0">
                <a:solidFill>
                  <a:schemeClr val="tx1"/>
                </a:solidFill>
                <a:latin typeface="+mn-lt"/>
                <a:ea typeface="Verdana" panose="020B0604030504040204" pitchFamily="34" charset="0"/>
                <a:cs typeface="Arial" panose="020B0604020202020204" pitchFamily="34" charset="0"/>
              </a:defRPr>
            </a:lvl1pPr>
            <a:lvl2pPr marL="0" algn="r">
              <a:defRPr sz="900" b="0" i="0">
                <a:solidFill>
                  <a:schemeClr val="tx1"/>
                </a:solidFill>
                <a:latin typeface="+mn-lt"/>
                <a:ea typeface="Verdana" panose="020B0604030504040204" pitchFamily="34" charset="0"/>
                <a:cs typeface="Verdana" panose="020B0604030504040204" pitchFamily="34" charset="0"/>
              </a:defRPr>
            </a:lvl2pPr>
            <a:lvl3pPr marL="0" algn="r">
              <a:defRPr sz="900" b="0" i="0">
                <a:solidFill>
                  <a:schemeClr val="tx1"/>
                </a:solidFill>
                <a:latin typeface="+mn-lt"/>
                <a:ea typeface="Verdana" panose="020B0604030504040204" pitchFamily="34" charset="0"/>
                <a:cs typeface="Verdana" panose="020B0604030504040204" pitchFamily="34" charset="0"/>
              </a:defRPr>
            </a:lvl3pPr>
            <a:lvl4pPr marL="0" algn="r">
              <a:defRPr sz="900" b="0" i="0">
                <a:solidFill>
                  <a:schemeClr val="tx1"/>
                </a:solidFill>
                <a:latin typeface="+mn-lt"/>
                <a:ea typeface="Verdana" panose="020B0604030504040204" pitchFamily="34" charset="0"/>
                <a:cs typeface="Verdana" panose="020B0604030504040204" pitchFamily="34" charset="0"/>
              </a:defRPr>
            </a:lvl4pPr>
            <a:lvl5pPr marL="0" algn="r">
              <a:defRPr sz="900" b="0" i="0">
                <a:solidFill>
                  <a:schemeClr val="tx1"/>
                </a:solidFill>
                <a:latin typeface="+mn-lt"/>
                <a:ea typeface="Verdana" panose="020B0604030504040204" pitchFamily="34" charset="0"/>
                <a:cs typeface="Verdana" panose="020B0604030504040204" pitchFamily="34" charset="0"/>
              </a:defRPr>
            </a:lvl5pPr>
            <a:lvl6pPr marL="0" algn="r">
              <a:defRPr sz="900" b="0" i="0">
                <a:solidFill>
                  <a:schemeClr val="tx1"/>
                </a:solidFill>
                <a:latin typeface="+mn-lt"/>
                <a:ea typeface="Verdana" panose="020B0604030504040204" pitchFamily="34" charset="0"/>
                <a:cs typeface="Verdana" panose="020B0604030504040204" pitchFamily="34" charset="0"/>
              </a:defRPr>
            </a:lvl6pPr>
            <a:lvl7pPr marL="0" algn="r">
              <a:defRPr sz="900" b="0" i="0">
                <a:solidFill>
                  <a:schemeClr val="tx1"/>
                </a:solidFill>
                <a:latin typeface="+mn-lt"/>
                <a:ea typeface="Verdana" panose="020B0604030504040204" pitchFamily="34" charset="0"/>
                <a:cs typeface="Verdana" panose="020B0604030504040204" pitchFamily="34" charset="0"/>
              </a:defRPr>
            </a:lvl7pPr>
            <a:lvl8pPr marL="0" algn="r">
              <a:defRPr sz="900" b="0" i="0">
                <a:solidFill>
                  <a:schemeClr val="tx1"/>
                </a:solidFill>
                <a:latin typeface="+mn-lt"/>
                <a:ea typeface="Verdana" panose="020B0604030504040204" pitchFamily="34" charset="0"/>
                <a:cs typeface="Verdana" panose="020B0604030504040204" pitchFamily="34" charset="0"/>
              </a:defRPr>
            </a:lvl8pPr>
            <a:lvl9pPr marL="0" algn="r">
              <a:defRPr sz="900" b="0" i="0">
                <a:solidFill>
                  <a:schemeClr val="tx1"/>
                </a:solidFill>
                <a:latin typeface="+mn-lt"/>
                <a:ea typeface="Verdana" panose="020B0604030504040204" pitchFamily="34" charset="0"/>
                <a:cs typeface="Verdana" panose="020B0604030504040204" pitchFamily="34" charset="0"/>
              </a:defRPr>
            </a:lvl9pPr>
          </a:lstStyle>
          <a:p>
            <a:fld id="{63DCA5C9-2E11-4C67-86EB-AE1DE127DC64}" type="slidenum">
              <a:rPr lang="en-US" smtClean="0"/>
              <a:pPr/>
              <a:t>‹#›</a:t>
            </a:fld>
            <a:endParaRPr lang="en-US"/>
          </a:p>
        </p:txBody>
      </p:sp>
    </p:spTree>
    <p:extLst>
      <p:ext uri="{BB962C8B-B14F-4D97-AF65-F5344CB8AC3E}">
        <p14:creationId xmlns:p14="http://schemas.microsoft.com/office/powerpoint/2010/main" val="3439486565"/>
      </p:ext>
    </p:extLst>
  </p:cSld>
  <p:clrMap bg1="lt1" tx1="dk1" bg2="lt2" tx2="dk2" accent1="accent1" accent2="accent2" accent3="accent3" accent4="accent4" accent5="accent5" accent6="accent6" hlink="hlink" folHlink="folHlink"/>
  <p:sldLayoutIdLst>
    <p:sldLayoutId id="2147484019" r:id="rId1"/>
    <p:sldLayoutId id="2147484020" r:id="rId2"/>
    <p:sldLayoutId id="2147484021" r:id="rId3"/>
    <p:sldLayoutId id="2147484022" r:id="rId4"/>
    <p:sldLayoutId id="2147484023" r:id="rId5"/>
    <p:sldLayoutId id="2147484024" r:id="rId6"/>
    <p:sldLayoutId id="2147484025" r:id="rId7"/>
    <p:sldLayoutId id="2147484026" r:id="rId8"/>
    <p:sldLayoutId id="2147484027" r:id="rId9"/>
    <p:sldLayoutId id="2147484028" r:id="rId10"/>
    <p:sldLayoutId id="2147484029" r:id="rId11"/>
    <p:sldLayoutId id="2147484030" r:id="rId12"/>
    <p:sldLayoutId id="2147484031" r:id="rId13"/>
    <p:sldLayoutId id="2147484032" r:id="rId14"/>
    <p:sldLayoutId id="2147484033" r:id="rId15"/>
    <p:sldLayoutId id="2147484034" r:id="rId16"/>
    <p:sldLayoutId id="2147484035" r:id="rId17"/>
    <p:sldLayoutId id="2147484036" r:id="rId18"/>
    <p:sldLayoutId id="2147484037" r:id="rId19"/>
    <p:sldLayoutId id="2147484038" r:id="rId20"/>
    <p:sldLayoutId id="2147484039" r:id="rId21"/>
    <p:sldLayoutId id="2147484041" r:id="rId22"/>
    <p:sldLayoutId id="2147484042" r:id="rId23"/>
    <p:sldLayoutId id="2147484043" r:id="rId24"/>
    <p:sldLayoutId id="2147484044" r:id="rId25"/>
    <p:sldLayoutId id="2147484045" r:id="rId26"/>
    <p:sldLayoutId id="2147484046" r:id="rId27"/>
  </p:sldLayoutIdLst>
  <p:hf hdr="0"/>
  <p:txStyles>
    <p:titleStyle>
      <a:lvl1pPr algn="l" defTabSz="914400" rtl="0" eaLnBrk="1" latinLnBrk="0" hangingPunct="1">
        <a:lnSpc>
          <a:spcPct val="100000"/>
        </a:lnSpc>
        <a:spcBef>
          <a:spcPct val="0"/>
        </a:spcBef>
        <a:buNone/>
        <a:defRPr sz="2800" b="1" i="0" kern="1200">
          <a:solidFill>
            <a:schemeClr val="tx1"/>
          </a:solidFill>
          <a:latin typeface="+mj-lt"/>
          <a:ea typeface="Bernard MT Condensed" panose="02050806060905020404" pitchFamily="18" charset="77"/>
          <a:cs typeface="Arial" panose="020B0604020202020204" pitchFamily="34" charset="0"/>
        </a:defRPr>
      </a:lvl1pPr>
    </p:titleStyle>
    <p:bodyStyle>
      <a:lvl1pPr marL="0" indent="0" algn="l" defTabSz="914400" rtl="0" eaLnBrk="1" latinLnBrk="0" hangingPunct="1">
        <a:lnSpc>
          <a:spcPct val="100000"/>
        </a:lnSpc>
        <a:spcBef>
          <a:spcPts val="0"/>
        </a:spcBef>
        <a:spcAft>
          <a:spcPts val="1600"/>
        </a:spcAft>
        <a:buFont typeface="Arial" panose="020B0604020202020204" pitchFamily="34" charset="0"/>
        <a:buNone/>
        <a:defRPr sz="16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800" b="1" i="0" kern="1200">
          <a:solidFill>
            <a:schemeClr val="tx2"/>
          </a:solidFill>
          <a:latin typeface="+mn-lt"/>
          <a:ea typeface="Roboto" panose="02000000000000000000" pitchFamily="2" charset="0"/>
          <a:cs typeface="Segoe UI" panose="020B0502040204020203" pitchFamily="34" charset="0"/>
        </a:defRPr>
      </a:lvl2pPr>
      <a:lvl3pPr marL="228600" indent="-22860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600" b="0" i="0" kern="1200">
          <a:solidFill>
            <a:schemeClr val="tx1"/>
          </a:solidFill>
          <a:latin typeface="+mn-lt"/>
          <a:ea typeface="Roboto" panose="02000000000000000000" pitchFamily="2" charset="0"/>
          <a:cs typeface="Segoe UI" panose="020B0502040204020203" pitchFamily="34" charset="0"/>
        </a:defRPr>
      </a:lvl3pPr>
      <a:lvl4pPr marL="457200" marR="0" indent="-22860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600" b="0" i="0" kern="1200">
          <a:solidFill>
            <a:schemeClr val="tx1"/>
          </a:solidFill>
          <a:latin typeface="+mn-lt"/>
          <a:ea typeface="Roboto" panose="02000000000000000000" pitchFamily="2" charset="0"/>
          <a:cs typeface="Segoe UI" panose="020B0502040204020203" pitchFamily="34" charset="0"/>
        </a:defRPr>
      </a:lvl4pPr>
      <a:lvl5pPr marL="685800" indent="-22860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600" b="0" i="0" kern="1200">
          <a:solidFill>
            <a:schemeClr val="tx1"/>
          </a:solidFill>
          <a:latin typeface="+mn-lt"/>
          <a:ea typeface="Roboto" panose="02000000000000000000" pitchFamily="2" charset="0"/>
          <a:cs typeface="Segoe UI" panose="020B0502040204020203" pitchFamily="34" charset="0"/>
        </a:defRPr>
      </a:lvl5pPr>
      <a:lvl6pPr marL="283464" indent="-283464" algn="l" defTabSz="914400" rtl="0" eaLnBrk="1" latinLnBrk="0" hangingPunct="1">
        <a:lnSpc>
          <a:spcPct val="100000"/>
        </a:lnSpc>
        <a:spcBef>
          <a:spcPts val="0"/>
        </a:spcBef>
        <a:spcAft>
          <a:spcPts val="600"/>
        </a:spcAft>
        <a:buClr>
          <a:schemeClr val="tx1"/>
        </a:buClr>
        <a:buSzPct val="100000"/>
        <a:buFont typeface="+mj-lt"/>
        <a:buAutoNum type="arabicPeriod"/>
        <a:tabLst/>
        <a:defRPr sz="1600" b="0" i="0" kern="1200">
          <a:solidFill>
            <a:schemeClr val="tx1"/>
          </a:solidFill>
          <a:latin typeface="+mn-lt"/>
          <a:ea typeface="Roboto" panose="02000000000000000000" pitchFamily="2" charset="0"/>
          <a:cs typeface="Segoe UI" panose="020B0502040204020203" pitchFamily="34" charset="0"/>
        </a:defRPr>
      </a:lvl6pPr>
      <a:lvl7pPr marL="566928" indent="-283464" algn="l" defTabSz="914400" rtl="0" eaLnBrk="1" latinLnBrk="0" hangingPunct="1">
        <a:lnSpc>
          <a:spcPct val="100000"/>
        </a:lnSpc>
        <a:spcBef>
          <a:spcPts val="0"/>
        </a:spcBef>
        <a:spcAft>
          <a:spcPts val="600"/>
        </a:spcAft>
        <a:buClr>
          <a:schemeClr val="tx1"/>
        </a:buClr>
        <a:buSzPct val="100000"/>
        <a:buFont typeface="+mj-lt"/>
        <a:buAutoNum type="arabicPeriod"/>
        <a:tabLst/>
        <a:defRPr sz="1600" b="0" i="0" kern="1200">
          <a:solidFill>
            <a:schemeClr val="tx1"/>
          </a:solidFill>
          <a:latin typeface="+mn-lt"/>
          <a:ea typeface="Roboto" panose="02000000000000000000" pitchFamily="2" charset="0"/>
          <a:cs typeface="Segoe UI" panose="020B0502040204020203" pitchFamily="34" charset="0"/>
        </a:defRPr>
      </a:lvl7pPr>
      <a:lvl8pPr marL="850392" indent="-283464" algn="l" defTabSz="914400" rtl="0" eaLnBrk="1" latinLnBrk="0" hangingPunct="1">
        <a:lnSpc>
          <a:spcPct val="100000"/>
        </a:lnSpc>
        <a:spcBef>
          <a:spcPts val="0"/>
        </a:spcBef>
        <a:spcAft>
          <a:spcPts val="600"/>
        </a:spcAft>
        <a:buClr>
          <a:schemeClr val="tx1"/>
        </a:buClr>
        <a:buSzPct val="100000"/>
        <a:buFont typeface="+mj-lt"/>
        <a:buAutoNum type="arabicPeriod"/>
        <a:tabLst/>
        <a:defRPr sz="16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2800" b="1" i="0" kern="1200">
          <a:solidFill>
            <a:schemeClr val="tx1"/>
          </a:solidFill>
          <a:latin typeface="+mn-lt"/>
          <a:ea typeface="Roboto" panose="02000000000000000000" pitchFamily="2" charset="0"/>
          <a:cs typeface="Segoe UI" panose="020B0502040204020203" pitchFamily="34" charset="0"/>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708">
          <p15:clr>
            <a:srgbClr val="F26B43"/>
          </p15:clr>
        </p15:guide>
        <p15:guide id="12" pos="3912">
          <p15:clr>
            <a:srgbClr val="F26B43"/>
          </p15:clr>
        </p15:guide>
        <p15:guide id="13" pos="7388">
          <p15:clr>
            <a:srgbClr val="F26B43"/>
          </p15:clr>
        </p15:guide>
        <p15:guide id="15" pos="4976">
          <p15:clr>
            <a:srgbClr val="F26B43"/>
          </p15:clr>
        </p15:guide>
        <p15:guide id="16" pos="5118">
          <p15:clr>
            <a:srgbClr val="F26B43"/>
          </p15:clr>
        </p15:guide>
        <p15:guide id="25" orient="horz" pos="346">
          <p15:clr>
            <a:srgbClr val="F26B43"/>
          </p15:clr>
        </p15:guide>
        <p15:guide id="31" orient="horz" pos="4137">
          <p15:clr>
            <a:srgbClr val="F26B43"/>
          </p15:clr>
        </p15:guide>
        <p15:guide id="32" orient="horz" pos="4032">
          <p15:clr>
            <a:srgbClr val="F26B43"/>
          </p15:clr>
        </p15:guide>
        <p15:guide id="37" pos="2562">
          <p15:clr>
            <a:srgbClr val="F26B43"/>
          </p15:clr>
        </p15:guide>
        <p15:guide id="40" pos="3768">
          <p15:clr>
            <a:srgbClr val="F26B43"/>
          </p15:clr>
        </p15:guide>
        <p15:guide id="49" orient="horz" pos="890">
          <p15:clr>
            <a:srgbClr val="F26B43"/>
          </p15:clr>
        </p15:guide>
        <p15:guide id="50" orient="horz" pos="1115">
          <p15:clr>
            <a:srgbClr val="F26B43"/>
          </p15:clr>
        </p15:guide>
        <p15:guide id="51" pos="290">
          <p15:clr>
            <a:srgbClr val="F26B43"/>
          </p15:clr>
        </p15:guide>
        <p15:guide id="52" pos="953">
          <p15:clr>
            <a:srgbClr val="F26B43"/>
          </p15:clr>
        </p15:guide>
        <p15:guide id="53" pos="1100">
          <p15:clr>
            <a:srgbClr val="F26B43"/>
          </p15:clr>
        </p15:guide>
        <p15:guide id="54" pos="1758">
          <p15:clr>
            <a:srgbClr val="F26B43"/>
          </p15:clr>
        </p15:guide>
        <p15:guide id="55" pos="1900">
          <p15:clr>
            <a:srgbClr val="F26B43"/>
          </p15:clr>
        </p15:guide>
        <p15:guide id="56" pos="3370">
          <p15:clr>
            <a:srgbClr val="F26B43"/>
          </p15:clr>
        </p15:guide>
        <p15:guide id="57" pos="3510">
          <p15:clr>
            <a:srgbClr val="F26B43"/>
          </p15:clr>
        </p15:guide>
        <p15:guide id="58" pos="4168">
          <p15:clr>
            <a:srgbClr val="F26B43"/>
          </p15:clr>
        </p15:guide>
        <p15:guide id="59" pos="4310">
          <p15:clr>
            <a:srgbClr val="F26B43"/>
          </p15:clr>
        </p15:guide>
        <p15:guide id="60" pos="5774">
          <p15:clr>
            <a:srgbClr val="F26B43"/>
          </p15:clr>
        </p15:guide>
        <p15:guide id="61" pos="5918">
          <p15:clr>
            <a:srgbClr val="F26B43"/>
          </p15:clr>
        </p15:guide>
        <p15:guide id="62" pos="6582">
          <p15:clr>
            <a:srgbClr val="F26B43"/>
          </p15:clr>
        </p15:guide>
        <p15:guide id="63" pos="6724">
          <p15:clr>
            <a:srgbClr val="F26B43"/>
          </p15:clr>
        </p15:guide>
        <p15:guide id="64" orient="horz" pos="3792">
          <p15:clr>
            <a:srgbClr val="F26B43"/>
          </p15:clr>
        </p15:guide>
        <p15:guide id="65" orient="horz" pos="386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0372" y="556953"/>
            <a:ext cx="11268077" cy="855922"/>
          </a:xfrm>
          <a:prstGeom prst="rect">
            <a:avLst/>
          </a:prstGeom>
        </p:spPr>
        <p:txBody>
          <a:bodyPr vert="horz" lIns="0" tIns="0" rIns="0" bIns="0" rtlCol="0" anchor="t" anchorCtr="0">
            <a:noAutofit/>
          </a:bodyPr>
          <a:lstStyle/>
          <a:p>
            <a:r>
              <a:rPr lang="en-US"/>
              <a:t>Click to edit Master title style</a:t>
            </a:r>
          </a:p>
        </p:txBody>
      </p:sp>
      <p:sp>
        <p:nvSpPr>
          <p:cNvPr id="5" name="Footer Placeholder 4"/>
          <p:cNvSpPr>
            <a:spLocks noGrp="1"/>
          </p:cNvSpPr>
          <p:nvPr>
            <p:ph type="ftr" sz="quarter" idx="3"/>
          </p:nvPr>
        </p:nvSpPr>
        <p:spPr>
          <a:xfrm>
            <a:off x="4321019" y="6400798"/>
            <a:ext cx="7102834" cy="167949"/>
          </a:xfrm>
          <a:prstGeom prst="rect">
            <a:avLst/>
          </a:prstGeom>
        </p:spPr>
        <p:txBody>
          <a:bodyPr vert="horz" lIns="0" tIns="0" rIns="0" bIns="0" rtlCol="0" anchor="ctr" anchorCtr="0"/>
          <a:lstStyle>
            <a:lvl1pPr marL="0" indent="9525" algn="r">
              <a:tabLst/>
              <a:defRPr sz="900" b="0" i="0" cap="none" baseline="0">
                <a:solidFill>
                  <a:schemeClr val="tx1"/>
                </a:solidFill>
                <a:latin typeface="+mn-lt"/>
                <a:ea typeface="Roboto" panose="02000000000000000000" pitchFamily="2" charset="0"/>
                <a:cs typeface="Arial" panose="020B0604020202020204" pitchFamily="34" charset="0"/>
              </a:defRPr>
            </a:lvl1pPr>
            <a:lvl2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2pPr>
            <a:lvl3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3pPr>
            <a:lvl4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4pPr>
            <a:lvl5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5pPr>
            <a:lvl6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6pPr>
            <a:lvl7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7pPr>
            <a:lvl8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8pPr>
            <a:lvl9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9pPr>
          </a:lstStyle>
          <a:p>
            <a:r>
              <a:rPr lang="en-US"/>
              <a:t>© 2026 West Monroe Partners | Reproduction and/or distribution without West Monroe Partners’ prior consent is prohibited.</a:t>
            </a:r>
          </a:p>
        </p:txBody>
      </p:sp>
      <p:sp>
        <p:nvSpPr>
          <p:cNvPr id="6" name="Slide Number Placeholder 5"/>
          <p:cNvSpPr>
            <a:spLocks noGrp="1"/>
          </p:cNvSpPr>
          <p:nvPr>
            <p:ph type="sldNum" sz="quarter" idx="4"/>
          </p:nvPr>
        </p:nvSpPr>
        <p:spPr>
          <a:xfrm>
            <a:off x="11509578" y="6400799"/>
            <a:ext cx="218871" cy="167949"/>
          </a:xfrm>
          <a:prstGeom prst="rect">
            <a:avLst/>
          </a:prstGeom>
        </p:spPr>
        <p:txBody>
          <a:bodyPr vert="horz" lIns="0" tIns="0" rIns="0" bIns="0" rtlCol="0" anchor="ctr" anchorCtr="0"/>
          <a:lstStyle>
            <a:lvl1pPr algn="r">
              <a:defRPr sz="900" b="0" i="0">
                <a:solidFill>
                  <a:schemeClr val="tx1"/>
                </a:solidFill>
                <a:latin typeface="+mn-lt"/>
                <a:ea typeface="Verdana" panose="020B0604030504040204" pitchFamily="34" charset="0"/>
                <a:cs typeface="Arial" panose="020B0604020202020204" pitchFamily="34" charset="0"/>
              </a:defRPr>
            </a:lvl1pPr>
            <a:lvl2pPr marL="0" algn="r">
              <a:defRPr sz="900" b="0" i="0">
                <a:solidFill>
                  <a:schemeClr val="tx1"/>
                </a:solidFill>
                <a:latin typeface="+mn-lt"/>
                <a:ea typeface="Verdana" panose="020B0604030504040204" pitchFamily="34" charset="0"/>
                <a:cs typeface="Verdana" panose="020B0604030504040204" pitchFamily="34" charset="0"/>
              </a:defRPr>
            </a:lvl2pPr>
            <a:lvl3pPr marL="0" algn="r">
              <a:defRPr sz="900" b="0" i="0">
                <a:solidFill>
                  <a:schemeClr val="tx1"/>
                </a:solidFill>
                <a:latin typeface="+mn-lt"/>
                <a:ea typeface="Verdana" panose="020B0604030504040204" pitchFamily="34" charset="0"/>
                <a:cs typeface="Verdana" panose="020B0604030504040204" pitchFamily="34" charset="0"/>
              </a:defRPr>
            </a:lvl3pPr>
            <a:lvl4pPr marL="0" algn="r">
              <a:defRPr sz="900" b="0" i="0">
                <a:solidFill>
                  <a:schemeClr val="tx1"/>
                </a:solidFill>
                <a:latin typeface="+mn-lt"/>
                <a:ea typeface="Verdana" panose="020B0604030504040204" pitchFamily="34" charset="0"/>
                <a:cs typeface="Verdana" panose="020B0604030504040204" pitchFamily="34" charset="0"/>
              </a:defRPr>
            </a:lvl4pPr>
            <a:lvl5pPr marL="0" algn="r">
              <a:defRPr sz="900" b="0" i="0">
                <a:solidFill>
                  <a:schemeClr val="tx1"/>
                </a:solidFill>
                <a:latin typeface="+mn-lt"/>
                <a:ea typeface="Verdana" panose="020B0604030504040204" pitchFamily="34" charset="0"/>
                <a:cs typeface="Verdana" panose="020B0604030504040204" pitchFamily="34" charset="0"/>
              </a:defRPr>
            </a:lvl5pPr>
            <a:lvl6pPr marL="0" algn="r">
              <a:defRPr sz="900" b="0" i="0">
                <a:solidFill>
                  <a:schemeClr val="tx1"/>
                </a:solidFill>
                <a:latin typeface="+mn-lt"/>
                <a:ea typeface="Verdana" panose="020B0604030504040204" pitchFamily="34" charset="0"/>
                <a:cs typeface="Verdana" panose="020B0604030504040204" pitchFamily="34" charset="0"/>
              </a:defRPr>
            </a:lvl6pPr>
            <a:lvl7pPr marL="0" algn="r">
              <a:defRPr sz="900" b="0" i="0">
                <a:solidFill>
                  <a:schemeClr val="tx1"/>
                </a:solidFill>
                <a:latin typeface="+mn-lt"/>
                <a:ea typeface="Verdana" panose="020B0604030504040204" pitchFamily="34" charset="0"/>
                <a:cs typeface="Verdana" panose="020B0604030504040204" pitchFamily="34" charset="0"/>
              </a:defRPr>
            </a:lvl7pPr>
            <a:lvl8pPr marL="0" algn="r">
              <a:defRPr sz="900" b="0" i="0">
                <a:solidFill>
                  <a:schemeClr val="tx1"/>
                </a:solidFill>
                <a:latin typeface="+mn-lt"/>
                <a:ea typeface="Verdana" panose="020B0604030504040204" pitchFamily="34" charset="0"/>
                <a:cs typeface="Verdana" panose="020B0604030504040204" pitchFamily="34" charset="0"/>
              </a:defRPr>
            </a:lvl8pPr>
            <a:lvl9pPr marL="0" algn="r">
              <a:defRPr sz="900" b="0" i="0">
                <a:solidFill>
                  <a:schemeClr val="tx1"/>
                </a:solidFill>
                <a:latin typeface="+mn-lt"/>
                <a:ea typeface="Verdana" panose="020B0604030504040204" pitchFamily="34" charset="0"/>
                <a:cs typeface="Verdana" panose="020B0604030504040204" pitchFamily="34" charset="0"/>
              </a:defRPr>
            </a:lvl9pPr>
          </a:lstStyle>
          <a:p>
            <a:fld id="{63DCA5C9-2E11-4C67-86EB-AE1DE127DC64}" type="slidenum">
              <a:rPr lang="en-US" smtClean="0"/>
              <a:pPr/>
              <a:t>‹#›</a:t>
            </a:fld>
            <a:endParaRPr lang="en-US"/>
          </a:p>
        </p:txBody>
      </p:sp>
      <p:sp>
        <p:nvSpPr>
          <p:cNvPr id="8" name="Text Placeholder 7">
            <a:extLst>
              <a:ext uri="{FF2B5EF4-FFF2-40B4-BE49-F238E27FC236}">
                <a16:creationId xmlns:a16="http://schemas.microsoft.com/office/drawing/2014/main" id="{1F3744DC-99FB-677C-5F62-49846C2E80F3}"/>
              </a:ext>
            </a:extLst>
          </p:cNvPr>
          <p:cNvSpPr>
            <a:spLocks noGrp="1"/>
          </p:cNvSpPr>
          <p:nvPr>
            <p:ph type="body" idx="1"/>
          </p:nvPr>
        </p:nvSpPr>
        <p:spPr>
          <a:xfrm>
            <a:off x="460372" y="1773936"/>
            <a:ext cx="11268076"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2051331"/>
      </p:ext>
    </p:extLst>
  </p:cSld>
  <p:clrMap bg1="lt1" tx1="dk1" bg2="lt2" tx2="dk2" accent1="accent1" accent2="accent2" accent3="accent3" accent4="accent4" accent5="accent5" accent6="accent6" hlink="hlink" folHlink="folHlink"/>
  <p:sldLayoutIdLst>
    <p:sldLayoutId id="2147484048" r:id="rId1"/>
    <p:sldLayoutId id="2147484049" r:id="rId2"/>
    <p:sldLayoutId id="2147484050" r:id="rId3"/>
    <p:sldLayoutId id="2147484051" r:id="rId4"/>
    <p:sldLayoutId id="2147484052" r:id="rId5"/>
    <p:sldLayoutId id="2147484053" r:id="rId6"/>
    <p:sldLayoutId id="2147484054" r:id="rId7"/>
    <p:sldLayoutId id="2147484055" r:id="rId8"/>
    <p:sldLayoutId id="2147484056" r:id="rId9"/>
    <p:sldLayoutId id="2147484057" r:id="rId10"/>
    <p:sldLayoutId id="2147484058" r:id="rId11"/>
    <p:sldLayoutId id="2147484059" r:id="rId12"/>
    <p:sldLayoutId id="2147484060" r:id="rId13"/>
    <p:sldLayoutId id="2147484061" r:id="rId14"/>
    <p:sldLayoutId id="2147484062" r:id="rId15"/>
    <p:sldLayoutId id="2147484063" r:id="rId16"/>
    <p:sldLayoutId id="2147484064" r:id="rId17"/>
    <p:sldLayoutId id="2147484065" r:id="rId18"/>
    <p:sldLayoutId id="2147484066" r:id="rId19"/>
    <p:sldLayoutId id="2147484067" r:id="rId20"/>
    <p:sldLayoutId id="2147484068" r:id="rId21"/>
    <p:sldLayoutId id="2147484069" r:id="rId22"/>
    <p:sldLayoutId id="2147484070" r:id="rId23"/>
    <p:sldLayoutId id="2147484071" r:id="rId24"/>
    <p:sldLayoutId id="2147484072" r:id="rId25"/>
    <p:sldLayoutId id="2147484073" r:id="rId26"/>
    <p:sldLayoutId id="2147484074" r:id="rId27"/>
    <p:sldLayoutId id="2147484075" r:id="rId28"/>
    <p:sldLayoutId id="2147484076" r:id="rId29"/>
    <p:sldLayoutId id="2147484077" r:id="rId30"/>
    <p:sldLayoutId id="2147484078" r:id="rId31"/>
    <p:sldLayoutId id="2147484079" r:id="rId32"/>
    <p:sldLayoutId id="2147484080" r:id="rId33"/>
    <p:sldLayoutId id="2147484081" r:id="rId34"/>
    <p:sldLayoutId id="2147484082" r:id="rId35"/>
    <p:sldLayoutId id="2147484083" r:id="rId36"/>
  </p:sldLayoutIdLst>
  <p:hf hdr="0" dt="0"/>
  <p:txStyles>
    <p:titleStyle>
      <a:lvl1pPr algn="l" defTabSz="914400" rtl="0" eaLnBrk="1" latinLnBrk="0" hangingPunct="1">
        <a:lnSpc>
          <a:spcPct val="100000"/>
        </a:lnSpc>
        <a:spcBef>
          <a:spcPct val="0"/>
        </a:spcBef>
        <a:buNone/>
        <a:defRPr sz="2200" b="1" i="0" kern="1200">
          <a:solidFill>
            <a:schemeClr val="tx1"/>
          </a:solidFill>
          <a:latin typeface="+mj-lt"/>
          <a:ea typeface="Bernard MT Condensed" panose="02050806060905020404" pitchFamily="18" charset="77"/>
          <a:cs typeface="Arial" panose="020B0604020202020204" pitchFamily="34" charset="0"/>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25" orient="horz" pos="346">
          <p15:clr>
            <a:srgbClr val="F26B43"/>
          </p15:clr>
        </p15:guide>
        <p15:guide id="31" orient="horz" pos="4137">
          <p15:clr>
            <a:srgbClr val="F26B43"/>
          </p15:clr>
        </p15:guide>
        <p15:guide id="32" orient="horz" pos="4032">
          <p15:clr>
            <a:srgbClr val="F26B43"/>
          </p15:clr>
        </p15:guide>
        <p15:guide id="49" orient="horz" pos="890">
          <p15:clr>
            <a:srgbClr val="F26B43"/>
          </p15:clr>
        </p15:guide>
        <p15:guide id="50" orient="horz" pos="1115">
          <p15:clr>
            <a:srgbClr val="F26B43"/>
          </p15:clr>
        </p15:guide>
        <p15:guide id="51" pos="288">
          <p15:clr>
            <a:srgbClr val="F26B43"/>
          </p15:clr>
        </p15:guide>
        <p15:guide id="64" orient="horz" pos="3792">
          <p15:clr>
            <a:srgbClr val="F26B43"/>
          </p15:clr>
        </p15:guide>
        <p15:guide id="65" orient="horz" pos="3863">
          <p15:clr>
            <a:srgbClr val="F26B43"/>
          </p15:clr>
        </p15:guide>
        <p15:guide id="66" pos="739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471546-72D3-4359-9930-243CC2FD85F6}"/>
              </a:ext>
            </a:extLst>
          </p:cNvPr>
          <p:cNvSpPr>
            <a:spLocks noGrp="1"/>
          </p:cNvSpPr>
          <p:nvPr>
            <p:ph type="title"/>
          </p:nvPr>
        </p:nvSpPr>
        <p:spPr>
          <a:xfrm>
            <a:off x="460372" y="556953"/>
            <a:ext cx="11268077" cy="855922"/>
          </a:xfrm>
          <a:prstGeom prst="rect">
            <a:avLst/>
          </a:prstGeom>
        </p:spPr>
        <p:txBody>
          <a:bodyPr vert="horz" lIns="0" tIns="0" rIns="0" bIns="0" anchor="t">
            <a:noAutofit/>
          </a:bodyPr>
          <a:lstStyle/>
          <a:p>
            <a:r>
              <a:t>Click to edit Master title style</a:t>
            </a:r>
          </a:p>
        </p:txBody>
      </p:sp>
      <p:sp>
        <p:nvSpPr>
          <p:cNvPr id="5" name="Footer Placeholder 4">
            <a:extLst>
              <a:ext uri="{FF2B5EF4-FFF2-40B4-BE49-F238E27FC236}">
                <a16:creationId xmlns:a16="http://schemas.microsoft.com/office/drawing/2014/main" id="{ED62CE45-1057-4316-A462-F5D1E43BE033}"/>
              </a:ext>
            </a:extLst>
          </p:cNvPr>
          <p:cNvSpPr>
            <a:spLocks noGrp="1"/>
          </p:cNvSpPr>
          <p:nvPr>
            <p:ph type="ftr" idx="3"/>
          </p:nvPr>
        </p:nvSpPr>
        <p:spPr>
          <a:xfrm>
            <a:off x="4321019" y="6400798"/>
            <a:ext cx="7102834" cy="167949"/>
          </a:xfrm>
          <a:prstGeom prst="rect">
            <a:avLst/>
          </a:prstGeom>
        </p:spPr>
        <p:txBody>
          <a:bodyPr vert="horz" lIns="0" tIns="0" rIns="0" bIns="0" anchor="ctr"/>
          <a:lstStyle>
            <a:lvl1pPr marL="0" indent="9525" algn="r">
              <a:buNone/>
              <a:defRPr sz="900" b="0" i="0" cap="none" baseline="0">
                <a:solidFill>
                  <a:schemeClr val="tx1"/>
                </a:solidFill>
                <a:latin typeface="+mn-lt"/>
                <a:ea typeface="+mn-lt"/>
                <a:cs typeface="+mn-lt"/>
              </a:defRPr>
            </a:lvl1pPr>
            <a:lvl2pPr marL="0" indent="9525" algn="r">
              <a:buNone/>
              <a:defRPr sz="900" b="0" i="0" cap="none" baseline="0">
                <a:solidFill>
                  <a:schemeClr val="tx1"/>
                </a:solidFill>
                <a:latin typeface="+mn-lt"/>
                <a:ea typeface="+mn-lt"/>
                <a:cs typeface="+mn-lt"/>
              </a:defRPr>
            </a:lvl2pPr>
            <a:lvl3pPr marL="0" indent="9525" algn="r">
              <a:buNone/>
              <a:defRPr sz="900" b="0" i="0" cap="none" baseline="0">
                <a:solidFill>
                  <a:schemeClr val="tx1"/>
                </a:solidFill>
                <a:latin typeface="+mn-lt"/>
                <a:ea typeface="+mn-lt"/>
                <a:cs typeface="+mn-lt"/>
              </a:defRPr>
            </a:lvl3pPr>
            <a:lvl4pPr marL="0" indent="9525" algn="r">
              <a:buNone/>
              <a:defRPr sz="900" b="0" i="0" cap="none" baseline="0">
                <a:solidFill>
                  <a:schemeClr val="tx1"/>
                </a:solidFill>
                <a:latin typeface="+mn-lt"/>
                <a:ea typeface="+mn-lt"/>
                <a:cs typeface="+mn-lt"/>
              </a:defRPr>
            </a:lvl4pPr>
            <a:lvl5pPr marL="0" indent="9525" algn="r">
              <a:buNone/>
              <a:defRPr sz="900" b="0" i="0" cap="none" baseline="0">
                <a:solidFill>
                  <a:schemeClr val="tx1"/>
                </a:solidFill>
                <a:latin typeface="+mn-lt"/>
                <a:ea typeface="+mn-lt"/>
                <a:cs typeface="+mn-lt"/>
              </a:defRPr>
            </a:lvl5pPr>
            <a:lvl6pPr marL="0" indent="9525" algn="r">
              <a:buNone/>
              <a:defRPr sz="900" b="0" i="0" cap="none" baseline="0">
                <a:solidFill>
                  <a:schemeClr val="tx1"/>
                </a:solidFill>
                <a:latin typeface="+mn-lt"/>
                <a:ea typeface="+mn-lt"/>
                <a:cs typeface="+mn-lt"/>
              </a:defRPr>
            </a:lvl6pPr>
            <a:lvl7pPr marL="0" indent="9525" algn="r">
              <a:buNone/>
              <a:defRPr sz="900" b="0" i="0" cap="none" baseline="0">
                <a:solidFill>
                  <a:schemeClr val="tx1"/>
                </a:solidFill>
                <a:latin typeface="+mn-lt"/>
                <a:ea typeface="+mn-lt"/>
                <a:cs typeface="+mn-lt"/>
              </a:defRPr>
            </a:lvl7pPr>
            <a:lvl8pPr marL="0" indent="9525" algn="r">
              <a:buNone/>
              <a:defRPr sz="900" b="0" i="0" cap="none" baseline="0">
                <a:solidFill>
                  <a:schemeClr val="tx1"/>
                </a:solidFill>
                <a:latin typeface="+mn-lt"/>
                <a:ea typeface="+mn-lt"/>
                <a:cs typeface="+mn-lt"/>
              </a:defRPr>
            </a:lvl8pPr>
            <a:lvl9pPr marL="0" indent="9525" algn="r">
              <a:buNone/>
              <a:defRPr sz="900" b="0" i="0" cap="none" baseline="0">
                <a:solidFill>
                  <a:schemeClr val="tx1"/>
                </a:solidFill>
                <a:latin typeface="+mn-lt"/>
                <a:ea typeface="+mn-lt"/>
                <a:cs typeface="+mn-lt"/>
              </a:defRPr>
            </a:lvl9pPr>
          </a:lstStyle>
          <a:p>
            <a:r>
              <a:t>© 2026 West Monroe Partners | Reproduction and/or distribution without West Monroe Partners’ prior consent is prohibited.</a:t>
            </a:r>
          </a:p>
        </p:txBody>
      </p:sp>
      <p:sp>
        <p:nvSpPr>
          <p:cNvPr id="6" name="Slide Number Placeholder 5">
            <a:extLst>
              <a:ext uri="{FF2B5EF4-FFF2-40B4-BE49-F238E27FC236}">
                <a16:creationId xmlns:a16="http://schemas.microsoft.com/office/drawing/2014/main" id="{C2B04FE3-4C7E-4F3E-8B35-9F5804B25DFA}"/>
              </a:ext>
            </a:extLst>
          </p:cNvPr>
          <p:cNvSpPr>
            <a:spLocks noGrp="1"/>
          </p:cNvSpPr>
          <p:nvPr>
            <p:ph type="sldNum" idx="4"/>
          </p:nvPr>
        </p:nvSpPr>
        <p:spPr>
          <a:xfrm>
            <a:off x="11509578" y="6400799"/>
            <a:ext cx="218871" cy="167949"/>
          </a:xfrm>
          <a:prstGeom prst="rect">
            <a:avLst/>
          </a:prstGeom>
        </p:spPr>
        <p:txBody>
          <a:bodyPr vert="horz" lIns="0" tIns="0" rIns="0" bIns="0" anchor="ctr"/>
          <a:lstStyle>
            <a:lvl1pPr algn="r">
              <a:buNone/>
              <a:defRPr sz="900" b="0" i="0">
                <a:solidFill>
                  <a:schemeClr val="tx1"/>
                </a:solidFill>
                <a:latin typeface="+mn-lt"/>
                <a:ea typeface="+mn-lt"/>
                <a:cs typeface="+mn-lt"/>
              </a:defRPr>
            </a:lvl1pPr>
            <a:lvl2pPr marL="0" algn="r">
              <a:buNone/>
              <a:defRPr sz="900" b="0" i="0">
                <a:solidFill>
                  <a:schemeClr val="tx1"/>
                </a:solidFill>
                <a:latin typeface="+mn-lt"/>
                <a:ea typeface="+mn-lt"/>
                <a:cs typeface="+mn-lt"/>
              </a:defRPr>
            </a:lvl2pPr>
            <a:lvl3pPr marL="0" algn="r">
              <a:buNone/>
              <a:defRPr sz="900" b="0" i="0">
                <a:solidFill>
                  <a:schemeClr val="tx1"/>
                </a:solidFill>
                <a:latin typeface="+mn-lt"/>
                <a:ea typeface="+mn-lt"/>
                <a:cs typeface="+mn-lt"/>
              </a:defRPr>
            </a:lvl3pPr>
            <a:lvl4pPr marL="0" algn="r">
              <a:buNone/>
              <a:defRPr sz="900" b="0" i="0">
                <a:solidFill>
                  <a:schemeClr val="tx1"/>
                </a:solidFill>
                <a:latin typeface="+mn-lt"/>
                <a:ea typeface="+mn-lt"/>
                <a:cs typeface="+mn-lt"/>
              </a:defRPr>
            </a:lvl4pPr>
            <a:lvl5pPr marL="0" algn="r">
              <a:buNone/>
              <a:defRPr sz="900" b="0" i="0">
                <a:solidFill>
                  <a:schemeClr val="tx1"/>
                </a:solidFill>
                <a:latin typeface="+mn-lt"/>
                <a:ea typeface="+mn-lt"/>
                <a:cs typeface="+mn-lt"/>
              </a:defRPr>
            </a:lvl5pPr>
            <a:lvl6pPr marL="0" algn="r">
              <a:buNone/>
              <a:defRPr sz="900" b="0" i="0">
                <a:solidFill>
                  <a:schemeClr val="tx1"/>
                </a:solidFill>
                <a:latin typeface="+mn-lt"/>
                <a:ea typeface="+mn-lt"/>
                <a:cs typeface="+mn-lt"/>
              </a:defRPr>
            </a:lvl6pPr>
            <a:lvl7pPr marL="0" algn="r">
              <a:buNone/>
              <a:defRPr sz="900" b="0" i="0">
                <a:solidFill>
                  <a:schemeClr val="tx1"/>
                </a:solidFill>
                <a:latin typeface="+mn-lt"/>
                <a:ea typeface="+mn-lt"/>
                <a:cs typeface="+mn-lt"/>
              </a:defRPr>
            </a:lvl7pPr>
            <a:lvl8pPr marL="0" algn="r">
              <a:buNone/>
              <a:defRPr sz="900" b="0" i="0">
                <a:solidFill>
                  <a:schemeClr val="tx1"/>
                </a:solidFill>
                <a:latin typeface="+mn-lt"/>
                <a:ea typeface="+mn-lt"/>
                <a:cs typeface="+mn-lt"/>
              </a:defRPr>
            </a:lvl8pPr>
            <a:lvl9pPr marL="0" algn="r">
              <a:buNone/>
              <a:defRPr sz="900" b="0" i="0">
                <a:solidFill>
                  <a:schemeClr val="tx1"/>
                </a:solidFill>
                <a:latin typeface="+mn-lt"/>
                <a:ea typeface="+mn-lt"/>
                <a:cs typeface="+mn-lt"/>
              </a:defRPr>
            </a:lvl9pPr>
          </a:lstStyle>
          <a:p>
            <a:fld id="{63DCA5C9-2E11-4C67-86EB-AE1DE127DC64}" type="slidenum">
              <a:t>‹#›</a:t>
            </a:fld>
            <a:endParaRPr/>
          </a:p>
        </p:txBody>
      </p:sp>
      <p:sp>
        <p:nvSpPr>
          <p:cNvPr id="8" name="Text Placeholder 7">
            <a:extLst>
              <a:ext uri="{FF2B5EF4-FFF2-40B4-BE49-F238E27FC236}">
                <a16:creationId xmlns:a16="http://schemas.microsoft.com/office/drawing/2014/main" id="{1F3744DC-99FB-677C-5F62-49846C2E80F3}"/>
              </a:ext>
            </a:extLst>
          </p:cNvPr>
          <p:cNvSpPr>
            <a:spLocks noGrp="1"/>
          </p:cNvSpPr>
          <p:nvPr>
            <p:ph type="body" idx="1"/>
          </p:nvPr>
        </p:nvSpPr>
        <p:spPr>
          <a:xfrm>
            <a:off x="460372" y="1773936"/>
            <a:ext cx="11268076" cy="4351338"/>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extLst>
      <p:ext uri="{BB962C8B-B14F-4D97-AF65-F5344CB8AC3E}">
        <p14:creationId xmlns:p14="http://schemas.microsoft.com/office/powerpoint/2010/main" val="2346550699"/>
      </p:ext>
    </p:extLst>
  </p:cSld>
  <p:clrMap bg1="lt1" tx1="dk1" bg2="lt2" tx2="dk2" accent1="accent1" accent2="accent2" accent3="accent3" accent4="accent4" accent5="accent5" accent6="accent6" hlink="hlink" folHlink="folHlink"/>
  <p:sldLayoutIdLst>
    <p:sldLayoutId id="2147484085" r:id="rId1"/>
    <p:sldLayoutId id="2147484086" r:id="rId2"/>
    <p:sldLayoutId id="2147484087" r:id="rId3"/>
    <p:sldLayoutId id="2147484088" r:id="rId4"/>
    <p:sldLayoutId id="2147484089" r:id="rId5"/>
    <p:sldLayoutId id="2147484090" r:id="rId6"/>
    <p:sldLayoutId id="2147484091" r:id="rId7"/>
    <p:sldLayoutId id="2147484092" r:id="rId8"/>
    <p:sldLayoutId id="2147484093" r:id="rId9"/>
    <p:sldLayoutId id="2147484094" r:id="rId10"/>
    <p:sldLayoutId id="2147484095" r:id="rId11"/>
    <p:sldLayoutId id="2147484096" r:id="rId12"/>
    <p:sldLayoutId id="2147484097" r:id="rId13"/>
    <p:sldLayoutId id="2147484098" r:id="rId14"/>
    <p:sldLayoutId id="2147484099" r:id="rId15"/>
    <p:sldLayoutId id="2147484100" r:id="rId16"/>
    <p:sldLayoutId id="2147484136" r:id="rId17"/>
    <p:sldLayoutId id="2147484160" r:id="rId18"/>
    <p:sldLayoutId id="2147484166" r:id="rId19"/>
    <p:sldLayoutId id="2147484162" r:id="rId20"/>
    <p:sldLayoutId id="2147484163" r:id="rId21"/>
    <p:sldLayoutId id="2147484101" r:id="rId22"/>
    <p:sldLayoutId id="2147484102" r:id="rId23"/>
    <p:sldLayoutId id="2147484103" r:id="rId24"/>
    <p:sldLayoutId id="2147484104" r:id="rId25"/>
    <p:sldLayoutId id="2147484105" r:id="rId26"/>
    <p:sldLayoutId id="2147484135" r:id="rId27"/>
    <p:sldLayoutId id="2147484161" r:id="rId28"/>
    <p:sldLayoutId id="2147484164" r:id="rId29"/>
    <p:sldLayoutId id="2147484167" r:id="rId30"/>
    <p:sldLayoutId id="2147484165" r:id="rId31"/>
    <p:sldLayoutId id="2147484106" r:id="rId32"/>
    <p:sldLayoutId id="2147484107" r:id="rId33"/>
  </p:sldLayoutIdLst>
  <p:hf hdr="0"/>
  <p:txStyles>
    <p:titleStyle>
      <a:lvl1pPr algn="l" defTabSz="914400">
        <a:lnSpc>
          <a:spcPct val="100000"/>
        </a:lnSpc>
        <a:spcBef>
          <a:spcPct val="0"/>
        </a:spcBef>
        <a:buNone/>
        <a:defRPr sz="2200" b="1" i="0" kern="1200">
          <a:solidFill>
            <a:schemeClr val="tx1"/>
          </a:solidFill>
          <a:latin typeface="+mj-lt"/>
          <a:ea typeface="+mj-lt"/>
          <a:cs typeface="+mj-lt"/>
        </a:defRPr>
      </a:lvl1pPr>
    </p:titleStyle>
    <p:bodyStyle>
      <a:lvl1pPr marL="0" indent="0" algn="l" defTabSz="914400">
        <a:lnSpc>
          <a:spcPct val="100000"/>
        </a:lnSpc>
        <a:spcBef>
          <a:spcPts val="0"/>
        </a:spcBef>
        <a:spcAft>
          <a:spcPts val="600"/>
        </a:spcAft>
        <a:buFont typeface="Arial"/>
        <a:buNone/>
        <a:defRPr sz="1500" kern="1200">
          <a:solidFill>
            <a:schemeClr val="tx1"/>
          </a:solidFill>
          <a:latin typeface="+mn-lt"/>
          <a:ea typeface="+mn-lt"/>
          <a:cs typeface="+mn-lt"/>
        </a:defRPr>
      </a:lvl1pPr>
      <a:lvl2pPr marL="292608" indent="-283464" algn="l" defTabSz="914400">
        <a:lnSpc>
          <a:spcPct val="100000"/>
        </a:lnSpc>
        <a:spcBef>
          <a:spcPts val="0"/>
        </a:spcBef>
        <a:spcAft>
          <a:spcPts val="600"/>
        </a:spcAft>
        <a:buFont typeface="Arial"/>
        <a:buChar char="•"/>
        <a:defRPr sz="1500" kern="1200">
          <a:solidFill>
            <a:schemeClr val="tx1"/>
          </a:solidFill>
          <a:latin typeface="+mn-lt"/>
          <a:ea typeface="+mn-lt"/>
          <a:cs typeface="+mn-lt"/>
        </a:defRPr>
      </a:lvl2pPr>
      <a:lvl3pPr marL="566928" indent="-283464" algn="l" defTabSz="914400">
        <a:lnSpc>
          <a:spcPct val="100000"/>
        </a:lnSpc>
        <a:spcBef>
          <a:spcPts val="0"/>
        </a:spcBef>
        <a:spcAft>
          <a:spcPts val="600"/>
        </a:spcAft>
        <a:buFont typeface="Arial"/>
        <a:buChar char="•"/>
        <a:defRPr sz="1500" kern="1200">
          <a:solidFill>
            <a:schemeClr val="tx1"/>
          </a:solidFill>
          <a:latin typeface="+mn-lt"/>
          <a:ea typeface="+mn-lt"/>
          <a:cs typeface="+mn-lt"/>
        </a:defRPr>
      </a:lvl3pPr>
      <a:lvl4pPr marL="914400" indent="-283464" algn="l" defTabSz="914400">
        <a:lnSpc>
          <a:spcPct val="100000"/>
        </a:lnSpc>
        <a:spcBef>
          <a:spcPts val="0"/>
        </a:spcBef>
        <a:spcAft>
          <a:spcPts val="600"/>
        </a:spcAft>
        <a:buFont typeface="Arial"/>
        <a:buChar char="•"/>
        <a:defRPr sz="1500" kern="1200">
          <a:solidFill>
            <a:schemeClr val="tx1"/>
          </a:solidFill>
          <a:latin typeface="+mn-lt"/>
          <a:ea typeface="+mn-lt"/>
          <a:cs typeface="+mn-lt"/>
        </a:defRPr>
      </a:lvl4pPr>
      <a:lvl5pPr marL="1261872" indent="-283464" algn="l" defTabSz="914400">
        <a:lnSpc>
          <a:spcPct val="100000"/>
        </a:lnSpc>
        <a:spcBef>
          <a:spcPts val="0"/>
        </a:spcBef>
        <a:spcAft>
          <a:spcPts val="600"/>
        </a:spcAft>
        <a:buFont typeface="Arial"/>
        <a:buChar char="•"/>
        <a:defRPr sz="1500" kern="1200">
          <a:solidFill>
            <a:schemeClr val="tx1"/>
          </a:solidFill>
          <a:latin typeface="+mn-lt"/>
          <a:ea typeface="+mn-lt"/>
          <a:cs typeface="+mn-lt"/>
        </a:defRPr>
      </a:lvl5pPr>
      <a:lvl6pPr marL="1600200" indent="-283464" algn="l" defTabSz="914400">
        <a:lnSpc>
          <a:spcPct val="100000"/>
        </a:lnSpc>
        <a:spcBef>
          <a:spcPts val="0"/>
        </a:spcBef>
        <a:spcAft>
          <a:spcPts val="400"/>
        </a:spcAft>
        <a:buFont typeface="Arial"/>
        <a:buChar char="•"/>
        <a:defRPr sz="1500" kern="1200">
          <a:solidFill>
            <a:schemeClr val="tx1"/>
          </a:solidFill>
          <a:latin typeface="+mn-lt"/>
          <a:ea typeface="+mn-lt"/>
          <a:cs typeface="+mn-lt"/>
        </a:defRPr>
      </a:lvl6pPr>
      <a:lvl7pPr marL="1938528" indent="-283464" algn="l" defTabSz="914400">
        <a:lnSpc>
          <a:spcPct val="100000"/>
        </a:lnSpc>
        <a:spcBef>
          <a:spcPts val="0"/>
        </a:spcBef>
        <a:spcAft>
          <a:spcPts val="600"/>
        </a:spcAft>
        <a:buFont typeface="Arial"/>
        <a:buChar char="•"/>
        <a:defRPr sz="1500" kern="1200">
          <a:solidFill>
            <a:schemeClr val="tx1"/>
          </a:solidFill>
          <a:latin typeface="+mn-lt"/>
          <a:ea typeface="+mn-lt"/>
          <a:cs typeface="+mn-lt"/>
        </a:defRPr>
      </a:lvl7pPr>
      <a:lvl8pPr marL="2286000" indent="-283464" algn="l" defTabSz="914400">
        <a:lnSpc>
          <a:spcPct val="100000"/>
        </a:lnSpc>
        <a:spcBef>
          <a:spcPts val="0"/>
        </a:spcBef>
        <a:spcAft>
          <a:spcPts val="600"/>
        </a:spcAft>
        <a:buFont typeface="Arial"/>
        <a:buChar char="•"/>
        <a:defRPr sz="1500" kern="1200">
          <a:solidFill>
            <a:schemeClr val="tx1"/>
          </a:solidFill>
          <a:latin typeface="+mn-lt"/>
          <a:ea typeface="+mn-lt"/>
          <a:cs typeface="+mn-lt"/>
        </a:defRPr>
      </a:lvl8pPr>
      <a:lvl9pPr marL="2633472" indent="-283464" algn="l" defTabSz="914400">
        <a:lnSpc>
          <a:spcPct val="100000"/>
        </a:lnSpc>
        <a:spcBef>
          <a:spcPts val="0"/>
        </a:spcBef>
        <a:spcAft>
          <a:spcPts val="600"/>
        </a:spcAft>
        <a:buFont typeface="Arial"/>
        <a:buChar char="•"/>
        <a:defRPr sz="1500" kern="1200">
          <a:solidFill>
            <a:schemeClr val="tx1"/>
          </a:solidFill>
          <a:latin typeface="+mn-lt"/>
          <a:ea typeface="+mn-lt"/>
          <a:cs typeface="+mn-lt"/>
        </a:defRPr>
      </a:lvl9pPr>
    </p:bodyStyle>
    <p:otherStyle>
      <a:lvl1pPr marL="0" algn="l" defTabSz="914400">
        <a:buNone/>
        <a:defRPr sz="1400" kern="1200">
          <a:solidFill>
            <a:schemeClr val="tx1"/>
          </a:solidFill>
          <a:latin typeface="+mn-lt"/>
          <a:ea typeface="+mn-lt"/>
          <a:cs typeface="+mn-lt"/>
        </a:defRPr>
      </a:lvl1pPr>
      <a:lvl2pPr marL="457200" algn="l" defTabSz="914400">
        <a:buNone/>
        <a:defRPr sz="1400" kern="1200">
          <a:solidFill>
            <a:schemeClr val="tx1"/>
          </a:solidFill>
          <a:latin typeface="+mn-lt"/>
          <a:ea typeface="+mn-lt"/>
          <a:cs typeface="+mn-lt"/>
        </a:defRPr>
      </a:lvl2pPr>
      <a:lvl3pPr marL="914400" algn="l" defTabSz="914400">
        <a:buNone/>
        <a:defRPr sz="1400" kern="1200">
          <a:solidFill>
            <a:schemeClr val="tx1"/>
          </a:solidFill>
          <a:latin typeface="+mn-lt"/>
          <a:ea typeface="+mn-lt"/>
          <a:cs typeface="+mn-lt"/>
        </a:defRPr>
      </a:lvl3pPr>
      <a:lvl4pPr marL="1371600" algn="l" defTabSz="914400">
        <a:buNone/>
        <a:defRPr sz="1400" kern="1200">
          <a:solidFill>
            <a:schemeClr val="tx1"/>
          </a:solidFill>
          <a:latin typeface="+mn-lt"/>
          <a:ea typeface="+mn-lt"/>
          <a:cs typeface="+mn-lt"/>
        </a:defRPr>
      </a:lvl4pPr>
      <a:lvl5pPr marL="1828800" algn="l" defTabSz="914400">
        <a:buNone/>
        <a:defRPr sz="1400" kern="1200">
          <a:solidFill>
            <a:schemeClr val="tx1"/>
          </a:solidFill>
          <a:latin typeface="+mn-lt"/>
          <a:ea typeface="+mn-lt"/>
          <a:cs typeface="+mn-lt"/>
        </a:defRPr>
      </a:lvl5pPr>
      <a:lvl6pPr marL="2286000" algn="l" defTabSz="914400">
        <a:buNone/>
        <a:defRPr sz="1400" kern="1200">
          <a:solidFill>
            <a:schemeClr val="tx1"/>
          </a:solidFill>
          <a:latin typeface="+mn-lt"/>
          <a:ea typeface="+mn-lt"/>
          <a:cs typeface="+mn-lt"/>
        </a:defRPr>
      </a:lvl6pPr>
      <a:lvl7pPr marL="2743200" algn="l" defTabSz="914400">
        <a:buNone/>
        <a:defRPr sz="1400" kern="1200">
          <a:solidFill>
            <a:schemeClr val="tx1"/>
          </a:solidFill>
          <a:latin typeface="+mn-lt"/>
          <a:ea typeface="+mn-lt"/>
          <a:cs typeface="+mn-lt"/>
        </a:defRPr>
      </a:lvl7pPr>
      <a:lvl8pPr marL="3200400" algn="l" defTabSz="914400">
        <a:buNone/>
        <a:defRPr sz="1400" kern="1200">
          <a:solidFill>
            <a:schemeClr val="tx1"/>
          </a:solidFill>
          <a:latin typeface="+mn-lt"/>
          <a:ea typeface="+mn-lt"/>
          <a:cs typeface="+mn-lt"/>
        </a:defRPr>
      </a:lvl8pPr>
      <a:lvl9pPr marL="3657600" algn="l" defTabSz="914400">
        <a:buNone/>
        <a:defRPr sz="1400" kern="1200">
          <a:solidFill>
            <a:schemeClr val="tx1"/>
          </a:solidFill>
          <a:latin typeface="+mn-lt"/>
          <a:ea typeface="+mn-lt"/>
          <a:cs typeface="+mn-lt"/>
        </a:defRPr>
      </a:lvl9pPr>
    </p:otherStyle>
  </p:txStyles>
  <p:extLst>
    <p:ext uri="{27BBF7A9-308A-43DC-89C8-2F10F3537804}">
      <p15:sldGuideLst xmlns:p15="http://schemas.microsoft.com/office/powerpoint/2012/main">
        <p15:guide id="25" orient="horz" pos="346">
          <p15:clr>
            <a:srgbClr val="F26B43"/>
          </p15:clr>
        </p15:guide>
        <p15:guide id="31" orient="horz" pos="4137">
          <p15:clr>
            <a:srgbClr val="F26B43"/>
          </p15:clr>
        </p15:guide>
        <p15:guide id="32" orient="horz" pos="4032">
          <p15:clr>
            <a:srgbClr val="F26B43"/>
          </p15:clr>
        </p15:guide>
        <p15:guide id="49" orient="horz" pos="890">
          <p15:clr>
            <a:srgbClr val="F26B43"/>
          </p15:clr>
        </p15:guide>
        <p15:guide id="50" orient="horz" pos="1115">
          <p15:clr>
            <a:srgbClr val="F26B43"/>
          </p15:clr>
        </p15:guide>
        <p15:guide id="51" pos="288">
          <p15:clr>
            <a:srgbClr val="F26B43"/>
          </p15:clr>
        </p15:guide>
        <p15:guide id="64" orient="horz" pos="3792">
          <p15:clr>
            <a:srgbClr val="F26B43"/>
          </p15:clr>
        </p15:guide>
        <p15:guide id="65" orient="horz" pos="3863">
          <p15:clr>
            <a:srgbClr val="F26B43"/>
          </p15:clr>
        </p15:guide>
        <p15:guide id="66" pos="7392">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0372" y="556953"/>
            <a:ext cx="11268077" cy="855922"/>
          </a:xfrm>
          <a:prstGeom prst="rect">
            <a:avLst/>
          </a:prstGeom>
        </p:spPr>
        <p:txBody>
          <a:bodyPr vert="horz" lIns="0" tIns="0" rIns="0" bIns="0" rtlCol="0" anchor="t" anchorCtr="0">
            <a:noAutofit/>
          </a:bodyPr>
          <a:lstStyle/>
          <a:p>
            <a:r>
              <a:rPr lang="en-US"/>
              <a:t>Click to edit Master title style</a:t>
            </a:r>
          </a:p>
        </p:txBody>
      </p:sp>
      <p:sp>
        <p:nvSpPr>
          <p:cNvPr id="5" name="Footer Placeholder 4"/>
          <p:cNvSpPr>
            <a:spLocks noGrp="1"/>
          </p:cNvSpPr>
          <p:nvPr>
            <p:ph type="ftr" sz="quarter" idx="3"/>
          </p:nvPr>
        </p:nvSpPr>
        <p:spPr>
          <a:xfrm>
            <a:off x="4321019" y="6400798"/>
            <a:ext cx="7102834" cy="167949"/>
          </a:xfrm>
          <a:prstGeom prst="rect">
            <a:avLst/>
          </a:prstGeom>
        </p:spPr>
        <p:txBody>
          <a:bodyPr vert="horz" lIns="0" tIns="0" rIns="0" bIns="0" rtlCol="0" anchor="ctr" anchorCtr="0"/>
          <a:lstStyle>
            <a:lvl1pPr marL="0" indent="9525" algn="r">
              <a:tabLst/>
              <a:defRPr sz="900" b="0" i="0" cap="none" baseline="0">
                <a:solidFill>
                  <a:schemeClr val="tx1"/>
                </a:solidFill>
                <a:latin typeface="+mn-lt"/>
                <a:ea typeface="Roboto" panose="02000000000000000000" pitchFamily="2" charset="0"/>
                <a:cs typeface="Arial" panose="020B0604020202020204" pitchFamily="34" charset="0"/>
              </a:defRPr>
            </a:lvl1pPr>
            <a:lvl2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2pPr>
            <a:lvl3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3pPr>
            <a:lvl4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4pPr>
            <a:lvl5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5pPr>
            <a:lvl6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6pPr>
            <a:lvl7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7pPr>
            <a:lvl8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8pPr>
            <a:lvl9pPr marL="0" indent="9525" algn="r">
              <a:tabLst/>
              <a:defRPr sz="900" b="0" i="0" cap="none" baseline="0">
                <a:solidFill>
                  <a:schemeClr val="tx1"/>
                </a:solidFill>
                <a:latin typeface="+mn-lt"/>
                <a:ea typeface="Roboto" panose="02000000000000000000" pitchFamily="2" charset="0"/>
                <a:cs typeface="Verdana" panose="020B0604030504040204" pitchFamily="34" charset="0"/>
              </a:defRPr>
            </a:lvl9pPr>
          </a:lstStyle>
          <a:p>
            <a:r>
              <a:rPr lang="en-US"/>
              <a:t>© 2026 West Monroe Partners | Reproduction and/or distribution without West Monroe Partners’ prior consent is prohibited.</a:t>
            </a:r>
          </a:p>
        </p:txBody>
      </p:sp>
      <p:sp>
        <p:nvSpPr>
          <p:cNvPr id="6" name="Slide Number Placeholder 5"/>
          <p:cNvSpPr>
            <a:spLocks noGrp="1"/>
          </p:cNvSpPr>
          <p:nvPr>
            <p:ph type="sldNum" sz="quarter" idx="4"/>
          </p:nvPr>
        </p:nvSpPr>
        <p:spPr>
          <a:xfrm>
            <a:off x="11509578" y="6400799"/>
            <a:ext cx="218871" cy="167949"/>
          </a:xfrm>
          <a:prstGeom prst="rect">
            <a:avLst/>
          </a:prstGeom>
        </p:spPr>
        <p:txBody>
          <a:bodyPr vert="horz" lIns="0" tIns="0" rIns="0" bIns="0" rtlCol="0" anchor="ctr" anchorCtr="0"/>
          <a:lstStyle>
            <a:lvl1pPr algn="r">
              <a:defRPr sz="900" b="0" i="0">
                <a:solidFill>
                  <a:schemeClr val="tx1"/>
                </a:solidFill>
                <a:latin typeface="+mn-lt"/>
                <a:ea typeface="Verdana" panose="020B0604030504040204" pitchFamily="34" charset="0"/>
                <a:cs typeface="Arial" panose="020B0604020202020204" pitchFamily="34" charset="0"/>
              </a:defRPr>
            </a:lvl1pPr>
            <a:lvl2pPr marL="0" algn="r">
              <a:defRPr sz="900" b="0" i="0">
                <a:solidFill>
                  <a:schemeClr val="tx1"/>
                </a:solidFill>
                <a:latin typeface="+mn-lt"/>
                <a:ea typeface="Verdana" panose="020B0604030504040204" pitchFamily="34" charset="0"/>
                <a:cs typeface="Verdana" panose="020B0604030504040204" pitchFamily="34" charset="0"/>
              </a:defRPr>
            </a:lvl2pPr>
            <a:lvl3pPr marL="0" algn="r">
              <a:defRPr sz="900" b="0" i="0">
                <a:solidFill>
                  <a:schemeClr val="tx1"/>
                </a:solidFill>
                <a:latin typeface="+mn-lt"/>
                <a:ea typeface="Verdana" panose="020B0604030504040204" pitchFamily="34" charset="0"/>
                <a:cs typeface="Verdana" panose="020B0604030504040204" pitchFamily="34" charset="0"/>
              </a:defRPr>
            </a:lvl3pPr>
            <a:lvl4pPr marL="0" algn="r">
              <a:defRPr sz="900" b="0" i="0">
                <a:solidFill>
                  <a:schemeClr val="tx1"/>
                </a:solidFill>
                <a:latin typeface="+mn-lt"/>
                <a:ea typeface="Verdana" panose="020B0604030504040204" pitchFamily="34" charset="0"/>
                <a:cs typeface="Verdana" panose="020B0604030504040204" pitchFamily="34" charset="0"/>
              </a:defRPr>
            </a:lvl4pPr>
            <a:lvl5pPr marL="0" algn="r">
              <a:defRPr sz="900" b="0" i="0">
                <a:solidFill>
                  <a:schemeClr val="tx1"/>
                </a:solidFill>
                <a:latin typeface="+mn-lt"/>
                <a:ea typeface="Verdana" panose="020B0604030504040204" pitchFamily="34" charset="0"/>
                <a:cs typeface="Verdana" panose="020B0604030504040204" pitchFamily="34" charset="0"/>
              </a:defRPr>
            </a:lvl5pPr>
            <a:lvl6pPr marL="0" algn="r">
              <a:defRPr sz="900" b="0" i="0">
                <a:solidFill>
                  <a:schemeClr val="tx1"/>
                </a:solidFill>
                <a:latin typeface="+mn-lt"/>
                <a:ea typeface="Verdana" panose="020B0604030504040204" pitchFamily="34" charset="0"/>
                <a:cs typeface="Verdana" panose="020B0604030504040204" pitchFamily="34" charset="0"/>
              </a:defRPr>
            </a:lvl6pPr>
            <a:lvl7pPr marL="0" algn="r">
              <a:defRPr sz="900" b="0" i="0">
                <a:solidFill>
                  <a:schemeClr val="tx1"/>
                </a:solidFill>
                <a:latin typeface="+mn-lt"/>
                <a:ea typeface="Verdana" panose="020B0604030504040204" pitchFamily="34" charset="0"/>
                <a:cs typeface="Verdana" panose="020B0604030504040204" pitchFamily="34" charset="0"/>
              </a:defRPr>
            </a:lvl7pPr>
            <a:lvl8pPr marL="0" algn="r">
              <a:defRPr sz="900" b="0" i="0">
                <a:solidFill>
                  <a:schemeClr val="tx1"/>
                </a:solidFill>
                <a:latin typeface="+mn-lt"/>
                <a:ea typeface="Verdana" panose="020B0604030504040204" pitchFamily="34" charset="0"/>
                <a:cs typeface="Verdana" panose="020B0604030504040204" pitchFamily="34" charset="0"/>
              </a:defRPr>
            </a:lvl8pPr>
            <a:lvl9pPr marL="0" algn="r">
              <a:defRPr sz="900" b="0" i="0">
                <a:solidFill>
                  <a:schemeClr val="tx1"/>
                </a:solidFill>
                <a:latin typeface="+mn-lt"/>
                <a:ea typeface="Verdana" panose="020B0604030504040204" pitchFamily="34" charset="0"/>
                <a:cs typeface="Verdana" panose="020B0604030504040204" pitchFamily="34" charset="0"/>
              </a:defRPr>
            </a:lvl9pPr>
          </a:lstStyle>
          <a:p>
            <a:fld id="{63DCA5C9-2E11-4C67-86EB-AE1DE127DC64}" type="slidenum">
              <a:rPr lang="en-US" smtClean="0"/>
              <a:pPr/>
              <a:t>‹#›</a:t>
            </a:fld>
            <a:endParaRPr lang="en-US"/>
          </a:p>
        </p:txBody>
      </p:sp>
      <p:sp>
        <p:nvSpPr>
          <p:cNvPr id="8" name="Text Placeholder 7">
            <a:extLst>
              <a:ext uri="{FF2B5EF4-FFF2-40B4-BE49-F238E27FC236}">
                <a16:creationId xmlns:a16="http://schemas.microsoft.com/office/drawing/2014/main" id="{1F3744DC-99FB-677C-5F62-49846C2E80F3}"/>
              </a:ext>
            </a:extLst>
          </p:cNvPr>
          <p:cNvSpPr>
            <a:spLocks noGrp="1"/>
          </p:cNvSpPr>
          <p:nvPr>
            <p:ph type="body" idx="1"/>
          </p:nvPr>
        </p:nvSpPr>
        <p:spPr>
          <a:xfrm>
            <a:off x="460372" y="1773936"/>
            <a:ext cx="11268076"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1132619"/>
      </p:ext>
    </p:extLst>
  </p:cSld>
  <p:clrMap bg1="lt1" tx1="dk1" bg2="lt2" tx2="dk2" accent1="accent1" accent2="accent2" accent3="accent3" accent4="accent4" accent5="accent5" accent6="accent6" hlink="hlink" folHlink="folHlink"/>
  <p:sldLayoutIdLst>
    <p:sldLayoutId id="2147484138" r:id="rId1"/>
    <p:sldLayoutId id="2147484139" r:id="rId2"/>
    <p:sldLayoutId id="2147484140" r:id="rId3"/>
    <p:sldLayoutId id="2147484141" r:id="rId4"/>
    <p:sldLayoutId id="2147484142" r:id="rId5"/>
    <p:sldLayoutId id="2147484143" r:id="rId6"/>
    <p:sldLayoutId id="2147484144" r:id="rId7"/>
    <p:sldLayoutId id="2147484145" r:id="rId8"/>
    <p:sldLayoutId id="2147484146" r:id="rId9"/>
    <p:sldLayoutId id="2147484147" r:id="rId10"/>
    <p:sldLayoutId id="2147484148" r:id="rId11"/>
    <p:sldLayoutId id="2147484149" r:id="rId12"/>
    <p:sldLayoutId id="2147484150" r:id="rId13"/>
    <p:sldLayoutId id="2147484151" r:id="rId14"/>
    <p:sldLayoutId id="2147484152" r:id="rId15"/>
    <p:sldLayoutId id="2147484153" r:id="rId16"/>
    <p:sldLayoutId id="2147484154" r:id="rId17"/>
    <p:sldLayoutId id="2147484155" r:id="rId18"/>
    <p:sldLayoutId id="2147484156" r:id="rId19"/>
    <p:sldLayoutId id="2147484157" r:id="rId20"/>
    <p:sldLayoutId id="2147484158" r:id="rId21"/>
    <p:sldLayoutId id="2147484168" r:id="rId22"/>
    <p:sldLayoutId id="2147484159" r:id="rId23"/>
  </p:sldLayoutIdLst>
  <p:hf hdr="0"/>
  <p:txStyles>
    <p:titleStyle>
      <a:lvl1pPr algn="l" defTabSz="914400" rtl="0" eaLnBrk="1" latinLnBrk="0" hangingPunct="1">
        <a:lnSpc>
          <a:spcPct val="100000"/>
        </a:lnSpc>
        <a:spcBef>
          <a:spcPct val="0"/>
        </a:spcBef>
        <a:buNone/>
        <a:defRPr sz="2200" b="1" i="0" kern="1200">
          <a:solidFill>
            <a:schemeClr val="tx1"/>
          </a:solidFill>
          <a:latin typeface="+mj-lt"/>
          <a:ea typeface="Bernard MT Condensed" panose="02050806060905020404" pitchFamily="18" charset="77"/>
          <a:cs typeface="Arial" panose="020B0604020202020204" pitchFamily="34" charset="0"/>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25" orient="horz" pos="346">
          <p15:clr>
            <a:srgbClr val="F26B43"/>
          </p15:clr>
        </p15:guide>
        <p15:guide id="31" orient="horz" pos="4137">
          <p15:clr>
            <a:srgbClr val="F26B43"/>
          </p15:clr>
        </p15:guide>
        <p15:guide id="32" orient="horz" pos="4032">
          <p15:clr>
            <a:srgbClr val="F26B43"/>
          </p15:clr>
        </p15:guide>
        <p15:guide id="49" orient="horz" pos="890">
          <p15:clr>
            <a:srgbClr val="F26B43"/>
          </p15:clr>
        </p15:guide>
        <p15:guide id="50" orient="horz" pos="1115">
          <p15:clr>
            <a:srgbClr val="F26B43"/>
          </p15:clr>
        </p15:guide>
        <p15:guide id="51" pos="288">
          <p15:clr>
            <a:srgbClr val="F26B43"/>
          </p15:clr>
        </p15:guide>
        <p15:guide id="64" orient="horz" pos="3792">
          <p15:clr>
            <a:srgbClr val="F26B43"/>
          </p15:clr>
        </p15:guide>
        <p15:guide id="65" orient="horz" pos="3863">
          <p15:clr>
            <a:srgbClr val="F26B43"/>
          </p15:clr>
        </p15:guide>
        <p15:guide id="66" pos="739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1.xml"/><Relationship Id="rId1" Type="http://schemas.openxmlformats.org/officeDocument/2006/relationships/tags" Target="../tags/tag4.xml"/><Relationship Id="rId4" Type="http://schemas.openxmlformats.org/officeDocument/2006/relationships/image" Target="../media/image31.emf"/></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tags" Target="../tags/tag5.xml"/><Relationship Id="rId7" Type="http://schemas.microsoft.com/office/2018/10/relationships/comments" Target="../comments/modernComment_100_7F66D61E.xml"/><Relationship Id="rId2" Type="http://schemas.openxmlformats.org/officeDocument/2006/relationships/customXml" Target="../../customXml/item5.xml"/><Relationship Id="rId1" Type="http://schemas.openxmlformats.org/officeDocument/2006/relationships/customXml" Target="../../customXml/item9.xml"/><Relationship Id="rId6" Type="http://schemas.openxmlformats.org/officeDocument/2006/relationships/notesSlide" Target="../notesSlides/notesSlide2.xml"/><Relationship Id="rId5" Type="http://schemas.openxmlformats.org/officeDocument/2006/relationships/slideLayout" Target="../slideLayouts/slideLayout14.xml"/><Relationship Id="rId4" Type="http://schemas.openxmlformats.org/officeDocument/2006/relationships/tags" Target="../tags/tag6.xml"/><Relationship Id="rId9" Type="http://schemas.openxmlformats.org/officeDocument/2006/relationships/image" Target="../media/image40.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21_E0691A29.xml"/><Relationship Id="rId2" Type="http://schemas.openxmlformats.org/officeDocument/2006/relationships/slideLayout" Target="../slideLayouts/slideLayout54.xml"/><Relationship Id="rId1" Type="http://schemas.openxmlformats.org/officeDocument/2006/relationships/tags" Target="../tags/tag7.xml"/><Relationship Id="rId6" Type="http://schemas.openxmlformats.org/officeDocument/2006/relationships/image" Target="../media/image42.svg"/><Relationship Id="rId5" Type="http://schemas.openxmlformats.org/officeDocument/2006/relationships/image" Target="../media/image41.emf"/><Relationship Id="rId4"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1.xml"/><Relationship Id="rId1" Type="http://schemas.openxmlformats.org/officeDocument/2006/relationships/tags" Target="../tags/tag8.xml"/><Relationship Id="rId4" Type="http://schemas.openxmlformats.org/officeDocument/2006/relationships/image" Target="../media/image31.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0.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44.svg"/><Relationship Id="rId2" Type="http://schemas.openxmlformats.org/officeDocument/2006/relationships/slideLayout" Target="../slideLayouts/slideLayout24.xml"/><Relationship Id="rId1" Type="http://schemas.openxmlformats.org/officeDocument/2006/relationships/tags" Target="../tags/tag9.xml"/><Relationship Id="rId6" Type="http://schemas.openxmlformats.org/officeDocument/2006/relationships/image" Target="../media/image43.emf"/><Relationship Id="rId5" Type="http://schemas.openxmlformats.org/officeDocument/2006/relationships/oleObject" Target="../embeddings/oleObject7.bin"/><Relationship Id="rId4" Type="http://schemas.microsoft.com/office/2018/10/relationships/comments" Target="../comments/modernComment_10A_AF25024C.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4.xml"/></Relationships>
</file>

<file path=ppt/slides/_rels/slide14.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svg"/><Relationship Id="rId2" Type="http://schemas.openxmlformats.org/officeDocument/2006/relationships/notesSlide" Target="../notesSlides/notesSlide8.xml"/><Relationship Id="rId1" Type="http://schemas.openxmlformats.org/officeDocument/2006/relationships/slideLayout" Target="../slideLayouts/slideLayout90.xml"/><Relationship Id="rId6" Type="http://schemas.openxmlformats.org/officeDocument/2006/relationships/image" Target="../media/image48.svg"/><Relationship Id="rId11" Type="http://schemas.openxmlformats.org/officeDocument/2006/relationships/image" Target="../media/image53.svg"/><Relationship Id="rId5" Type="http://schemas.openxmlformats.org/officeDocument/2006/relationships/image" Target="../media/image47.sv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svg"/></Relationships>
</file>

<file path=ppt/slides/_rels/slide15.xml.rels><?xml version="1.0" encoding="UTF-8" standalone="yes"?>
<Relationships xmlns="http://schemas.openxmlformats.org/package/2006/relationships"><Relationship Id="rId3" Type="http://schemas.microsoft.com/office/2018/10/relationships/comments" Target="../comments/modernComment_7FFFFFF1_484C97CB.xml"/><Relationship Id="rId2" Type="http://schemas.openxmlformats.org/officeDocument/2006/relationships/slideLayout" Target="../slideLayouts/slideLayout21.xml"/><Relationship Id="rId1" Type="http://schemas.openxmlformats.org/officeDocument/2006/relationships/tags" Target="../tags/tag10.xml"/><Relationship Id="rId5" Type="http://schemas.openxmlformats.org/officeDocument/2006/relationships/image" Target="../media/image31.emf"/><Relationship Id="rId4"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1.xml"/><Relationship Id="rId1" Type="http://schemas.openxmlformats.org/officeDocument/2006/relationships/tags" Target="../tags/tag11.xml"/><Relationship Id="rId4" Type="http://schemas.openxmlformats.org/officeDocument/2006/relationships/image" Target="../media/image31.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svg"/><Relationship Id="rId1" Type="http://schemas.openxmlformats.org/officeDocument/2006/relationships/slideLayout" Target="../slideLayouts/slideLayout13.xml"/><Relationship Id="rId4" Type="http://schemas.openxmlformats.org/officeDocument/2006/relationships/image" Target="../media/image56.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1.xml"/><Relationship Id="rId1" Type="http://schemas.openxmlformats.org/officeDocument/2006/relationships/tags" Target="../tags/tag12.xml"/><Relationship Id="rId4" Type="http://schemas.openxmlformats.org/officeDocument/2006/relationships/image" Target="../media/image31.emf"/></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customXml" Target="../../customXml/item2.xml"/><Relationship Id="rId1" Type="http://schemas.openxmlformats.org/officeDocument/2006/relationships/customXml" Target="../../customXml/item1.xml"/><Relationship Id="rId5" Type="http://schemas.microsoft.com/office/2018/10/relationships/comments" Target="../comments/modernComment_23D_9FAE75EE.xml"/><Relationship Id="rId4" Type="http://schemas.openxmlformats.org/officeDocument/2006/relationships/notesSlide" Target="../notesSlides/notesSlide12.xml"/></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microsoft.com/office/2018/10/relationships/comments" Target="../comments/modernComment_7FFFFD7F_1E15D59F.xml"/><Relationship Id="rId1" Type="http://schemas.openxmlformats.org/officeDocument/2006/relationships/slideLayout" Target="../slideLayouts/slideLayout29.xml"/><Relationship Id="rId5" Type="http://schemas.openxmlformats.org/officeDocument/2006/relationships/image" Target="../media/image59.png"/><Relationship Id="rId4" Type="http://schemas.openxmlformats.org/officeDocument/2006/relationships/image" Target="../media/image58.png"/></Relationships>
</file>

<file path=ppt/slides/_rels/slide31.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Layout" Target="../slideLayouts/slideLayout13.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9" Type="http://schemas.openxmlformats.org/officeDocument/2006/relationships/image" Target="../media/image67.png"/></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1.xml"/><Relationship Id="rId1" Type="http://schemas.openxmlformats.org/officeDocument/2006/relationships/tags" Target="../tags/tag13.xml"/><Relationship Id="rId4" Type="http://schemas.openxmlformats.org/officeDocument/2006/relationships/image" Target="../media/image31.emf"/></Relationships>
</file>

<file path=ppt/slides/_rels/slide3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3.xml"/><Relationship Id="rId1" Type="http://schemas.openxmlformats.org/officeDocument/2006/relationships/slideLayout" Target="../slideLayouts/slideLayout28.xml"/><Relationship Id="rId4" Type="http://schemas.microsoft.com/office/2007/relationships/hdphoto" Target="../media/hdphoto1.wdp"/></Relationships>
</file>

<file path=ppt/slides/_rels/slide34.xml.rels><?xml version="1.0" encoding="UTF-8" standalone="yes"?>
<Relationships xmlns="http://schemas.openxmlformats.org/package/2006/relationships"><Relationship Id="rId3" Type="http://schemas.microsoft.com/office/2018/10/relationships/comments" Target="../comments/modernComment_23A_CFEF8423.xml"/><Relationship Id="rId2" Type="http://schemas.openxmlformats.org/officeDocument/2006/relationships/notesSlide" Target="../notesSlides/notesSlide14.xml"/><Relationship Id="rId1" Type="http://schemas.openxmlformats.org/officeDocument/2006/relationships/slideLayout" Target="../slideLayouts/slideLayout28.xml"/><Relationship Id="rId5" Type="http://schemas.microsoft.com/office/2007/relationships/hdphoto" Target="../media/hdphoto2.wdp"/><Relationship Id="rId4" Type="http://schemas.openxmlformats.org/officeDocument/2006/relationships/image" Target="../media/image69.png"/></Relationships>
</file>

<file path=ppt/slides/_rels/slide35.xml.rels><?xml version="1.0" encoding="UTF-8" standalone="yes"?>
<Relationships xmlns="http://schemas.openxmlformats.org/package/2006/relationships"><Relationship Id="rId3" Type="http://schemas.openxmlformats.org/officeDocument/2006/relationships/image" Target="../media/image70.png"/><Relationship Id="rId2" Type="http://schemas.microsoft.com/office/2018/10/relationships/comments" Target="../comments/modernComment_23B_94362ED.xml"/><Relationship Id="rId1" Type="http://schemas.openxmlformats.org/officeDocument/2006/relationships/slideLayout" Target="../slideLayouts/slideLayout28.xml"/><Relationship Id="rId4" Type="http://schemas.microsoft.com/office/2007/relationships/hdphoto" Target="../media/hdphoto3.wdp"/></Relationships>
</file>

<file path=ppt/slides/_rels/slide3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71.png"/><Relationship Id="rId1" Type="http://schemas.openxmlformats.org/officeDocument/2006/relationships/slideLayout" Target="../slideLayouts/slideLayout28.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4.xml"/><Relationship Id="rId1" Type="http://schemas.openxmlformats.org/officeDocument/2006/relationships/tags" Target="../tags/tag14.xml"/><Relationship Id="rId6" Type="http://schemas.openxmlformats.org/officeDocument/2006/relationships/image" Target="../media/image44.svg"/><Relationship Id="rId5" Type="http://schemas.openxmlformats.org/officeDocument/2006/relationships/image" Target="../media/image43.emf"/><Relationship Id="rId4" Type="http://schemas.openxmlformats.org/officeDocument/2006/relationships/oleObject" Target="../embeddings/oleObject7.bin"/></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6.xml"/><Relationship Id="rId1" Type="http://schemas.openxmlformats.org/officeDocument/2006/relationships/tags" Target="../tags/tag15.xml"/><Relationship Id="rId4" Type="http://schemas.openxmlformats.org/officeDocument/2006/relationships/image" Target="../media/image31.emf"/></Relationships>
</file>

<file path=ppt/slides/_rels/slide39.xml.rels><?xml version="1.0" encoding="UTF-8" standalone="yes"?>
<Relationships xmlns="http://schemas.openxmlformats.org/package/2006/relationships"><Relationship Id="rId3" Type="http://schemas.microsoft.com/office/2018/10/relationships/comments" Target="../comments/modernComment_144_366517B.xml"/><Relationship Id="rId2" Type="http://schemas.openxmlformats.org/officeDocument/2006/relationships/slideLayout" Target="../slideLayouts/slideLayout24.xml"/><Relationship Id="rId1" Type="http://schemas.openxmlformats.org/officeDocument/2006/relationships/tags" Target="../tags/tag16.xml"/><Relationship Id="rId6" Type="http://schemas.openxmlformats.org/officeDocument/2006/relationships/image" Target="../media/image72.png"/><Relationship Id="rId5" Type="http://schemas.openxmlformats.org/officeDocument/2006/relationships/image" Target="../media/image31.emf"/><Relationship Id="rId4" Type="http://schemas.openxmlformats.org/officeDocument/2006/relationships/oleObject" Target="../embeddings/oleObject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CB731B1-F38F-9945-6544-B6EC1554E1D6}"/>
              </a:ext>
            </a:extLst>
          </p:cNvPr>
          <p:cNvSpPr>
            <a:spLocks noGrp="1"/>
          </p:cNvSpPr>
          <p:nvPr>
            <p:ph type="body" sz="quarter" idx="19"/>
          </p:nvPr>
        </p:nvSpPr>
        <p:spPr>
          <a:xfrm>
            <a:off x="465137" y="4076700"/>
            <a:ext cx="4884945" cy="1943100"/>
          </a:xfrm>
        </p:spPr>
        <p:txBody>
          <a:bodyPr anchor="t">
            <a:normAutofit/>
          </a:bodyPr>
          <a:lstStyle/>
          <a:p>
            <a:pPr>
              <a:spcAft>
                <a:spcPts val="600"/>
              </a:spcAft>
            </a:pPr>
            <a:r>
              <a:rPr lang="en-GB">
                <a:solidFill>
                  <a:schemeClr val="bg1"/>
                </a:solidFill>
              </a:rPr>
              <a:t>September 2026</a:t>
            </a:r>
          </a:p>
        </p:txBody>
      </p:sp>
      <p:sp>
        <p:nvSpPr>
          <p:cNvPr id="4" name="Title 3">
            <a:extLst>
              <a:ext uri="{FF2B5EF4-FFF2-40B4-BE49-F238E27FC236}">
                <a16:creationId xmlns:a16="http://schemas.microsoft.com/office/drawing/2014/main" id="{6D2E2DED-1C6E-A1D4-EB82-83ACFE40B88C}"/>
              </a:ext>
            </a:extLst>
          </p:cNvPr>
          <p:cNvSpPr>
            <a:spLocks noGrp="1"/>
          </p:cNvSpPr>
          <p:nvPr>
            <p:ph type="title"/>
          </p:nvPr>
        </p:nvSpPr>
        <p:spPr>
          <a:xfrm>
            <a:off x="460376" y="1412875"/>
            <a:ext cx="6111340" cy="2333625"/>
          </a:xfrm>
        </p:spPr>
        <p:txBody>
          <a:bodyPr anchor="b">
            <a:normAutofit/>
          </a:bodyPr>
          <a:lstStyle/>
          <a:p>
            <a:r>
              <a:rPr lang="en-GB" err="1"/>
              <a:t>Eaglesoft</a:t>
            </a:r>
            <a:r>
              <a:rPr lang="en-GB"/>
              <a:t> Modernization Proposal discussion</a:t>
            </a:r>
          </a:p>
        </p:txBody>
      </p:sp>
      <p:sp>
        <p:nvSpPr>
          <p:cNvPr id="16" name="TextBox 15">
            <a:extLst>
              <a:ext uri="{FF2B5EF4-FFF2-40B4-BE49-F238E27FC236}">
                <a16:creationId xmlns:a16="http://schemas.microsoft.com/office/drawing/2014/main" id="{83AF653B-4120-F683-46DE-405B77F28223}"/>
              </a:ext>
            </a:extLst>
          </p:cNvPr>
          <p:cNvSpPr txBox="1"/>
          <p:nvPr/>
        </p:nvSpPr>
        <p:spPr>
          <a:xfrm>
            <a:off x="10972800" y="5734756"/>
            <a:ext cx="0" cy="0"/>
          </a:xfrm>
          <a:prstGeom prst="rect">
            <a:avLst/>
          </a:prstGeom>
          <a:noFill/>
        </p:spPr>
        <p:txBody>
          <a:bodyPr wrap="none" lIns="0" tIns="0" rIns="0" bIns="0" rtlCol="0">
            <a:noAutofit/>
          </a:bodyPr>
          <a:lstStyle/>
          <a:p>
            <a:pPr marL="0" indent="0" algn="l">
              <a:spcAft>
                <a:spcPts val="600"/>
              </a:spcAft>
              <a:tabLst/>
            </a:pPr>
            <a:endParaRPr lang="en-US" sz="1500"/>
          </a:p>
        </p:txBody>
      </p:sp>
    </p:spTree>
    <p:extLst>
      <p:ext uri="{BB962C8B-B14F-4D97-AF65-F5344CB8AC3E}">
        <p14:creationId xmlns:p14="http://schemas.microsoft.com/office/powerpoint/2010/main" val="3267737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72185-E977-003B-71B3-B5593A10E18D}"/>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525FB0A-FE8D-E3E8-6EB0-099B50D3548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3525FB0A-FE8D-E3E8-6EB0-099B50D3548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15D8BB7F-18A2-DEF1-B225-88E43CAD2EB7}"/>
              </a:ext>
            </a:extLst>
          </p:cNvPr>
          <p:cNvSpPr>
            <a:spLocks noGrp="1"/>
          </p:cNvSpPr>
          <p:nvPr>
            <p:ph type="title"/>
          </p:nvPr>
        </p:nvSpPr>
        <p:spPr/>
        <p:txBody>
          <a:bodyPr vert="horz" anchor="ctr"/>
          <a:lstStyle/>
          <a:p>
            <a:r>
              <a:rPr lang="en-US"/>
              <a:t>Our Understanding</a:t>
            </a:r>
          </a:p>
        </p:txBody>
      </p:sp>
      <p:sp>
        <p:nvSpPr>
          <p:cNvPr id="4" name="Footer Placeholder 3">
            <a:extLst>
              <a:ext uri="{FF2B5EF4-FFF2-40B4-BE49-F238E27FC236}">
                <a16:creationId xmlns:a16="http://schemas.microsoft.com/office/drawing/2014/main" id="{4B917158-904C-4309-4815-C4F32C2A15A5}"/>
              </a:ext>
            </a:extLst>
          </p:cNvPr>
          <p:cNvSpPr>
            <a:spLocks noGrp="1"/>
          </p:cNvSpPr>
          <p:nvPr>
            <p:ph type="ftr" sz="quarter" idx="24"/>
          </p:nvPr>
        </p:nvSpPr>
        <p:spPr/>
        <p:txBody>
          <a:bodyPr/>
          <a:lstStyle/>
          <a:p>
            <a:r>
              <a:rPr lang="en-US"/>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A17145D9-56A2-A212-7C6A-6D403FAFBEB6}"/>
              </a:ext>
            </a:extLst>
          </p:cNvPr>
          <p:cNvSpPr>
            <a:spLocks noGrp="1"/>
          </p:cNvSpPr>
          <p:nvPr>
            <p:ph type="sldNum" sz="quarter" idx="25"/>
          </p:nvPr>
        </p:nvSpPr>
        <p:spPr/>
        <p:txBody>
          <a:bodyPr/>
          <a:lstStyle/>
          <a:p>
            <a:fld id="{63DCA5C9-2E11-4C67-86EB-AE1DE127DC64}" type="slidenum">
              <a:rPr lang="en-US" smtClean="0"/>
              <a:pPr/>
              <a:t>2</a:t>
            </a:fld>
            <a:endParaRPr lang="en-US"/>
          </a:p>
        </p:txBody>
      </p:sp>
    </p:spTree>
    <p:extLst>
      <p:ext uri="{BB962C8B-B14F-4D97-AF65-F5344CB8AC3E}">
        <p14:creationId xmlns:p14="http://schemas.microsoft.com/office/powerpoint/2010/main" val="1054760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9F773B0-17D2-4A21-843E-72DFEBE8D24C}"/>
              </a:ext>
            </a:extLst>
          </p:cNvPr>
          <p:cNvGraphicFramePr>
            <a:graphicFrameLocks noChangeAspect="1"/>
          </p:cNvGraphicFramePr>
          <p:nvPr>
            <p:custDataLst>
              <p:tags r:id="rId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84" imgH="384" progId="TCLayout.ActiveDocument.1">
                  <p:embed/>
                </p:oleObj>
              </mc:Choice>
              <mc:Fallback>
                <p:oleObj name="think-cell Slide" r:id="rId8" imgW="384" imgH="384" progId="TCLayout.ActiveDocument.1">
                  <p:embed/>
                  <p:pic>
                    <p:nvPicPr>
                      <p:cNvPr id="6" name="think-cell data - do not delete" hidden="1">
                        <a:extLst>
                          <a:ext uri="{FF2B5EF4-FFF2-40B4-BE49-F238E27FC236}">
                            <a16:creationId xmlns:a16="http://schemas.microsoft.com/office/drawing/2014/main" id="{F9F773B0-17D2-4A21-843E-72DFEBE8D24C}"/>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Footer Placeholder 1">
            <a:extLst>
              <a:ext uri="{FF2B5EF4-FFF2-40B4-BE49-F238E27FC236}">
                <a16:creationId xmlns:a16="http://schemas.microsoft.com/office/drawing/2014/main" id="{211494E0-1096-40B4-89B4-D2643512290D}"/>
              </a:ext>
            </a:extLst>
          </p:cNvPr>
          <p:cNvSpPr>
            <a:spLocks noGrp="1"/>
          </p:cNvSpPr>
          <p:nvPr>
            <p:ph type="ftr" sz="quarter" idx="10"/>
          </p:nvPr>
        </p:nvSpPr>
        <p:spPr/>
        <p:txBody>
          <a:bodyPr/>
          <a:lstStyle/>
          <a:p>
            <a:r>
              <a:rPr lang="en-US" noProof="0"/>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E82DA2DE-A98D-4ABF-9139-649C41559F63}"/>
              </a:ext>
            </a:extLst>
          </p:cNvPr>
          <p:cNvSpPr>
            <a:spLocks noGrp="1"/>
          </p:cNvSpPr>
          <p:nvPr>
            <p:ph type="sldNum" sz="quarter" idx="11"/>
          </p:nvPr>
        </p:nvSpPr>
        <p:spPr/>
        <p:txBody>
          <a:bodyPr/>
          <a:lstStyle/>
          <a:p>
            <a:fld id="{63DCA5C9-2E11-4C67-86EB-AE1DE127DC64}" type="slidenum">
              <a:rPr lang="en-US" noProof="0"/>
              <a:pPr/>
              <a:t>3</a:t>
            </a:fld>
            <a:endParaRPr lang="en-US" noProof="0"/>
          </a:p>
        </p:txBody>
      </p:sp>
      <p:sp>
        <p:nvSpPr>
          <p:cNvPr id="8" name="Rectangle 7">
            <a:extLst>
              <a:ext uri="{FF2B5EF4-FFF2-40B4-BE49-F238E27FC236}">
                <a16:creationId xmlns:a16="http://schemas.microsoft.com/office/drawing/2014/main" id="{A2EA9C56-D4EA-4279-BB74-C890B47F6DB4}"/>
              </a:ext>
            </a:extLst>
          </p:cNvPr>
          <p:cNvSpPr/>
          <p:nvPr/>
        </p:nvSpPr>
        <p:spPr>
          <a:xfrm>
            <a:off x="662152" y="367943"/>
            <a:ext cx="10867697" cy="14465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5760" rIns="36576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normalizeH="0" noProof="0">
                <a:ln>
                  <a:noFill/>
                </a:ln>
                <a:solidFill>
                  <a:schemeClr val="tx1"/>
                </a:solidFill>
                <a:effectLst/>
                <a:uLnTx/>
                <a:uFillTx/>
              </a:rPr>
              <a:t>OUR UNDERSTANDING</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00" b="1" i="0" u="none" strike="noStrike" kern="1200" cap="none" spc="300" normalizeH="0" baseline="0" noProof="0">
              <a:ln>
                <a:noFill/>
              </a:ln>
              <a:solidFill>
                <a:schemeClr val="tx1"/>
              </a:solidFill>
              <a:effectLst/>
              <a:uLnTx/>
              <a:uFillTx/>
            </a:endParaRPr>
          </a:p>
          <a:p>
            <a:pPr algn="ctr"/>
            <a:r>
              <a:rPr lang="en-US" sz="1800">
                <a:solidFill>
                  <a:schemeClr val="tx1"/>
                </a:solidFill>
              </a:rPr>
              <a:t>Patterson is seeking to modernize </a:t>
            </a:r>
            <a:r>
              <a:rPr lang="en-US" sz="1800" err="1">
                <a:solidFill>
                  <a:schemeClr val="tx1"/>
                </a:solidFill>
              </a:rPr>
              <a:t>Eaglesoft</a:t>
            </a:r>
            <a:r>
              <a:rPr lang="en-US" sz="1800">
                <a:solidFill>
                  <a:schemeClr val="tx1"/>
                </a:solidFill>
              </a:rPr>
              <a:t> by creating a reusable data and API layer, upgrading selected PowerBuilder and UI workflows, and building automated performance testing to ensure the product remains reliable</a:t>
            </a:r>
          </a:p>
        </p:txBody>
      </p:sp>
      <p:sp>
        <p:nvSpPr>
          <p:cNvPr id="20" name="Content Placeholder 5">
            <a:extLst>
              <a:ext uri="{FF2B5EF4-FFF2-40B4-BE49-F238E27FC236}">
                <a16:creationId xmlns:a16="http://schemas.microsoft.com/office/drawing/2014/main" id="{5602004F-8136-4AE8-9AC1-EB63E6EB77E4}"/>
              </a:ext>
            </a:extLst>
          </p:cNvPr>
          <p:cNvSpPr txBox="1">
            <a:spLocks/>
          </p:cNvSpPr>
          <p:nvPr/>
        </p:nvSpPr>
        <p:spPr>
          <a:xfrm>
            <a:off x="460375" y="1782412"/>
            <a:ext cx="5521325" cy="4067782"/>
          </a:xfrm>
          <a:prstGeom prst="rect">
            <a:avLst/>
          </a:prstGeom>
          <a:solidFill>
            <a:schemeClr val="accent4"/>
          </a:solidFill>
          <a:ln w="12700">
            <a:noFill/>
          </a:ln>
        </p:spPr>
        <p:txBody>
          <a:bodyPr lIns="182880" tIns="182880" rIns="91440" bIns="91440"/>
          <a:lstStyle>
            <a:lvl1pPr marL="0" indent="0" algn="l" defTabSz="914400" rtl="0" eaLnBrk="1" latinLnBrk="0" hangingPunct="1">
              <a:lnSpc>
                <a:spcPct val="100000"/>
              </a:lnSpc>
              <a:spcBef>
                <a:spcPts val="0"/>
              </a:spcBef>
              <a:spcAft>
                <a:spcPts val="1600"/>
              </a:spcAft>
              <a:buFont typeface="Arial" panose="020B0604020202020204" pitchFamily="34" charset="0"/>
              <a:buNone/>
              <a:defRPr sz="16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800" b="1" i="0" kern="1200">
                <a:solidFill>
                  <a:schemeClr val="tx2"/>
                </a:solidFill>
                <a:latin typeface="+mn-lt"/>
                <a:ea typeface="Roboto" panose="02000000000000000000" pitchFamily="2" charset="0"/>
                <a:cs typeface="Segoe UI" panose="020B0502040204020203" pitchFamily="34" charset="0"/>
              </a:defRPr>
            </a:lvl2pPr>
            <a:lvl3pPr marL="228600" indent="-22860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600" b="0" i="0" kern="1200">
                <a:solidFill>
                  <a:schemeClr val="tx1"/>
                </a:solidFill>
                <a:latin typeface="+mn-lt"/>
                <a:ea typeface="Roboto" panose="02000000000000000000" pitchFamily="2" charset="0"/>
                <a:cs typeface="Segoe UI" panose="020B0502040204020203" pitchFamily="34" charset="0"/>
              </a:defRPr>
            </a:lvl3pPr>
            <a:lvl4pPr marL="457200" marR="0" indent="-22860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600" b="0" i="0" kern="1200">
                <a:solidFill>
                  <a:schemeClr val="tx1"/>
                </a:solidFill>
                <a:latin typeface="+mn-lt"/>
                <a:ea typeface="Roboto" panose="02000000000000000000" pitchFamily="2" charset="0"/>
                <a:cs typeface="Segoe UI" panose="020B0502040204020203" pitchFamily="34" charset="0"/>
              </a:defRPr>
            </a:lvl4pPr>
            <a:lvl5pPr marL="685800" indent="-22860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600" b="0" i="0" kern="1200">
                <a:solidFill>
                  <a:schemeClr val="tx1"/>
                </a:solidFill>
                <a:latin typeface="+mn-lt"/>
                <a:ea typeface="Roboto" panose="02000000000000000000" pitchFamily="2" charset="0"/>
                <a:cs typeface="Segoe UI" panose="020B0502040204020203" pitchFamily="34" charset="0"/>
              </a:defRPr>
            </a:lvl5pPr>
            <a:lvl6pPr marL="283464" indent="-283464" algn="l" defTabSz="914400" rtl="0" eaLnBrk="1" latinLnBrk="0" hangingPunct="1">
              <a:lnSpc>
                <a:spcPct val="100000"/>
              </a:lnSpc>
              <a:spcBef>
                <a:spcPts val="0"/>
              </a:spcBef>
              <a:spcAft>
                <a:spcPts val="600"/>
              </a:spcAft>
              <a:buClr>
                <a:schemeClr val="tx1"/>
              </a:buClr>
              <a:buSzPct val="100000"/>
              <a:buFont typeface="+mj-lt"/>
              <a:buAutoNum type="arabicPeriod"/>
              <a:tabLst/>
              <a:defRPr sz="1600" b="0" i="0" kern="1200">
                <a:solidFill>
                  <a:schemeClr val="tx1"/>
                </a:solidFill>
                <a:latin typeface="+mn-lt"/>
                <a:ea typeface="Roboto" panose="02000000000000000000" pitchFamily="2" charset="0"/>
                <a:cs typeface="Segoe UI" panose="020B0502040204020203" pitchFamily="34" charset="0"/>
              </a:defRPr>
            </a:lvl6pPr>
            <a:lvl7pPr marL="566928" indent="-283464" algn="l" defTabSz="914400" rtl="0" eaLnBrk="1" latinLnBrk="0" hangingPunct="1">
              <a:lnSpc>
                <a:spcPct val="100000"/>
              </a:lnSpc>
              <a:spcBef>
                <a:spcPts val="0"/>
              </a:spcBef>
              <a:spcAft>
                <a:spcPts val="600"/>
              </a:spcAft>
              <a:buClr>
                <a:schemeClr val="tx1"/>
              </a:buClr>
              <a:buSzPct val="100000"/>
              <a:buFont typeface="+mj-lt"/>
              <a:buAutoNum type="arabicPeriod"/>
              <a:tabLst/>
              <a:defRPr sz="1600" b="0" i="0" kern="1200">
                <a:solidFill>
                  <a:schemeClr val="tx1"/>
                </a:solidFill>
                <a:latin typeface="+mn-lt"/>
                <a:ea typeface="Roboto" panose="02000000000000000000" pitchFamily="2" charset="0"/>
                <a:cs typeface="Segoe UI" panose="020B0502040204020203" pitchFamily="34" charset="0"/>
              </a:defRPr>
            </a:lvl7pPr>
            <a:lvl8pPr marL="850392" indent="-283464" algn="l" defTabSz="914400" rtl="0" eaLnBrk="1" latinLnBrk="0" hangingPunct="1">
              <a:lnSpc>
                <a:spcPct val="100000"/>
              </a:lnSpc>
              <a:spcBef>
                <a:spcPts val="0"/>
              </a:spcBef>
              <a:spcAft>
                <a:spcPts val="600"/>
              </a:spcAft>
              <a:buClr>
                <a:schemeClr val="tx1"/>
              </a:buClr>
              <a:buSzPct val="100000"/>
              <a:buFont typeface="+mj-lt"/>
              <a:buAutoNum type="arabicPeriod"/>
              <a:tabLst/>
              <a:defRPr sz="16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2800" b="1" i="0" kern="1200">
                <a:solidFill>
                  <a:schemeClr val="tx1"/>
                </a:solidFill>
                <a:latin typeface="+mn-lt"/>
                <a:ea typeface="Roboto" panose="02000000000000000000" pitchFamily="2" charset="0"/>
                <a:cs typeface="Segoe UI" panose="020B0502040204020203" pitchFamily="34" charset="0"/>
              </a:defRPr>
            </a:lvl9pPr>
          </a:lstStyle>
          <a:p>
            <a:pPr>
              <a:spcAft>
                <a:spcPts val="1200"/>
              </a:spcAft>
            </a:pPr>
            <a:r>
              <a:rPr lang="en-US" b="1" noProof="0">
                <a:solidFill>
                  <a:schemeClr val="tx2"/>
                </a:solidFill>
              </a:rPr>
              <a:t>What We Heard</a:t>
            </a:r>
          </a:p>
          <a:p>
            <a:pPr lvl="2">
              <a:spcAft>
                <a:spcPts val="1200"/>
              </a:spcAft>
            </a:pPr>
            <a:r>
              <a:rPr lang="en-US" sz="1400" noProof="0" err="1"/>
              <a:t>Eaglesoft</a:t>
            </a:r>
            <a:r>
              <a:rPr lang="en-US" sz="1400" noProof="0"/>
              <a:t> is a desktop dental practice management platform built mainly on PowerBuilder</a:t>
            </a:r>
          </a:p>
          <a:p>
            <a:pPr lvl="2">
              <a:spcAft>
                <a:spcPts val="1200"/>
              </a:spcAft>
            </a:pPr>
            <a:r>
              <a:rPr lang="en-US" sz="1400"/>
              <a:t>PowerBuilder code still accesses SQL Anywhere directly through embedded SQL, </a:t>
            </a:r>
            <a:r>
              <a:rPr lang="en-US" sz="1400" err="1"/>
              <a:t>DataWindows</a:t>
            </a:r>
            <a:r>
              <a:rPr lang="en-US" sz="1400"/>
              <a:t>, dynamic SQL, and transaction logic</a:t>
            </a:r>
          </a:p>
          <a:p>
            <a:pPr lvl="2">
              <a:spcAft>
                <a:spcPts val="1200"/>
              </a:spcAft>
            </a:pPr>
            <a:r>
              <a:rPr lang="en-US" sz="1400" noProof="0"/>
              <a:t>Rules are distributed across the UI, application code, database queries and stored procedures, making change and testing difficult</a:t>
            </a:r>
          </a:p>
          <a:p>
            <a:pPr lvl="2">
              <a:spcAft>
                <a:spcPts val="1200"/>
              </a:spcAft>
            </a:pPr>
            <a:r>
              <a:rPr lang="en-US" sz="1400"/>
              <a:t>A working PostgreSQL environment already exists, so the primary need is architectural decoupling and modernization</a:t>
            </a:r>
          </a:p>
          <a:p>
            <a:pPr lvl="2">
              <a:spcAft>
                <a:spcPts val="1200"/>
              </a:spcAft>
            </a:pPr>
            <a:r>
              <a:rPr lang="en-US" sz="1400" noProof="0"/>
              <a:t>The platform needs a reusable service and API foundation that supports current desktop modernization while preserving options for future </a:t>
            </a:r>
            <a:r>
              <a:rPr lang="en-US" sz="1400"/>
              <a:t>browser or SaaS development</a:t>
            </a:r>
            <a:endParaRPr lang="en-US" sz="1400" noProof="0"/>
          </a:p>
        </p:txBody>
      </p:sp>
      <p:sp>
        <p:nvSpPr>
          <p:cNvPr id="22" name="Content Placeholder 6">
            <a:extLst>
              <a:ext uri="{FF2B5EF4-FFF2-40B4-BE49-F238E27FC236}">
                <a16:creationId xmlns:a16="http://schemas.microsoft.com/office/drawing/2014/main" id="{8D87C8B8-8D75-457B-AB89-234078B93A4D}"/>
              </a:ext>
            </a:extLst>
          </p:cNvPr>
          <p:cNvSpPr txBox="1">
            <a:spLocks/>
          </p:cNvSpPr>
          <p:nvPr/>
        </p:nvSpPr>
        <p:spPr>
          <a:xfrm>
            <a:off x="6210300" y="1782411"/>
            <a:ext cx="5518150" cy="4067781"/>
          </a:xfrm>
          <a:prstGeom prst="rect">
            <a:avLst/>
          </a:prstGeom>
          <a:solidFill>
            <a:schemeClr val="accent4"/>
          </a:solidFill>
          <a:ln w="12700">
            <a:noFill/>
          </a:ln>
        </p:spPr>
        <p:txBody>
          <a:bodyPr lIns="182880" tIns="182880" rIns="91440" bIns="91440"/>
          <a:lstStyle>
            <a:lvl1pPr marL="0" indent="0" algn="l" defTabSz="914400" rtl="0" eaLnBrk="1" latinLnBrk="0" hangingPunct="1">
              <a:lnSpc>
                <a:spcPct val="100000"/>
              </a:lnSpc>
              <a:spcBef>
                <a:spcPts val="0"/>
              </a:spcBef>
              <a:spcAft>
                <a:spcPts val="1600"/>
              </a:spcAft>
              <a:buFont typeface="Arial" panose="020B0604020202020204" pitchFamily="34" charset="0"/>
              <a:buNone/>
              <a:defRPr sz="16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800" b="1" i="0" kern="1200">
                <a:solidFill>
                  <a:schemeClr val="tx2"/>
                </a:solidFill>
                <a:latin typeface="+mn-lt"/>
                <a:ea typeface="Roboto" panose="02000000000000000000" pitchFamily="2" charset="0"/>
                <a:cs typeface="Segoe UI" panose="020B0502040204020203" pitchFamily="34" charset="0"/>
              </a:defRPr>
            </a:lvl2pPr>
            <a:lvl3pPr marL="228600" indent="-22860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600" b="0" i="0" kern="1200">
                <a:solidFill>
                  <a:schemeClr val="tx1"/>
                </a:solidFill>
                <a:latin typeface="+mn-lt"/>
                <a:ea typeface="Roboto" panose="02000000000000000000" pitchFamily="2" charset="0"/>
                <a:cs typeface="Segoe UI" panose="020B0502040204020203" pitchFamily="34" charset="0"/>
              </a:defRPr>
            </a:lvl3pPr>
            <a:lvl4pPr marL="457200" marR="0" indent="-22860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600" b="0" i="0" kern="1200">
                <a:solidFill>
                  <a:schemeClr val="tx1"/>
                </a:solidFill>
                <a:latin typeface="+mn-lt"/>
                <a:ea typeface="Roboto" panose="02000000000000000000" pitchFamily="2" charset="0"/>
                <a:cs typeface="Segoe UI" panose="020B0502040204020203" pitchFamily="34" charset="0"/>
              </a:defRPr>
            </a:lvl4pPr>
            <a:lvl5pPr marL="685800" indent="-22860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600" b="0" i="0" kern="1200">
                <a:solidFill>
                  <a:schemeClr val="tx1"/>
                </a:solidFill>
                <a:latin typeface="+mn-lt"/>
                <a:ea typeface="Roboto" panose="02000000000000000000" pitchFamily="2" charset="0"/>
                <a:cs typeface="Segoe UI" panose="020B0502040204020203" pitchFamily="34" charset="0"/>
              </a:defRPr>
            </a:lvl5pPr>
            <a:lvl6pPr marL="283464" indent="-283464" algn="l" defTabSz="914400" rtl="0" eaLnBrk="1" latinLnBrk="0" hangingPunct="1">
              <a:lnSpc>
                <a:spcPct val="100000"/>
              </a:lnSpc>
              <a:spcBef>
                <a:spcPts val="0"/>
              </a:spcBef>
              <a:spcAft>
                <a:spcPts val="600"/>
              </a:spcAft>
              <a:buClr>
                <a:schemeClr val="tx1"/>
              </a:buClr>
              <a:buSzPct val="100000"/>
              <a:buFont typeface="+mj-lt"/>
              <a:buAutoNum type="arabicPeriod"/>
              <a:tabLst/>
              <a:defRPr sz="1600" b="0" i="0" kern="1200">
                <a:solidFill>
                  <a:schemeClr val="tx1"/>
                </a:solidFill>
                <a:latin typeface="+mn-lt"/>
                <a:ea typeface="Roboto" panose="02000000000000000000" pitchFamily="2" charset="0"/>
                <a:cs typeface="Segoe UI" panose="020B0502040204020203" pitchFamily="34" charset="0"/>
              </a:defRPr>
            </a:lvl6pPr>
            <a:lvl7pPr marL="566928" indent="-283464" algn="l" defTabSz="914400" rtl="0" eaLnBrk="1" latinLnBrk="0" hangingPunct="1">
              <a:lnSpc>
                <a:spcPct val="100000"/>
              </a:lnSpc>
              <a:spcBef>
                <a:spcPts val="0"/>
              </a:spcBef>
              <a:spcAft>
                <a:spcPts val="600"/>
              </a:spcAft>
              <a:buClr>
                <a:schemeClr val="tx1"/>
              </a:buClr>
              <a:buSzPct val="100000"/>
              <a:buFont typeface="+mj-lt"/>
              <a:buAutoNum type="arabicPeriod"/>
              <a:tabLst/>
              <a:defRPr sz="1600" b="0" i="0" kern="1200">
                <a:solidFill>
                  <a:schemeClr val="tx1"/>
                </a:solidFill>
                <a:latin typeface="+mn-lt"/>
                <a:ea typeface="Roboto" panose="02000000000000000000" pitchFamily="2" charset="0"/>
                <a:cs typeface="Segoe UI" panose="020B0502040204020203" pitchFamily="34" charset="0"/>
              </a:defRPr>
            </a:lvl7pPr>
            <a:lvl8pPr marL="850392" indent="-283464" algn="l" defTabSz="914400" rtl="0" eaLnBrk="1" latinLnBrk="0" hangingPunct="1">
              <a:lnSpc>
                <a:spcPct val="100000"/>
              </a:lnSpc>
              <a:spcBef>
                <a:spcPts val="0"/>
              </a:spcBef>
              <a:spcAft>
                <a:spcPts val="600"/>
              </a:spcAft>
              <a:buClr>
                <a:schemeClr val="tx1"/>
              </a:buClr>
              <a:buSzPct val="100000"/>
              <a:buFont typeface="+mj-lt"/>
              <a:buAutoNum type="arabicPeriod"/>
              <a:tabLst/>
              <a:defRPr sz="16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2800" b="1" i="0" kern="1200">
                <a:solidFill>
                  <a:schemeClr val="tx1"/>
                </a:solidFill>
                <a:latin typeface="+mn-lt"/>
                <a:ea typeface="Roboto" panose="02000000000000000000" pitchFamily="2" charset="0"/>
                <a:cs typeface="Segoe UI" panose="020B0502040204020203" pitchFamily="34" charset="0"/>
              </a:defRPr>
            </a:lvl9pPr>
          </a:lstStyle>
          <a:p>
            <a:pPr>
              <a:spcAft>
                <a:spcPts val="1200"/>
              </a:spcAft>
            </a:pPr>
            <a:r>
              <a:rPr lang="en-US" b="1" noProof="0">
                <a:solidFill>
                  <a:schemeClr val="tx2"/>
                </a:solidFill>
              </a:rPr>
              <a:t>Desired Outcomes</a:t>
            </a:r>
          </a:p>
          <a:p>
            <a:pPr lvl="2">
              <a:spcAft>
                <a:spcPts val="1200"/>
              </a:spcAft>
            </a:pPr>
            <a:r>
              <a:rPr lang="en-US" sz="1400" noProof="0"/>
              <a:t>Establish a reusable service and data layer that </a:t>
            </a:r>
            <a:r>
              <a:rPr lang="en-US" sz="1400"/>
              <a:t>modernizes the UI and implements a 3-tier architecture to decouple UI logic </a:t>
            </a:r>
            <a:r>
              <a:rPr lang="en-US" sz="1400" noProof="0"/>
              <a:t>from </a:t>
            </a:r>
            <a:r>
              <a:rPr lang="en-US" sz="1400"/>
              <a:t>direct data access</a:t>
            </a:r>
            <a:r>
              <a:rPr lang="en-US" sz="1400" noProof="0"/>
              <a:t> without destabilizing the current product</a:t>
            </a:r>
          </a:p>
          <a:p>
            <a:pPr lvl="2">
              <a:spcAft>
                <a:spcPts val="1200"/>
              </a:spcAft>
            </a:pPr>
            <a:r>
              <a:rPr lang="en-US" sz="1400" noProof="0"/>
              <a:t>Initiate an incremental modernization of priority workflows and selected UI experiences </a:t>
            </a:r>
          </a:p>
          <a:p>
            <a:pPr lvl="2">
              <a:spcAft>
                <a:spcPts val="1200"/>
              </a:spcAft>
            </a:pPr>
            <a:r>
              <a:rPr lang="en-US" sz="1400"/>
              <a:t>Build automated full-stack performance testing, telemetry, and release gates to validate performance across the desktop, APIs, services, database, and infrastructure </a:t>
            </a:r>
            <a:endParaRPr lang="en-US" sz="1400" noProof="0"/>
          </a:p>
          <a:p>
            <a:pPr lvl="2">
              <a:spcAft>
                <a:spcPts val="1200"/>
              </a:spcAft>
            </a:pPr>
            <a:r>
              <a:rPr lang="en-US" sz="1400" noProof="0"/>
              <a:t>Develop a maintainable platform with a path toward future browser or cloud capabilities</a:t>
            </a:r>
          </a:p>
        </p:txBody>
      </p:sp>
      <p:graphicFrame>
        <p:nvGraphicFramePr>
          <p:cNvPr id="9" name="Table 8">
            <a:extLst>
              <a:ext uri="{FF2B5EF4-FFF2-40B4-BE49-F238E27FC236}">
                <a16:creationId xmlns:a16="http://schemas.microsoft.com/office/drawing/2014/main" id="{4802E27B-82BE-ECE7-0AC5-97AB073C0FF0}"/>
              </a:ext>
            </a:extLst>
          </p:cNvPr>
          <p:cNvGraphicFramePr>
            <a:graphicFrameLocks noGrp="1"/>
          </p:cNvGraphicFramePr>
          <p:nvPr>
            <p:extLst>
              <p:ext uri="{D42A27DB-BD31-4B8C-83A1-F6EECF244321}">
                <p14:modId xmlns:p14="http://schemas.microsoft.com/office/powerpoint/2010/main" val="3766478941"/>
              </p:ext>
            </p:extLst>
          </p:nvPr>
        </p:nvGraphicFramePr>
        <p:xfrm>
          <a:off x="11841036" y="194314"/>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Tyler / Ri</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Tree>
    <p:custDataLst>
      <p:custData r:id="rId1"/>
      <p:custData r:id="rId2"/>
      <p:tags r:id="rId3"/>
    </p:custDataLst>
    <p:extLst>
      <p:ext uri="{BB962C8B-B14F-4D97-AF65-F5344CB8AC3E}">
        <p14:creationId xmlns:p14="http://schemas.microsoft.com/office/powerpoint/2010/main" val="2137445918"/>
      </p:ext>
    </p:extLst>
  </p:cSld>
  <p:clrMapOvr>
    <a:masterClrMapping/>
  </p:clrMapOvr>
  <p:extLst>
    <p:ext uri="{6950BFC3-D8DA-4A85-94F7-54DA5524770B}">
      <p188:commentRel xmlns:p188="http://schemas.microsoft.com/office/powerpoint/2018/8/main" r:id="rId7"/>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18C64D9A-0625-B836-058C-03CFEC8358D3}"/>
              </a:ext>
            </a:extLst>
          </p:cNvPr>
          <p:cNvSpPr>
            <a:spLocks noGrp="1"/>
          </p:cNvSpPr>
          <p:nvPr>
            <p:ph idx="1"/>
          </p:nvPr>
        </p:nvSpPr>
        <p:spPr/>
        <p:txBody>
          <a:bodyPr/>
          <a:lstStyle/>
          <a:p>
            <a:pPr marL="285750" indent="-285750">
              <a:buFont typeface="Arial" panose="020B0604020202020204" pitchFamily="34" charset="0"/>
              <a:buChar char="•"/>
            </a:pPr>
            <a:r>
              <a:rPr lang="en-US"/>
              <a:t>A technical modernization approach that keeps </a:t>
            </a:r>
          </a:p>
        </p:txBody>
      </p:sp>
      <p:sp>
        <p:nvSpPr>
          <p:cNvPr id="2" name="Footer Placeholder 1">
            <a:extLst>
              <a:ext uri="{FF2B5EF4-FFF2-40B4-BE49-F238E27FC236}">
                <a16:creationId xmlns:a16="http://schemas.microsoft.com/office/drawing/2014/main" id="{3CBB1373-4675-B9D5-DFB2-EDC75AA315EA}"/>
              </a:ext>
            </a:extLst>
          </p:cNvPr>
          <p:cNvSpPr>
            <a:spLocks noGrp="1"/>
          </p:cNvSpPr>
          <p:nvPr>
            <p:ph type="ftr" sz="quarter" idx="10"/>
          </p:nvPr>
        </p:nvSpPr>
        <p:spPr/>
        <p:txBody>
          <a:bodyPr/>
          <a:lstStyle/>
          <a:p>
            <a:r>
              <a:rPr lang="en-US"/>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953159D4-9BE8-3010-882E-23C7C3D1204B}"/>
              </a:ext>
            </a:extLst>
          </p:cNvPr>
          <p:cNvSpPr>
            <a:spLocks noGrp="1"/>
          </p:cNvSpPr>
          <p:nvPr>
            <p:ph type="sldNum" sz="quarter" idx="11"/>
          </p:nvPr>
        </p:nvSpPr>
        <p:spPr/>
        <p:txBody>
          <a:bodyPr/>
          <a:lstStyle/>
          <a:p>
            <a:fld id="{63DCA5C9-2E11-4C67-86EB-AE1DE127DC64}" type="slidenum">
              <a:rPr lang="en-US" smtClean="0"/>
              <a:pPr/>
              <a:t>4</a:t>
            </a:fld>
            <a:endParaRPr lang="en-US"/>
          </a:p>
        </p:txBody>
      </p:sp>
      <p:sp>
        <p:nvSpPr>
          <p:cNvPr id="6" name="Title 5">
            <a:extLst>
              <a:ext uri="{FF2B5EF4-FFF2-40B4-BE49-F238E27FC236}">
                <a16:creationId xmlns:a16="http://schemas.microsoft.com/office/drawing/2014/main" id="{8374FE5F-B91A-F085-B945-BF00E0A0149E}"/>
              </a:ext>
            </a:extLst>
          </p:cNvPr>
          <p:cNvSpPr>
            <a:spLocks noGrp="1"/>
          </p:cNvSpPr>
          <p:nvPr>
            <p:ph type="title"/>
          </p:nvPr>
        </p:nvSpPr>
        <p:spPr/>
        <p:txBody>
          <a:bodyPr/>
          <a:lstStyle/>
          <a:p>
            <a:r>
              <a:rPr lang="en-US"/>
              <a:t>Key considerations driving the approach…</a:t>
            </a:r>
          </a:p>
        </p:txBody>
      </p:sp>
      <p:sp>
        <p:nvSpPr>
          <p:cNvPr id="8" name="Text Placeholder 7">
            <a:extLst>
              <a:ext uri="{FF2B5EF4-FFF2-40B4-BE49-F238E27FC236}">
                <a16:creationId xmlns:a16="http://schemas.microsoft.com/office/drawing/2014/main" id="{5FA21F25-57B3-9AB9-1DDB-6826F8FC88F5}"/>
              </a:ext>
            </a:extLst>
          </p:cNvPr>
          <p:cNvSpPr>
            <a:spLocks noGrp="1"/>
          </p:cNvSpPr>
          <p:nvPr>
            <p:ph type="body" sz="quarter" idx="19"/>
          </p:nvPr>
        </p:nvSpPr>
        <p:spPr/>
        <p:txBody>
          <a:bodyPr/>
          <a:lstStyle/>
          <a:p>
            <a:endParaRPr lang="en-US"/>
          </a:p>
        </p:txBody>
      </p:sp>
    </p:spTree>
    <p:extLst>
      <p:ext uri="{BB962C8B-B14F-4D97-AF65-F5344CB8AC3E}">
        <p14:creationId xmlns:p14="http://schemas.microsoft.com/office/powerpoint/2010/main" val="3703047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F93A4-1274-CAA0-769D-233B0098832C}"/>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494D77CA-F740-CC7E-7495-98ECA1CFD18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10" name="think-cell data - do not delete" hidden="1">
                        <a:extLst>
                          <a:ext uri="{FF2B5EF4-FFF2-40B4-BE49-F238E27FC236}">
                            <a16:creationId xmlns:a16="http://schemas.microsoft.com/office/drawing/2014/main" id="{494D77CA-F740-CC7E-7495-98ECA1CFD18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Footer Placeholder 5">
            <a:extLst>
              <a:ext uri="{FF2B5EF4-FFF2-40B4-BE49-F238E27FC236}">
                <a16:creationId xmlns:a16="http://schemas.microsoft.com/office/drawing/2014/main" id="{D6DBE864-C139-5ADC-F8C6-F5654D432016}"/>
              </a:ext>
            </a:extLst>
          </p:cNvPr>
          <p:cNvSpPr>
            <a:spLocks noGrp="1"/>
          </p:cNvSpPr>
          <p:nvPr>
            <p:ph type="ftr" sz="quarter" idx="10"/>
          </p:nvPr>
        </p:nvSpPr>
        <p:spPr>
          <a:xfrm>
            <a:off x="4321019" y="6400798"/>
            <a:ext cx="7102834" cy="167949"/>
          </a:xfrm>
        </p:spPr>
        <p:txBody>
          <a:bodyPr vert="horz" lIns="0" tIns="0" rIns="0" bIns="0" rtlCol="0" anchor="ctr" anchorCtr="0"/>
          <a:lstStyle/>
          <a:p>
            <a:pPr marL="0" marR="0" lvl="0" indent="9525"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7" name="Slide Number Placeholder 6">
            <a:extLst>
              <a:ext uri="{FF2B5EF4-FFF2-40B4-BE49-F238E27FC236}">
                <a16:creationId xmlns:a16="http://schemas.microsoft.com/office/drawing/2014/main" id="{DA2A7200-25F3-2792-6720-1543F088CD33}"/>
              </a:ext>
            </a:extLst>
          </p:cNvPr>
          <p:cNvSpPr>
            <a:spLocks noGrp="1"/>
          </p:cNvSpPr>
          <p:nvPr>
            <p:ph type="sldNum" sz="quarter" idx="11"/>
          </p:nvPr>
        </p:nvSpPr>
        <p:spPr>
          <a:xfrm>
            <a:off x="11509578" y="6400799"/>
            <a:ext cx="218871" cy="167949"/>
          </a:xfrm>
        </p:spPr>
        <p:txBody>
          <a:bodyPr/>
          <a:lstStyle/>
          <a:p>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t>5</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8" name="Title 7">
            <a:extLst>
              <a:ext uri="{FF2B5EF4-FFF2-40B4-BE49-F238E27FC236}">
                <a16:creationId xmlns:a16="http://schemas.microsoft.com/office/drawing/2014/main" id="{6E198F49-2CC0-7132-352F-9CFE99DD2BD0}"/>
              </a:ext>
            </a:extLst>
          </p:cNvPr>
          <p:cNvSpPr>
            <a:spLocks noGrp="1"/>
          </p:cNvSpPr>
          <p:nvPr>
            <p:ph type="title"/>
          </p:nvPr>
        </p:nvSpPr>
        <p:spPr>
          <a:xfrm>
            <a:off x="460371" y="556953"/>
            <a:ext cx="11274552" cy="855922"/>
          </a:xfrm>
        </p:spPr>
        <p:txBody>
          <a:bodyPr vert="horz"/>
          <a:lstStyle/>
          <a:p>
            <a:r>
              <a:rPr lang="en-US" sz="2000" err="1"/>
              <a:t>Eaglesoft</a:t>
            </a:r>
            <a:r>
              <a:rPr lang="en-US" sz="2000"/>
              <a:t> Architecture – What We Know &amp; Understand Today </a:t>
            </a:r>
            <a:endParaRPr lang="en-US" sz="1600"/>
          </a:p>
        </p:txBody>
      </p:sp>
      <p:sp>
        <p:nvSpPr>
          <p:cNvPr id="9" name="Text Placeholder 8">
            <a:extLst>
              <a:ext uri="{FF2B5EF4-FFF2-40B4-BE49-F238E27FC236}">
                <a16:creationId xmlns:a16="http://schemas.microsoft.com/office/drawing/2014/main" id="{11605473-453A-ECDB-EDDB-0D330C4A9C98}"/>
              </a:ext>
            </a:extLst>
          </p:cNvPr>
          <p:cNvSpPr>
            <a:spLocks noGrp="1"/>
          </p:cNvSpPr>
          <p:nvPr>
            <p:ph type="body" sz="quarter" idx="19"/>
          </p:nvPr>
        </p:nvSpPr>
        <p:spPr>
          <a:xfrm>
            <a:off x="465137" y="0"/>
            <a:ext cx="5106989" cy="556953"/>
          </a:xfrm>
        </p:spPr>
        <p:txBody>
          <a:bodyPr vert="horz" lIns="0" tIns="0" rIns="0" bIns="91440" rtlCol="0" anchor="b" anchorCtr="0">
            <a:noAutofit/>
          </a:bodyPr>
          <a:lstStyle/>
          <a:p>
            <a:r>
              <a:rPr lang="en-US" sz="1000"/>
              <a:t>Our Understanding</a:t>
            </a:r>
          </a:p>
        </p:txBody>
      </p:sp>
      <p:grpSp>
        <p:nvGrpSpPr>
          <p:cNvPr id="3" name="Group 2">
            <a:extLst>
              <a:ext uri="{FF2B5EF4-FFF2-40B4-BE49-F238E27FC236}">
                <a16:creationId xmlns:a16="http://schemas.microsoft.com/office/drawing/2014/main" id="{27B54EE6-F04F-0757-2128-ACB40DDD2895}"/>
              </a:ext>
            </a:extLst>
          </p:cNvPr>
          <p:cNvGrpSpPr/>
          <p:nvPr/>
        </p:nvGrpSpPr>
        <p:grpSpPr>
          <a:xfrm>
            <a:off x="314574" y="1585062"/>
            <a:ext cx="6303827" cy="3880960"/>
            <a:chOff x="575090" y="1648106"/>
            <a:chExt cx="6303827" cy="3880960"/>
          </a:xfrm>
        </p:grpSpPr>
        <p:sp>
          <p:nvSpPr>
            <p:cNvPr id="4" name="Rectangle 3">
              <a:extLst>
                <a:ext uri="{FF2B5EF4-FFF2-40B4-BE49-F238E27FC236}">
                  <a16:creationId xmlns:a16="http://schemas.microsoft.com/office/drawing/2014/main" id="{B6DDD6BE-5A57-6092-7201-9A4BE4E2B830}"/>
                </a:ext>
              </a:extLst>
            </p:cNvPr>
            <p:cNvSpPr/>
            <p:nvPr/>
          </p:nvSpPr>
          <p:spPr>
            <a:xfrm>
              <a:off x="2286205" y="2562495"/>
              <a:ext cx="4592712" cy="2966571"/>
            </a:xfrm>
            <a:prstGeom prst="rect">
              <a:avLst/>
            </a:prstGeom>
            <a:solidFill>
              <a:srgbClr val="00223A">
                <a:lumMod val="10000"/>
                <a:lumOff val="90000"/>
              </a:srgbClr>
            </a:solidFill>
            <a:ln w="12700" cap="flat" cmpd="sng" algn="ctr">
              <a:solidFill>
                <a:srgbClr val="CED7E6"/>
              </a:solidFill>
              <a:prstDash val="solid"/>
              <a:miter lim="800000"/>
            </a:ln>
            <a:effectLst/>
          </p:spPr>
          <p:txBody>
            <a:bodyPr lIns="91440" tIns="91440" rIns="91440" bIns="9144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0" cap="none" spc="0" normalizeH="0" baseline="0" noProof="0">
                  <a:ln>
                    <a:noFill/>
                  </a:ln>
                  <a:solidFill>
                    <a:srgbClr val="090154"/>
                  </a:solidFill>
                  <a:effectLst/>
                  <a:uLnTx/>
                  <a:uFillTx/>
                  <a:latin typeface="Arial" panose="020B0604020202020204"/>
                  <a:ea typeface="Roboto" panose="02000000000000000000" pitchFamily="2" charset="0"/>
                  <a:cs typeface="Segoe UI"/>
                </a:rPr>
                <a:t>Dental Office</a:t>
              </a:r>
            </a:p>
          </p:txBody>
        </p:sp>
        <p:sp>
          <p:nvSpPr>
            <p:cNvPr id="5" name="Rectangle 4">
              <a:extLst>
                <a:ext uri="{FF2B5EF4-FFF2-40B4-BE49-F238E27FC236}">
                  <a16:creationId xmlns:a16="http://schemas.microsoft.com/office/drawing/2014/main" id="{5CB584AE-A158-AB75-4889-74820F176DEF}"/>
                </a:ext>
              </a:extLst>
            </p:cNvPr>
            <p:cNvSpPr/>
            <p:nvPr/>
          </p:nvSpPr>
          <p:spPr>
            <a:xfrm>
              <a:off x="2515795" y="4373293"/>
              <a:ext cx="4146523" cy="964287"/>
            </a:xfrm>
            <a:prstGeom prst="rect">
              <a:avLst/>
            </a:prstGeom>
            <a:solidFill>
              <a:srgbClr val="E4EAF4"/>
            </a:solidFill>
            <a:ln w="12700" cap="flat" cmpd="sng" algn="ctr">
              <a:solidFill>
                <a:srgbClr val="44546A"/>
              </a:solidFill>
              <a:prstDash val="solid"/>
              <a:miter lim="800000"/>
            </a:ln>
            <a:effectLst/>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90154"/>
                  </a:solidFill>
                  <a:effectLst/>
                  <a:uLnTx/>
                  <a:uFillTx/>
                  <a:latin typeface="Arial" panose="020B0604020202020204"/>
                  <a:ea typeface="Roboto" panose="02000000000000000000" pitchFamily="2" charset="0"/>
                  <a:cs typeface="Arial" panose="020B0604020202020204" pitchFamily="34" charset="0"/>
                </a:rPr>
                <a:t>Data Layer </a:t>
              </a:r>
            </a:p>
          </p:txBody>
        </p:sp>
        <p:sp>
          <p:nvSpPr>
            <p:cNvPr id="11" name="Rectangle 10">
              <a:extLst>
                <a:ext uri="{FF2B5EF4-FFF2-40B4-BE49-F238E27FC236}">
                  <a16:creationId xmlns:a16="http://schemas.microsoft.com/office/drawing/2014/main" id="{4F149BD2-594E-CF7E-B22A-B31EC0401AAD}"/>
                </a:ext>
              </a:extLst>
            </p:cNvPr>
            <p:cNvSpPr/>
            <p:nvPr/>
          </p:nvSpPr>
          <p:spPr>
            <a:xfrm>
              <a:off x="4460417" y="2993321"/>
              <a:ext cx="2201901" cy="1146716"/>
            </a:xfrm>
            <a:prstGeom prst="rect">
              <a:avLst/>
            </a:prstGeom>
            <a:solidFill>
              <a:srgbClr val="E4EAF4"/>
            </a:solidFill>
            <a:ln w="12700" cap="flat" cmpd="sng" algn="ctr">
              <a:solidFill>
                <a:srgbClr val="44546A"/>
              </a:solidFill>
              <a:prstDash val="solid"/>
              <a:miter lim="800000"/>
            </a:ln>
            <a:effectLst/>
          </p:spPr>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90154"/>
                  </a:solidFill>
                  <a:effectLst/>
                  <a:uLnTx/>
                  <a:uFillTx/>
                  <a:latin typeface="Arial" panose="020B0604020202020204"/>
                  <a:ea typeface="Roboto" panose="02000000000000000000" pitchFamily="2" charset="0"/>
                  <a:cs typeface="Arial" panose="020B0604020202020204" pitchFamily="34" charset="0"/>
                </a:rPr>
                <a:t>App Layer </a:t>
              </a:r>
            </a:p>
          </p:txBody>
        </p:sp>
        <p:sp>
          <p:nvSpPr>
            <p:cNvPr id="13" name="Rectangle 12">
              <a:extLst>
                <a:ext uri="{FF2B5EF4-FFF2-40B4-BE49-F238E27FC236}">
                  <a16:creationId xmlns:a16="http://schemas.microsoft.com/office/drawing/2014/main" id="{0F57053A-4A9A-172C-CEEE-F0BD085081CD}"/>
                </a:ext>
              </a:extLst>
            </p:cNvPr>
            <p:cNvSpPr/>
            <p:nvPr/>
          </p:nvSpPr>
          <p:spPr>
            <a:xfrm>
              <a:off x="4605562" y="3108760"/>
              <a:ext cx="1005840" cy="457200"/>
            </a:xfrm>
            <a:prstGeom prst="rect">
              <a:avLst/>
            </a:prstGeom>
            <a:solidFill>
              <a:srgbClr val="50658E"/>
            </a:solidFill>
            <a:ln w="12700" cap="flat" cmpd="sng" algn="ctr">
              <a:solidFill>
                <a:srgbClr val="44546A"/>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solidFill>
                  <a:effectLst/>
                  <a:uLnTx/>
                  <a:uFillTx/>
                  <a:latin typeface="Arial" panose="020B0604020202020204"/>
                  <a:ea typeface="Roboto" panose="02000000000000000000" pitchFamily="2" charset="0"/>
                  <a:cs typeface="Arial" panose="020B0604020202020204" pitchFamily="34" charset="0"/>
                </a:rPr>
                <a:t>Patterson App Server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solidFill>
                  <a:effectLst/>
                  <a:uLnTx/>
                  <a:uFillTx/>
                  <a:latin typeface="Arial" panose="020B0604020202020204"/>
                  <a:ea typeface="Roboto" panose="02000000000000000000" pitchFamily="2" charset="0"/>
                  <a:cs typeface="Arial" panose="020B0604020202020204" pitchFamily="34" charset="0"/>
                </a:rPr>
                <a:t>(.NET C#)</a:t>
              </a:r>
              <a:endParaRPr kumimoji="0" lang="en-US" sz="1000" b="0" i="0" u="none" strike="noStrike" kern="0" cap="none" spc="0" normalizeH="0" baseline="0" noProof="0">
                <a:ln>
                  <a:noFill/>
                </a:ln>
                <a:solidFill>
                  <a:srgbClr val="FFFFFF"/>
                </a:solidFill>
                <a:effectLst/>
                <a:uLnTx/>
                <a:uFillTx/>
                <a:latin typeface="Arial" panose="020B0604020202020204"/>
                <a:ea typeface="Roboto" panose="02000000000000000000" pitchFamily="2" charset="0"/>
                <a:cs typeface="Arial" panose="020B0604020202020204" pitchFamily="34" charset="0"/>
              </a:endParaRPr>
            </a:p>
          </p:txBody>
        </p:sp>
        <p:sp>
          <p:nvSpPr>
            <p:cNvPr id="17" name="Rectangle 16">
              <a:extLst>
                <a:ext uri="{FF2B5EF4-FFF2-40B4-BE49-F238E27FC236}">
                  <a16:creationId xmlns:a16="http://schemas.microsoft.com/office/drawing/2014/main" id="{43C4BBAA-C09B-55A1-F918-1AB0231CF1F5}"/>
                </a:ext>
              </a:extLst>
            </p:cNvPr>
            <p:cNvSpPr/>
            <p:nvPr/>
          </p:nvSpPr>
          <p:spPr>
            <a:xfrm>
              <a:off x="5685612" y="3669011"/>
              <a:ext cx="914400" cy="365760"/>
            </a:xfrm>
            <a:prstGeom prst="rect">
              <a:avLst/>
            </a:prstGeom>
            <a:solidFill>
              <a:srgbClr val="50658E"/>
            </a:solidFill>
            <a:ln w="12700" cap="flat" cmpd="sng" algn="ctr">
              <a:solidFill>
                <a:srgbClr val="44546A"/>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Arial" panose="020B0604020202020204"/>
                  <a:ea typeface="Roboto" panose="02000000000000000000" pitchFamily="2" charset="0"/>
                  <a:cs typeface="Arial" panose="020B0604020202020204" pitchFamily="34" charset="0"/>
                </a:rPr>
                <a:t>Server Status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Arial" panose="020B0604020202020204"/>
                  <a:ea typeface="Roboto" panose="02000000000000000000" pitchFamily="2" charset="0"/>
                  <a:cs typeface="Arial" panose="020B0604020202020204" pitchFamily="34" charset="0"/>
                </a:rPr>
                <a:t>(.NET C#)</a:t>
              </a:r>
              <a:endParaRPr kumimoji="0" lang="en-US" sz="900" b="0" i="0" u="none" strike="noStrike" kern="0" cap="none" spc="0" normalizeH="0" baseline="0" noProof="0">
                <a:ln>
                  <a:noFill/>
                </a:ln>
                <a:solidFill>
                  <a:srgbClr val="FFFFFF"/>
                </a:solidFill>
                <a:effectLst/>
                <a:uLnTx/>
                <a:uFillTx/>
                <a:latin typeface="Arial" panose="020B0604020202020204"/>
                <a:ea typeface="Roboto" panose="02000000000000000000" pitchFamily="2" charset="0"/>
                <a:cs typeface="Arial" panose="020B0604020202020204" pitchFamily="34" charset="0"/>
              </a:endParaRPr>
            </a:p>
          </p:txBody>
        </p:sp>
        <p:sp>
          <p:nvSpPr>
            <p:cNvPr id="33" name="Flowchart: Magnetic Disk 34">
              <a:extLst>
                <a:ext uri="{FF2B5EF4-FFF2-40B4-BE49-F238E27FC236}">
                  <a16:creationId xmlns:a16="http://schemas.microsoft.com/office/drawing/2014/main" id="{5D3EA38D-28A9-F6DE-BC84-080BF0355875}"/>
                </a:ext>
              </a:extLst>
            </p:cNvPr>
            <p:cNvSpPr/>
            <p:nvPr/>
          </p:nvSpPr>
          <p:spPr>
            <a:xfrm>
              <a:off x="4204393" y="4583821"/>
              <a:ext cx="1190675" cy="626073"/>
            </a:xfrm>
            <a:prstGeom prst="flowChartMagneticDisk">
              <a:avLst/>
            </a:prstGeom>
            <a:solidFill>
              <a:srgbClr val="50658E"/>
            </a:solidFill>
            <a:ln w="12700" cap="flat" cmpd="sng" algn="ctr">
              <a:solidFill>
                <a:srgbClr val="090153"/>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223A"/>
                </a:solidFill>
                <a:effectLst/>
                <a:uLnTx/>
                <a:uFillTx/>
                <a:latin typeface="Arial" panose="020B0604020202020204"/>
                <a:ea typeface="Roboto" panose="02000000000000000000" pitchFamily="2"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00" b="0" i="0" u="none" strike="noStrike" kern="0" cap="none" spc="0" normalizeH="0" baseline="0" noProof="0">
                <a:ln>
                  <a:noFill/>
                </a:ln>
                <a:solidFill>
                  <a:srgbClr val="00223A"/>
                </a:solidFill>
                <a:effectLst/>
                <a:uLnTx/>
                <a:uFillTx/>
                <a:latin typeface="Arial" panose="020B0604020202020204"/>
                <a:ea typeface="Roboto" panose="02000000000000000000" pitchFamily="2"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223A"/>
                </a:solidFill>
                <a:effectLst/>
                <a:uLnTx/>
                <a:uFillTx/>
                <a:latin typeface="Arial" panose="020B0604020202020204"/>
                <a:ea typeface="Roboto" panose="02000000000000000000" pitchFamily="2" charset="0"/>
                <a:cs typeface="Arial" panose="020B0604020202020204" pitchFamily="34" charset="0"/>
              </a:endParaRPr>
            </a:p>
          </p:txBody>
        </p:sp>
        <p:sp>
          <p:nvSpPr>
            <p:cNvPr id="34" name="TextBox 33">
              <a:extLst>
                <a:ext uri="{FF2B5EF4-FFF2-40B4-BE49-F238E27FC236}">
                  <a16:creationId xmlns:a16="http://schemas.microsoft.com/office/drawing/2014/main" id="{0379EA8A-5DCC-DD3C-C86C-10A65F1151CC}"/>
                </a:ext>
              </a:extLst>
            </p:cNvPr>
            <p:cNvSpPr txBox="1"/>
            <p:nvPr/>
          </p:nvSpPr>
          <p:spPr>
            <a:xfrm>
              <a:off x="4301530" y="4820283"/>
              <a:ext cx="9964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Arial" panose="020B0604020202020204"/>
                  <a:ea typeface="Roboto" panose="02000000000000000000" pitchFamily="2" charset="0"/>
                  <a:cs typeface="Arial" panose="020B0604020202020204" pitchFamily="34" charset="0"/>
                </a:rPr>
                <a:t>Eaglesoft DB (SQL Anywhere)</a:t>
              </a:r>
            </a:p>
          </p:txBody>
        </p:sp>
        <p:sp>
          <p:nvSpPr>
            <p:cNvPr id="35" name="TextBox 34">
              <a:extLst>
                <a:ext uri="{FF2B5EF4-FFF2-40B4-BE49-F238E27FC236}">
                  <a16:creationId xmlns:a16="http://schemas.microsoft.com/office/drawing/2014/main" id="{A390A9D2-B915-C885-DA46-F90CEA45AFBC}"/>
                </a:ext>
              </a:extLst>
            </p:cNvPr>
            <p:cNvSpPr txBox="1"/>
            <p:nvPr/>
          </p:nvSpPr>
          <p:spPr>
            <a:xfrm>
              <a:off x="3098536" y="3610122"/>
              <a:ext cx="1160355"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90153"/>
                  </a:solidFill>
                  <a:effectLst/>
                  <a:uLnTx/>
                  <a:uFillTx/>
                  <a:latin typeface="Segoe UI" panose="020B0502040204020203" pitchFamily="34" charset="0"/>
                  <a:ea typeface="Roboto" panose="02000000000000000000" pitchFamily="2" charset="0"/>
                  <a:cs typeface="Segoe UI" panose="020B0502040204020203" pitchFamily="34" charset="0"/>
                </a:rPr>
                <a:t>Client (PowerBuilder)</a:t>
              </a:r>
            </a:p>
          </p:txBody>
        </p:sp>
        <p:pic>
          <p:nvPicPr>
            <p:cNvPr id="36" name="Graphic 35" descr="Computer with solid fill">
              <a:extLst>
                <a:ext uri="{FF2B5EF4-FFF2-40B4-BE49-F238E27FC236}">
                  <a16:creationId xmlns:a16="http://schemas.microsoft.com/office/drawing/2014/main" id="{ACAE3E54-CED1-D6CB-86C8-048BAD60879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11037" y="3184408"/>
              <a:ext cx="548640" cy="548640"/>
            </a:xfrm>
            <a:prstGeom prst="rect">
              <a:avLst/>
            </a:prstGeom>
          </p:spPr>
        </p:pic>
        <p:sp>
          <p:nvSpPr>
            <p:cNvPr id="37" name="Rectangle 36">
              <a:extLst>
                <a:ext uri="{FF2B5EF4-FFF2-40B4-BE49-F238E27FC236}">
                  <a16:creationId xmlns:a16="http://schemas.microsoft.com/office/drawing/2014/main" id="{198FCF92-1F4B-8894-9344-2EEBFD03286C}"/>
                </a:ext>
              </a:extLst>
            </p:cNvPr>
            <p:cNvSpPr/>
            <p:nvPr/>
          </p:nvSpPr>
          <p:spPr>
            <a:xfrm>
              <a:off x="4604330" y="3669013"/>
              <a:ext cx="1005840" cy="365760"/>
            </a:xfrm>
            <a:prstGeom prst="rect">
              <a:avLst/>
            </a:prstGeom>
            <a:solidFill>
              <a:srgbClr val="50658E"/>
            </a:solidFill>
            <a:ln w="12700" cap="flat" cmpd="sng" algn="ctr">
              <a:solidFill>
                <a:srgbClr val="44546A"/>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solidFill>
                  <a:effectLst/>
                  <a:uLnTx/>
                  <a:uFillTx/>
                  <a:latin typeface="Arial" panose="020B0604020202020204"/>
                  <a:ea typeface="Roboto" panose="02000000000000000000" pitchFamily="2" charset="0"/>
                  <a:cs typeface="Arial" panose="020B0604020202020204" pitchFamily="34" charset="0"/>
                </a:rPr>
                <a:t>DB Upgrade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solidFill>
                  <a:effectLst/>
                  <a:uLnTx/>
                  <a:uFillTx/>
                  <a:latin typeface="Arial" panose="020B0604020202020204"/>
                  <a:ea typeface="Roboto" panose="02000000000000000000" pitchFamily="2" charset="0"/>
                  <a:cs typeface="Arial" panose="020B0604020202020204" pitchFamily="34" charset="0"/>
                </a:rPr>
                <a:t>(.NET C#)</a:t>
              </a:r>
              <a:endParaRPr kumimoji="0" lang="en-US" sz="1000" b="0" i="0" u="none" strike="noStrike" kern="0" cap="none" spc="0" normalizeH="0" baseline="0" noProof="0">
                <a:ln>
                  <a:noFill/>
                </a:ln>
                <a:solidFill>
                  <a:srgbClr val="FFFFFF"/>
                </a:solidFill>
                <a:effectLst/>
                <a:uLnTx/>
                <a:uFillTx/>
                <a:latin typeface="Arial" panose="020B0604020202020204"/>
                <a:ea typeface="Roboto" panose="02000000000000000000" pitchFamily="2" charset="0"/>
                <a:cs typeface="Arial" panose="020B0604020202020204" pitchFamily="34" charset="0"/>
              </a:endParaRPr>
            </a:p>
          </p:txBody>
        </p:sp>
        <p:sp>
          <p:nvSpPr>
            <p:cNvPr id="39" name="TextBox 38">
              <a:extLst>
                <a:ext uri="{FF2B5EF4-FFF2-40B4-BE49-F238E27FC236}">
                  <a16:creationId xmlns:a16="http://schemas.microsoft.com/office/drawing/2014/main" id="{EDAA3566-3B85-7EFE-D9A1-00269E49311F}"/>
                </a:ext>
              </a:extLst>
            </p:cNvPr>
            <p:cNvSpPr txBox="1"/>
            <p:nvPr/>
          </p:nvSpPr>
          <p:spPr>
            <a:xfrm>
              <a:off x="4204393" y="2066947"/>
              <a:ext cx="104025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90154"/>
                  </a:solidFill>
                  <a:effectLst/>
                  <a:uLnTx/>
                  <a:uFillTx/>
                  <a:latin typeface="Arial" panose="020B0604020202020204"/>
                  <a:ea typeface="Roboto" panose="02000000000000000000" pitchFamily="2" charset="0"/>
                  <a:cs typeface="Arial" panose="020B0604020202020204" pitchFamily="34" charset="0"/>
                </a:rPr>
                <a:t>Fast Check-In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90154"/>
                  </a:solidFill>
                  <a:effectLst/>
                  <a:uLnTx/>
                  <a:uFillTx/>
                  <a:latin typeface="Arial" panose="020B0604020202020204"/>
                  <a:ea typeface="Roboto" panose="02000000000000000000" pitchFamily="2" charset="0"/>
                  <a:cs typeface="Arial" panose="020B0604020202020204" pitchFamily="34" charset="0"/>
                </a:rPr>
                <a:t>(.NET )</a:t>
              </a:r>
            </a:p>
          </p:txBody>
        </p:sp>
        <p:cxnSp>
          <p:nvCxnSpPr>
            <p:cNvPr id="40" name="Straight Connector 92">
              <a:extLst>
                <a:ext uri="{FF2B5EF4-FFF2-40B4-BE49-F238E27FC236}">
                  <a16:creationId xmlns:a16="http://schemas.microsoft.com/office/drawing/2014/main" id="{ADFEE860-5DFF-0968-6719-391643A0D9F1}"/>
                </a:ext>
              </a:extLst>
            </p:cNvPr>
            <p:cNvCxnSpPr>
              <a:cxnSpLocks/>
            </p:cNvCxnSpPr>
            <p:nvPr/>
          </p:nvCxnSpPr>
          <p:spPr>
            <a:xfrm>
              <a:off x="4724523" y="2417757"/>
              <a:ext cx="0" cy="691003"/>
            </a:xfrm>
            <a:prstGeom prst="straightConnector1">
              <a:avLst/>
            </a:prstGeom>
            <a:noFill/>
            <a:ln w="19050" cap="flat" cmpd="sng" algn="ctr">
              <a:solidFill>
                <a:srgbClr val="0E2841"/>
              </a:solidFill>
              <a:prstDash val="solid"/>
              <a:miter lim="800000"/>
              <a:headEnd type="none"/>
              <a:tailEnd type="none"/>
            </a:ln>
            <a:effectLst/>
          </p:spPr>
        </p:cxnSp>
        <p:pic>
          <p:nvPicPr>
            <p:cNvPr id="41" name="Graphic 40" descr="Computer with solid fill">
              <a:extLst>
                <a:ext uri="{FF2B5EF4-FFF2-40B4-BE49-F238E27FC236}">
                  <a16:creationId xmlns:a16="http://schemas.microsoft.com/office/drawing/2014/main" id="{F26D021F-2679-FDFD-508F-87EF026502D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59314" y="3184408"/>
              <a:ext cx="548640" cy="548640"/>
            </a:xfrm>
            <a:prstGeom prst="rect">
              <a:avLst/>
            </a:prstGeom>
          </p:spPr>
        </p:pic>
        <p:sp>
          <p:nvSpPr>
            <p:cNvPr id="42" name="TextBox 41">
              <a:extLst>
                <a:ext uri="{FF2B5EF4-FFF2-40B4-BE49-F238E27FC236}">
                  <a16:creationId xmlns:a16="http://schemas.microsoft.com/office/drawing/2014/main" id="{C9098782-7362-3EC0-6777-9999EE558F43}"/>
                </a:ext>
              </a:extLst>
            </p:cNvPr>
            <p:cNvSpPr txBox="1"/>
            <p:nvPr/>
          </p:nvSpPr>
          <p:spPr>
            <a:xfrm>
              <a:off x="2207722" y="3598857"/>
              <a:ext cx="9964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90153"/>
                  </a:solidFill>
                  <a:effectLst/>
                  <a:uLnTx/>
                  <a:uFillTx/>
                  <a:latin typeface="Segoe UI" panose="020B0502040204020203" pitchFamily="34" charset="0"/>
                  <a:ea typeface="Roboto" panose="02000000000000000000" pitchFamily="2" charset="0"/>
                  <a:cs typeface="Segoe UI" panose="020B0502040204020203" pitchFamily="34" charset="0"/>
                </a:rPr>
                <a:t>Clinical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90153"/>
                  </a:solidFill>
                  <a:effectLst/>
                  <a:uLnTx/>
                  <a:uFillTx/>
                  <a:latin typeface="Segoe UI" panose="020B0502040204020203" pitchFamily="34" charset="0"/>
                  <a:ea typeface="Roboto" panose="02000000000000000000" pitchFamily="2" charset="0"/>
                  <a:cs typeface="Segoe UI" panose="020B0502040204020203" pitchFamily="34" charset="0"/>
                </a:rPr>
                <a:t>(PowerBuilder)</a:t>
              </a:r>
            </a:p>
          </p:txBody>
        </p:sp>
        <p:cxnSp>
          <p:nvCxnSpPr>
            <p:cNvPr id="43" name="Straight Connector 92">
              <a:extLst>
                <a:ext uri="{FF2B5EF4-FFF2-40B4-BE49-F238E27FC236}">
                  <a16:creationId xmlns:a16="http://schemas.microsoft.com/office/drawing/2014/main" id="{1F21279D-C02E-1177-CE2A-8DE35DD48BD4}"/>
                </a:ext>
              </a:extLst>
            </p:cNvPr>
            <p:cNvCxnSpPr>
              <a:cxnSpLocks/>
            </p:cNvCxnSpPr>
            <p:nvPr/>
          </p:nvCxnSpPr>
          <p:spPr>
            <a:xfrm>
              <a:off x="5440755" y="2420248"/>
              <a:ext cx="0" cy="688512"/>
            </a:xfrm>
            <a:prstGeom prst="straightConnector1">
              <a:avLst/>
            </a:prstGeom>
            <a:noFill/>
            <a:ln w="19050" cap="flat" cmpd="sng" algn="ctr">
              <a:solidFill>
                <a:srgbClr val="00223A"/>
              </a:solidFill>
              <a:prstDash val="solid"/>
              <a:miter lim="800000"/>
              <a:headEnd type="oval"/>
              <a:tailEnd type="none"/>
            </a:ln>
            <a:effectLst/>
          </p:spPr>
        </p:cxnSp>
        <p:sp>
          <p:nvSpPr>
            <p:cNvPr id="44" name="TextBox 43">
              <a:extLst>
                <a:ext uri="{FF2B5EF4-FFF2-40B4-BE49-F238E27FC236}">
                  <a16:creationId xmlns:a16="http://schemas.microsoft.com/office/drawing/2014/main" id="{A66243AE-B737-4666-3292-BF6CF0374E9A}"/>
                </a:ext>
              </a:extLst>
            </p:cNvPr>
            <p:cNvSpPr txBox="1"/>
            <p:nvPr/>
          </p:nvSpPr>
          <p:spPr>
            <a:xfrm>
              <a:off x="5079048" y="2054499"/>
              <a:ext cx="728295"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0223A"/>
                  </a:solidFill>
                  <a:effectLst/>
                  <a:uLnTx/>
                  <a:uFillTx/>
                  <a:latin typeface="Segoe UI" panose="020B0502040204020203" pitchFamily="34" charset="0"/>
                  <a:ea typeface="Roboto" panose="02000000000000000000" pitchFamily="2" charset="0"/>
                  <a:cs typeface="Segoe UI" panose="020B0502040204020203" pitchFamily="34" charset="0"/>
                </a:rPr>
                <a:t>Eaglesoft API</a:t>
              </a:r>
            </a:p>
          </p:txBody>
        </p:sp>
        <p:cxnSp>
          <p:nvCxnSpPr>
            <p:cNvPr id="45" name="Straight Connector 92">
              <a:extLst>
                <a:ext uri="{FF2B5EF4-FFF2-40B4-BE49-F238E27FC236}">
                  <a16:creationId xmlns:a16="http://schemas.microsoft.com/office/drawing/2014/main" id="{BCAC25D2-E9B4-9E2F-19D5-78046C220C3A}"/>
                </a:ext>
              </a:extLst>
            </p:cNvPr>
            <p:cNvCxnSpPr>
              <a:cxnSpLocks/>
              <a:endCxn id="41" idx="1"/>
            </p:cNvCxnSpPr>
            <p:nvPr/>
          </p:nvCxnSpPr>
          <p:spPr>
            <a:xfrm>
              <a:off x="1926672" y="3458728"/>
              <a:ext cx="532642" cy="0"/>
            </a:xfrm>
            <a:prstGeom prst="straightConnector1">
              <a:avLst/>
            </a:prstGeom>
            <a:noFill/>
            <a:ln w="19050" cap="flat" cmpd="sng" algn="ctr">
              <a:solidFill>
                <a:srgbClr val="00223A"/>
              </a:solidFill>
              <a:prstDash val="solid"/>
              <a:miter lim="800000"/>
              <a:headEnd type="none"/>
              <a:tailEnd type="none"/>
            </a:ln>
            <a:effectLst/>
          </p:spPr>
        </p:cxnSp>
        <p:sp>
          <p:nvSpPr>
            <p:cNvPr id="46" name="TextBox 45">
              <a:extLst>
                <a:ext uri="{FF2B5EF4-FFF2-40B4-BE49-F238E27FC236}">
                  <a16:creationId xmlns:a16="http://schemas.microsoft.com/office/drawing/2014/main" id="{447EC107-4364-CE4E-125F-DE15E4A0AEF3}"/>
                </a:ext>
              </a:extLst>
            </p:cNvPr>
            <p:cNvSpPr txBox="1"/>
            <p:nvPr/>
          </p:nvSpPr>
          <p:spPr>
            <a:xfrm>
              <a:off x="575090" y="3272173"/>
              <a:ext cx="1351582" cy="1154162"/>
            </a:xfrm>
            <a:prstGeom prst="rect">
              <a:avLst/>
            </a:prstGeom>
            <a:noFill/>
            <a:ln>
              <a:solidFill>
                <a:srgbClr val="44546A"/>
              </a:solidFill>
              <a:prstDash val="dash"/>
            </a:ln>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0" b="0" i="0" u="sng" strike="noStrike" kern="0" cap="none" spc="0" normalizeH="0" baseline="0" noProof="0">
                  <a:ln>
                    <a:noFill/>
                  </a:ln>
                  <a:solidFill>
                    <a:srgbClr val="00223A"/>
                  </a:solidFill>
                  <a:effectLst/>
                  <a:uLnTx/>
                  <a:uFillTx/>
                  <a:latin typeface="Calibri" panose="020F0502020204030204"/>
                  <a:ea typeface="Roboto" panose="02000000000000000000" pitchFamily="2" charset="0"/>
                  <a:cs typeface="Segoe UI" panose="020B0502040204020203" pitchFamily="34" charset="0"/>
                </a:rPr>
                <a:t>External Interfaces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223A"/>
                  </a:solidFill>
                  <a:effectLst/>
                  <a:uLnTx/>
                  <a:uFillTx/>
                  <a:latin typeface="Calibri" panose="020F0502020204030204"/>
                  <a:ea typeface="Roboto" panose="02000000000000000000" pitchFamily="2" charset="0"/>
                  <a:cs typeface="Segoe UI" panose="020B0502040204020203" pitchFamily="34" charset="0"/>
                </a:rPr>
                <a:t>Generic Imaging Devices (Twain)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223A"/>
                  </a:solidFill>
                  <a:effectLst/>
                  <a:uLnTx/>
                  <a:uFillTx/>
                  <a:latin typeface="Calibri" panose="020F0502020204030204"/>
                  <a:ea typeface="Roboto" panose="02000000000000000000" pitchFamily="2" charset="0"/>
                  <a:cs typeface="Segoe UI" panose="020B0502040204020203" pitchFamily="34" charset="0"/>
                </a:rPr>
                <a:t>Digital Radiography Devices (Direct)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223A"/>
                  </a:solidFill>
                  <a:effectLst/>
                  <a:uLnTx/>
                  <a:uFillTx/>
                  <a:latin typeface="Calibri" panose="020F0502020204030204"/>
                  <a:ea typeface="Roboto" panose="02000000000000000000" pitchFamily="2" charset="0"/>
                  <a:cs typeface="Segoe UI" panose="020B0502040204020203" pitchFamily="34" charset="0"/>
                </a:rPr>
                <a:t>DICOM File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223A"/>
                  </a:solidFill>
                  <a:effectLst/>
                  <a:uLnTx/>
                  <a:uFillTx/>
                  <a:latin typeface="Calibri" panose="020F0502020204030204"/>
                  <a:ea typeface="Roboto" panose="02000000000000000000" pitchFamily="2" charset="0"/>
                  <a:cs typeface="Segoe UI" panose="020B0502040204020203" pitchFamily="34" charset="0"/>
                </a:rPr>
                <a:t>PACS </a:t>
              </a:r>
            </a:p>
          </p:txBody>
        </p:sp>
        <p:cxnSp>
          <p:nvCxnSpPr>
            <p:cNvPr id="47" name="Straight Connector 92">
              <a:extLst>
                <a:ext uri="{FF2B5EF4-FFF2-40B4-BE49-F238E27FC236}">
                  <a16:creationId xmlns:a16="http://schemas.microsoft.com/office/drawing/2014/main" id="{51BAC166-B9A5-2BD2-027A-9D5A0B62E0AC}"/>
                </a:ext>
              </a:extLst>
            </p:cNvPr>
            <p:cNvCxnSpPr>
              <a:cxnSpLocks/>
              <a:endCxn id="11" idx="2"/>
            </p:cNvCxnSpPr>
            <p:nvPr/>
          </p:nvCxnSpPr>
          <p:spPr>
            <a:xfrm flipV="1">
              <a:off x="5561368" y="4140037"/>
              <a:ext cx="0" cy="233256"/>
            </a:xfrm>
            <a:prstGeom prst="straightConnector1">
              <a:avLst/>
            </a:prstGeom>
            <a:noFill/>
            <a:ln w="19050" cap="flat" cmpd="sng" algn="ctr">
              <a:solidFill>
                <a:srgbClr val="00223A"/>
              </a:solidFill>
              <a:prstDash val="solid"/>
              <a:miter lim="800000"/>
              <a:headEnd type="none"/>
              <a:tailEnd type="none"/>
            </a:ln>
            <a:effectLst/>
          </p:spPr>
        </p:cxnSp>
        <p:pic>
          <p:nvPicPr>
            <p:cNvPr id="48" name="Graphic 47" descr="Computer with solid fill">
              <a:extLst>
                <a:ext uri="{FF2B5EF4-FFF2-40B4-BE49-F238E27FC236}">
                  <a16:creationId xmlns:a16="http://schemas.microsoft.com/office/drawing/2014/main" id="{9837749B-5638-6EE2-9E48-A6FBAC0884A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90452" y="1648106"/>
              <a:ext cx="548640" cy="548640"/>
            </a:xfrm>
            <a:prstGeom prst="rect">
              <a:avLst/>
            </a:prstGeom>
          </p:spPr>
        </p:pic>
        <p:cxnSp>
          <p:nvCxnSpPr>
            <p:cNvPr id="49" name="Straight Connector 92">
              <a:extLst>
                <a:ext uri="{FF2B5EF4-FFF2-40B4-BE49-F238E27FC236}">
                  <a16:creationId xmlns:a16="http://schemas.microsoft.com/office/drawing/2014/main" id="{43546C5A-A1CE-5713-6FCD-042A9F8C2293}"/>
                </a:ext>
              </a:extLst>
            </p:cNvPr>
            <p:cNvCxnSpPr>
              <a:cxnSpLocks/>
            </p:cNvCxnSpPr>
            <p:nvPr/>
          </p:nvCxnSpPr>
          <p:spPr>
            <a:xfrm flipV="1">
              <a:off x="3655107" y="3968188"/>
              <a:ext cx="0" cy="405105"/>
            </a:xfrm>
            <a:prstGeom prst="straightConnector1">
              <a:avLst/>
            </a:prstGeom>
            <a:noFill/>
            <a:ln w="19050" cap="flat" cmpd="sng" algn="ctr">
              <a:solidFill>
                <a:srgbClr val="00223A"/>
              </a:solidFill>
              <a:prstDash val="solid"/>
              <a:miter lim="800000"/>
              <a:headEnd type="none"/>
              <a:tailEnd type="none"/>
            </a:ln>
            <a:effectLst/>
          </p:spPr>
        </p:cxnSp>
        <p:cxnSp>
          <p:nvCxnSpPr>
            <p:cNvPr id="50" name="Straight Connector 92">
              <a:extLst>
                <a:ext uri="{FF2B5EF4-FFF2-40B4-BE49-F238E27FC236}">
                  <a16:creationId xmlns:a16="http://schemas.microsoft.com/office/drawing/2014/main" id="{4ABBDB56-E292-88CD-E3BA-3D9D1CD4103B}"/>
                </a:ext>
              </a:extLst>
            </p:cNvPr>
            <p:cNvCxnSpPr>
              <a:cxnSpLocks/>
              <a:endCxn id="42" idx="2"/>
            </p:cNvCxnSpPr>
            <p:nvPr/>
          </p:nvCxnSpPr>
          <p:spPr>
            <a:xfrm flipV="1">
              <a:off x="2705921" y="3968188"/>
              <a:ext cx="0" cy="414448"/>
            </a:xfrm>
            <a:prstGeom prst="straightConnector1">
              <a:avLst/>
            </a:prstGeom>
            <a:noFill/>
            <a:ln w="19050" cap="flat" cmpd="sng" algn="ctr">
              <a:solidFill>
                <a:srgbClr val="00223A"/>
              </a:solidFill>
              <a:prstDash val="solid"/>
              <a:miter lim="800000"/>
              <a:headEnd type="none"/>
              <a:tailEnd type="none"/>
            </a:ln>
            <a:effectLst/>
          </p:spPr>
        </p:cxnSp>
        <p:sp>
          <p:nvSpPr>
            <p:cNvPr id="51" name="Rectangle 50">
              <a:extLst>
                <a:ext uri="{FF2B5EF4-FFF2-40B4-BE49-F238E27FC236}">
                  <a16:creationId xmlns:a16="http://schemas.microsoft.com/office/drawing/2014/main" id="{59F4FBCA-D7E2-0E66-9652-047C908224F0}"/>
                </a:ext>
              </a:extLst>
            </p:cNvPr>
            <p:cNvSpPr/>
            <p:nvPr/>
          </p:nvSpPr>
          <p:spPr>
            <a:xfrm>
              <a:off x="4106095" y="2644843"/>
              <a:ext cx="2689282" cy="2781399"/>
            </a:xfrm>
            <a:prstGeom prst="rect">
              <a:avLst/>
            </a:prstGeom>
            <a:noFill/>
            <a:ln w="12700" cap="flat" cmpd="sng" algn="ctr">
              <a:solidFill>
                <a:srgbClr val="00223A"/>
              </a:solidFill>
              <a:prstDash val="dash"/>
              <a:miter lim="800000"/>
            </a:ln>
            <a:effectLst/>
          </p:spPr>
          <p:txBody>
            <a:bodyPr lIns="91440" tIns="91440" rIns="91440" bIns="91440" rtlCol="0" anchor="t"/>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0" cap="none" spc="0" normalizeH="0" baseline="0" noProof="0">
                  <a:ln>
                    <a:noFill/>
                  </a:ln>
                  <a:solidFill>
                    <a:srgbClr val="090154"/>
                  </a:solidFill>
                  <a:effectLst/>
                  <a:uLnTx/>
                  <a:uFillTx/>
                  <a:latin typeface="Arial" panose="020B0604020202020204"/>
                  <a:ea typeface="Roboto" panose="02000000000000000000" pitchFamily="2" charset="0"/>
                  <a:cs typeface="Segoe UI"/>
                </a:rPr>
                <a:t>Server</a:t>
              </a:r>
            </a:p>
          </p:txBody>
        </p:sp>
      </p:grpSp>
      <p:sp>
        <p:nvSpPr>
          <p:cNvPr id="18" name="TextBox 17">
            <a:extLst>
              <a:ext uri="{FF2B5EF4-FFF2-40B4-BE49-F238E27FC236}">
                <a16:creationId xmlns:a16="http://schemas.microsoft.com/office/drawing/2014/main" id="{CC0C1ECD-ADF6-248C-D005-CB26ABFC24E8}"/>
              </a:ext>
            </a:extLst>
          </p:cNvPr>
          <p:cNvSpPr txBox="1"/>
          <p:nvPr/>
        </p:nvSpPr>
        <p:spPr>
          <a:xfrm>
            <a:off x="7135850" y="1560668"/>
            <a:ext cx="4467757" cy="4565812"/>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10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Designed as a traditional client-server architecture, the application and database reside on a central server, typically located at a dental office, and interact with end-user desktops (clients). While this model works well for single-office setups, </a:t>
            </a:r>
            <a:r>
              <a:rPr kumimoji="0" lang="en-US" sz="11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it struggles to support larger dental groups with more than 30 users</a:t>
            </a:r>
          </a:p>
          <a:p>
            <a:pPr marL="171450" marR="0" lvl="0" indent="-171450" algn="l" defTabSz="914400" rtl="0" eaLnBrk="1" fontAlgn="auto" latinLnBrk="0" hangingPunct="1">
              <a:lnSpc>
                <a:spcPct val="100000"/>
              </a:lnSpc>
              <a:spcBef>
                <a:spcPts val="0"/>
              </a:spcBef>
              <a:spcAft>
                <a:spcPts val="10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Frontend UI is built on C++ and PowerBuilder, technologies that are outdated and less commonly used in modern software development </a:t>
            </a:r>
            <a:r>
              <a:rPr kumimoji="0" lang="en-US" sz="11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making resources in the market difficult to find to maintain and update</a:t>
            </a:r>
          </a:p>
          <a:p>
            <a:pPr marL="171450" marR="0" lvl="0" indent="-171450" algn="l" defTabSz="914400" rtl="0" eaLnBrk="1" fontAlgn="auto" latinLnBrk="0" hangingPunct="1">
              <a:lnSpc>
                <a:spcPct val="100000"/>
              </a:lnSpc>
              <a:spcBef>
                <a:spcPts val="0"/>
              </a:spcBef>
              <a:spcAft>
                <a:spcPts val="10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Backend business logic is written in C++, but modernization efforts have introduced .NET 4.6, with plans to upgrade to .NET 4.8 in version 24.20. but many areas of the </a:t>
            </a:r>
            <a:r>
              <a:rPr kumimoji="0" lang="en-US" sz="11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application still rely on outdated 32-bit libraries</a:t>
            </a: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 (</a:t>
            </a:r>
            <a:r>
              <a:rPr kumimoji="0" lang="en-US" sz="1100" b="0" i="0" u="none" strike="noStrike" kern="1200" cap="none" spc="0" normalizeH="0" baseline="0" noProof="0" err="1">
                <a:ln>
                  <a:noFill/>
                </a:ln>
                <a:solidFill>
                  <a:srgbClr val="070154"/>
                </a:solidFill>
                <a:effectLst/>
                <a:uLnTx/>
                <a:uFillTx/>
                <a:latin typeface="Arial" panose="020B0604020202020204"/>
                <a:ea typeface="Roboto" panose="02000000000000000000" pitchFamily="2" charset="0"/>
                <a:cs typeface="Segoe UI" panose="020B0502040204020203" pitchFamily="34" charset="0"/>
              </a:rPr>
              <a:t>eg.</a:t>
            </a: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 </a:t>
            </a:r>
            <a:r>
              <a:rPr kumimoji="0" lang="en-US" sz="1100" b="0" i="0" u="none" strike="noStrike" kern="1200" cap="none" spc="0" normalizeH="0" baseline="0" noProof="0" err="1">
                <a:ln>
                  <a:noFill/>
                </a:ln>
                <a:solidFill>
                  <a:srgbClr val="070154"/>
                </a:solidFill>
                <a:effectLst/>
                <a:uLnTx/>
                <a:uFillTx/>
                <a:latin typeface="Arial" panose="020B0604020202020204"/>
                <a:ea typeface="Roboto" panose="02000000000000000000" pitchFamily="2" charset="0"/>
                <a:cs typeface="Segoe UI" panose="020B0502040204020203" pitchFamily="34" charset="0"/>
              </a:rPr>
              <a:t>LeadTools</a:t>
            </a: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 </a:t>
            </a:r>
            <a:r>
              <a:rPr kumimoji="0" lang="en-US" sz="1100" b="0" i="0" u="none" strike="noStrike" kern="1200" cap="none" spc="0" normalizeH="0" baseline="0" noProof="0" err="1">
                <a:ln>
                  <a:noFill/>
                </a:ln>
                <a:solidFill>
                  <a:srgbClr val="070154"/>
                </a:solidFill>
                <a:effectLst/>
                <a:uLnTx/>
                <a:uFillTx/>
                <a:latin typeface="Arial" panose="020B0604020202020204"/>
                <a:ea typeface="Roboto" panose="02000000000000000000" pitchFamily="2" charset="0"/>
                <a:cs typeface="Segoe UI" panose="020B0502040204020203" pitchFamily="34" charset="0"/>
              </a:rPr>
              <a:t>TXTextControl</a:t>
            </a: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 and </a:t>
            </a:r>
            <a:r>
              <a:rPr kumimoji="0" lang="en-US" sz="1100" b="0" i="0" u="none" strike="noStrike" kern="1200" cap="none" spc="0" normalizeH="0" baseline="0" noProof="0" err="1">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CodeJock</a:t>
            </a: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 posing challenges in transitioning to modern 64-bit systems </a:t>
            </a:r>
          </a:p>
          <a:p>
            <a:pPr marL="171450" marR="0" lvl="0" indent="-171450" algn="l" defTabSz="914400" rtl="0" eaLnBrk="1" fontAlgn="auto" latinLnBrk="0" hangingPunct="1">
              <a:lnSpc>
                <a:spcPct val="100000"/>
              </a:lnSpc>
              <a:spcBef>
                <a:spcPts val="0"/>
              </a:spcBef>
              <a:spcAft>
                <a:spcPts val="10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Application database is SQL Anywhere, a lightweight and self-contained database engine</a:t>
            </a:r>
            <a:r>
              <a:rPr lang="en-US" sz="1100">
                <a:solidFill>
                  <a:srgbClr val="070154"/>
                </a:solidFill>
                <a:latin typeface="Arial" panose="020B0604020202020204"/>
                <a:ea typeface="Roboto" panose="02000000000000000000" pitchFamily="2" charset="0"/>
                <a:cs typeface="Segoe UI" panose="020B0502040204020203" pitchFamily="34" charset="0"/>
              </a:rPr>
              <a:t>; h</a:t>
            </a:r>
            <a:r>
              <a:rPr kumimoji="0" lang="en-US" sz="1100" b="0" i="0" u="none" strike="noStrike" kern="1200" cap="none" spc="0" normalizeH="0" baseline="0" noProof="0" err="1">
                <a:ln>
                  <a:noFill/>
                </a:ln>
                <a:solidFill>
                  <a:srgbClr val="070154"/>
                </a:solidFill>
                <a:effectLst/>
                <a:uLnTx/>
                <a:uFillTx/>
                <a:latin typeface="Arial" panose="020B0604020202020204"/>
                <a:ea typeface="Roboto" panose="02000000000000000000" pitchFamily="2" charset="0"/>
                <a:cs typeface="Segoe UI" panose="020B0502040204020203" pitchFamily="34" charset="0"/>
              </a:rPr>
              <a:t>owever</a:t>
            </a: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 </a:t>
            </a:r>
            <a:r>
              <a:rPr kumimoji="0" lang="en-US" sz="11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support for this database is ending in January 2025</a:t>
            </a: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 prompting an extensive migration to a new database</a:t>
            </a:r>
          </a:p>
          <a:p>
            <a:pPr marL="171450" marR="0" lvl="0" indent="-171450" algn="l" defTabSz="914400" rtl="0" eaLnBrk="1" fontAlgn="auto" latinLnBrk="0" hangingPunct="1">
              <a:lnSpc>
                <a:spcPct val="100000"/>
              </a:lnSpc>
              <a:spcBef>
                <a:spcPts val="0"/>
              </a:spcBef>
              <a:spcAft>
                <a:spcPts val="10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Business logic is </a:t>
            </a:r>
            <a:r>
              <a:rPr kumimoji="0" lang="en-US" sz="11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embedded in the data layer</a:t>
            </a: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 comprising the majority of the application's functionality across 1,500 stored procedures. This design limits scalability and makes the system unsuitable as the foundation for a web-based, multi-tenant application capable of supporting thousands of customers</a:t>
            </a:r>
          </a:p>
        </p:txBody>
      </p:sp>
      <p:sp>
        <p:nvSpPr>
          <p:cNvPr id="20" name="Rectangle 19">
            <a:extLst>
              <a:ext uri="{FF2B5EF4-FFF2-40B4-BE49-F238E27FC236}">
                <a16:creationId xmlns:a16="http://schemas.microsoft.com/office/drawing/2014/main" id="{76C9F93F-C38F-9C0B-8C41-EC16266F8DEF}"/>
              </a:ext>
            </a:extLst>
          </p:cNvPr>
          <p:cNvSpPr>
            <a:spLocks noChangeAspect="1"/>
          </p:cNvSpPr>
          <p:nvPr/>
        </p:nvSpPr>
        <p:spPr bwMode="auto">
          <a:xfrm>
            <a:off x="6988262" y="1533270"/>
            <a:ext cx="228600" cy="228600"/>
          </a:xfrm>
          <a:prstGeom prst="rect">
            <a:avLst/>
          </a:prstGeom>
          <a:solidFill>
            <a:srgbClr val="FF8A00"/>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rPr>
              <a:t>1</a:t>
            </a:r>
          </a:p>
        </p:txBody>
      </p:sp>
      <p:sp>
        <p:nvSpPr>
          <p:cNvPr id="21" name="Rectangle 20">
            <a:extLst>
              <a:ext uri="{FF2B5EF4-FFF2-40B4-BE49-F238E27FC236}">
                <a16:creationId xmlns:a16="http://schemas.microsoft.com/office/drawing/2014/main" id="{319C112E-D133-C654-E372-42FF0865510D}"/>
              </a:ext>
            </a:extLst>
          </p:cNvPr>
          <p:cNvSpPr/>
          <p:nvPr/>
        </p:nvSpPr>
        <p:spPr bwMode="auto">
          <a:xfrm>
            <a:off x="6988262" y="2499451"/>
            <a:ext cx="228600" cy="228600"/>
          </a:xfrm>
          <a:prstGeom prst="rect">
            <a:avLst/>
          </a:prstGeom>
          <a:solidFill>
            <a:srgbClr val="FF8A00"/>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rPr>
              <a:t>2</a:t>
            </a:r>
          </a:p>
        </p:txBody>
      </p:sp>
      <p:grpSp>
        <p:nvGrpSpPr>
          <p:cNvPr id="23" name="Group 22">
            <a:extLst>
              <a:ext uri="{FF2B5EF4-FFF2-40B4-BE49-F238E27FC236}">
                <a16:creationId xmlns:a16="http://schemas.microsoft.com/office/drawing/2014/main" id="{F634D426-AF36-161D-60B3-F410FE0C21B4}"/>
              </a:ext>
            </a:extLst>
          </p:cNvPr>
          <p:cNvGrpSpPr/>
          <p:nvPr/>
        </p:nvGrpSpPr>
        <p:grpSpPr>
          <a:xfrm>
            <a:off x="8349201" y="177190"/>
            <a:ext cx="3677216" cy="379763"/>
            <a:chOff x="8388787" y="64611"/>
            <a:chExt cx="3677216" cy="379763"/>
          </a:xfrm>
        </p:grpSpPr>
        <p:sp>
          <p:nvSpPr>
            <p:cNvPr id="24" name="Rectangle 23">
              <a:extLst>
                <a:ext uri="{FF2B5EF4-FFF2-40B4-BE49-F238E27FC236}">
                  <a16:creationId xmlns:a16="http://schemas.microsoft.com/office/drawing/2014/main" id="{84BC43D6-FEC6-F9B7-D8CD-E0C51C730787}"/>
                </a:ext>
              </a:extLst>
            </p:cNvPr>
            <p:cNvSpPr/>
            <p:nvPr/>
          </p:nvSpPr>
          <p:spPr>
            <a:xfrm>
              <a:off x="9171033" y="165606"/>
              <a:ext cx="457200" cy="163770"/>
            </a:xfrm>
            <a:prstGeom prst="rect">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70154"/>
                </a:solidFill>
                <a:effectLst/>
                <a:uLnTx/>
                <a:uFillTx/>
                <a:latin typeface="Arial" panose="020B0604020202020204" pitchFamily="34" charset="0"/>
                <a:ea typeface="+mn-ea"/>
                <a:cs typeface="Arial" panose="020B0604020202020204" pitchFamily="34" charset="0"/>
              </a:endParaRPr>
            </a:p>
          </p:txBody>
        </p:sp>
        <p:sp>
          <p:nvSpPr>
            <p:cNvPr id="25" name="Content Placeholder 14">
              <a:extLst>
                <a:ext uri="{FF2B5EF4-FFF2-40B4-BE49-F238E27FC236}">
                  <a16:creationId xmlns:a16="http://schemas.microsoft.com/office/drawing/2014/main" id="{2707E902-23B3-C8EE-CA7C-721C6AECF409}"/>
                </a:ext>
              </a:extLst>
            </p:cNvPr>
            <p:cNvSpPr txBox="1">
              <a:spLocks/>
            </p:cNvSpPr>
            <p:nvPr/>
          </p:nvSpPr>
          <p:spPr>
            <a:xfrm>
              <a:off x="9581894" y="64611"/>
              <a:ext cx="593868" cy="365760"/>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60000"/>
                      <a:lumOff val="40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700" b="1" i="0" u="none" strike="noStrike" kern="1200" cap="none" spc="0" normalizeH="0" baseline="0" noProof="0">
                  <a:ln>
                    <a:noFill/>
                  </a:ln>
                  <a:solidFill>
                    <a:srgbClr val="070154"/>
                  </a:solidFill>
                  <a:effectLst/>
                  <a:uLnTx/>
                  <a:uFillTx/>
                  <a:latin typeface="Arial" panose="020B0604020202020204" pitchFamily="34" charset="0"/>
                  <a:ea typeface="+mn-ea"/>
                  <a:cs typeface="Arial" panose="020B0604020202020204" pitchFamily="34" charset="0"/>
                </a:rPr>
                <a:t>ABOVE  PAR</a:t>
              </a:r>
            </a:p>
          </p:txBody>
        </p:sp>
        <p:sp>
          <p:nvSpPr>
            <p:cNvPr id="26" name="Content Placeholder 14">
              <a:extLst>
                <a:ext uri="{FF2B5EF4-FFF2-40B4-BE49-F238E27FC236}">
                  <a16:creationId xmlns:a16="http://schemas.microsoft.com/office/drawing/2014/main" id="{5141CC62-3AB6-2065-6C27-F439E54E96D1}"/>
                </a:ext>
              </a:extLst>
            </p:cNvPr>
            <p:cNvSpPr txBox="1">
              <a:spLocks/>
            </p:cNvSpPr>
            <p:nvPr/>
          </p:nvSpPr>
          <p:spPr>
            <a:xfrm>
              <a:off x="8388787" y="78614"/>
              <a:ext cx="783785" cy="365760"/>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60000"/>
                      <a:lumOff val="40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700" b="1" i="0" u="none" strike="noStrike" kern="1200" cap="none" spc="0" normalizeH="0" baseline="0" noProof="0">
                  <a:ln>
                    <a:noFill/>
                  </a:ln>
                  <a:solidFill>
                    <a:srgbClr val="070154"/>
                  </a:solidFill>
                  <a:effectLst/>
                  <a:uLnTx/>
                  <a:uFillTx/>
                  <a:latin typeface="Arial" panose="020B0604020202020204" pitchFamily="34" charset="0"/>
                  <a:ea typeface="+mn-ea"/>
                  <a:cs typeface="Arial" panose="020B0604020202020204" pitchFamily="34" charset="0"/>
                </a:rPr>
                <a:t>MATURITY LEGEND</a:t>
              </a:r>
            </a:p>
          </p:txBody>
        </p:sp>
        <p:cxnSp>
          <p:nvCxnSpPr>
            <p:cNvPr id="27" name="Straight Connector 26">
              <a:extLst>
                <a:ext uri="{FF2B5EF4-FFF2-40B4-BE49-F238E27FC236}">
                  <a16:creationId xmlns:a16="http://schemas.microsoft.com/office/drawing/2014/main" id="{C2676B06-CD0F-2623-C054-D7E68C231449}"/>
                </a:ext>
              </a:extLst>
            </p:cNvPr>
            <p:cNvCxnSpPr>
              <a:cxnSpLocks/>
            </p:cNvCxnSpPr>
            <p:nvPr/>
          </p:nvCxnSpPr>
          <p:spPr>
            <a:xfrm>
              <a:off x="9047483" y="156175"/>
              <a:ext cx="1" cy="2106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D7A5F4C5-E4B1-B22C-0B01-B39AE1D0D984}"/>
                </a:ext>
              </a:extLst>
            </p:cNvPr>
            <p:cNvSpPr/>
            <p:nvPr/>
          </p:nvSpPr>
          <p:spPr>
            <a:xfrm>
              <a:off x="10925446" y="165606"/>
              <a:ext cx="457200" cy="163770"/>
            </a:xfrm>
            <a:prstGeom prst="rect">
              <a:avLst/>
            </a:prstGeom>
            <a:solidFill>
              <a:srgbClr val="FF8A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70154"/>
                </a:solidFill>
                <a:effectLst/>
                <a:uLnTx/>
                <a:uFillTx/>
                <a:latin typeface="Arial" panose="020B0604020202020204" pitchFamily="34" charset="0"/>
                <a:ea typeface="+mn-ea"/>
                <a:cs typeface="Arial" panose="020B0604020202020204" pitchFamily="34" charset="0"/>
              </a:endParaRPr>
            </a:p>
          </p:txBody>
        </p:sp>
        <p:sp>
          <p:nvSpPr>
            <p:cNvPr id="29" name="Content Placeholder 14">
              <a:extLst>
                <a:ext uri="{FF2B5EF4-FFF2-40B4-BE49-F238E27FC236}">
                  <a16:creationId xmlns:a16="http://schemas.microsoft.com/office/drawing/2014/main" id="{AD02BDAC-B934-127C-4551-B99DA810BCC8}"/>
                </a:ext>
              </a:extLst>
            </p:cNvPr>
            <p:cNvSpPr txBox="1">
              <a:spLocks/>
            </p:cNvSpPr>
            <p:nvPr/>
          </p:nvSpPr>
          <p:spPr>
            <a:xfrm>
              <a:off x="11338001" y="64611"/>
              <a:ext cx="728002" cy="365760"/>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60000"/>
                      <a:lumOff val="40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700" b="1" i="0" u="none" strike="noStrike" kern="1200" cap="none" spc="0" normalizeH="0" baseline="0" noProof="0">
                  <a:ln>
                    <a:noFill/>
                  </a:ln>
                  <a:solidFill>
                    <a:srgbClr val="070154"/>
                  </a:solidFill>
                  <a:effectLst/>
                  <a:uLnTx/>
                  <a:uFillTx/>
                  <a:latin typeface="Arial" panose="020B0604020202020204" pitchFamily="34" charset="0"/>
                  <a:ea typeface="+mn-ea"/>
                  <a:cs typeface="Arial" panose="020B0604020202020204" pitchFamily="34" charset="0"/>
                </a:rPr>
                <a:t>BELOW PAR/GAP</a:t>
              </a:r>
            </a:p>
          </p:txBody>
        </p:sp>
        <p:sp>
          <p:nvSpPr>
            <p:cNvPr id="30" name="Rectangle 29">
              <a:extLst>
                <a:ext uri="{FF2B5EF4-FFF2-40B4-BE49-F238E27FC236}">
                  <a16:creationId xmlns:a16="http://schemas.microsoft.com/office/drawing/2014/main" id="{AD7AA855-9041-B06F-556E-C28F36455427}"/>
                </a:ext>
              </a:extLst>
            </p:cNvPr>
            <p:cNvSpPr/>
            <p:nvPr/>
          </p:nvSpPr>
          <p:spPr>
            <a:xfrm>
              <a:off x="10098693" y="165606"/>
              <a:ext cx="457200" cy="163770"/>
            </a:xfrm>
            <a:prstGeom prst="rect">
              <a:avLst/>
            </a:prstGeom>
            <a:solidFill>
              <a:srgbClr val="4F7DC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70154"/>
                </a:solidFill>
                <a:effectLst/>
                <a:uLnTx/>
                <a:uFillTx/>
                <a:latin typeface="Arial" panose="020B0604020202020204" pitchFamily="34" charset="0"/>
                <a:ea typeface="+mn-ea"/>
                <a:cs typeface="Arial" panose="020B0604020202020204" pitchFamily="34" charset="0"/>
              </a:endParaRPr>
            </a:p>
          </p:txBody>
        </p:sp>
        <p:sp>
          <p:nvSpPr>
            <p:cNvPr id="31" name="Content Placeholder 14">
              <a:extLst>
                <a:ext uri="{FF2B5EF4-FFF2-40B4-BE49-F238E27FC236}">
                  <a16:creationId xmlns:a16="http://schemas.microsoft.com/office/drawing/2014/main" id="{BB621753-2C93-EAAB-238C-12116A168333}"/>
                </a:ext>
              </a:extLst>
            </p:cNvPr>
            <p:cNvSpPr txBox="1">
              <a:spLocks/>
            </p:cNvSpPr>
            <p:nvPr/>
          </p:nvSpPr>
          <p:spPr>
            <a:xfrm>
              <a:off x="10509554" y="64611"/>
              <a:ext cx="529484" cy="365760"/>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lumMod val="60000"/>
                      <a:lumOff val="40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700" b="1" i="0" u="none" strike="noStrike" kern="1200" cap="none" spc="0" normalizeH="0" baseline="0" noProof="0">
                  <a:ln>
                    <a:noFill/>
                  </a:ln>
                  <a:solidFill>
                    <a:srgbClr val="070154"/>
                  </a:solidFill>
                  <a:effectLst/>
                  <a:uLnTx/>
                  <a:uFillTx/>
                  <a:latin typeface="Arial" panose="020B0604020202020204" pitchFamily="34" charset="0"/>
                  <a:ea typeface="+mn-ea"/>
                  <a:cs typeface="Arial" panose="020B0604020202020204" pitchFamily="34" charset="0"/>
                </a:rPr>
                <a:t>AT </a:t>
              </a:r>
            </a:p>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700" b="1" i="0" u="none" strike="noStrike" kern="1200" cap="none" spc="0" normalizeH="0" baseline="0" noProof="0">
                  <a:ln>
                    <a:noFill/>
                  </a:ln>
                  <a:solidFill>
                    <a:srgbClr val="070154"/>
                  </a:solidFill>
                  <a:effectLst/>
                  <a:uLnTx/>
                  <a:uFillTx/>
                  <a:latin typeface="Arial" panose="020B0604020202020204" pitchFamily="34" charset="0"/>
                  <a:ea typeface="+mn-ea"/>
                  <a:cs typeface="Arial" panose="020B0604020202020204" pitchFamily="34" charset="0"/>
                </a:rPr>
                <a:t>PAR</a:t>
              </a:r>
            </a:p>
          </p:txBody>
        </p:sp>
      </p:grpSp>
      <p:sp>
        <p:nvSpPr>
          <p:cNvPr id="32" name="Rectangle 31">
            <a:extLst>
              <a:ext uri="{FF2B5EF4-FFF2-40B4-BE49-F238E27FC236}">
                <a16:creationId xmlns:a16="http://schemas.microsoft.com/office/drawing/2014/main" id="{0043B377-3528-328B-EC6B-D94BF127730F}"/>
              </a:ext>
            </a:extLst>
          </p:cNvPr>
          <p:cNvSpPr/>
          <p:nvPr/>
        </p:nvSpPr>
        <p:spPr bwMode="auto">
          <a:xfrm>
            <a:off x="6988262" y="3312188"/>
            <a:ext cx="228600" cy="228600"/>
          </a:xfrm>
          <a:prstGeom prst="rect">
            <a:avLst/>
          </a:prstGeom>
          <a:solidFill>
            <a:srgbClr val="FF8A00"/>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rPr>
              <a:t>3</a:t>
            </a:r>
          </a:p>
        </p:txBody>
      </p:sp>
      <p:sp>
        <p:nvSpPr>
          <p:cNvPr id="38" name="Rectangle 37">
            <a:extLst>
              <a:ext uri="{FF2B5EF4-FFF2-40B4-BE49-F238E27FC236}">
                <a16:creationId xmlns:a16="http://schemas.microsoft.com/office/drawing/2014/main" id="{49AD1A36-1BBA-C54E-44F2-8B1695345F1A}"/>
              </a:ext>
            </a:extLst>
          </p:cNvPr>
          <p:cNvSpPr/>
          <p:nvPr/>
        </p:nvSpPr>
        <p:spPr bwMode="auto">
          <a:xfrm>
            <a:off x="6988262" y="4408534"/>
            <a:ext cx="228600" cy="228600"/>
          </a:xfrm>
          <a:prstGeom prst="rect">
            <a:avLst/>
          </a:prstGeom>
          <a:solidFill>
            <a:srgbClr val="FF8A00"/>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rPr>
              <a:t>4</a:t>
            </a:r>
          </a:p>
        </p:txBody>
      </p:sp>
      <p:sp>
        <p:nvSpPr>
          <p:cNvPr id="52" name="Rectangle 51">
            <a:extLst>
              <a:ext uri="{FF2B5EF4-FFF2-40B4-BE49-F238E27FC236}">
                <a16:creationId xmlns:a16="http://schemas.microsoft.com/office/drawing/2014/main" id="{F3A75431-AAF4-AF14-1F71-C1850FE1E58B}"/>
              </a:ext>
            </a:extLst>
          </p:cNvPr>
          <p:cNvSpPr/>
          <p:nvPr/>
        </p:nvSpPr>
        <p:spPr bwMode="auto">
          <a:xfrm>
            <a:off x="6988262" y="5219668"/>
            <a:ext cx="228600" cy="228600"/>
          </a:xfrm>
          <a:prstGeom prst="rect">
            <a:avLst/>
          </a:prstGeom>
          <a:solidFill>
            <a:srgbClr val="FF8A00"/>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rPr>
              <a:t>5</a:t>
            </a:r>
          </a:p>
        </p:txBody>
      </p:sp>
      <p:graphicFrame>
        <p:nvGraphicFramePr>
          <p:cNvPr id="19" name="Table 18">
            <a:extLst>
              <a:ext uri="{FF2B5EF4-FFF2-40B4-BE49-F238E27FC236}">
                <a16:creationId xmlns:a16="http://schemas.microsoft.com/office/drawing/2014/main" id="{34E03650-5F9D-D493-218D-857709EE23B0}"/>
              </a:ext>
            </a:extLst>
          </p:cNvPr>
          <p:cNvGraphicFramePr>
            <a:graphicFrameLocks noGrp="1"/>
          </p:cNvGraphicFramePr>
          <p:nvPr>
            <p:extLst>
              <p:ext uri="{D42A27DB-BD31-4B8C-83A1-F6EECF244321}">
                <p14:modId xmlns:p14="http://schemas.microsoft.com/office/powerpoint/2010/main" val="3745165114"/>
              </p:ext>
            </p:extLst>
          </p:nvPr>
        </p:nvGraphicFramePr>
        <p:xfrm>
          <a:off x="11841036" y="194314"/>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Drew / Jim </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Tree>
    <p:extLst>
      <p:ext uri="{BB962C8B-B14F-4D97-AF65-F5344CB8AC3E}">
        <p14:creationId xmlns:p14="http://schemas.microsoft.com/office/powerpoint/2010/main" val="3764984361"/>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87F28-47D8-4E29-EEA1-C5B48455A312}"/>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CD297AD-200E-F3EF-9D07-0CAC7351BD5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4CD297AD-200E-F3EF-9D07-0CAC7351BD5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EB3037E-92C8-E9C6-53BA-F5F92FCEBD8A}"/>
              </a:ext>
            </a:extLst>
          </p:cNvPr>
          <p:cNvSpPr>
            <a:spLocks noGrp="1"/>
          </p:cNvSpPr>
          <p:nvPr>
            <p:ph type="title"/>
          </p:nvPr>
        </p:nvSpPr>
        <p:spPr/>
        <p:txBody>
          <a:bodyPr vert="horz" anchor="ctr"/>
          <a:lstStyle/>
          <a:p>
            <a:r>
              <a:rPr lang="en-US"/>
              <a:t>PowerBuilder Data Access &amp; UI Modernization Approach</a:t>
            </a:r>
          </a:p>
        </p:txBody>
      </p:sp>
      <p:sp>
        <p:nvSpPr>
          <p:cNvPr id="4" name="Footer Placeholder 3">
            <a:extLst>
              <a:ext uri="{FF2B5EF4-FFF2-40B4-BE49-F238E27FC236}">
                <a16:creationId xmlns:a16="http://schemas.microsoft.com/office/drawing/2014/main" id="{D8183981-1D8C-5F9E-6441-1595B4F0CE26}"/>
              </a:ext>
            </a:extLst>
          </p:cNvPr>
          <p:cNvSpPr>
            <a:spLocks noGrp="1"/>
          </p:cNvSpPr>
          <p:nvPr>
            <p:ph type="ftr" sz="quarter" idx="24"/>
          </p:nvPr>
        </p:nvSpPr>
        <p:spPr/>
        <p:txBody>
          <a:bodyPr/>
          <a:lstStyle/>
          <a:p>
            <a:r>
              <a:rPr lang="en-US"/>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21AD5D7B-DB27-C482-888B-8D0F5442F2D8}"/>
              </a:ext>
            </a:extLst>
          </p:cNvPr>
          <p:cNvSpPr>
            <a:spLocks noGrp="1"/>
          </p:cNvSpPr>
          <p:nvPr>
            <p:ph type="sldNum" sz="quarter" idx="25"/>
          </p:nvPr>
        </p:nvSpPr>
        <p:spPr/>
        <p:txBody>
          <a:bodyPr/>
          <a:lstStyle/>
          <a:p>
            <a:fld id="{63DCA5C9-2E11-4C67-86EB-AE1DE127DC64}" type="slidenum">
              <a:rPr lang="en-US" smtClean="0"/>
              <a:pPr/>
              <a:t>6</a:t>
            </a:fld>
            <a:endParaRPr lang="en-US"/>
          </a:p>
        </p:txBody>
      </p:sp>
    </p:spTree>
    <p:extLst>
      <p:ext uri="{BB962C8B-B14F-4D97-AF65-F5344CB8AC3E}">
        <p14:creationId xmlns:p14="http://schemas.microsoft.com/office/powerpoint/2010/main" val="2289187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CE0F3-872B-7E14-ACD4-AB5D7364BE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4CF273-10C4-D315-D1E8-B037262DF1B7}"/>
              </a:ext>
            </a:extLst>
          </p:cNvPr>
          <p:cNvSpPr>
            <a:spLocks noGrp="1"/>
          </p:cNvSpPr>
          <p:nvPr>
            <p:ph type="title"/>
          </p:nvPr>
        </p:nvSpPr>
        <p:spPr>
          <a:xfrm>
            <a:off x="460375" y="552450"/>
            <a:ext cx="11268075" cy="857250"/>
          </a:xfrm>
        </p:spPr>
        <p:txBody>
          <a:bodyPr/>
          <a:lstStyle/>
          <a:p>
            <a:pPr algn="l">
              <a:lnSpc>
                <a:spcPct val="95000"/>
              </a:lnSpc>
            </a:pPr>
            <a:r>
              <a:rPr lang="en-US" sz="2300" b="1">
                <a:solidFill>
                  <a:srgbClr val="070154"/>
                </a:solidFill>
                <a:latin typeface="Arial"/>
              </a:rPr>
              <a:t>West Monroe recommends 2 goals for this modernization effort: alignin</a:t>
            </a:r>
            <a:r>
              <a:rPr lang="en-US" sz="2300">
                <a:solidFill>
                  <a:srgbClr val="070154"/>
                </a:solidFill>
                <a:latin typeface="Arial"/>
              </a:rPr>
              <a:t>g </a:t>
            </a:r>
            <a:r>
              <a:rPr lang="en-US" sz="2300" err="1">
                <a:solidFill>
                  <a:srgbClr val="070154"/>
                </a:solidFill>
                <a:latin typeface="Arial"/>
              </a:rPr>
              <a:t>Eaglesoft</a:t>
            </a:r>
            <a:r>
              <a:rPr lang="en-US" sz="2300">
                <a:solidFill>
                  <a:srgbClr val="070154"/>
                </a:solidFill>
                <a:latin typeface="Arial"/>
              </a:rPr>
              <a:t> to a classic 3-tier architecture and modernizing the user interface stack</a:t>
            </a:r>
            <a:endParaRPr lang="en-US" sz="2300" b="1">
              <a:solidFill>
                <a:srgbClr val="070154"/>
              </a:solidFill>
              <a:latin typeface="Arial"/>
            </a:endParaRPr>
          </a:p>
        </p:txBody>
      </p:sp>
      <p:sp>
        <p:nvSpPr>
          <p:cNvPr id="3" name="Text Placeholder 2">
            <a:extLst>
              <a:ext uri="{FF2B5EF4-FFF2-40B4-BE49-F238E27FC236}">
                <a16:creationId xmlns:a16="http://schemas.microsoft.com/office/drawing/2014/main" id="{20FC3EA1-B44C-67D6-2043-A96DD5619AE3}"/>
              </a:ext>
            </a:extLst>
          </p:cNvPr>
          <p:cNvSpPr>
            <a:spLocks noGrp="1"/>
          </p:cNvSpPr>
          <p:nvPr>
            <p:ph type="body" sz="quarter" idx="19"/>
          </p:nvPr>
        </p:nvSpPr>
        <p:spPr>
          <a:xfrm>
            <a:off x="465073" y="0"/>
            <a:ext cx="5106924" cy="556895"/>
          </a:xfrm>
        </p:spPr>
        <p:txBody>
          <a:bodyPr/>
          <a:lstStyle/>
          <a:p>
            <a:pPr algn="l"/>
            <a:r>
              <a:rPr lang="en-US" sz="1000" b="1" spc="120">
                <a:solidFill>
                  <a:srgbClr val="4B5D85"/>
                </a:solidFill>
                <a:latin typeface="Arial"/>
              </a:rPr>
              <a:t>OUR PERSPECTIVE</a:t>
            </a:r>
          </a:p>
        </p:txBody>
      </p:sp>
      <p:sp>
        <p:nvSpPr>
          <p:cNvPr id="2" name="Pentagon 1">
            <a:extLst>
              <a:ext uri="{FF2B5EF4-FFF2-40B4-BE49-F238E27FC236}">
                <a16:creationId xmlns:a16="http://schemas.microsoft.com/office/drawing/2014/main" id="{1CD408A0-135A-92B5-8A52-328E96EFFB2B}"/>
              </a:ext>
            </a:extLst>
          </p:cNvPr>
          <p:cNvSpPr>
            <a:spLocks noChangeAspect="1"/>
          </p:cNvSpPr>
          <p:nvPr/>
        </p:nvSpPr>
        <p:spPr bwMode="auto">
          <a:xfrm>
            <a:off x="-1" y="1625600"/>
            <a:ext cx="4530725" cy="3505200"/>
          </a:xfrm>
          <a:prstGeom prst="homePlate">
            <a:avLst>
              <a:gd name="adj" fmla="val 27315"/>
            </a:avLst>
          </a:prstGeom>
          <a:solidFill>
            <a:srgbClr val="E7EEF8"/>
          </a:solidFill>
          <a:ln w="50800">
            <a:noFill/>
          </a:ln>
          <a:effectLst/>
        </p:spPr>
        <p:txBody>
          <a:bodyPr rot="0" spcFirstLastPara="0" vertOverflow="overflow" horzOverflow="overflow" vert="horz" wrap="square" lIns="137160" tIns="0" rIns="27432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1600"/>
              </a:spcAft>
              <a:buClrTx/>
              <a:buSzTx/>
              <a:buFont typeface="Arial" panose="020B0604020202020204" pitchFamily="34" charset="0"/>
              <a:buNone/>
              <a:tabLst/>
              <a:defRPr/>
            </a:pPr>
            <a:endParaRPr kumimoji="0" lang="en-US" sz="1200" b="0" i="0" u="none" strike="noStrike" kern="1200" cap="none" spc="0" normalizeH="0" baseline="0" noProof="0">
              <a:ln>
                <a:noFill/>
              </a:ln>
              <a:solidFill>
                <a:srgbClr val="070154"/>
              </a:solidFill>
              <a:effectLst/>
              <a:uLnTx/>
              <a:uFillTx/>
              <a:latin typeface="Arial" panose="020B0604020202020204"/>
              <a:ea typeface="+mn-ea"/>
              <a:cs typeface="Arial"/>
            </a:endParaRPr>
          </a:p>
        </p:txBody>
      </p:sp>
      <p:sp>
        <p:nvSpPr>
          <p:cNvPr id="4" name="TextBox 3">
            <a:extLst>
              <a:ext uri="{FF2B5EF4-FFF2-40B4-BE49-F238E27FC236}">
                <a16:creationId xmlns:a16="http://schemas.microsoft.com/office/drawing/2014/main" id="{941C2411-6B95-C83A-3452-066526755AE6}"/>
              </a:ext>
            </a:extLst>
          </p:cNvPr>
          <p:cNvSpPr txBox="1"/>
          <p:nvPr/>
        </p:nvSpPr>
        <p:spPr>
          <a:xfrm>
            <a:off x="4556125" y="1955800"/>
            <a:ext cx="7280529" cy="50783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70154"/>
                </a:solidFill>
                <a:effectLst/>
                <a:uLnTx/>
                <a:uFillTx/>
                <a:latin typeface="Arial"/>
                <a:ea typeface="+mn-ea"/>
                <a:cs typeface="+mn-cs"/>
              </a:rPr>
              <a:t>West Monroe recommends taking a user-journey focused approach to the modernization program. But identifying and prioritizing user journeys, we can align the modernization and testing strategy approach to ensure that changes are desirable, performant and validated. </a:t>
            </a:r>
          </a:p>
        </p:txBody>
      </p:sp>
      <p:sp>
        <p:nvSpPr>
          <p:cNvPr id="9" name="TextBox 8">
            <a:extLst>
              <a:ext uri="{FF2B5EF4-FFF2-40B4-BE49-F238E27FC236}">
                <a16:creationId xmlns:a16="http://schemas.microsoft.com/office/drawing/2014/main" id="{3E55AB3F-7CD2-3326-418C-874706A2C2B6}"/>
              </a:ext>
            </a:extLst>
          </p:cNvPr>
          <p:cNvSpPr txBox="1"/>
          <p:nvPr/>
        </p:nvSpPr>
        <p:spPr>
          <a:xfrm>
            <a:off x="4556125" y="1581150"/>
            <a:ext cx="3175000" cy="330200"/>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900D3"/>
                </a:solidFill>
                <a:effectLst/>
                <a:uLnTx/>
                <a:uFillTx/>
                <a:latin typeface="Arial"/>
                <a:ea typeface="+mn-ea"/>
                <a:cs typeface="+mn-cs"/>
              </a:rPr>
              <a:t>VISION FOR THE FUTURE</a:t>
            </a:r>
          </a:p>
        </p:txBody>
      </p:sp>
      <p:sp>
        <p:nvSpPr>
          <p:cNvPr id="1095" name="TextBox 1094">
            <a:extLst>
              <a:ext uri="{FF2B5EF4-FFF2-40B4-BE49-F238E27FC236}">
                <a16:creationId xmlns:a16="http://schemas.microsoft.com/office/drawing/2014/main" id="{51D532BB-B1FD-C55F-A93E-C965070B9B8E}"/>
              </a:ext>
            </a:extLst>
          </p:cNvPr>
          <p:cNvSpPr txBox="1"/>
          <p:nvPr/>
        </p:nvSpPr>
        <p:spPr>
          <a:xfrm>
            <a:off x="457200" y="1816100"/>
            <a:ext cx="3149600" cy="3111500"/>
          </a:xfrm>
          <a:prstGeom prst="rect">
            <a:avLst/>
          </a:prstGeom>
          <a:noFill/>
        </p:spPr>
        <p:txBody>
          <a:bodyPr wrap="square">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500" b="1" i="0" u="none" strike="noStrike" kern="1200" cap="none" spc="0" normalizeH="0" baseline="0" noProof="0">
                <a:ln>
                  <a:noFill/>
                </a:ln>
                <a:solidFill>
                  <a:srgbClr val="0047FF"/>
                </a:solidFill>
                <a:effectLst/>
                <a:uLnTx/>
                <a:uFillTx/>
                <a:latin typeface="Arial"/>
                <a:ea typeface="+mn-ea"/>
                <a:cs typeface="+mn-cs"/>
              </a:rPr>
              <a:t>CURRENT STATE</a:t>
            </a:r>
          </a:p>
          <a:p>
            <a:pPr marL="0" marR="0" lvl="0" indent="0" algn="l" defTabSz="914400" rtl="0" eaLnBrk="1" fontAlgn="auto" latinLnBrk="0" hangingPunct="1">
              <a:lnSpc>
                <a:spcPct val="90000"/>
              </a:lnSpc>
              <a:spcBef>
                <a:spcPts val="0"/>
              </a:spcBef>
              <a:spcAft>
                <a:spcPts val="500"/>
              </a:spcAft>
              <a:buClrTx/>
              <a:buSzTx/>
              <a:buFontTx/>
              <a:buNone/>
              <a:tabLst/>
              <a:defRPr/>
            </a:pPr>
            <a:r>
              <a:rPr kumimoji="0" lang="en-US" sz="1050" b="0" i="0" u="none" strike="noStrike" kern="1200" cap="none" spc="0" normalizeH="0" baseline="0" noProof="0">
                <a:ln>
                  <a:noFill/>
                </a:ln>
                <a:solidFill>
                  <a:srgbClr val="070154"/>
                </a:solidFill>
                <a:effectLst/>
                <a:uLnTx/>
                <a:uFillTx/>
                <a:latin typeface="Arial"/>
                <a:ea typeface="+mn-ea"/>
                <a:cs typeface="+mn-cs"/>
              </a:rPr>
              <a:t>PowerBuilder supports a practice-local application where the user experience, business behavior, and data access have grown together.</a:t>
            </a:r>
          </a:p>
          <a:p>
            <a:pPr marL="118872" marR="0" lvl="0" indent="-118872" algn="l" defTabSz="914400" rtl="0" eaLnBrk="1" fontAlgn="auto" latinLnBrk="0" hangingPunct="1">
              <a:lnSpc>
                <a:spcPct val="90000"/>
              </a:lnSpc>
              <a:spcBef>
                <a:spcPts val="0"/>
              </a:spcBef>
              <a:spcAft>
                <a:spcPts val="400"/>
              </a:spcAft>
              <a:buClrTx/>
              <a:buSzTx/>
              <a:buFontTx/>
              <a:buChar char="•"/>
              <a:tabLst/>
              <a:defRPr/>
            </a:pPr>
            <a:r>
              <a:rPr kumimoji="0" lang="en-US" sz="1000" b="0" i="0" u="none" strike="noStrike" kern="1200" cap="none" spc="0" normalizeH="0" baseline="0" noProof="0">
                <a:ln>
                  <a:noFill/>
                </a:ln>
                <a:solidFill>
                  <a:srgbClr val="070154"/>
                </a:solidFill>
                <a:effectLst/>
                <a:uLnTx/>
                <a:uFillTx/>
                <a:latin typeface="Arial"/>
                <a:ea typeface="+mn-ea"/>
                <a:cs typeface="+mn-cs"/>
              </a:rPr>
              <a:t>The user experience remains tied to a legacy desktop runtime.</a:t>
            </a:r>
          </a:p>
          <a:p>
            <a:pPr marL="118872" marR="0" lvl="0" indent="-118872" algn="l" defTabSz="914400" rtl="0" eaLnBrk="1" fontAlgn="auto" latinLnBrk="0" hangingPunct="1">
              <a:lnSpc>
                <a:spcPct val="90000"/>
              </a:lnSpc>
              <a:spcBef>
                <a:spcPts val="0"/>
              </a:spcBef>
              <a:spcAft>
                <a:spcPts val="400"/>
              </a:spcAft>
              <a:buClrTx/>
              <a:buSzTx/>
              <a:buFontTx/>
              <a:buChar char="•"/>
              <a:tabLst/>
              <a:defRPr/>
            </a:pPr>
            <a:r>
              <a:rPr kumimoji="0" lang="en-US" sz="1000" b="0" i="0" u="none" strike="noStrike" kern="1200" cap="none" spc="0" normalizeH="0" baseline="0" noProof="0">
                <a:ln>
                  <a:noFill/>
                </a:ln>
                <a:solidFill>
                  <a:srgbClr val="070154"/>
                </a:solidFill>
                <a:effectLst/>
                <a:uLnTx/>
                <a:uFillTx/>
                <a:latin typeface="Arial"/>
                <a:ea typeface="+mn-ea"/>
                <a:cs typeface="+mn-cs"/>
              </a:rPr>
              <a:t>Business rules and transaction behavior span UI code and direct data paths.</a:t>
            </a:r>
          </a:p>
          <a:p>
            <a:pPr marL="118872" marR="0" lvl="0" indent="-118872" algn="l" defTabSz="914400" rtl="0" eaLnBrk="1" fontAlgn="auto" latinLnBrk="0" hangingPunct="1">
              <a:lnSpc>
                <a:spcPct val="90000"/>
              </a:lnSpc>
              <a:spcBef>
                <a:spcPts val="0"/>
              </a:spcBef>
              <a:spcAft>
                <a:spcPts val="400"/>
              </a:spcAft>
              <a:buClrTx/>
              <a:buSzTx/>
              <a:buFontTx/>
              <a:buChar char="•"/>
              <a:tabLst/>
              <a:defRPr/>
            </a:pPr>
            <a:r>
              <a:rPr kumimoji="0" lang="en-US" sz="1000" b="0" i="0" u="none" strike="noStrike" kern="1200" cap="none" spc="0" normalizeH="0" baseline="0" noProof="0">
                <a:ln>
                  <a:noFill/>
                </a:ln>
                <a:solidFill>
                  <a:srgbClr val="070154"/>
                </a:solidFill>
                <a:effectLst/>
                <a:uLnTx/>
                <a:uFillTx/>
                <a:latin typeface="Arial"/>
                <a:ea typeface="+mn-ea"/>
                <a:cs typeface="+mn-cs"/>
              </a:rPr>
              <a:t>Device and partner dependencies shape each journey transition.</a:t>
            </a:r>
          </a:p>
          <a:p>
            <a:pPr marL="118872" marR="0" lvl="0" indent="-118872" algn="l" defTabSz="914400" rtl="0" eaLnBrk="1" fontAlgn="auto" latinLnBrk="0" hangingPunct="1">
              <a:lnSpc>
                <a:spcPct val="90000"/>
              </a:lnSpc>
              <a:spcBef>
                <a:spcPts val="0"/>
              </a:spcBef>
              <a:spcAft>
                <a:spcPts val="0"/>
              </a:spcAft>
              <a:buClrTx/>
              <a:buSzTx/>
              <a:buFontTx/>
              <a:buChar char="•"/>
              <a:tabLst/>
              <a:defRPr/>
            </a:pPr>
            <a:r>
              <a:rPr kumimoji="0" lang="en-US" sz="1000" b="0" i="0" u="none" strike="noStrike" kern="1200" cap="none" spc="0" normalizeH="0" baseline="0" noProof="0">
                <a:ln>
                  <a:noFill/>
                </a:ln>
                <a:solidFill>
                  <a:srgbClr val="070154"/>
                </a:solidFill>
                <a:effectLst/>
                <a:uLnTx/>
                <a:uFillTx/>
                <a:latin typeface="Arial"/>
                <a:ea typeface="+mn-ea"/>
                <a:cs typeface="+mn-cs"/>
              </a:rPr>
              <a:t>Screen-only replacement preserves the existing business and data coupling.</a:t>
            </a:r>
          </a:p>
        </p:txBody>
      </p:sp>
      <p:sp>
        <p:nvSpPr>
          <p:cNvPr id="14" name="TextBox 13">
            <a:extLst>
              <a:ext uri="{FF2B5EF4-FFF2-40B4-BE49-F238E27FC236}">
                <a16:creationId xmlns:a16="http://schemas.microsoft.com/office/drawing/2014/main" id="{DDBD64E4-2A39-0BFD-EF74-9EB7105C1FA1}"/>
              </a:ext>
            </a:extLst>
          </p:cNvPr>
          <p:cNvSpPr txBox="1"/>
          <p:nvPr/>
        </p:nvSpPr>
        <p:spPr>
          <a:xfrm>
            <a:off x="4556125" y="2921000"/>
            <a:ext cx="7280529" cy="279400"/>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70154"/>
                </a:solidFill>
                <a:effectLst/>
                <a:uLnTx/>
                <a:uFillTx/>
                <a:latin typeface="Arial"/>
                <a:ea typeface="+mn-ea"/>
                <a:cs typeface="+mn-cs"/>
              </a:rPr>
              <a:t>An independent application foundation</a:t>
            </a:r>
          </a:p>
        </p:txBody>
      </p:sp>
      <p:sp>
        <p:nvSpPr>
          <p:cNvPr id="17" name="TextBox 16">
            <a:extLst>
              <a:ext uri="{FF2B5EF4-FFF2-40B4-BE49-F238E27FC236}">
                <a16:creationId xmlns:a16="http://schemas.microsoft.com/office/drawing/2014/main" id="{91C29443-FF7E-3B12-BC67-2F0BC72C60C7}"/>
              </a:ext>
            </a:extLst>
          </p:cNvPr>
          <p:cNvSpPr txBox="1"/>
          <p:nvPr/>
        </p:nvSpPr>
        <p:spPr>
          <a:xfrm>
            <a:off x="4556125" y="5321300"/>
            <a:ext cx="7280529" cy="660400"/>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1" i="0" u="none" strike="noStrike" kern="1200" cap="none" spc="0" normalizeH="0" baseline="0" noProof="0">
                <a:ln>
                  <a:noFill/>
                </a:ln>
                <a:solidFill>
                  <a:srgbClr val="070154"/>
                </a:solidFill>
                <a:effectLst/>
                <a:uLnTx/>
                <a:uFillTx/>
                <a:latin typeface="Arial"/>
                <a:ea typeface="+mn-ea"/>
                <a:cs typeface="+mn-cs"/>
              </a:rPr>
              <a:t>Outcome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70154"/>
                </a:solidFill>
                <a:effectLst/>
                <a:uLnTx/>
                <a:uFillTx/>
                <a:latin typeface="Arial"/>
                <a:ea typeface="+mn-ea"/>
                <a:cs typeface="+mn-cs"/>
              </a:rPr>
              <a:t>An independent user experience, reusable business operations, governed data access, and a clear path to PowerBuilder retirement.</a:t>
            </a:r>
          </a:p>
        </p:txBody>
      </p:sp>
      <p:sp>
        <p:nvSpPr>
          <p:cNvPr id="10" name="Footer Placeholder 9">
            <a:extLst>
              <a:ext uri="{FF2B5EF4-FFF2-40B4-BE49-F238E27FC236}">
                <a16:creationId xmlns:a16="http://schemas.microsoft.com/office/drawing/2014/main" id="{0EC97BEA-A940-314D-A75A-62A3D402ACCC}"/>
              </a:ext>
            </a:extLst>
          </p:cNvPr>
          <p:cNvSpPr>
            <a:spLocks noGrp="1"/>
          </p:cNvSpPr>
          <p:nvPr>
            <p:ph type="ftr" sz="quarter" idx="10"/>
          </p:nvPr>
        </p:nvSpPr>
        <p:spPr/>
        <p:txBody>
          <a:bodyPr/>
          <a:lstStyle/>
          <a:p>
            <a:pPr marL="0" marR="0" lvl="0" indent="9525"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11" name="Slide Number Placeholder 10">
            <a:extLst>
              <a:ext uri="{FF2B5EF4-FFF2-40B4-BE49-F238E27FC236}">
                <a16:creationId xmlns:a16="http://schemas.microsoft.com/office/drawing/2014/main" id="{320B3EF2-6D99-CD62-4727-DDB2647071AB}"/>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7</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5" name="Foundation Principle 1">
            <a:extLst>
              <a:ext uri="{FF2B5EF4-FFF2-40B4-BE49-F238E27FC236}">
                <a16:creationId xmlns:a16="http://schemas.microsoft.com/office/drawing/2014/main" id="{98D4295A-D853-D246-9026-70B7501ADC62}"/>
              </a:ext>
            </a:extLst>
          </p:cNvPr>
          <p:cNvSpPr/>
          <p:nvPr/>
        </p:nvSpPr>
        <p:spPr bwMode="auto">
          <a:xfrm>
            <a:off x="4556125" y="3378200"/>
            <a:ext cx="1801082" cy="17907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9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POWERBUILDER RETIREMENT</a:t>
            </a:r>
            <a:r>
              <a:rPr kumimoji="0" lang="en-US" sz="850" b="0" i="0" u="none" strike="noStrike" kern="1200" cap="none" spc="0" normalizeH="0" baseline="0" noProof="0">
                <a:ln>
                  <a:noFill/>
                </a:ln>
                <a:solidFill>
                  <a:srgbClr val="FFFFFF"/>
                </a:solidFill>
                <a:effectLst/>
                <a:uLnTx/>
                <a:uFillTx/>
                <a:latin typeface="Arial"/>
                <a:ea typeface="Roboto" panose="02000000000000000000" pitchFamily="2" charset="0"/>
                <a:cs typeface="Arial"/>
              </a:rPr>
              <a:t>
PowerBuilder has become a niche, legacy application stack. West Monroe recommends modernizing to a web-based user interface layer to ensure Pattern can continue to hire skilled engineers, to support a potential SaaS-</a:t>
            </a:r>
            <a:r>
              <a:rPr kumimoji="0" lang="en-US" sz="850" b="0" i="0" u="none" strike="noStrike" kern="1200" cap="none" spc="0" normalizeH="0" baseline="0" noProof="0" err="1">
                <a:ln>
                  <a:noFill/>
                </a:ln>
                <a:solidFill>
                  <a:srgbClr val="FFFFFF"/>
                </a:solidFill>
                <a:effectLst/>
                <a:uLnTx/>
                <a:uFillTx/>
                <a:latin typeface="Arial"/>
                <a:ea typeface="Roboto" panose="02000000000000000000" pitchFamily="2" charset="0"/>
                <a:cs typeface="Arial"/>
              </a:rPr>
              <a:t>ification</a:t>
            </a:r>
            <a:r>
              <a:rPr kumimoji="0" lang="en-US" sz="850" b="0" i="0" u="none" strike="noStrike" kern="1200" cap="none" spc="0" normalizeH="0" baseline="0" noProof="0">
                <a:ln>
                  <a:noFill/>
                </a:ln>
                <a:solidFill>
                  <a:srgbClr val="FFFFFF"/>
                </a:solidFill>
                <a:effectLst/>
                <a:uLnTx/>
                <a:uFillTx/>
                <a:latin typeface="Arial"/>
                <a:ea typeface="Roboto" panose="02000000000000000000" pitchFamily="2" charset="0"/>
                <a:cs typeface="Arial"/>
              </a:rPr>
              <a:t> of the product, and alignment with potential desktop and mobile deployment capabilities.</a:t>
            </a:r>
          </a:p>
        </p:txBody>
      </p:sp>
      <p:sp>
        <p:nvSpPr>
          <p:cNvPr id="6" name="Foundation Principle 2">
            <a:extLst>
              <a:ext uri="{FF2B5EF4-FFF2-40B4-BE49-F238E27FC236}">
                <a16:creationId xmlns:a16="http://schemas.microsoft.com/office/drawing/2014/main" id="{D7EED0F1-F596-8940-B99A-2F36CCCC5E92}"/>
              </a:ext>
            </a:extLst>
          </p:cNvPr>
          <p:cNvSpPr/>
          <p:nvPr/>
        </p:nvSpPr>
        <p:spPr bwMode="auto">
          <a:xfrm>
            <a:off x="6382607" y="3378200"/>
            <a:ext cx="1801082" cy="17907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9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THREE-TIER RESPONSIBILITY</a:t>
            </a:r>
            <a:r>
              <a:rPr kumimoji="0" lang="en-US" sz="850" b="0" i="0" u="none" strike="noStrike" kern="1200" cap="none" spc="0" normalizeH="0" baseline="0" noProof="0">
                <a:ln>
                  <a:noFill/>
                </a:ln>
                <a:solidFill>
                  <a:srgbClr val="FFFFFF"/>
                </a:solidFill>
                <a:effectLst/>
                <a:uLnTx/>
                <a:uFillTx/>
                <a:latin typeface="Arial"/>
                <a:ea typeface="Roboto" panose="02000000000000000000" pitchFamily="2" charset="0"/>
                <a:cs typeface="Arial"/>
              </a:rPr>
              <a:t>
Modern application architecture practices </a:t>
            </a:r>
            <a:r>
              <a:rPr kumimoji="0" lang="en-US" sz="850" b="0" i="0" u="none" strike="noStrike" kern="1200" cap="none" spc="0" normalizeH="0" baseline="0" noProof="0" err="1">
                <a:ln>
                  <a:noFill/>
                </a:ln>
                <a:solidFill>
                  <a:srgbClr val="FFFFFF"/>
                </a:solidFill>
                <a:effectLst/>
                <a:uLnTx/>
                <a:uFillTx/>
                <a:latin typeface="Arial"/>
                <a:ea typeface="Roboto" panose="02000000000000000000" pitchFamily="2" charset="0"/>
                <a:cs typeface="Arial"/>
              </a:rPr>
              <a:t>ove</a:t>
            </a:r>
            <a:r>
              <a:rPr lang="en-US" sz="850">
                <a:solidFill>
                  <a:srgbClr val="FFFFFF"/>
                </a:solidFill>
                <a:latin typeface="Arial"/>
                <a:ea typeface="Roboto" panose="02000000000000000000" pitchFamily="2" charset="0"/>
                <a:cs typeface="Arial"/>
              </a:rPr>
              <a:t>r the last 15 years recommend a 3-tier structure: data access, service/domain, and user interface to ensure each layer can be maintained and upgraded separately. West Monroe recommends aligning to this high-level approach as an outcome of the modernization.</a:t>
            </a:r>
            <a:endParaRPr kumimoji="0" lang="en-US" sz="850" b="0" i="0" u="none" strike="noStrike" kern="1200" cap="none" spc="0" normalizeH="0" baseline="0" noProof="0">
              <a:ln>
                <a:noFill/>
              </a:ln>
              <a:solidFill>
                <a:srgbClr val="FFFFFF"/>
              </a:solidFill>
              <a:effectLst/>
              <a:uLnTx/>
              <a:uFillTx/>
              <a:latin typeface="Arial"/>
              <a:ea typeface="Roboto" panose="02000000000000000000" pitchFamily="2" charset="0"/>
              <a:cs typeface="Arial"/>
            </a:endParaRPr>
          </a:p>
        </p:txBody>
      </p:sp>
      <p:sp>
        <p:nvSpPr>
          <p:cNvPr id="8" name="Foundation Principle 3">
            <a:extLst>
              <a:ext uri="{FF2B5EF4-FFF2-40B4-BE49-F238E27FC236}">
                <a16:creationId xmlns:a16="http://schemas.microsoft.com/office/drawing/2014/main" id="{D24B3B27-9A2D-AF45-86CA-EA2E3CD47A55}"/>
              </a:ext>
            </a:extLst>
          </p:cNvPr>
          <p:cNvSpPr/>
          <p:nvPr/>
        </p:nvSpPr>
        <p:spPr bwMode="auto">
          <a:xfrm>
            <a:off x="8209089" y="3378200"/>
            <a:ext cx="1801082" cy="17907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9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WEB EXPERIENCE ON PREMISES</a:t>
            </a:r>
            <a:r>
              <a:rPr kumimoji="0" lang="en-US" sz="850" b="0" i="0" u="none" strike="noStrike" kern="1200" cap="none" spc="0" normalizeH="0" baseline="0" noProof="0">
                <a:ln>
                  <a:noFill/>
                </a:ln>
                <a:solidFill>
                  <a:srgbClr val="FFFFFF"/>
                </a:solidFill>
                <a:effectLst/>
                <a:uLnTx/>
                <a:uFillTx/>
                <a:latin typeface="Arial"/>
                <a:ea typeface="Roboto" panose="02000000000000000000" pitchFamily="2" charset="0"/>
                <a:cs typeface="Arial"/>
              </a:rPr>
              <a:t>
React provides browser or PWA delivery within the practice network. Embedded and desktop routes remain transition choices. WAN network support could potentially allow multi-site expansion for practices with that network capability. </a:t>
            </a:r>
          </a:p>
        </p:txBody>
      </p:sp>
      <p:sp>
        <p:nvSpPr>
          <p:cNvPr id="12" name="Foundation Principle 4">
            <a:extLst>
              <a:ext uri="{FF2B5EF4-FFF2-40B4-BE49-F238E27FC236}">
                <a16:creationId xmlns:a16="http://schemas.microsoft.com/office/drawing/2014/main" id="{4C27F6E3-FFD2-894E-B37F-C8EF5A4F7B40}"/>
              </a:ext>
            </a:extLst>
          </p:cNvPr>
          <p:cNvSpPr/>
          <p:nvPr/>
        </p:nvSpPr>
        <p:spPr bwMode="auto">
          <a:xfrm>
            <a:off x="10035571" y="3378200"/>
            <a:ext cx="1801082" cy="1790700"/>
          </a:xfrm>
          <a:prstGeom prst="rect">
            <a:avLst/>
          </a:prstGeom>
          <a:solidFill>
            <a:srgbClr val="07015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rm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9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JOURNEY-LED DELIVERY</a:t>
            </a:r>
            <a:r>
              <a:rPr kumimoji="0" lang="en-US" sz="850" b="0" i="0" u="none" strike="noStrike" kern="1200" cap="none" spc="0" normalizeH="0" baseline="0" noProof="0">
                <a:ln>
                  <a:noFill/>
                </a:ln>
                <a:solidFill>
                  <a:srgbClr val="FFFFFF"/>
                </a:solidFill>
                <a:effectLst/>
                <a:uLnTx/>
                <a:uFillTx/>
                <a:latin typeface="Arial"/>
                <a:ea typeface="Roboto" panose="02000000000000000000" pitchFamily="2" charset="0"/>
                <a:cs typeface="Arial"/>
              </a:rPr>
              <a:t>
By using a journey-led approach, the disruption inside individual critical user journeys is minimized. </a:t>
            </a:r>
            <a:r>
              <a:rPr lang="en-US" sz="850">
                <a:solidFill>
                  <a:srgbClr val="FFFFFF"/>
                </a:solidFill>
                <a:latin typeface="Arial"/>
                <a:ea typeface="Roboto" panose="02000000000000000000" pitchFamily="2" charset="0"/>
                <a:cs typeface="Arial"/>
              </a:rPr>
              <a:t>P</a:t>
            </a:r>
            <a:r>
              <a:rPr kumimoji="0" lang="en-US" sz="850" b="0" i="0" u="none" strike="noStrike" kern="1200" cap="none" spc="0" normalizeH="0" baseline="0" noProof="0" err="1">
                <a:ln>
                  <a:noFill/>
                </a:ln>
                <a:solidFill>
                  <a:srgbClr val="FFFFFF"/>
                </a:solidFill>
                <a:effectLst/>
                <a:uLnTx/>
                <a:uFillTx/>
                <a:latin typeface="Arial"/>
                <a:ea typeface="Roboto" panose="02000000000000000000" pitchFamily="2" charset="0"/>
                <a:cs typeface="Arial"/>
              </a:rPr>
              <a:t>iloting</a:t>
            </a:r>
            <a:r>
              <a:rPr kumimoji="0" lang="en-US" sz="850" b="0" i="0" u="none" strike="noStrike" kern="1200" cap="none" spc="0" normalizeH="0" baseline="0" noProof="0">
                <a:ln>
                  <a:noFill/>
                </a:ln>
                <a:solidFill>
                  <a:srgbClr val="FFFFFF"/>
                </a:solidFill>
                <a:effectLst/>
                <a:uLnTx/>
                <a:uFillTx/>
                <a:latin typeface="Arial"/>
                <a:ea typeface="Roboto" panose="02000000000000000000" pitchFamily="2" charset="0"/>
                <a:cs typeface="Arial"/>
              </a:rPr>
              <a:t> specific personas or roles holistically can create a more seamless transition experience for customers. In addition, end to end testing for specific flows can be aligned with the testing workstream.</a:t>
            </a:r>
          </a:p>
        </p:txBody>
      </p:sp>
      <p:graphicFrame>
        <p:nvGraphicFramePr>
          <p:cNvPr id="13" name="Table 12">
            <a:extLst>
              <a:ext uri="{FF2B5EF4-FFF2-40B4-BE49-F238E27FC236}">
                <a16:creationId xmlns:a16="http://schemas.microsoft.com/office/drawing/2014/main" id="{D09732D1-24D7-9061-2374-C154DB48445C}"/>
              </a:ext>
            </a:extLst>
          </p:cNvPr>
          <p:cNvGraphicFramePr>
            <a:graphicFrameLocks noGrp="1"/>
          </p:cNvGraphicFramePr>
          <p:nvPr>
            <p:extLst>
              <p:ext uri="{D42A27DB-BD31-4B8C-83A1-F6EECF244321}">
                <p14:modId xmlns:p14="http://schemas.microsoft.com/office/powerpoint/2010/main" val="3510478584"/>
              </p:ext>
            </p:extLst>
          </p:nvPr>
        </p:nvGraphicFramePr>
        <p:xfrm>
          <a:off x="11841036" y="194314"/>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Ri </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Tree>
    <p:extLst>
      <p:ext uri="{BB962C8B-B14F-4D97-AF65-F5344CB8AC3E}">
        <p14:creationId xmlns:p14="http://schemas.microsoft.com/office/powerpoint/2010/main" val="502141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84A8006-FA77-FE3B-7C75-217F91A86023}"/>
              </a:ext>
            </a:extLst>
          </p:cNvPr>
          <p:cNvSpPr>
            <a:spLocks noGrp="1"/>
          </p:cNvSpPr>
          <p:nvPr>
            <p:ph type="ftr" sz="quarter" idx="24"/>
          </p:nvPr>
        </p:nvSpPr>
        <p:spPr/>
        <p:txBody>
          <a:bodyPr/>
          <a:lstStyle/>
          <a:p>
            <a:pPr marL="0" marR="0" lvl="0" indent="9525"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DF5DD677-8E14-F860-0D08-7EE0D06E46FB}"/>
              </a:ext>
            </a:extLst>
          </p:cNvPr>
          <p:cNvSpPr>
            <a:spLocks noGrp="1"/>
          </p:cNvSpPr>
          <p:nvPr>
            <p:ph type="sldNum" sz="quarter" idx="25"/>
          </p:nvPr>
        </p:nvSpPr>
        <p:spPr>
          <a:xfrm>
            <a:off x="11509578" y="6400799"/>
            <a:ext cx="218871" cy="167949"/>
          </a:xfrm>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8</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22" name="Text Placeholder 21">
            <a:extLst>
              <a:ext uri="{FF2B5EF4-FFF2-40B4-BE49-F238E27FC236}">
                <a16:creationId xmlns:a16="http://schemas.microsoft.com/office/drawing/2014/main" id="{39E3EBF9-D748-3B62-78A3-9D03C8A5DC88}"/>
              </a:ext>
            </a:extLst>
          </p:cNvPr>
          <p:cNvSpPr>
            <a:spLocks noGrp="1"/>
          </p:cNvSpPr>
          <p:nvPr>
            <p:ph type="body" sz="quarter" idx="44"/>
          </p:nvPr>
        </p:nvSpPr>
        <p:spPr>
          <a:xfrm>
            <a:off x="465137" y="0"/>
            <a:ext cx="5334000" cy="406400"/>
          </a:xfrm>
        </p:spPr>
        <p:txBody>
          <a:bodyPr wrap="square">
            <a:normAutofit/>
          </a:bodyPr>
          <a:lstStyle/>
          <a:p>
            <a:r>
              <a:rPr lang="en-US" sz="850">
                <a:solidFill>
                  <a:srgbClr val="526A8E"/>
                </a:solidFill>
                <a:latin typeface="Arial"/>
                <a:cs typeface="Arial"/>
              </a:rPr>
              <a:t>TARGET ARCHITECTURE</a:t>
            </a:r>
          </a:p>
        </p:txBody>
      </p:sp>
      <p:sp>
        <p:nvSpPr>
          <p:cNvPr id="23" name="Title 4">
            <a:extLst>
              <a:ext uri="{FF2B5EF4-FFF2-40B4-BE49-F238E27FC236}">
                <a16:creationId xmlns:a16="http://schemas.microsoft.com/office/drawing/2014/main" id="{7604765D-55DF-1E93-0013-798EF55AC448}"/>
              </a:ext>
            </a:extLst>
          </p:cNvPr>
          <p:cNvSpPr>
            <a:spLocks noGrp="1"/>
          </p:cNvSpPr>
          <p:nvPr>
            <p:ph type="title"/>
          </p:nvPr>
        </p:nvSpPr>
        <p:spPr>
          <a:xfrm>
            <a:off x="460375" y="444500"/>
            <a:ext cx="11264900" cy="609600"/>
          </a:xfrm>
        </p:spPr>
        <p:txBody>
          <a:bodyPr wrap="square" anchor="ctr" anchorCtr="0">
            <a:normAutofit/>
          </a:bodyPr>
          <a:lstStyle/>
          <a:p>
            <a:r>
              <a:rPr lang="en-US" sz="2350">
                <a:solidFill>
                  <a:srgbClr val="100663"/>
                </a:solidFill>
                <a:latin typeface="Arial"/>
                <a:cs typeface="Arial"/>
              </a:rPr>
              <a:t>Recommended target architecture for </a:t>
            </a:r>
            <a:r>
              <a:rPr lang="en-US" sz="2350" err="1">
                <a:solidFill>
                  <a:srgbClr val="100663"/>
                </a:solidFill>
                <a:latin typeface="Arial"/>
                <a:cs typeface="Arial"/>
              </a:rPr>
              <a:t>Eaglesoft</a:t>
            </a:r>
            <a:r>
              <a:rPr lang="en-US" sz="2350">
                <a:solidFill>
                  <a:srgbClr val="100663"/>
                </a:solidFill>
                <a:latin typeface="Arial"/>
                <a:cs typeface="Arial"/>
              </a:rPr>
              <a:t> user journeys</a:t>
            </a:r>
          </a:p>
        </p:txBody>
      </p:sp>
      <p:sp>
        <p:nvSpPr>
          <p:cNvPr id="58" name="TextBox 57">
            <a:extLst>
              <a:ext uri="{FF2B5EF4-FFF2-40B4-BE49-F238E27FC236}">
                <a16:creationId xmlns:a16="http://schemas.microsoft.com/office/drawing/2014/main" id="{1CC81542-038A-F802-F498-E842F7E6ABF2}"/>
              </a:ext>
            </a:extLst>
          </p:cNvPr>
          <p:cNvSpPr txBox="1"/>
          <p:nvPr/>
        </p:nvSpPr>
        <p:spPr>
          <a:xfrm>
            <a:off x="469265" y="1104900"/>
            <a:ext cx="11239500" cy="711200"/>
          </a:xfrm>
          <a:prstGeom prst="rect">
            <a:avLst/>
          </a:prstGeom>
          <a:noFill/>
        </p:spPr>
        <p:txBody>
          <a:bodyPr wrap="square" lIns="0" tIns="0" rIns="0" bIns="0" anchor="t" anchorCtr="0">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180" i="0" u="none" strike="noStrike" kern="1200" cap="none" spc="0" normalizeH="0" baseline="0" noProof="0">
                <a:ln>
                  <a:noFill/>
                </a:ln>
                <a:solidFill>
                  <a:srgbClr val="243B63"/>
                </a:solidFill>
                <a:effectLst/>
                <a:uLnTx/>
                <a:uFillTx/>
                <a:latin typeface="Arial"/>
                <a:cs typeface="Arial"/>
              </a:rPr>
              <a:t>A user journey is the end-to-end work a staff member or customer completes to achieve an outcome. Modernize complete journeys through a three-tier architecture that separates the user interface, API and domain services, and data access.</a:t>
            </a:r>
          </a:p>
        </p:txBody>
      </p:sp>
      <p:sp>
        <p:nvSpPr>
          <p:cNvPr id="4" name="Rectangle 3">
            <a:extLst>
              <a:ext uri="{FF2B5EF4-FFF2-40B4-BE49-F238E27FC236}">
                <a16:creationId xmlns:a16="http://schemas.microsoft.com/office/drawing/2014/main" id="{37930E6C-DF34-E049-9739-A75EF722141A}"/>
              </a:ext>
            </a:extLst>
          </p:cNvPr>
          <p:cNvSpPr/>
          <p:nvPr/>
        </p:nvSpPr>
        <p:spPr bwMode="auto">
          <a:xfrm>
            <a:off x="495300" y="2006600"/>
            <a:ext cx="11214100" cy="4064000"/>
          </a:xfrm>
          <a:prstGeom prst="rect">
            <a:avLst/>
          </a:prstGeom>
          <a:solidFill>
            <a:srgbClr val="FFFFFF"/>
          </a:solidFill>
          <a:ln w="10160">
            <a:solidFill>
              <a:srgbClr val="AFC0D5"/>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 name="TextBox 4">
            <a:extLst>
              <a:ext uri="{FF2B5EF4-FFF2-40B4-BE49-F238E27FC236}">
                <a16:creationId xmlns:a16="http://schemas.microsoft.com/office/drawing/2014/main" id="{64C70F2D-C61D-3A4A-8257-5DDA5048BD71}"/>
              </a:ext>
            </a:extLst>
          </p:cNvPr>
          <p:cNvSpPr txBox="1"/>
          <p:nvPr/>
        </p:nvSpPr>
        <p:spPr>
          <a:xfrm>
            <a:off x="685800" y="2057400"/>
            <a:ext cx="1676400" cy="1905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50" b="1">
                <a:solidFill>
                  <a:srgbClr val="526A8E"/>
                </a:solidFill>
                <a:latin typeface="Arial"/>
                <a:cs typeface="Arial"/>
              </a:rPr>
              <a:t>PRACTICE NETWORK</a:t>
            </a:r>
          </a:p>
        </p:txBody>
      </p:sp>
      <p:sp>
        <p:nvSpPr>
          <p:cNvPr id="6" name="Rectangle 5">
            <a:extLst>
              <a:ext uri="{FF2B5EF4-FFF2-40B4-BE49-F238E27FC236}">
                <a16:creationId xmlns:a16="http://schemas.microsoft.com/office/drawing/2014/main" id="{C2850403-0707-104D-BE27-62A38DDC7B94}"/>
              </a:ext>
            </a:extLst>
          </p:cNvPr>
          <p:cNvSpPr/>
          <p:nvPr/>
        </p:nvSpPr>
        <p:spPr bwMode="auto">
          <a:xfrm>
            <a:off x="8686800" y="2222500"/>
            <a:ext cx="8890" cy="3340100"/>
          </a:xfrm>
          <a:prstGeom prst="rect">
            <a:avLst/>
          </a:prstGeom>
          <a:solidFill>
            <a:srgbClr val="DCE6F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 name="Rectangle 6">
            <a:extLst>
              <a:ext uri="{FF2B5EF4-FFF2-40B4-BE49-F238E27FC236}">
                <a16:creationId xmlns:a16="http://schemas.microsoft.com/office/drawing/2014/main" id="{AC6AD129-0570-D84F-93C8-CF7671F5C4CD}"/>
              </a:ext>
            </a:extLst>
          </p:cNvPr>
          <p:cNvSpPr/>
          <p:nvPr/>
        </p:nvSpPr>
        <p:spPr bwMode="auto">
          <a:xfrm>
            <a:off x="9055100" y="2222500"/>
            <a:ext cx="8890" cy="3340100"/>
          </a:xfrm>
          <a:prstGeom prst="rect">
            <a:avLst/>
          </a:prstGeom>
          <a:solidFill>
            <a:srgbClr val="DCE6F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 name="Rectangle 7">
            <a:extLst>
              <a:ext uri="{FF2B5EF4-FFF2-40B4-BE49-F238E27FC236}">
                <a16:creationId xmlns:a16="http://schemas.microsoft.com/office/drawing/2014/main" id="{B2F2ED26-11F9-A549-887F-227643318E42}"/>
              </a:ext>
            </a:extLst>
          </p:cNvPr>
          <p:cNvSpPr/>
          <p:nvPr/>
        </p:nvSpPr>
        <p:spPr bwMode="auto">
          <a:xfrm>
            <a:off x="9423400" y="2222500"/>
            <a:ext cx="8890" cy="3340100"/>
          </a:xfrm>
          <a:prstGeom prst="rect">
            <a:avLst/>
          </a:prstGeom>
          <a:solidFill>
            <a:srgbClr val="DCE6F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 name="Rectangle 8">
            <a:extLst>
              <a:ext uri="{FF2B5EF4-FFF2-40B4-BE49-F238E27FC236}">
                <a16:creationId xmlns:a16="http://schemas.microsoft.com/office/drawing/2014/main" id="{2EA801CB-4596-954C-A05E-459E65A47BA9}"/>
              </a:ext>
            </a:extLst>
          </p:cNvPr>
          <p:cNvSpPr/>
          <p:nvPr/>
        </p:nvSpPr>
        <p:spPr bwMode="auto">
          <a:xfrm>
            <a:off x="9791700" y="2222500"/>
            <a:ext cx="8890" cy="3340100"/>
          </a:xfrm>
          <a:prstGeom prst="rect">
            <a:avLst/>
          </a:prstGeom>
          <a:solidFill>
            <a:srgbClr val="DCE6F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Rectangle 9">
            <a:extLst>
              <a:ext uri="{FF2B5EF4-FFF2-40B4-BE49-F238E27FC236}">
                <a16:creationId xmlns:a16="http://schemas.microsoft.com/office/drawing/2014/main" id="{A92F731C-247B-7B4F-9D6C-6CB515A9509D}"/>
              </a:ext>
            </a:extLst>
          </p:cNvPr>
          <p:cNvSpPr/>
          <p:nvPr/>
        </p:nvSpPr>
        <p:spPr bwMode="auto">
          <a:xfrm>
            <a:off x="10160000" y="2222500"/>
            <a:ext cx="8890" cy="3340100"/>
          </a:xfrm>
          <a:prstGeom prst="rect">
            <a:avLst/>
          </a:prstGeom>
          <a:solidFill>
            <a:srgbClr val="DCE6F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Rectangle 10">
            <a:extLst>
              <a:ext uri="{FF2B5EF4-FFF2-40B4-BE49-F238E27FC236}">
                <a16:creationId xmlns:a16="http://schemas.microsoft.com/office/drawing/2014/main" id="{9D2CFA08-AE29-804C-B4F0-BC15AFEFCF59}"/>
              </a:ext>
            </a:extLst>
          </p:cNvPr>
          <p:cNvSpPr/>
          <p:nvPr/>
        </p:nvSpPr>
        <p:spPr bwMode="auto">
          <a:xfrm>
            <a:off x="10528300" y="2222500"/>
            <a:ext cx="8890" cy="3340100"/>
          </a:xfrm>
          <a:prstGeom prst="rect">
            <a:avLst/>
          </a:prstGeom>
          <a:solidFill>
            <a:srgbClr val="DCE6F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2" name="Rectangle 11">
            <a:extLst>
              <a:ext uri="{FF2B5EF4-FFF2-40B4-BE49-F238E27FC236}">
                <a16:creationId xmlns:a16="http://schemas.microsoft.com/office/drawing/2014/main" id="{C9F202F6-0255-0D4C-B80C-636965AFC093}"/>
              </a:ext>
            </a:extLst>
          </p:cNvPr>
          <p:cNvSpPr/>
          <p:nvPr/>
        </p:nvSpPr>
        <p:spPr bwMode="auto">
          <a:xfrm>
            <a:off x="10896600" y="2222500"/>
            <a:ext cx="8890" cy="3340100"/>
          </a:xfrm>
          <a:prstGeom prst="rect">
            <a:avLst/>
          </a:prstGeom>
          <a:solidFill>
            <a:srgbClr val="DCE6F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3" name="Rectangle 12">
            <a:extLst>
              <a:ext uri="{FF2B5EF4-FFF2-40B4-BE49-F238E27FC236}">
                <a16:creationId xmlns:a16="http://schemas.microsoft.com/office/drawing/2014/main" id="{288854F1-F1F5-E14A-84C6-4130A8DECA43}"/>
              </a:ext>
            </a:extLst>
          </p:cNvPr>
          <p:cNvSpPr/>
          <p:nvPr/>
        </p:nvSpPr>
        <p:spPr bwMode="auto">
          <a:xfrm>
            <a:off x="11264900" y="2222500"/>
            <a:ext cx="8890" cy="3340100"/>
          </a:xfrm>
          <a:prstGeom prst="rect">
            <a:avLst/>
          </a:prstGeom>
          <a:solidFill>
            <a:srgbClr val="DCE6F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4" name="Rectangle 13">
            <a:extLst>
              <a:ext uri="{FF2B5EF4-FFF2-40B4-BE49-F238E27FC236}">
                <a16:creationId xmlns:a16="http://schemas.microsoft.com/office/drawing/2014/main" id="{81DA3067-8AEC-0442-8B0D-6B6991A609D9}"/>
              </a:ext>
            </a:extLst>
          </p:cNvPr>
          <p:cNvSpPr/>
          <p:nvPr/>
        </p:nvSpPr>
        <p:spPr bwMode="auto">
          <a:xfrm>
            <a:off x="8432800" y="2247900"/>
            <a:ext cx="3022600" cy="8890"/>
          </a:xfrm>
          <a:prstGeom prst="rect">
            <a:avLst/>
          </a:prstGeom>
          <a:solidFill>
            <a:srgbClr val="DCE6F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5" name="Rectangle 14">
            <a:extLst>
              <a:ext uri="{FF2B5EF4-FFF2-40B4-BE49-F238E27FC236}">
                <a16:creationId xmlns:a16="http://schemas.microsoft.com/office/drawing/2014/main" id="{33B2A3E5-173C-E046-9ABD-EFAD98A91269}"/>
              </a:ext>
            </a:extLst>
          </p:cNvPr>
          <p:cNvSpPr/>
          <p:nvPr/>
        </p:nvSpPr>
        <p:spPr bwMode="auto">
          <a:xfrm>
            <a:off x="8432800" y="2603500"/>
            <a:ext cx="3022600" cy="8890"/>
          </a:xfrm>
          <a:prstGeom prst="rect">
            <a:avLst/>
          </a:prstGeom>
          <a:solidFill>
            <a:srgbClr val="DCE6F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6" name="Rectangle 15">
            <a:extLst>
              <a:ext uri="{FF2B5EF4-FFF2-40B4-BE49-F238E27FC236}">
                <a16:creationId xmlns:a16="http://schemas.microsoft.com/office/drawing/2014/main" id="{628D3687-7BCE-4F4D-8658-05DA00142FD7}"/>
              </a:ext>
            </a:extLst>
          </p:cNvPr>
          <p:cNvSpPr/>
          <p:nvPr/>
        </p:nvSpPr>
        <p:spPr bwMode="auto">
          <a:xfrm>
            <a:off x="8432800" y="2959100"/>
            <a:ext cx="3022600" cy="8890"/>
          </a:xfrm>
          <a:prstGeom prst="rect">
            <a:avLst/>
          </a:prstGeom>
          <a:solidFill>
            <a:srgbClr val="DCE6F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7" name="Rectangle 16">
            <a:extLst>
              <a:ext uri="{FF2B5EF4-FFF2-40B4-BE49-F238E27FC236}">
                <a16:creationId xmlns:a16="http://schemas.microsoft.com/office/drawing/2014/main" id="{669663C0-6070-EC42-A1C1-7E0992513191}"/>
              </a:ext>
            </a:extLst>
          </p:cNvPr>
          <p:cNvSpPr/>
          <p:nvPr/>
        </p:nvSpPr>
        <p:spPr bwMode="auto">
          <a:xfrm>
            <a:off x="8432800" y="3314700"/>
            <a:ext cx="3022600" cy="8890"/>
          </a:xfrm>
          <a:prstGeom prst="rect">
            <a:avLst/>
          </a:prstGeom>
          <a:solidFill>
            <a:srgbClr val="DCE6F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8" name="Rectangle 17">
            <a:extLst>
              <a:ext uri="{FF2B5EF4-FFF2-40B4-BE49-F238E27FC236}">
                <a16:creationId xmlns:a16="http://schemas.microsoft.com/office/drawing/2014/main" id="{7E22D904-195E-FC43-A26F-E27DEFAF0984}"/>
              </a:ext>
            </a:extLst>
          </p:cNvPr>
          <p:cNvSpPr/>
          <p:nvPr/>
        </p:nvSpPr>
        <p:spPr bwMode="auto">
          <a:xfrm>
            <a:off x="8432800" y="3670300"/>
            <a:ext cx="3022600" cy="8890"/>
          </a:xfrm>
          <a:prstGeom prst="rect">
            <a:avLst/>
          </a:prstGeom>
          <a:solidFill>
            <a:srgbClr val="DCE6F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9" name="Rectangle 18">
            <a:extLst>
              <a:ext uri="{FF2B5EF4-FFF2-40B4-BE49-F238E27FC236}">
                <a16:creationId xmlns:a16="http://schemas.microsoft.com/office/drawing/2014/main" id="{F985EAF6-02DF-5949-900B-3B47ABDFE6D0}"/>
              </a:ext>
            </a:extLst>
          </p:cNvPr>
          <p:cNvSpPr/>
          <p:nvPr/>
        </p:nvSpPr>
        <p:spPr bwMode="auto">
          <a:xfrm>
            <a:off x="8432800" y="4025900"/>
            <a:ext cx="3022600" cy="8890"/>
          </a:xfrm>
          <a:prstGeom prst="rect">
            <a:avLst/>
          </a:prstGeom>
          <a:solidFill>
            <a:srgbClr val="DCE6F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8" name="TextBox 37">
            <a:extLst>
              <a:ext uri="{FF2B5EF4-FFF2-40B4-BE49-F238E27FC236}">
                <a16:creationId xmlns:a16="http://schemas.microsoft.com/office/drawing/2014/main" id="{59B2CCE6-9BF5-EB48-95A8-80D8E21AD3AF}"/>
              </a:ext>
            </a:extLst>
          </p:cNvPr>
          <p:cNvSpPr txBox="1"/>
          <p:nvPr/>
        </p:nvSpPr>
        <p:spPr>
          <a:xfrm>
            <a:off x="685800" y="2374900"/>
            <a:ext cx="2260600" cy="2413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100" b="1">
                <a:solidFill>
                  <a:srgbClr val="7B8798"/>
                </a:solidFill>
                <a:latin typeface="Arial"/>
                <a:cs typeface="Arial"/>
              </a:rPr>
              <a:t>PowerBuilder during transition</a:t>
            </a:r>
          </a:p>
        </p:txBody>
      </p:sp>
      <p:sp>
        <p:nvSpPr>
          <p:cNvPr id="39" name="TextBox 38">
            <a:extLst>
              <a:ext uri="{FF2B5EF4-FFF2-40B4-BE49-F238E27FC236}">
                <a16:creationId xmlns:a16="http://schemas.microsoft.com/office/drawing/2014/main" id="{1CF7A7A5-0995-8D46-BF4B-9E2EA67E4362}"/>
              </a:ext>
            </a:extLst>
          </p:cNvPr>
          <p:cNvSpPr txBox="1"/>
          <p:nvPr/>
        </p:nvSpPr>
        <p:spPr>
          <a:xfrm>
            <a:off x="685800" y="2628900"/>
            <a:ext cx="2260600" cy="393700"/>
          </a:xfrm>
          <a:prstGeom prst="rect">
            <a:avLst/>
          </a:prstGeom>
          <a:noFill/>
        </p:spPr>
        <p:txBody>
          <a:bodyPr vertOverflow="overflow" vert="horz" wrap="square" lIns="0" tIns="0" rIns="0" bIns="0" rtlCol="0" anchor="t" anchorCtr="0">
            <a:normAutofit/>
          </a:bodyPr>
          <a:lstStyle/>
          <a:p>
            <a:pPr marL="0" indent="0" algn="l">
              <a:spcAft>
                <a:spcPts val="600"/>
              </a:spcAft>
              <a:tabLst/>
            </a:pPr>
            <a:r>
              <a:rPr lang="en-US" sz="930">
                <a:solidFill>
                  <a:srgbClr val="7B8798"/>
                </a:solidFill>
                <a:latin typeface="Arial"/>
                <a:cs typeface="Arial"/>
              </a:rPr>
              <a:t>Only for user journeys that have not moved</a:t>
            </a:r>
          </a:p>
        </p:txBody>
      </p:sp>
      <p:sp>
        <p:nvSpPr>
          <p:cNvPr id="40" name="Rectangle 39">
            <a:extLst>
              <a:ext uri="{FF2B5EF4-FFF2-40B4-BE49-F238E27FC236}">
                <a16:creationId xmlns:a16="http://schemas.microsoft.com/office/drawing/2014/main" id="{41D1B217-46E9-0949-8545-B2D5FBCCD13F}"/>
              </a:ext>
            </a:extLst>
          </p:cNvPr>
          <p:cNvSpPr/>
          <p:nvPr/>
        </p:nvSpPr>
        <p:spPr bwMode="auto">
          <a:xfrm>
            <a:off x="1104900" y="3124200"/>
            <a:ext cx="1244600" cy="736600"/>
          </a:xfrm>
          <a:prstGeom prst="rect">
            <a:avLst/>
          </a:prstGeom>
          <a:solidFill>
            <a:srgbClr val="F3F6FA"/>
          </a:solidFill>
          <a:ln w="13970">
            <a:solidFill>
              <a:srgbClr val="9AA8BA"/>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7" name="Rectangle 46">
            <a:extLst>
              <a:ext uri="{FF2B5EF4-FFF2-40B4-BE49-F238E27FC236}">
                <a16:creationId xmlns:a16="http://schemas.microsoft.com/office/drawing/2014/main" id="{BED151BD-C847-0645-A88F-3A14484C7EA0}"/>
              </a:ext>
            </a:extLst>
          </p:cNvPr>
          <p:cNvSpPr/>
          <p:nvPr/>
        </p:nvSpPr>
        <p:spPr bwMode="auto">
          <a:xfrm>
            <a:off x="1104900" y="3124200"/>
            <a:ext cx="1244600" cy="88900"/>
          </a:xfrm>
          <a:prstGeom prst="rect">
            <a:avLst/>
          </a:prstGeom>
          <a:solidFill>
            <a:srgbClr val="C6D0DE"/>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7" name="Rectangle 56">
            <a:extLst>
              <a:ext uri="{FF2B5EF4-FFF2-40B4-BE49-F238E27FC236}">
                <a16:creationId xmlns:a16="http://schemas.microsoft.com/office/drawing/2014/main" id="{3C56BF67-9E04-2D4D-8D88-1DF78F39DDDC}"/>
              </a:ext>
            </a:extLst>
          </p:cNvPr>
          <p:cNvSpPr/>
          <p:nvPr/>
        </p:nvSpPr>
        <p:spPr bwMode="auto">
          <a:xfrm>
            <a:off x="1206500" y="3314700"/>
            <a:ext cx="215900" cy="393700"/>
          </a:xfrm>
          <a:prstGeom prst="rect">
            <a:avLst/>
          </a:prstGeom>
          <a:solidFill>
            <a:srgbClr val="D9E1E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9" name="Rectangle 58">
            <a:extLst>
              <a:ext uri="{FF2B5EF4-FFF2-40B4-BE49-F238E27FC236}">
                <a16:creationId xmlns:a16="http://schemas.microsoft.com/office/drawing/2014/main" id="{04D700E0-8503-1244-B50C-0C4D21F4B5E6}"/>
              </a:ext>
            </a:extLst>
          </p:cNvPr>
          <p:cNvSpPr/>
          <p:nvPr/>
        </p:nvSpPr>
        <p:spPr bwMode="auto">
          <a:xfrm>
            <a:off x="1511300" y="3327400"/>
            <a:ext cx="698500" cy="63500"/>
          </a:xfrm>
          <a:prstGeom prst="rect">
            <a:avLst/>
          </a:prstGeom>
          <a:solidFill>
            <a:srgbClr val="D9E1E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0" name="Rectangle 59">
            <a:extLst>
              <a:ext uri="{FF2B5EF4-FFF2-40B4-BE49-F238E27FC236}">
                <a16:creationId xmlns:a16="http://schemas.microsoft.com/office/drawing/2014/main" id="{740708BB-3E8B-524E-B0F0-629DAE9C66CF}"/>
              </a:ext>
            </a:extLst>
          </p:cNvPr>
          <p:cNvSpPr/>
          <p:nvPr/>
        </p:nvSpPr>
        <p:spPr bwMode="auto">
          <a:xfrm>
            <a:off x="1511300" y="3454400"/>
            <a:ext cx="546100" cy="63500"/>
          </a:xfrm>
          <a:prstGeom prst="rect">
            <a:avLst/>
          </a:prstGeom>
          <a:solidFill>
            <a:srgbClr val="D9E1E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1" name="Rectangle 60">
            <a:extLst>
              <a:ext uri="{FF2B5EF4-FFF2-40B4-BE49-F238E27FC236}">
                <a16:creationId xmlns:a16="http://schemas.microsoft.com/office/drawing/2014/main" id="{51CA499F-4541-AE47-9D91-806DEB5BF2DC}"/>
              </a:ext>
            </a:extLst>
          </p:cNvPr>
          <p:cNvSpPr/>
          <p:nvPr/>
        </p:nvSpPr>
        <p:spPr bwMode="auto">
          <a:xfrm>
            <a:off x="1511300" y="3581400"/>
            <a:ext cx="635000" cy="63500"/>
          </a:xfrm>
          <a:prstGeom prst="rect">
            <a:avLst/>
          </a:prstGeom>
          <a:solidFill>
            <a:srgbClr val="D9E1E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2" name="Rectangle 61">
            <a:extLst>
              <a:ext uri="{FF2B5EF4-FFF2-40B4-BE49-F238E27FC236}">
                <a16:creationId xmlns:a16="http://schemas.microsoft.com/office/drawing/2014/main" id="{6E7BBA75-C0FD-E740-AE4D-85D6B0D9BFB6}"/>
              </a:ext>
            </a:extLst>
          </p:cNvPr>
          <p:cNvSpPr/>
          <p:nvPr/>
        </p:nvSpPr>
        <p:spPr bwMode="auto">
          <a:xfrm>
            <a:off x="1701800" y="3860800"/>
            <a:ext cx="63500" cy="139700"/>
          </a:xfrm>
          <a:prstGeom prst="rect">
            <a:avLst/>
          </a:prstGeom>
          <a:solidFill>
            <a:srgbClr val="9AA8B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5" name="Rectangle 64">
            <a:extLst>
              <a:ext uri="{FF2B5EF4-FFF2-40B4-BE49-F238E27FC236}">
                <a16:creationId xmlns:a16="http://schemas.microsoft.com/office/drawing/2014/main" id="{4923257F-70BE-5845-A113-ABC5688241E2}"/>
              </a:ext>
            </a:extLst>
          </p:cNvPr>
          <p:cNvSpPr/>
          <p:nvPr/>
        </p:nvSpPr>
        <p:spPr bwMode="auto">
          <a:xfrm>
            <a:off x="1422400" y="4000500"/>
            <a:ext cx="622300" cy="25400"/>
          </a:xfrm>
          <a:prstGeom prst="rect">
            <a:avLst/>
          </a:prstGeom>
          <a:solidFill>
            <a:srgbClr val="9AA8B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6" name="TextBox 65">
            <a:extLst>
              <a:ext uri="{FF2B5EF4-FFF2-40B4-BE49-F238E27FC236}">
                <a16:creationId xmlns:a16="http://schemas.microsoft.com/office/drawing/2014/main" id="{868B7324-B74E-DA41-B6C7-677FCA8C5C59}"/>
              </a:ext>
            </a:extLst>
          </p:cNvPr>
          <p:cNvSpPr txBox="1"/>
          <p:nvPr/>
        </p:nvSpPr>
        <p:spPr>
          <a:xfrm>
            <a:off x="2870200" y="2997200"/>
            <a:ext cx="1168400" cy="1524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770" b="1">
                <a:solidFill>
                  <a:srgbClr val="526A8E"/>
                </a:solidFill>
                <a:latin typeface="Arial"/>
                <a:cs typeface="Arial"/>
              </a:rPr>
              <a:t>Complete journey moves</a:t>
            </a:r>
          </a:p>
        </p:txBody>
      </p:sp>
      <p:sp>
        <p:nvSpPr>
          <p:cNvPr id="67" name="Rectangle 66">
            <a:extLst>
              <a:ext uri="{FF2B5EF4-FFF2-40B4-BE49-F238E27FC236}">
                <a16:creationId xmlns:a16="http://schemas.microsoft.com/office/drawing/2014/main" id="{D15BC959-4425-9E48-8A27-510983E5E2FE}"/>
              </a:ext>
            </a:extLst>
          </p:cNvPr>
          <p:cNvSpPr/>
          <p:nvPr/>
        </p:nvSpPr>
        <p:spPr bwMode="auto">
          <a:xfrm>
            <a:off x="2628900" y="3238500"/>
            <a:ext cx="1600200" cy="19050"/>
          </a:xfrm>
          <a:prstGeom prst="rect">
            <a:avLst/>
          </a:prstGeom>
          <a:solidFill>
            <a:srgbClr val="526A8E"/>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8" name="Triangle 67">
            <a:extLst>
              <a:ext uri="{FF2B5EF4-FFF2-40B4-BE49-F238E27FC236}">
                <a16:creationId xmlns:a16="http://schemas.microsoft.com/office/drawing/2014/main" id="{24A47E2F-72AC-5E4D-9DD1-A489C563420C}"/>
              </a:ext>
            </a:extLst>
          </p:cNvPr>
          <p:cNvSpPr/>
          <p:nvPr/>
        </p:nvSpPr>
        <p:spPr bwMode="auto">
          <a:xfrm rot="5400000">
            <a:off x="4152900" y="3177540"/>
            <a:ext cx="114300" cy="139700"/>
          </a:xfrm>
          <a:prstGeom prst="triangle">
            <a:avLst/>
          </a:prstGeom>
          <a:solidFill>
            <a:srgbClr val="526A8E"/>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9" name="Rectangle 68">
            <a:extLst>
              <a:ext uri="{FF2B5EF4-FFF2-40B4-BE49-F238E27FC236}">
                <a16:creationId xmlns:a16="http://schemas.microsoft.com/office/drawing/2014/main" id="{9FD7C9FE-7B0F-A544-B378-5483C0C5F9A5}"/>
              </a:ext>
            </a:extLst>
          </p:cNvPr>
          <p:cNvSpPr/>
          <p:nvPr/>
        </p:nvSpPr>
        <p:spPr bwMode="auto">
          <a:xfrm>
            <a:off x="4267200" y="2209800"/>
            <a:ext cx="5054600" cy="1663700"/>
          </a:xfrm>
          <a:prstGeom prst="rect">
            <a:avLst/>
          </a:prstGeom>
          <a:solidFill>
            <a:srgbClr val="FFFFFF"/>
          </a:solidFill>
          <a:ln w="17780">
            <a:solidFill>
              <a:srgbClr val="100663"/>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0" name="Rectangle 69">
            <a:extLst>
              <a:ext uri="{FF2B5EF4-FFF2-40B4-BE49-F238E27FC236}">
                <a16:creationId xmlns:a16="http://schemas.microsoft.com/office/drawing/2014/main" id="{ADE957F9-8C19-054B-9983-C3B56C7F3143}"/>
              </a:ext>
            </a:extLst>
          </p:cNvPr>
          <p:cNvSpPr/>
          <p:nvPr/>
        </p:nvSpPr>
        <p:spPr bwMode="auto">
          <a:xfrm>
            <a:off x="4267200" y="2209800"/>
            <a:ext cx="63500" cy="1663700"/>
          </a:xfrm>
          <a:prstGeom prst="rect">
            <a:avLst/>
          </a:prstGeom>
          <a:solidFill>
            <a:srgbClr val="F000C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1" name="Rectangle 70">
            <a:extLst>
              <a:ext uri="{FF2B5EF4-FFF2-40B4-BE49-F238E27FC236}">
                <a16:creationId xmlns:a16="http://schemas.microsoft.com/office/drawing/2014/main" id="{A233BE3E-BE4B-5F44-9D49-2B6858C10B5B}"/>
              </a:ext>
            </a:extLst>
          </p:cNvPr>
          <p:cNvSpPr/>
          <p:nvPr/>
        </p:nvSpPr>
        <p:spPr bwMode="auto">
          <a:xfrm>
            <a:off x="4330700" y="2209800"/>
            <a:ext cx="4991100" cy="381000"/>
          </a:xfrm>
          <a:prstGeom prst="rect">
            <a:avLst/>
          </a:prstGeom>
          <a:solidFill>
            <a:srgbClr val="100663"/>
          </a:solidFill>
          <a:ln w="1270">
            <a:solidFill>
              <a:srgbClr val="100663"/>
            </a:solid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15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1  USER INTERFACE LAYER</a:t>
            </a:r>
          </a:p>
        </p:txBody>
      </p:sp>
      <p:sp>
        <p:nvSpPr>
          <p:cNvPr id="72" name="TextBox 71">
            <a:extLst>
              <a:ext uri="{FF2B5EF4-FFF2-40B4-BE49-F238E27FC236}">
                <a16:creationId xmlns:a16="http://schemas.microsoft.com/office/drawing/2014/main" id="{CB4FA767-54B1-2041-B71B-6714E2196175}"/>
              </a:ext>
            </a:extLst>
          </p:cNvPr>
          <p:cNvSpPr txBox="1"/>
          <p:nvPr/>
        </p:nvSpPr>
        <p:spPr>
          <a:xfrm>
            <a:off x="4521200" y="2717800"/>
            <a:ext cx="2095500" cy="2540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030" b="1">
                <a:solidFill>
                  <a:srgbClr val="100663"/>
                </a:solidFill>
                <a:latin typeface="Arial"/>
                <a:cs typeface="Arial"/>
              </a:rPr>
              <a:t>Modern Eaglesoft application</a:t>
            </a:r>
          </a:p>
        </p:txBody>
      </p:sp>
      <p:sp>
        <p:nvSpPr>
          <p:cNvPr id="73" name="TextBox 72">
            <a:extLst>
              <a:ext uri="{FF2B5EF4-FFF2-40B4-BE49-F238E27FC236}">
                <a16:creationId xmlns:a16="http://schemas.microsoft.com/office/drawing/2014/main" id="{D688D19B-E09A-D744-81FE-78CA3757863D}"/>
              </a:ext>
            </a:extLst>
          </p:cNvPr>
          <p:cNvSpPr txBox="1"/>
          <p:nvPr/>
        </p:nvSpPr>
        <p:spPr>
          <a:xfrm>
            <a:off x="4521200" y="3022600"/>
            <a:ext cx="2032000" cy="508000"/>
          </a:xfrm>
          <a:prstGeom prst="rect">
            <a:avLst/>
          </a:prstGeom>
          <a:noFill/>
        </p:spPr>
        <p:txBody>
          <a:bodyPr vertOverflow="overflow" vert="horz" wrap="square" lIns="0" tIns="0" rIns="0" bIns="0" rtlCol="0" anchor="t" anchorCtr="0">
            <a:normAutofit/>
          </a:bodyPr>
          <a:lstStyle/>
          <a:p>
            <a:pPr marL="0" indent="0" algn="l">
              <a:spcAft>
                <a:spcPts val="600"/>
              </a:spcAft>
              <a:tabLst/>
            </a:pPr>
            <a:r>
              <a:rPr lang="en-US" sz="920">
                <a:solidFill>
                  <a:srgbClr val="243B63"/>
                </a:solidFill>
                <a:latin typeface="Arial"/>
                <a:cs typeface="Arial"/>
              </a:rPr>
              <a:t>React and TypeScript
Complete staff and customer journeys</a:t>
            </a:r>
          </a:p>
        </p:txBody>
      </p:sp>
      <p:sp>
        <p:nvSpPr>
          <p:cNvPr id="74" name="Rectangle 73">
            <a:extLst>
              <a:ext uri="{FF2B5EF4-FFF2-40B4-BE49-F238E27FC236}">
                <a16:creationId xmlns:a16="http://schemas.microsoft.com/office/drawing/2014/main" id="{8A3BEEB2-7068-F442-927B-1F010948257D}"/>
              </a:ext>
            </a:extLst>
          </p:cNvPr>
          <p:cNvSpPr/>
          <p:nvPr/>
        </p:nvSpPr>
        <p:spPr bwMode="auto">
          <a:xfrm>
            <a:off x="6667500" y="2717800"/>
            <a:ext cx="2387600" cy="914400"/>
          </a:xfrm>
          <a:prstGeom prst="rect">
            <a:avLst/>
          </a:prstGeom>
          <a:solidFill>
            <a:srgbClr val="F3F6FA"/>
          </a:solidFill>
          <a:ln w="8890">
            <a:solidFill>
              <a:srgbClr val="C8D3E2"/>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5" name="Rectangle 74">
            <a:extLst>
              <a:ext uri="{FF2B5EF4-FFF2-40B4-BE49-F238E27FC236}">
                <a16:creationId xmlns:a16="http://schemas.microsoft.com/office/drawing/2014/main" id="{C63603F6-D3D6-B347-A5BB-D4C4CBB7776E}"/>
              </a:ext>
            </a:extLst>
          </p:cNvPr>
          <p:cNvSpPr/>
          <p:nvPr/>
        </p:nvSpPr>
        <p:spPr bwMode="auto">
          <a:xfrm>
            <a:off x="6667500" y="2717800"/>
            <a:ext cx="355600" cy="914400"/>
          </a:xfrm>
          <a:prstGeom prst="rect">
            <a:avLst/>
          </a:prstGeom>
          <a:solidFill>
            <a:srgbClr val="D9E3F0"/>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6" name="Rectangle 75">
            <a:extLst>
              <a:ext uri="{FF2B5EF4-FFF2-40B4-BE49-F238E27FC236}">
                <a16:creationId xmlns:a16="http://schemas.microsoft.com/office/drawing/2014/main" id="{B85C7DF7-B20E-684A-843E-1927D1CF8DCE}"/>
              </a:ext>
            </a:extLst>
          </p:cNvPr>
          <p:cNvSpPr/>
          <p:nvPr/>
        </p:nvSpPr>
        <p:spPr bwMode="auto">
          <a:xfrm>
            <a:off x="7150100" y="2844800"/>
            <a:ext cx="1638300" cy="63500"/>
          </a:xfrm>
          <a:prstGeom prst="rect">
            <a:avLst/>
          </a:prstGeom>
          <a:solidFill>
            <a:srgbClr val="BFCDE0"/>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7" name="Rectangle 76">
            <a:extLst>
              <a:ext uri="{FF2B5EF4-FFF2-40B4-BE49-F238E27FC236}">
                <a16:creationId xmlns:a16="http://schemas.microsoft.com/office/drawing/2014/main" id="{48916B04-200A-1B45-B952-C2E35D03D1E3}"/>
              </a:ext>
            </a:extLst>
          </p:cNvPr>
          <p:cNvSpPr/>
          <p:nvPr/>
        </p:nvSpPr>
        <p:spPr bwMode="auto">
          <a:xfrm>
            <a:off x="7150100" y="3048000"/>
            <a:ext cx="444500" cy="241300"/>
          </a:xfrm>
          <a:prstGeom prst="rect">
            <a:avLst/>
          </a:prstGeom>
          <a:solidFill>
            <a:srgbClr val="DCE6F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8" name="Rectangle 77">
            <a:extLst>
              <a:ext uri="{FF2B5EF4-FFF2-40B4-BE49-F238E27FC236}">
                <a16:creationId xmlns:a16="http://schemas.microsoft.com/office/drawing/2014/main" id="{C9FF592B-86F6-FB46-A783-43649757867C}"/>
              </a:ext>
            </a:extLst>
          </p:cNvPr>
          <p:cNvSpPr/>
          <p:nvPr/>
        </p:nvSpPr>
        <p:spPr bwMode="auto">
          <a:xfrm>
            <a:off x="7696200" y="3048000"/>
            <a:ext cx="444500" cy="241300"/>
          </a:xfrm>
          <a:prstGeom prst="rect">
            <a:avLst/>
          </a:prstGeom>
          <a:solidFill>
            <a:srgbClr val="DCE6F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9" name="Rectangle 78">
            <a:extLst>
              <a:ext uri="{FF2B5EF4-FFF2-40B4-BE49-F238E27FC236}">
                <a16:creationId xmlns:a16="http://schemas.microsoft.com/office/drawing/2014/main" id="{A0E0ADA0-D5B5-464A-8DB3-594EE70E74CD}"/>
              </a:ext>
            </a:extLst>
          </p:cNvPr>
          <p:cNvSpPr/>
          <p:nvPr/>
        </p:nvSpPr>
        <p:spPr bwMode="auto">
          <a:xfrm>
            <a:off x="8242300" y="3048000"/>
            <a:ext cx="546100" cy="241300"/>
          </a:xfrm>
          <a:prstGeom prst="rect">
            <a:avLst/>
          </a:prstGeom>
          <a:solidFill>
            <a:srgbClr val="DCE6F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0" name="Rectangle 79">
            <a:extLst>
              <a:ext uri="{FF2B5EF4-FFF2-40B4-BE49-F238E27FC236}">
                <a16:creationId xmlns:a16="http://schemas.microsoft.com/office/drawing/2014/main" id="{08C0AB86-A5C4-434E-A17A-319B0C916F98}"/>
              </a:ext>
            </a:extLst>
          </p:cNvPr>
          <p:cNvSpPr/>
          <p:nvPr/>
        </p:nvSpPr>
        <p:spPr bwMode="auto">
          <a:xfrm>
            <a:off x="7150100" y="3429000"/>
            <a:ext cx="1638300" cy="50800"/>
          </a:xfrm>
          <a:prstGeom prst="rect">
            <a:avLst/>
          </a:prstGeom>
          <a:solidFill>
            <a:srgbClr val="C4D2E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1" name="Oval 80">
            <a:extLst>
              <a:ext uri="{FF2B5EF4-FFF2-40B4-BE49-F238E27FC236}">
                <a16:creationId xmlns:a16="http://schemas.microsoft.com/office/drawing/2014/main" id="{7FFA88B7-5BCA-7742-AD11-74422D2D4C25}"/>
              </a:ext>
            </a:extLst>
          </p:cNvPr>
          <p:cNvSpPr/>
          <p:nvPr/>
        </p:nvSpPr>
        <p:spPr bwMode="auto">
          <a:xfrm>
            <a:off x="7239000" y="3111500"/>
            <a:ext cx="114300" cy="114300"/>
          </a:xfrm>
          <a:prstGeom prst="ellipse">
            <a:avLst/>
          </a:prstGeom>
          <a:solidFill>
            <a:srgbClr val="10066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2" name="Rectangle 81">
            <a:extLst>
              <a:ext uri="{FF2B5EF4-FFF2-40B4-BE49-F238E27FC236}">
                <a16:creationId xmlns:a16="http://schemas.microsoft.com/office/drawing/2014/main" id="{CDB28A01-6422-3541-9038-97E82AEB1E2A}"/>
              </a:ext>
            </a:extLst>
          </p:cNvPr>
          <p:cNvSpPr/>
          <p:nvPr/>
        </p:nvSpPr>
        <p:spPr bwMode="auto">
          <a:xfrm>
            <a:off x="6781800" y="3873500"/>
            <a:ext cx="21590" cy="266700"/>
          </a:xfrm>
          <a:prstGeom prst="rect">
            <a:avLst/>
          </a:prstGeom>
          <a:solidFill>
            <a:srgbClr val="526A8E"/>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6" name="Rectangle 85">
            <a:extLst>
              <a:ext uri="{FF2B5EF4-FFF2-40B4-BE49-F238E27FC236}">
                <a16:creationId xmlns:a16="http://schemas.microsoft.com/office/drawing/2014/main" id="{29FB2B1A-ADC3-FF40-B484-C032E7019D8A}"/>
              </a:ext>
            </a:extLst>
          </p:cNvPr>
          <p:cNvSpPr/>
          <p:nvPr/>
        </p:nvSpPr>
        <p:spPr bwMode="auto">
          <a:xfrm>
            <a:off x="4064000" y="4140200"/>
            <a:ext cx="5461000" cy="482600"/>
          </a:xfrm>
          <a:prstGeom prst="rect">
            <a:avLst/>
          </a:prstGeom>
          <a:solidFill>
            <a:srgbClr val="E8EEF7"/>
          </a:solidFill>
          <a:ln w="10160">
            <a:solidFill>
              <a:srgbClr val="AFC0D5"/>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7" name="TextBox 86">
            <a:extLst>
              <a:ext uri="{FF2B5EF4-FFF2-40B4-BE49-F238E27FC236}">
                <a16:creationId xmlns:a16="http://schemas.microsoft.com/office/drawing/2014/main" id="{A094C0A6-C98D-6D47-B737-19387C1770CA}"/>
              </a:ext>
            </a:extLst>
          </p:cNvPr>
          <p:cNvSpPr txBox="1"/>
          <p:nvPr/>
        </p:nvSpPr>
        <p:spPr>
          <a:xfrm>
            <a:off x="4241800" y="4203700"/>
            <a:ext cx="1422400" cy="3175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050" b="1">
                <a:solidFill>
                  <a:srgbClr val="100663"/>
                </a:solidFill>
                <a:latin typeface="Arial"/>
                <a:cs typeface="Arial"/>
              </a:rPr>
              <a:t>2  API LAYER</a:t>
            </a:r>
          </a:p>
        </p:txBody>
      </p:sp>
      <p:sp>
        <p:nvSpPr>
          <p:cNvPr id="89" name="Rectangle 88">
            <a:extLst>
              <a:ext uri="{FF2B5EF4-FFF2-40B4-BE49-F238E27FC236}">
                <a16:creationId xmlns:a16="http://schemas.microsoft.com/office/drawing/2014/main" id="{CC7D4806-3767-3348-971F-918595F45D54}"/>
              </a:ext>
            </a:extLst>
          </p:cNvPr>
          <p:cNvSpPr/>
          <p:nvPr/>
        </p:nvSpPr>
        <p:spPr bwMode="auto">
          <a:xfrm>
            <a:off x="6781800" y="4622800"/>
            <a:ext cx="21590" cy="101600"/>
          </a:xfrm>
          <a:prstGeom prst="rect">
            <a:avLst/>
          </a:prstGeom>
          <a:solidFill>
            <a:srgbClr val="526A8E"/>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0" name="Rectangle 89">
            <a:extLst>
              <a:ext uri="{FF2B5EF4-FFF2-40B4-BE49-F238E27FC236}">
                <a16:creationId xmlns:a16="http://schemas.microsoft.com/office/drawing/2014/main" id="{4A988817-471C-F74E-AEC3-EFD596DB940A}"/>
              </a:ext>
            </a:extLst>
          </p:cNvPr>
          <p:cNvSpPr/>
          <p:nvPr/>
        </p:nvSpPr>
        <p:spPr bwMode="auto">
          <a:xfrm>
            <a:off x="4064000" y="4724400"/>
            <a:ext cx="5461000" cy="482600"/>
          </a:xfrm>
          <a:prstGeom prst="rect">
            <a:avLst/>
          </a:prstGeom>
          <a:solidFill>
            <a:srgbClr val="FFFFFF"/>
          </a:solidFill>
          <a:ln w="10160">
            <a:solidFill>
              <a:srgbClr val="AFC0D5"/>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1" name="TextBox 90">
            <a:extLst>
              <a:ext uri="{FF2B5EF4-FFF2-40B4-BE49-F238E27FC236}">
                <a16:creationId xmlns:a16="http://schemas.microsoft.com/office/drawing/2014/main" id="{474C0B12-AF52-3349-BC11-00E4F0197F07}"/>
              </a:ext>
            </a:extLst>
          </p:cNvPr>
          <p:cNvSpPr txBox="1"/>
          <p:nvPr/>
        </p:nvSpPr>
        <p:spPr>
          <a:xfrm>
            <a:off x="4241800" y="4787900"/>
            <a:ext cx="1841500" cy="3175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020" b="1">
                <a:solidFill>
                  <a:srgbClr val="100663"/>
                </a:solidFill>
                <a:latin typeface="Arial"/>
                <a:cs typeface="Arial"/>
              </a:rPr>
              <a:t>3  DATA ACCESS LAYER</a:t>
            </a:r>
          </a:p>
        </p:txBody>
      </p:sp>
      <p:sp>
        <p:nvSpPr>
          <p:cNvPr id="92" name="TextBox 91">
            <a:extLst>
              <a:ext uri="{FF2B5EF4-FFF2-40B4-BE49-F238E27FC236}">
                <a16:creationId xmlns:a16="http://schemas.microsoft.com/office/drawing/2014/main" id="{BF9930C8-6231-054E-B265-15DA7D5BA14F}"/>
              </a:ext>
            </a:extLst>
          </p:cNvPr>
          <p:cNvSpPr txBox="1"/>
          <p:nvPr/>
        </p:nvSpPr>
        <p:spPr>
          <a:xfrm>
            <a:off x="6172200" y="4787900"/>
            <a:ext cx="3175000" cy="3175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910">
                <a:solidFill>
                  <a:srgbClr val="243B63"/>
                </a:solidFill>
                <a:latin typeface="Arial"/>
                <a:cs typeface="Arial"/>
              </a:rPr>
              <a:t>Centralized, governed PostgreSQL interaction</a:t>
            </a:r>
          </a:p>
        </p:txBody>
      </p:sp>
      <p:sp>
        <p:nvSpPr>
          <p:cNvPr id="93" name="Rectangle 92">
            <a:extLst>
              <a:ext uri="{FF2B5EF4-FFF2-40B4-BE49-F238E27FC236}">
                <a16:creationId xmlns:a16="http://schemas.microsoft.com/office/drawing/2014/main" id="{6FB06421-2E60-AD46-8B9A-755AB8DFF9E4}"/>
              </a:ext>
            </a:extLst>
          </p:cNvPr>
          <p:cNvSpPr/>
          <p:nvPr/>
        </p:nvSpPr>
        <p:spPr bwMode="auto">
          <a:xfrm>
            <a:off x="6781800" y="5207000"/>
            <a:ext cx="21590" cy="101600"/>
          </a:xfrm>
          <a:prstGeom prst="rect">
            <a:avLst/>
          </a:prstGeom>
          <a:solidFill>
            <a:srgbClr val="526A8E"/>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4" name="Rectangle 93">
            <a:extLst>
              <a:ext uri="{FF2B5EF4-FFF2-40B4-BE49-F238E27FC236}">
                <a16:creationId xmlns:a16="http://schemas.microsoft.com/office/drawing/2014/main" id="{42FEC468-1546-8040-8495-2AD08D3760B2}"/>
              </a:ext>
            </a:extLst>
          </p:cNvPr>
          <p:cNvSpPr/>
          <p:nvPr/>
        </p:nvSpPr>
        <p:spPr bwMode="auto">
          <a:xfrm>
            <a:off x="4064000" y="5308600"/>
            <a:ext cx="5461000" cy="482600"/>
          </a:xfrm>
          <a:prstGeom prst="rect">
            <a:avLst/>
          </a:prstGeom>
          <a:solidFill>
            <a:srgbClr val="F3F6FA"/>
          </a:solidFill>
          <a:ln w="10160">
            <a:solidFill>
              <a:srgbClr val="AFC0D5"/>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5" name="TextBox 94">
            <a:extLst>
              <a:ext uri="{FF2B5EF4-FFF2-40B4-BE49-F238E27FC236}">
                <a16:creationId xmlns:a16="http://schemas.microsoft.com/office/drawing/2014/main" id="{1BFCFF96-DE55-F04F-AB67-8015C4B6FA23}"/>
              </a:ext>
            </a:extLst>
          </p:cNvPr>
          <p:cNvSpPr txBox="1"/>
          <p:nvPr/>
        </p:nvSpPr>
        <p:spPr>
          <a:xfrm>
            <a:off x="4241800" y="5372100"/>
            <a:ext cx="2413000" cy="3175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70" b="1">
                <a:solidFill>
                  <a:srgbClr val="100663"/>
                </a:solidFill>
                <a:latin typeface="Arial"/>
                <a:cs typeface="Arial"/>
              </a:rPr>
              <a:t>ON-PREMISES DATA AND INTEGRATIONS</a:t>
            </a:r>
          </a:p>
        </p:txBody>
      </p:sp>
      <p:sp>
        <p:nvSpPr>
          <p:cNvPr id="96" name="TextBox 95">
            <a:extLst>
              <a:ext uri="{FF2B5EF4-FFF2-40B4-BE49-F238E27FC236}">
                <a16:creationId xmlns:a16="http://schemas.microsoft.com/office/drawing/2014/main" id="{2F5F56C3-7CAB-294B-BF44-35A57DD0DDF8}"/>
              </a:ext>
            </a:extLst>
          </p:cNvPr>
          <p:cNvSpPr txBox="1"/>
          <p:nvPr/>
        </p:nvSpPr>
        <p:spPr>
          <a:xfrm>
            <a:off x="6781800" y="5372100"/>
            <a:ext cx="2565400" cy="3175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50">
                <a:solidFill>
                  <a:srgbClr val="243B63"/>
                </a:solidFill>
                <a:latin typeface="Arial"/>
                <a:cs typeface="Arial"/>
              </a:rPr>
              <a:t>PostgreSQL, documents, imaging, and approved practice integrations</a:t>
            </a:r>
          </a:p>
        </p:txBody>
      </p:sp>
      <p:sp>
        <p:nvSpPr>
          <p:cNvPr id="100" name="TextBox 99">
            <a:extLst>
              <a:ext uri="{FF2B5EF4-FFF2-40B4-BE49-F238E27FC236}">
                <a16:creationId xmlns:a16="http://schemas.microsoft.com/office/drawing/2014/main" id="{A5C068BF-E7DC-BC44-A4A7-DFC85A5FC4A0}"/>
              </a:ext>
            </a:extLst>
          </p:cNvPr>
          <p:cNvSpPr txBox="1"/>
          <p:nvPr/>
        </p:nvSpPr>
        <p:spPr>
          <a:xfrm>
            <a:off x="685800" y="4229100"/>
            <a:ext cx="2844800" cy="1219200"/>
          </a:xfrm>
          <a:prstGeom prst="rect">
            <a:avLst/>
          </a:prstGeom>
          <a:noFill/>
        </p:spPr>
        <p:txBody>
          <a:bodyPr vertOverflow="overflow" vert="horz" wrap="square" lIns="0" tIns="0" rIns="0" bIns="0" rtlCol="0" anchor="t" anchorCtr="0">
            <a:normAutofit/>
          </a:bodyPr>
          <a:lstStyle/>
          <a:p>
            <a:pPr marL="0" indent="0" algn="l">
              <a:spcAft>
                <a:spcPts val="600"/>
              </a:spcAft>
              <a:tabLst/>
            </a:pPr>
            <a:r>
              <a:rPr lang="en-US" sz="880">
                <a:solidFill>
                  <a:srgbClr val="243B63"/>
                </a:solidFill>
                <a:latin typeface="Arial"/>
                <a:cs typeface="Arial"/>
              </a:rPr>
              <a:t>CORE RECOMMENDATION
Identify end-to-end user journeys for PowerBuilder retirement. After a journey meets acceptance criteria, retire its screen and runtime, rebuild its UI logic in React, and route business rules and data access through the API and data access layers.</a:t>
            </a:r>
          </a:p>
        </p:txBody>
      </p:sp>
      <p:sp>
        <p:nvSpPr>
          <p:cNvPr id="24" name="API Callout Frame QA">
            <a:extLst>
              <a:ext uri="{FF2B5EF4-FFF2-40B4-BE49-F238E27FC236}">
                <a16:creationId xmlns:a16="http://schemas.microsoft.com/office/drawing/2014/main" id="{B02897EE-7E11-0D4F-A5C0-409F46211A86}"/>
              </a:ext>
            </a:extLst>
          </p:cNvPr>
          <p:cNvSpPr/>
          <p:nvPr/>
        </p:nvSpPr>
        <p:spPr bwMode="auto">
          <a:xfrm>
            <a:off x="5816600" y="4191000"/>
            <a:ext cx="3530600" cy="381000"/>
          </a:xfrm>
          <a:prstGeom prst="rect">
            <a:avLst/>
          </a:prstGeom>
          <a:solidFill>
            <a:srgbClr val="FFFFFF"/>
          </a:solidFill>
          <a:ln w="12700">
            <a:solidFill>
              <a:srgbClr val="FF00C8"/>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2" name="TextBox 101">
            <a:extLst>
              <a:ext uri="{FF2B5EF4-FFF2-40B4-BE49-F238E27FC236}">
                <a16:creationId xmlns:a16="http://schemas.microsoft.com/office/drawing/2014/main" id="{32A50FD6-B8C5-8E40-8217-F44AE8A3BF93}"/>
              </a:ext>
            </a:extLst>
          </p:cNvPr>
          <p:cNvSpPr txBox="1"/>
          <p:nvPr/>
        </p:nvSpPr>
        <p:spPr>
          <a:xfrm>
            <a:off x="609600" y="6096000"/>
            <a:ext cx="10972800" cy="2159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20">
                <a:solidFill>
                  <a:srgbClr val="243B63"/>
                </a:solidFill>
                <a:latin typeface="Arial"/>
                <a:cs typeface="Arial"/>
              </a:rPr>
              <a:t>Initial phase: define journey boundaries and validate PostgreSQL readiness, practice server capacity, device and integration dependencies, and deployment support before selecting the first journey.</a:t>
            </a:r>
          </a:p>
        </p:txBody>
      </p:sp>
      <p:sp>
        <p:nvSpPr>
          <p:cNvPr id="88" name="TextBox 87">
            <a:extLst>
              <a:ext uri="{FF2B5EF4-FFF2-40B4-BE49-F238E27FC236}">
                <a16:creationId xmlns:a16="http://schemas.microsoft.com/office/drawing/2014/main" id="{630B36BB-A58C-2648-8D30-A389DBF70165}"/>
              </a:ext>
            </a:extLst>
          </p:cNvPr>
          <p:cNvSpPr txBox="1"/>
          <p:nvPr/>
        </p:nvSpPr>
        <p:spPr>
          <a:xfrm>
            <a:off x="5918200" y="4229100"/>
            <a:ext cx="3327400" cy="304800"/>
          </a:xfrm>
          <a:prstGeom prst="rect">
            <a:avLst/>
          </a:prstGeom>
          <a:solidFill>
            <a:srgbClr val="FFFFFF"/>
          </a:solidFill>
          <a:ln w="10160">
            <a:noFill/>
          </a:ln>
        </p:spPr>
        <p:txBody>
          <a:bodyPr vertOverflow="overflow" vert="horz" wrap="square" lIns="0" tIns="0" rIns="0" bIns="0" rtlCol="0" anchor="ctr" anchorCtr="0">
            <a:normAutofit fontScale="92500" lnSpcReduction="10000"/>
          </a:bodyPr>
          <a:lstStyle/>
          <a:p>
            <a:pPr marL="0" indent="0" algn="l">
              <a:spcAft>
                <a:spcPts val="600"/>
              </a:spcAft>
              <a:tabLst/>
            </a:pPr>
            <a:r>
              <a:rPr lang="en-US" sz="860">
                <a:solidFill>
                  <a:srgbClr val="243B63"/>
                </a:solidFill>
                <a:latin typeface="Arial"/>
                <a:cs typeface="Arial"/>
              </a:rPr>
              <a:t>Domain services
Business rules, authorization, and transaction control</a:t>
            </a:r>
          </a:p>
        </p:txBody>
      </p:sp>
      <p:sp>
        <p:nvSpPr>
          <p:cNvPr id="25" name="Shared Controls Side Rail">
            <a:extLst>
              <a:ext uri="{FF2B5EF4-FFF2-40B4-BE49-F238E27FC236}">
                <a16:creationId xmlns:a16="http://schemas.microsoft.com/office/drawing/2014/main" id="{4A92D924-B4E8-6C40-9B3E-1FE5D383EEFB}"/>
              </a:ext>
            </a:extLst>
          </p:cNvPr>
          <p:cNvSpPr/>
          <p:nvPr/>
        </p:nvSpPr>
        <p:spPr bwMode="auto">
          <a:xfrm>
            <a:off x="9626600" y="4140200"/>
            <a:ext cx="1828800" cy="1651000"/>
          </a:xfrm>
          <a:prstGeom prst="rect">
            <a:avLst/>
          </a:prstGeom>
          <a:solidFill>
            <a:srgbClr val="F1F4F9"/>
          </a:solidFill>
          <a:ln w="9525">
            <a:solidFill>
              <a:srgbClr val="B8C8DE"/>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7" name="Rectangle 96">
            <a:extLst>
              <a:ext uri="{FF2B5EF4-FFF2-40B4-BE49-F238E27FC236}">
                <a16:creationId xmlns:a16="http://schemas.microsoft.com/office/drawing/2014/main" id="{DDDBCFD7-26E7-B74A-8EB9-6A129D1F47CA}"/>
              </a:ext>
            </a:extLst>
          </p:cNvPr>
          <p:cNvSpPr/>
          <p:nvPr/>
        </p:nvSpPr>
        <p:spPr bwMode="auto">
          <a:xfrm>
            <a:off x="9626600" y="4140200"/>
            <a:ext cx="50800" cy="1651000"/>
          </a:xfrm>
          <a:prstGeom prst="rect">
            <a:avLst/>
          </a:prstGeom>
          <a:solidFill>
            <a:srgbClr val="10066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8" name="TextBox 97">
            <a:extLst>
              <a:ext uri="{FF2B5EF4-FFF2-40B4-BE49-F238E27FC236}">
                <a16:creationId xmlns:a16="http://schemas.microsoft.com/office/drawing/2014/main" id="{D74896D9-6419-3B45-9CC7-DB3CA7B0D1A9}"/>
              </a:ext>
            </a:extLst>
          </p:cNvPr>
          <p:cNvSpPr txBox="1"/>
          <p:nvPr/>
        </p:nvSpPr>
        <p:spPr>
          <a:xfrm>
            <a:off x="9804400" y="4292600"/>
            <a:ext cx="1498600" cy="3302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80" b="1">
                <a:solidFill>
                  <a:srgbClr val="100663"/>
                </a:solidFill>
                <a:latin typeface="Arial"/>
                <a:cs typeface="Arial"/>
              </a:rPr>
              <a:t>Shared engineering controls</a:t>
            </a:r>
          </a:p>
        </p:txBody>
      </p:sp>
      <p:sp>
        <p:nvSpPr>
          <p:cNvPr id="99" name="TextBox 98">
            <a:extLst>
              <a:ext uri="{FF2B5EF4-FFF2-40B4-BE49-F238E27FC236}">
                <a16:creationId xmlns:a16="http://schemas.microsoft.com/office/drawing/2014/main" id="{1D601821-D003-364F-8343-687C667D81BD}"/>
              </a:ext>
            </a:extLst>
          </p:cNvPr>
          <p:cNvSpPr txBox="1"/>
          <p:nvPr/>
        </p:nvSpPr>
        <p:spPr>
          <a:xfrm>
            <a:off x="9804400" y="4749800"/>
            <a:ext cx="1498600" cy="8636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30">
                <a:solidFill>
                  <a:srgbClr val="243B63"/>
                </a:solidFill>
                <a:latin typeface="Arial"/>
                <a:cs typeface="Arial"/>
              </a:rPr>
              <a:t>Automated testing, performance evidence, telemetry, and release controls</a:t>
            </a:r>
          </a:p>
        </p:txBody>
      </p:sp>
      <p:graphicFrame>
        <p:nvGraphicFramePr>
          <p:cNvPr id="27" name="Table 26">
            <a:extLst>
              <a:ext uri="{FF2B5EF4-FFF2-40B4-BE49-F238E27FC236}">
                <a16:creationId xmlns:a16="http://schemas.microsoft.com/office/drawing/2014/main" id="{5A1986C7-F6D0-9C23-C316-973C3D165BB1}"/>
              </a:ext>
            </a:extLst>
          </p:cNvPr>
          <p:cNvGraphicFramePr>
            <a:graphicFrameLocks noGrp="1"/>
          </p:cNvGraphicFramePr>
          <p:nvPr>
            <p:extLst>
              <p:ext uri="{D42A27DB-BD31-4B8C-83A1-F6EECF244321}">
                <p14:modId xmlns:p14="http://schemas.microsoft.com/office/powerpoint/2010/main" val="450841054"/>
              </p:ext>
            </p:extLst>
          </p:nvPr>
        </p:nvGraphicFramePr>
        <p:xfrm>
          <a:off x="11841036" y="194314"/>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Ri</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Tree>
    <p:extLst>
      <p:ext uri="{BB962C8B-B14F-4D97-AF65-F5344CB8AC3E}">
        <p14:creationId xmlns:p14="http://schemas.microsoft.com/office/powerpoint/2010/main" val="608459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BF95BD9B-EC33-7701-47C9-A94A092394B8}"/>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17" name="think-cell data - do not delete" hidden="1">
                        <a:extLst>
                          <a:ext uri="{FF2B5EF4-FFF2-40B4-BE49-F238E27FC236}">
                            <a16:creationId xmlns:a16="http://schemas.microsoft.com/office/drawing/2014/main" id="{BF95BD9B-EC33-7701-47C9-A94A092394B8}"/>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Footer Placeholder 1">
            <a:extLst>
              <a:ext uri="{FF2B5EF4-FFF2-40B4-BE49-F238E27FC236}">
                <a16:creationId xmlns:a16="http://schemas.microsoft.com/office/drawing/2014/main" id="{A655D082-6504-515D-69E9-0D06AF8D1DD9}"/>
              </a:ext>
            </a:extLst>
          </p:cNvPr>
          <p:cNvSpPr>
            <a:spLocks noGrp="1"/>
          </p:cNvSpPr>
          <p:nvPr>
            <p:ph type="ftr" sz="quarter" idx="24"/>
          </p:nvPr>
        </p:nvSpPr>
        <p:spPr/>
        <p:txBody>
          <a:bodyPr/>
          <a:lstStyle/>
          <a:p>
            <a:pPr marL="0" marR="0" lvl="0" indent="9525"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6433A390-42AA-FC0F-AAF0-F9C54FCBB4C1}"/>
              </a:ext>
            </a:extLst>
          </p:cNvPr>
          <p:cNvSpPr>
            <a:spLocks noGrp="1"/>
          </p:cNvSpPr>
          <p:nvPr>
            <p:ph type="sldNum" sz="quarter" idx="25"/>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9</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16" name="Title 15">
            <a:extLst>
              <a:ext uri="{FF2B5EF4-FFF2-40B4-BE49-F238E27FC236}">
                <a16:creationId xmlns:a16="http://schemas.microsoft.com/office/drawing/2014/main" id="{46935BC9-61F9-0BAE-138B-F6AE47C2C8AF}"/>
              </a:ext>
            </a:extLst>
          </p:cNvPr>
          <p:cNvSpPr>
            <a:spLocks noGrp="1"/>
          </p:cNvSpPr>
          <p:nvPr>
            <p:ph type="title"/>
          </p:nvPr>
        </p:nvSpPr>
        <p:spPr>
          <a:xfrm>
            <a:off x="460372" y="556953"/>
            <a:ext cx="11266491" cy="723275"/>
          </a:xfrm>
        </p:spPr>
        <p:txBody>
          <a:bodyPr vert="horz" wrap="square" rIns="0">
            <a:spAutoFit/>
          </a:bodyPr>
          <a:lstStyle/>
          <a:p>
            <a:pPr marL="0" indent="0" algn="l">
              <a:buNone/>
            </a:pPr>
            <a:r>
              <a:rPr lang="en-US" sz="2600" b="1">
                <a:solidFill>
                  <a:srgbClr val="070154"/>
                </a:solidFill>
                <a:latin typeface="Arial"/>
              </a:rPr>
              <a:t>Recommended target architecture for Eaglesoft user journeys</a:t>
            </a:r>
          </a:p>
        </p:txBody>
      </p:sp>
      <p:sp>
        <p:nvSpPr>
          <p:cNvPr id="10" name="Rectangle 1">
            <a:extLst>
              <a:ext uri="{FF2B5EF4-FFF2-40B4-BE49-F238E27FC236}">
                <a16:creationId xmlns:a16="http://schemas.microsoft.com/office/drawing/2014/main" id="{417F3A91-BB12-7A4E-6FDE-FDB7BC1589E4}"/>
              </a:ext>
            </a:extLst>
          </p:cNvPr>
          <p:cNvSpPr>
            <a:spLocks noGrp="1" noChangeArrowheads="1"/>
          </p:cNvSpPr>
          <p:nvPr>
            <p:ph type="body" sz="quarter" idx="27"/>
          </p:nvPr>
        </p:nvSpPr>
        <p:spPr bwMode="auto">
          <a:xfrm>
            <a:off x="8694939" y="1897372"/>
            <a:ext cx="3497061" cy="3708708"/>
          </a:xfr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2880" tIns="182880" rIns="457200" bIns="182880" numCol="1" anchor="t" anchorCtr="0" compatLnSpc="1">
            <a:prstTxWarp prst="textNoShape">
              <a:avLst/>
            </a:prstTxWarp>
            <a:spAutoFit/>
          </a:bodyPr>
          <a:lstStyle/>
          <a:p>
            <a:pPr marL="0" indent="0" algn="l">
              <a:spcAft>
                <a:spcPts val="1100"/>
              </a:spcAft>
              <a:buNone/>
            </a:pPr>
            <a:r>
              <a:rPr lang="en-US" sz="1100" b="1" u="sng">
                <a:solidFill>
                  <a:srgbClr val="E300D1"/>
                </a:solidFill>
                <a:latin typeface="Arial"/>
              </a:rPr>
              <a:t>CORE RECOMMENDATION</a:t>
            </a:r>
          </a:p>
          <a:p>
            <a:pPr marL="0" indent="0" algn="l">
              <a:spcAft>
                <a:spcPts val="900"/>
              </a:spcAft>
              <a:buNone/>
            </a:pPr>
            <a:r>
              <a:rPr lang="en-US" sz="1100" b="1">
                <a:solidFill>
                  <a:srgbClr val="FFFFFF"/>
                </a:solidFill>
                <a:latin typeface="Arial"/>
              </a:rPr>
              <a:t>Retire PowerBuilder journey by journey</a:t>
            </a:r>
          </a:p>
          <a:p>
            <a:pPr marL="250000" indent="-120000" algn="l">
              <a:spcAft>
                <a:spcPts val="500"/>
              </a:spcAft>
              <a:buChar char="•"/>
            </a:pPr>
            <a:r>
              <a:rPr lang="en-US" sz="950">
                <a:solidFill>
                  <a:srgbClr val="D9E2F3"/>
                </a:solidFill>
                <a:latin typeface="Arial"/>
              </a:rPr>
              <a:t>Identify end-to-end user journeys and define acceptance criteria</a:t>
            </a:r>
          </a:p>
          <a:p>
            <a:pPr marL="250000" indent="-120000" algn="l">
              <a:spcAft>
                <a:spcPts val="500"/>
              </a:spcAft>
              <a:buChar char="•"/>
            </a:pPr>
            <a:r>
              <a:rPr lang="en-US" sz="950">
                <a:solidFill>
                  <a:srgbClr val="D9E2F3"/>
                </a:solidFill>
                <a:latin typeface="Arial"/>
              </a:rPr>
              <a:t>Retire each screen and runtime only after its journey is accepted</a:t>
            </a:r>
          </a:p>
          <a:p>
            <a:pPr marL="250000" indent="-120000" algn="l">
              <a:spcAft>
                <a:spcPts val="500"/>
              </a:spcAft>
              <a:buChar char="•"/>
            </a:pPr>
            <a:r>
              <a:rPr lang="en-US" sz="950">
                <a:solidFill>
                  <a:srgbClr val="D9E2F3"/>
                </a:solidFill>
                <a:latin typeface="Arial"/>
              </a:rPr>
              <a:t>Rebuild UI logic in React + TypeScript</a:t>
            </a:r>
          </a:p>
          <a:p>
            <a:pPr marL="250000" indent="-120000" algn="l">
              <a:spcAft>
                <a:spcPts val="500"/>
              </a:spcAft>
              <a:buChar char="•"/>
            </a:pPr>
            <a:r>
              <a:rPr lang="en-US" sz="950">
                <a:solidFill>
                  <a:srgbClr val="D9E2F3"/>
                </a:solidFill>
                <a:latin typeface="Arial"/>
              </a:rPr>
              <a:t>Route business rules through API and domain services</a:t>
            </a:r>
          </a:p>
          <a:p>
            <a:pPr marL="250000" indent="-120000" algn="l">
              <a:buChar char="•"/>
            </a:pPr>
            <a:r>
              <a:rPr lang="en-US" sz="950">
                <a:solidFill>
                  <a:srgbClr val="D9E2F3"/>
                </a:solidFill>
                <a:latin typeface="Arial"/>
              </a:rPr>
              <a:t>Centralize PostgreSQL access and preserve on-premises documents and imaging</a:t>
            </a:r>
          </a:p>
        </p:txBody>
      </p:sp>
      <p:sp>
        <p:nvSpPr>
          <p:cNvPr id="7" name="Text Placeholder 6">
            <a:extLst>
              <a:ext uri="{FF2B5EF4-FFF2-40B4-BE49-F238E27FC236}">
                <a16:creationId xmlns:a16="http://schemas.microsoft.com/office/drawing/2014/main" id="{83F8AD86-8E9D-F871-A78B-3477E4D899EA}"/>
              </a:ext>
            </a:extLst>
          </p:cNvPr>
          <p:cNvSpPr>
            <a:spLocks noGrp="1"/>
          </p:cNvSpPr>
          <p:nvPr>
            <p:ph type="body" sz="quarter" idx="19"/>
          </p:nvPr>
        </p:nvSpPr>
        <p:spPr/>
        <p:txBody>
          <a:bodyPr/>
          <a:lstStyle/>
          <a:p>
            <a:pPr marL="0" indent="0" algn="l">
              <a:buNone/>
            </a:pPr>
            <a:r>
              <a:rPr lang="en-US" sz="900" b="1">
                <a:solidFill>
                  <a:srgbClr val="50658E"/>
                </a:solidFill>
                <a:latin typeface="Arial"/>
              </a:rPr>
              <a:t>TARGET ARCHITECTURE</a:t>
            </a:r>
          </a:p>
        </p:txBody>
      </p:sp>
      <p:grpSp>
        <p:nvGrpSpPr>
          <p:cNvPr id="143" name="Group 142">
            <a:extLst>
              <a:ext uri="{FF2B5EF4-FFF2-40B4-BE49-F238E27FC236}">
                <a16:creationId xmlns:a16="http://schemas.microsoft.com/office/drawing/2014/main" id="{268FDC4B-4D6D-4BE1-A22E-0BBC235ABD5F}"/>
              </a:ext>
            </a:extLst>
          </p:cNvPr>
          <p:cNvGrpSpPr>
            <a:grpSpLocks noChangeAspect="1"/>
          </p:cNvGrpSpPr>
          <p:nvPr/>
        </p:nvGrpSpPr>
        <p:grpSpPr>
          <a:xfrm>
            <a:off x="1422400" y="1727200"/>
            <a:ext cx="6955038" cy="2997200"/>
            <a:chOff x="1781640" y="1337527"/>
            <a:chExt cx="6955038" cy="2997200"/>
          </a:xfrm>
        </p:grpSpPr>
        <p:grpSp>
          <p:nvGrpSpPr>
            <p:cNvPr id="50" name="Group 49">
              <a:extLst>
                <a:ext uri="{FF2B5EF4-FFF2-40B4-BE49-F238E27FC236}">
                  <a16:creationId xmlns:a16="http://schemas.microsoft.com/office/drawing/2014/main" id="{2399BCF3-5263-BA56-DE02-B23096109B8F}"/>
                </a:ext>
              </a:extLst>
            </p:cNvPr>
            <p:cNvGrpSpPr>
              <a:grpSpLocks noChangeAspect="1"/>
            </p:cNvGrpSpPr>
            <p:nvPr/>
          </p:nvGrpSpPr>
          <p:grpSpPr>
            <a:xfrm>
              <a:off x="1781640" y="1337527"/>
              <a:ext cx="4381500" cy="2909572"/>
              <a:chOff x="944693" y="1716026"/>
              <a:chExt cx="3272589" cy="2202861"/>
            </a:xfrm>
          </p:grpSpPr>
          <p:sp>
            <p:nvSpPr>
              <p:cNvPr id="19" name="Isosceles Triangle 18">
                <a:extLst>
                  <a:ext uri="{FF2B5EF4-FFF2-40B4-BE49-F238E27FC236}">
                    <a16:creationId xmlns:a16="http://schemas.microsoft.com/office/drawing/2014/main" id="{745D1C14-AC5D-EDB7-C7C1-F318294920BF}"/>
                  </a:ext>
                </a:extLst>
              </p:cNvPr>
              <p:cNvSpPr/>
              <p:nvPr/>
            </p:nvSpPr>
            <p:spPr bwMode="auto">
              <a:xfrm flipV="1">
                <a:off x="944694" y="3490477"/>
                <a:ext cx="3272588" cy="379371"/>
              </a:xfrm>
              <a:prstGeom prst="triangle">
                <a:avLst/>
              </a:prstGeom>
              <a:solidFill>
                <a:schemeClr val="accent4"/>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18" name="Isosceles Triangle 17">
                <a:extLst>
                  <a:ext uri="{FF2B5EF4-FFF2-40B4-BE49-F238E27FC236}">
                    <a16:creationId xmlns:a16="http://schemas.microsoft.com/office/drawing/2014/main" id="{5F35CA90-A4F4-72ED-700E-496F7CDDECE7}"/>
                  </a:ext>
                </a:extLst>
              </p:cNvPr>
              <p:cNvSpPr/>
              <p:nvPr/>
            </p:nvSpPr>
            <p:spPr bwMode="auto">
              <a:xfrm>
                <a:off x="944693" y="1716026"/>
                <a:ext cx="3272588" cy="379371"/>
              </a:xfrm>
              <a:prstGeom prst="triangle">
                <a:avLst/>
              </a:prstGeom>
              <a:solidFill>
                <a:schemeClr val="accent4"/>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15" name="Rectangle 14">
                <a:extLst>
                  <a:ext uri="{FF2B5EF4-FFF2-40B4-BE49-F238E27FC236}">
                    <a16:creationId xmlns:a16="http://schemas.microsoft.com/office/drawing/2014/main" id="{54D589EF-C682-4082-A1F1-297130869AB3}"/>
                  </a:ext>
                </a:extLst>
              </p:cNvPr>
              <p:cNvSpPr/>
              <p:nvPr/>
            </p:nvSpPr>
            <p:spPr bwMode="auto">
              <a:xfrm>
                <a:off x="944693" y="2094846"/>
                <a:ext cx="3272588" cy="1824041"/>
              </a:xfrm>
              <a:prstGeom prst="rect">
                <a:avLst/>
              </a:prstGeom>
              <a:solidFill>
                <a:schemeClr val="accent4"/>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cxnSp>
            <p:nvCxnSpPr>
              <p:cNvPr id="34" name="Straight Connector 33">
                <a:extLst>
                  <a:ext uri="{FF2B5EF4-FFF2-40B4-BE49-F238E27FC236}">
                    <a16:creationId xmlns:a16="http://schemas.microsoft.com/office/drawing/2014/main" id="{5993847D-8F1D-1C7F-9FE6-ABABE03EA787}"/>
                  </a:ext>
                </a:extLst>
              </p:cNvPr>
              <p:cNvCxnSpPr>
                <a:stCxn id="18" idx="0"/>
                <a:endCxn id="18" idx="2"/>
              </p:cNvCxnSpPr>
              <p:nvPr/>
            </p:nvCxnSpPr>
            <p:spPr>
              <a:xfrm flipH="1">
                <a:off x="944693" y="1716026"/>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6BF1C08-232E-329C-4758-193E91CC72DF}"/>
                  </a:ext>
                </a:extLst>
              </p:cNvPr>
              <p:cNvCxnSpPr>
                <a:cxnSpLocks/>
                <a:stCxn id="18" idx="4"/>
                <a:endCxn id="18" idx="0"/>
              </p:cNvCxnSpPr>
              <p:nvPr/>
            </p:nvCxnSpPr>
            <p:spPr>
              <a:xfrm flipH="1" flipV="1">
                <a:off x="2580987" y="1716026"/>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85FBFCB-1617-66E1-A329-A4A45279A040}"/>
                  </a:ext>
                </a:extLst>
              </p:cNvPr>
              <p:cNvCxnSpPr>
                <a:cxnSpLocks/>
                <a:stCxn id="19" idx="4"/>
                <a:endCxn id="19" idx="0"/>
              </p:cNvCxnSpPr>
              <p:nvPr/>
            </p:nvCxnSpPr>
            <p:spPr>
              <a:xfrm flipH="1">
                <a:off x="2580988" y="3490477"/>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D4BA617-DBDB-B5BF-3BA2-B0EDA1E84165}"/>
                  </a:ext>
                </a:extLst>
              </p:cNvPr>
              <p:cNvCxnSpPr>
                <a:cxnSpLocks/>
                <a:stCxn id="19" idx="0"/>
                <a:endCxn id="19" idx="2"/>
              </p:cNvCxnSpPr>
              <p:nvPr/>
            </p:nvCxnSpPr>
            <p:spPr>
              <a:xfrm flipH="1" flipV="1">
                <a:off x="944694" y="3490477"/>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6066507-5F5B-684A-DEB8-95AC24A5CBF6}"/>
                  </a:ext>
                </a:extLst>
              </p:cNvPr>
              <p:cNvCxnSpPr>
                <a:cxnSpLocks/>
                <a:stCxn id="19" idx="2"/>
                <a:endCxn id="18" idx="2"/>
              </p:cNvCxnSpPr>
              <p:nvPr/>
            </p:nvCxnSpPr>
            <p:spPr>
              <a:xfrm flipH="1" flipV="1">
                <a:off x="944693" y="2095397"/>
                <a:ext cx="1" cy="139508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E3AF0D8-584D-116F-55C9-7C449ABF4A38}"/>
                  </a:ext>
                </a:extLst>
              </p:cNvPr>
              <p:cNvCxnSpPr>
                <a:cxnSpLocks/>
                <a:stCxn id="19" idx="4"/>
                <a:endCxn id="18" idx="4"/>
              </p:cNvCxnSpPr>
              <p:nvPr/>
            </p:nvCxnSpPr>
            <p:spPr>
              <a:xfrm flipH="1" flipV="1">
                <a:off x="4217281" y="2095397"/>
                <a:ext cx="1" cy="139508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9" name="Flowchart: Decision 8">
              <a:extLst>
                <a:ext uri="{FF2B5EF4-FFF2-40B4-BE49-F238E27FC236}">
                  <a16:creationId xmlns:a16="http://schemas.microsoft.com/office/drawing/2014/main" id="{50F63E22-DCAC-3D4B-832C-C30A5EFC4CF1}"/>
                </a:ext>
              </a:extLst>
            </p:cNvPr>
            <p:cNvSpPr/>
            <p:nvPr/>
          </p:nvSpPr>
          <p:spPr bwMode="auto">
            <a:xfrm>
              <a:off x="1908640" y="3204427"/>
              <a:ext cx="4064000" cy="965200"/>
            </a:xfrm>
            <a:prstGeom prst="flowChartDecision">
              <a:avLst/>
            </a:prstGeom>
            <a:solidFill>
              <a:schemeClr val="accent3"/>
            </a:solidFill>
            <a:ln>
              <a:solidFill>
                <a:schemeClr val="accent3">
                  <a:lumMod val="75000"/>
                </a:schemeClr>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58E"/>
                  </a:solidFill>
                  <a:effectLst/>
                  <a:uLnTx/>
                  <a:uFillTx/>
                  <a:latin typeface="Arial"/>
                  <a:ea typeface="+mn-ea"/>
                  <a:cs typeface="+mn-cs"/>
                </a:rPr>
                <a:t>DATA ACCESS LAYER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70154"/>
                  </a:solidFill>
                  <a:effectLst/>
                  <a:uLnTx/>
                  <a:uFillTx/>
                  <a:latin typeface="Arial"/>
                  <a:ea typeface="+mn-ea"/>
                  <a:cs typeface="+mn-cs"/>
                </a:rPr>
                <a:t>PostgreSQL access</a:t>
              </a:r>
            </a:p>
          </p:txBody>
        </p:sp>
        <p:sp>
          <p:nvSpPr>
            <p:cNvPr id="8" name="Flowchart: Decision 7">
              <a:extLst>
                <a:ext uri="{FF2B5EF4-FFF2-40B4-BE49-F238E27FC236}">
                  <a16:creationId xmlns:a16="http://schemas.microsoft.com/office/drawing/2014/main" id="{812D45CE-58ED-FAD5-89BB-41749D82DAC4}"/>
                </a:ext>
              </a:extLst>
            </p:cNvPr>
            <p:cNvSpPr/>
            <p:nvPr/>
          </p:nvSpPr>
          <p:spPr bwMode="auto">
            <a:xfrm>
              <a:off x="1908640" y="2328127"/>
              <a:ext cx="4064000" cy="965200"/>
            </a:xfrm>
            <a:prstGeom prst="flowChartDecision">
              <a:avLst/>
            </a:prstGeom>
            <a:solidFill>
              <a:schemeClr val="accent3"/>
            </a:solidFill>
            <a:ln>
              <a:solidFill>
                <a:schemeClr val="accent3">
                  <a:lumMod val="75000"/>
                </a:schemeClr>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58E"/>
                  </a:solidFill>
                  <a:effectLst/>
                  <a:uLnTx/>
                  <a:uFillTx/>
                  <a:latin typeface="Arial"/>
                  <a:ea typeface="+mn-ea"/>
                  <a:cs typeface="+mn-cs"/>
                </a:rPr>
                <a:t>API LAYER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a:ln>
                    <a:noFill/>
                  </a:ln>
                  <a:solidFill>
                    <a:srgbClr val="070154"/>
                  </a:solidFill>
                  <a:effectLst/>
                  <a:uLnTx/>
                  <a:uFillTx/>
                  <a:latin typeface="Arial"/>
                  <a:ea typeface="+mn-ea"/>
                  <a:cs typeface="+mn-cs"/>
                </a:rPr>
                <a:t>Domain services</a:t>
              </a:r>
            </a:p>
          </p:txBody>
        </p:sp>
        <p:sp>
          <p:nvSpPr>
            <p:cNvPr id="6" name="Flowchart: Decision 5">
              <a:extLst>
                <a:ext uri="{FF2B5EF4-FFF2-40B4-BE49-F238E27FC236}">
                  <a16:creationId xmlns:a16="http://schemas.microsoft.com/office/drawing/2014/main" id="{68666F5F-7FA2-4809-8036-AF831E38A9B6}"/>
                </a:ext>
              </a:extLst>
            </p:cNvPr>
            <p:cNvSpPr/>
            <p:nvPr/>
          </p:nvSpPr>
          <p:spPr bwMode="auto">
            <a:xfrm>
              <a:off x="1908640" y="1451827"/>
              <a:ext cx="4064000" cy="965200"/>
            </a:xfrm>
            <a:prstGeom prst="flowChartDecision">
              <a:avLst/>
            </a:prstGeom>
            <a:solidFill>
              <a:schemeClr val="accent3"/>
            </a:solidFill>
            <a:ln>
              <a:solidFill>
                <a:schemeClr val="accent3">
                  <a:lumMod val="75000"/>
                </a:schemeClr>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58E"/>
                  </a:solidFill>
                  <a:effectLst/>
                  <a:uLnTx/>
                  <a:uFillTx/>
                  <a:latin typeface="Arial"/>
                  <a:ea typeface="+mn-ea"/>
                  <a:cs typeface="+mn-cs"/>
                </a:rPr>
                <a:t>USER INTERFACE LAYER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a:ln>
                    <a:noFill/>
                  </a:ln>
                  <a:solidFill>
                    <a:srgbClr val="070154"/>
                  </a:solidFill>
                  <a:effectLst/>
                  <a:uLnTx/>
                  <a:uFillTx/>
                  <a:latin typeface="Arial"/>
                  <a:ea typeface="+mn-ea"/>
                  <a:cs typeface="+mn-cs"/>
                </a:rPr>
                <a:t>React + TypeScript</a:t>
              </a:r>
            </a:p>
          </p:txBody>
        </p:sp>
        <p:sp>
          <p:nvSpPr>
            <p:cNvPr id="20" name="Flowchart: Decision 19">
              <a:extLst>
                <a:ext uri="{FF2B5EF4-FFF2-40B4-BE49-F238E27FC236}">
                  <a16:creationId xmlns:a16="http://schemas.microsoft.com/office/drawing/2014/main" id="{4E767628-3C40-13DE-03D1-2F61D01C86D5}"/>
                </a:ext>
              </a:extLst>
            </p:cNvPr>
            <p:cNvSpPr/>
            <p:nvPr/>
          </p:nvSpPr>
          <p:spPr bwMode="auto">
            <a:xfrm>
              <a:off x="6653878" y="3318727"/>
              <a:ext cx="2082800" cy="1016000"/>
            </a:xfrm>
            <a:prstGeom prst="flowChartDecision">
              <a:avLst/>
            </a:prstGeom>
            <a:solidFill>
              <a:schemeClr val="accent3"/>
            </a:solidFill>
            <a:ln>
              <a:solidFill>
                <a:schemeClr val="accent3">
                  <a:lumMod val="75000"/>
                </a:schemeClr>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50658E"/>
                  </a:solidFill>
                  <a:effectLst/>
                  <a:uLnTx/>
                  <a:uFillTx/>
                  <a:latin typeface="Arial"/>
                  <a:ea typeface="+mn-ea"/>
                  <a:cs typeface="+mn-cs"/>
                </a:rPr>
                <a:t>ON-PREMISES DATA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70154"/>
                  </a:solidFill>
                  <a:effectLst/>
                  <a:uLnTx/>
                  <a:uFillTx/>
                  <a:latin typeface="Arial"/>
                  <a:ea typeface="+mn-ea"/>
                  <a:cs typeface="+mn-cs"/>
                </a:rPr>
                <a:t>Documents + imaging</a:t>
              </a:r>
            </a:p>
          </p:txBody>
        </p:sp>
        <p:sp>
          <p:nvSpPr>
            <p:cNvPr id="151" name="Partner integrations"/>
            <p:cNvSpPr/>
            <p:nvPr/>
          </p:nvSpPr>
          <p:spPr bwMode="auto">
            <a:xfrm>
              <a:off x="6653878" y="2210652"/>
              <a:ext cx="2082800" cy="1031875"/>
            </a:xfrm>
            <a:prstGeom prst="flowChartDecision">
              <a:avLst/>
            </a:prstGeom>
            <a:solidFill>
              <a:schemeClr val="accent3"/>
            </a:solidFill>
            <a:ln>
              <a:solidFill>
                <a:schemeClr val="accent3">
                  <a:lumMod val="75000"/>
                </a:schemeClr>
              </a:solidFill>
            </a:ln>
            <a:effectLst/>
          </p:spPr>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50658E"/>
                  </a:solidFill>
                  <a:effectLst/>
                  <a:uLnTx/>
                  <a:uFillTx/>
                  <a:latin typeface="Arial"/>
                  <a:ea typeface="+mn-ea"/>
                  <a:cs typeface="+mn-cs"/>
                </a:rPr>
                <a:t>PARTNER INTEGRATIONS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70154"/>
                  </a:solidFill>
                  <a:effectLst/>
                  <a:uLnTx/>
                  <a:uFillTx/>
                  <a:latin typeface="Arial"/>
                  <a:ea typeface="+mn-ea"/>
                  <a:cs typeface="+mn-cs"/>
                </a:rPr>
                <a:t>Continuous support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70154"/>
                  </a:solidFill>
                  <a:effectLst/>
                  <a:uLnTx/>
                  <a:uFillTx/>
                  <a:latin typeface="Arial"/>
                  <a:ea typeface="+mn-ea"/>
                  <a:cs typeface="+mn-cs"/>
                </a:rPr>
                <a:t>API + data access paths</a:t>
              </a:r>
            </a:p>
          </p:txBody>
        </p:sp>
      </p:grpSp>
      <p:pic>
        <p:nvPicPr>
          <p:cNvPr id="144" name="Graphic 143">
            <a:extLst>
              <a:ext uri="{FF2B5EF4-FFF2-40B4-BE49-F238E27FC236}">
                <a16:creationId xmlns:a16="http://schemas.microsoft.com/office/drawing/2014/main" id="{7AC32726-5CBE-C1C6-4A7A-7EFDA5F14C3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60000">
            <a:off x="8890719" y="1904846"/>
            <a:ext cx="2277356" cy="753008"/>
          </a:xfrm>
          <a:prstGeom prst="rect">
            <a:avLst/>
          </a:prstGeom>
        </p:spPr>
      </p:pic>
      <p:graphicFrame>
        <p:nvGraphicFramePr>
          <p:cNvPr id="5" name="Table 4">
            <a:extLst>
              <a:ext uri="{FF2B5EF4-FFF2-40B4-BE49-F238E27FC236}">
                <a16:creationId xmlns:a16="http://schemas.microsoft.com/office/drawing/2014/main" id="{DFCF3DA6-D097-AB96-58C2-1B86BC054C47}"/>
              </a:ext>
            </a:extLst>
          </p:cNvPr>
          <p:cNvGraphicFramePr>
            <a:graphicFrameLocks noGrp="1"/>
          </p:cNvGraphicFramePr>
          <p:nvPr>
            <p:extLst>
              <p:ext uri="{D42A27DB-BD31-4B8C-83A1-F6EECF244321}">
                <p14:modId xmlns:p14="http://schemas.microsoft.com/office/powerpoint/2010/main" val="4070753059"/>
              </p:ext>
            </p:extLst>
          </p:nvPr>
        </p:nvGraphicFramePr>
        <p:xfrm>
          <a:off x="11658910" y="54150"/>
          <a:ext cx="3297629" cy="1356360"/>
        </p:xfrm>
        <a:graphic>
          <a:graphicData uri="http://schemas.openxmlformats.org/drawingml/2006/table">
            <a:tbl>
              <a:tblPr/>
              <a:tblGrid>
                <a:gridCol w="396239">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Ri</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​Alternative version of Slide 8</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
        <p:nvSpPr>
          <p:cNvPr id="4" name="TextBox 3">
            <a:extLst>
              <a:ext uri="{FF2B5EF4-FFF2-40B4-BE49-F238E27FC236}">
                <a16:creationId xmlns:a16="http://schemas.microsoft.com/office/drawing/2014/main" id="{43DBE5BF-FDBF-3E46-97DC-5F2983CA7130}"/>
              </a:ext>
            </a:extLst>
          </p:cNvPr>
          <p:cNvSpPr txBox="1"/>
          <p:nvPr/>
        </p:nvSpPr>
        <p:spPr>
          <a:xfrm>
            <a:off x="457200" y="4940300"/>
            <a:ext cx="1886735" cy="153888"/>
          </a:xfrm>
          <a:prstGeom prst="rect">
            <a:avLst/>
          </a:prstGeom>
          <a:noFill/>
        </p:spPr>
        <p:txBody>
          <a:bodyPr vertOverflow="overflow" vert="horz" wrap="none" lIns="0" tIns="0" rIns="0" bIns="0" rtlCol="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70154"/>
                </a:solidFill>
                <a:effectLst/>
                <a:uLnTx/>
                <a:uFillTx/>
                <a:latin typeface="Arial"/>
                <a:ea typeface="+mn-ea"/>
                <a:cs typeface="Arial"/>
              </a:rPr>
              <a:t>MODERNIZATION PRINCIPLES</a:t>
            </a:r>
          </a:p>
        </p:txBody>
      </p:sp>
      <p:sp>
        <p:nvSpPr>
          <p:cNvPr id="11" name="Rectangle 10">
            <a:extLst>
              <a:ext uri="{FF2B5EF4-FFF2-40B4-BE49-F238E27FC236}">
                <a16:creationId xmlns:a16="http://schemas.microsoft.com/office/drawing/2014/main" id="{F89E085D-EF66-C344-AD61-9C01C726C692}"/>
              </a:ext>
            </a:extLst>
          </p:cNvPr>
          <p:cNvSpPr/>
          <p:nvPr/>
        </p:nvSpPr>
        <p:spPr bwMode="auto">
          <a:xfrm>
            <a:off x="457200" y="5168900"/>
            <a:ext cx="1803400" cy="977900"/>
          </a:xfrm>
          <a:prstGeom prst="rect">
            <a:avLst/>
          </a:prstGeom>
          <a:solidFill>
            <a:srgbClr val="F3F6FA"/>
          </a:solidFill>
          <a:ln w="9525">
            <a:solidFill>
              <a:srgbClr val="C7D2E5"/>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12" name="Rectangle 11">
            <a:extLst>
              <a:ext uri="{FF2B5EF4-FFF2-40B4-BE49-F238E27FC236}">
                <a16:creationId xmlns:a16="http://schemas.microsoft.com/office/drawing/2014/main" id="{642E0B04-3C6A-2444-A1D9-1D1DEE2542BF}"/>
              </a:ext>
            </a:extLst>
          </p:cNvPr>
          <p:cNvSpPr/>
          <p:nvPr/>
        </p:nvSpPr>
        <p:spPr bwMode="auto">
          <a:xfrm>
            <a:off x="457200" y="5168900"/>
            <a:ext cx="1803400" cy="50800"/>
          </a:xfrm>
          <a:prstGeom prst="rect">
            <a:avLst/>
          </a:prstGeom>
          <a:solidFill>
            <a:srgbClr val="175FE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13" name="TextBox 12">
            <a:extLst>
              <a:ext uri="{FF2B5EF4-FFF2-40B4-BE49-F238E27FC236}">
                <a16:creationId xmlns:a16="http://schemas.microsoft.com/office/drawing/2014/main" id="{21E2F3D2-1DC1-E941-8A00-9C21AFCFC46C}"/>
              </a:ext>
            </a:extLst>
          </p:cNvPr>
          <p:cNvSpPr txBox="1"/>
          <p:nvPr/>
        </p:nvSpPr>
        <p:spPr>
          <a:xfrm>
            <a:off x="558800" y="5283200"/>
            <a:ext cx="1600200" cy="165100"/>
          </a:xfrm>
          <a:prstGeom prst="rect">
            <a:avLst/>
          </a:prstGeom>
          <a:noFill/>
        </p:spPr>
        <p:txBody>
          <a:bodyPr vertOverflow="overflow" vert="horz" wrap="non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70154"/>
                </a:solidFill>
                <a:effectLst/>
                <a:uLnTx/>
                <a:uFillTx/>
                <a:latin typeface="Arial"/>
                <a:ea typeface="+mn-ea"/>
                <a:cs typeface="Arial"/>
              </a:rPr>
              <a:t>JOURNEY-BY-JOURNEY</a:t>
            </a:r>
          </a:p>
        </p:txBody>
      </p:sp>
      <p:sp>
        <p:nvSpPr>
          <p:cNvPr id="14" name="TextBox 13">
            <a:extLst>
              <a:ext uri="{FF2B5EF4-FFF2-40B4-BE49-F238E27FC236}">
                <a16:creationId xmlns:a16="http://schemas.microsoft.com/office/drawing/2014/main" id="{9326D509-8EAC-9042-B86D-B8B8810B5657}"/>
              </a:ext>
            </a:extLst>
          </p:cNvPr>
          <p:cNvSpPr txBox="1"/>
          <p:nvPr/>
        </p:nvSpPr>
        <p:spPr>
          <a:xfrm>
            <a:off x="558800" y="5499100"/>
            <a:ext cx="1600200" cy="5461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50" b="0" i="0" u="none" strike="noStrike" kern="1200" cap="none" spc="0" normalizeH="0" baseline="0" noProof="0">
                <a:ln>
                  <a:noFill/>
                </a:ln>
                <a:solidFill>
                  <a:srgbClr val="172B55"/>
                </a:solidFill>
                <a:effectLst/>
                <a:uLnTx/>
                <a:uFillTx/>
                <a:latin typeface="Arial"/>
                <a:ea typeface="+mn-ea"/>
                <a:cs typeface="Arial"/>
              </a:rPr>
              <a:t>Modernize one complete user journey at a time; retire its PowerBuilder screen only after cutover.</a:t>
            </a:r>
          </a:p>
        </p:txBody>
      </p:sp>
      <p:sp>
        <p:nvSpPr>
          <p:cNvPr id="21" name="Rectangle 20">
            <a:extLst>
              <a:ext uri="{FF2B5EF4-FFF2-40B4-BE49-F238E27FC236}">
                <a16:creationId xmlns:a16="http://schemas.microsoft.com/office/drawing/2014/main" id="{FEB00C65-838A-6746-8664-EB5144EA166B}"/>
              </a:ext>
            </a:extLst>
          </p:cNvPr>
          <p:cNvSpPr/>
          <p:nvPr/>
        </p:nvSpPr>
        <p:spPr bwMode="auto">
          <a:xfrm>
            <a:off x="2387600" y="5168900"/>
            <a:ext cx="1803400" cy="977900"/>
          </a:xfrm>
          <a:prstGeom prst="rect">
            <a:avLst/>
          </a:prstGeom>
          <a:solidFill>
            <a:srgbClr val="F3F6FA"/>
          </a:solidFill>
          <a:ln w="9525">
            <a:solidFill>
              <a:srgbClr val="C7D2E5"/>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22" name="Rectangle 21">
            <a:extLst>
              <a:ext uri="{FF2B5EF4-FFF2-40B4-BE49-F238E27FC236}">
                <a16:creationId xmlns:a16="http://schemas.microsoft.com/office/drawing/2014/main" id="{16A72F4A-7A3E-0142-8EB0-D2665917A832}"/>
              </a:ext>
            </a:extLst>
          </p:cNvPr>
          <p:cNvSpPr/>
          <p:nvPr/>
        </p:nvSpPr>
        <p:spPr bwMode="auto">
          <a:xfrm>
            <a:off x="2387600" y="5168900"/>
            <a:ext cx="1803400" cy="50800"/>
          </a:xfrm>
          <a:prstGeom prst="rect">
            <a:avLst/>
          </a:prstGeom>
          <a:solidFill>
            <a:srgbClr val="175FE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TextBox 22">
            <a:extLst>
              <a:ext uri="{FF2B5EF4-FFF2-40B4-BE49-F238E27FC236}">
                <a16:creationId xmlns:a16="http://schemas.microsoft.com/office/drawing/2014/main" id="{884FD0F0-E4F3-C545-A080-B2D33C5A8915}"/>
              </a:ext>
            </a:extLst>
          </p:cNvPr>
          <p:cNvSpPr txBox="1"/>
          <p:nvPr/>
        </p:nvSpPr>
        <p:spPr>
          <a:xfrm>
            <a:off x="2489200" y="5283200"/>
            <a:ext cx="1600200" cy="165100"/>
          </a:xfrm>
          <a:prstGeom prst="rect">
            <a:avLst/>
          </a:prstGeom>
          <a:noFill/>
        </p:spPr>
        <p:txBody>
          <a:bodyPr vertOverflow="overflow" vert="horz" wrap="non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70154"/>
                </a:solidFill>
                <a:effectLst/>
                <a:uLnTx/>
                <a:uFillTx/>
                <a:latin typeface="Arial"/>
                <a:ea typeface="+mn-ea"/>
                <a:cs typeface="Arial"/>
              </a:rPr>
              <a:t>TRANSITION PLAN</a:t>
            </a:r>
          </a:p>
        </p:txBody>
      </p:sp>
      <p:sp>
        <p:nvSpPr>
          <p:cNvPr id="24" name="TextBox 23">
            <a:extLst>
              <a:ext uri="{FF2B5EF4-FFF2-40B4-BE49-F238E27FC236}">
                <a16:creationId xmlns:a16="http://schemas.microsoft.com/office/drawing/2014/main" id="{1BD36A4E-F889-A849-BCC8-3EB9C4130020}"/>
              </a:ext>
            </a:extLst>
          </p:cNvPr>
          <p:cNvSpPr txBox="1"/>
          <p:nvPr/>
        </p:nvSpPr>
        <p:spPr>
          <a:xfrm>
            <a:off x="2489200" y="5499100"/>
            <a:ext cx="1600200" cy="5461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50" b="0" i="0" u="none" strike="noStrike" kern="1200" cap="none" spc="0" normalizeH="0" baseline="0" noProof="0">
                <a:ln>
                  <a:noFill/>
                </a:ln>
                <a:solidFill>
                  <a:srgbClr val="172B55"/>
                </a:solidFill>
                <a:effectLst/>
                <a:uLnTx/>
                <a:uFillTx/>
                <a:latin typeface="Arial"/>
                <a:ea typeface="+mn-ea"/>
                <a:cs typeface="Arial"/>
              </a:rPr>
              <a:t>Sequence coexistence, testing, deployment, and support so legacy and modern experiences can run safely in parallel.</a:t>
            </a:r>
          </a:p>
        </p:txBody>
      </p:sp>
      <p:sp>
        <p:nvSpPr>
          <p:cNvPr id="25" name="Rectangle 24">
            <a:extLst>
              <a:ext uri="{FF2B5EF4-FFF2-40B4-BE49-F238E27FC236}">
                <a16:creationId xmlns:a16="http://schemas.microsoft.com/office/drawing/2014/main" id="{A3EBBACD-06AA-6141-A4B5-0D95F23EC13D}"/>
              </a:ext>
            </a:extLst>
          </p:cNvPr>
          <p:cNvSpPr/>
          <p:nvPr/>
        </p:nvSpPr>
        <p:spPr bwMode="auto">
          <a:xfrm>
            <a:off x="4318000" y="5168900"/>
            <a:ext cx="1803400" cy="977900"/>
          </a:xfrm>
          <a:prstGeom prst="rect">
            <a:avLst/>
          </a:prstGeom>
          <a:solidFill>
            <a:srgbClr val="F3F6FA"/>
          </a:solidFill>
          <a:ln w="9525">
            <a:solidFill>
              <a:srgbClr val="C7D2E5"/>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27" name="Rectangle 26">
            <a:extLst>
              <a:ext uri="{FF2B5EF4-FFF2-40B4-BE49-F238E27FC236}">
                <a16:creationId xmlns:a16="http://schemas.microsoft.com/office/drawing/2014/main" id="{80D87E0C-B10D-6546-816A-3937D5BDFBD7}"/>
              </a:ext>
            </a:extLst>
          </p:cNvPr>
          <p:cNvSpPr/>
          <p:nvPr/>
        </p:nvSpPr>
        <p:spPr bwMode="auto">
          <a:xfrm>
            <a:off x="4318000" y="5168900"/>
            <a:ext cx="1803400" cy="50800"/>
          </a:xfrm>
          <a:prstGeom prst="rect">
            <a:avLst/>
          </a:prstGeom>
          <a:solidFill>
            <a:srgbClr val="175FE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28" name="TextBox 27">
            <a:extLst>
              <a:ext uri="{FF2B5EF4-FFF2-40B4-BE49-F238E27FC236}">
                <a16:creationId xmlns:a16="http://schemas.microsoft.com/office/drawing/2014/main" id="{82982401-5D38-E844-91BC-1C4531AC64EB}"/>
              </a:ext>
            </a:extLst>
          </p:cNvPr>
          <p:cNvSpPr txBox="1"/>
          <p:nvPr/>
        </p:nvSpPr>
        <p:spPr>
          <a:xfrm>
            <a:off x="4419600" y="5283200"/>
            <a:ext cx="1600200" cy="165100"/>
          </a:xfrm>
          <a:prstGeom prst="rect">
            <a:avLst/>
          </a:prstGeom>
          <a:noFill/>
        </p:spPr>
        <p:txBody>
          <a:bodyPr vertOverflow="overflow" vert="horz" wrap="non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70154"/>
                </a:solidFill>
                <a:effectLst/>
                <a:uLnTx/>
                <a:uFillTx/>
                <a:latin typeface="Arial"/>
                <a:ea typeface="+mn-ea"/>
                <a:cs typeface="Arial"/>
              </a:rPr>
              <a:t>PARTNER CONTINUITY</a:t>
            </a:r>
          </a:p>
        </p:txBody>
      </p:sp>
      <p:sp>
        <p:nvSpPr>
          <p:cNvPr id="29" name="TextBox 28">
            <a:extLst>
              <a:ext uri="{FF2B5EF4-FFF2-40B4-BE49-F238E27FC236}">
                <a16:creationId xmlns:a16="http://schemas.microsoft.com/office/drawing/2014/main" id="{0BE9CF1E-C2FF-0241-BED9-C361162C0352}"/>
              </a:ext>
            </a:extLst>
          </p:cNvPr>
          <p:cNvSpPr txBox="1"/>
          <p:nvPr/>
        </p:nvSpPr>
        <p:spPr>
          <a:xfrm>
            <a:off x="4419600" y="5499100"/>
            <a:ext cx="1600200" cy="5461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50" b="0" i="0" u="none" strike="noStrike" kern="1200" cap="none" spc="0" normalizeH="0" baseline="0" noProof="0">
                <a:ln>
                  <a:noFill/>
                </a:ln>
                <a:solidFill>
                  <a:srgbClr val="172B55"/>
                </a:solidFill>
                <a:effectLst/>
                <a:uLnTx/>
                <a:uFillTx/>
                <a:latin typeface="Arial"/>
                <a:ea typeface="+mn-ea"/>
                <a:cs typeface="Arial"/>
              </a:rPr>
              <a:t>Continuously support approved partner integrations throughout migration, whether they use APIs or data access.</a:t>
            </a:r>
          </a:p>
        </p:txBody>
      </p:sp>
      <p:sp>
        <p:nvSpPr>
          <p:cNvPr id="30" name="Rectangle 29">
            <a:extLst>
              <a:ext uri="{FF2B5EF4-FFF2-40B4-BE49-F238E27FC236}">
                <a16:creationId xmlns:a16="http://schemas.microsoft.com/office/drawing/2014/main" id="{847DE2F8-095C-FD43-B921-C486ED328F40}"/>
              </a:ext>
            </a:extLst>
          </p:cNvPr>
          <p:cNvSpPr/>
          <p:nvPr/>
        </p:nvSpPr>
        <p:spPr bwMode="auto">
          <a:xfrm>
            <a:off x="6248400" y="5168900"/>
            <a:ext cx="1803400" cy="977900"/>
          </a:xfrm>
          <a:prstGeom prst="rect">
            <a:avLst/>
          </a:prstGeom>
          <a:solidFill>
            <a:srgbClr val="F3F6FA"/>
          </a:solidFill>
          <a:ln w="9525">
            <a:solidFill>
              <a:srgbClr val="C7D2E5"/>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31" name="Rectangle 30">
            <a:extLst>
              <a:ext uri="{FF2B5EF4-FFF2-40B4-BE49-F238E27FC236}">
                <a16:creationId xmlns:a16="http://schemas.microsoft.com/office/drawing/2014/main" id="{2D018D01-1672-834A-8EB6-C52863B11451}"/>
              </a:ext>
            </a:extLst>
          </p:cNvPr>
          <p:cNvSpPr/>
          <p:nvPr/>
        </p:nvSpPr>
        <p:spPr bwMode="auto">
          <a:xfrm>
            <a:off x="6248400" y="5168900"/>
            <a:ext cx="1803400" cy="50800"/>
          </a:xfrm>
          <a:prstGeom prst="rect">
            <a:avLst/>
          </a:prstGeom>
          <a:solidFill>
            <a:srgbClr val="175FE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32" name="TextBox 31">
            <a:extLst>
              <a:ext uri="{FF2B5EF4-FFF2-40B4-BE49-F238E27FC236}">
                <a16:creationId xmlns:a16="http://schemas.microsoft.com/office/drawing/2014/main" id="{C6C38360-D47C-3740-84D4-51C3A4588535}"/>
              </a:ext>
            </a:extLst>
          </p:cNvPr>
          <p:cNvSpPr txBox="1"/>
          <p:nvPr/>
        </p:nvSpPr>
        <p:spPr>
          <a:xfrm>
            <a:off x="6350000" y="5283200"/>
            <a:ext cx="1600200" cy="165100"/>
          </a:xfrm>
          <a:prstGeom prst="rect">
            <a:avLst/>
          </a:prstGeom>
          <a:noFill/>
        </p:spPr>
        <p:txBody>
          <a:bodyPr vertOverflow="overflow" vert="horz" wrap="non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50" b="1" i="0" u="none" strike="noStrike" kern="1200" cap="none" spc="0" normalizeH="0" baseline="0" noProof="0">
                <a:ln>
                  <a:noFill/>
                </a:ln>
                <a:solidFill>
                  <a:srgbClr val="070154"/>
                </a:solidFill>
                <a:effectLst/>
                <a:uLnTx/>
                <a:uFillTx/>
                <a:latin typeface="Arial"/>
                <a:ea typeface="+mn-ea"/>
                <a:cs typeface="Arial"/>
              </a:rPr>
              <a:t>KEY DESIGN DECISION</a:t>
            </a:r>
          </a:p>
        </p:txBody>
      </p:sp>
      <p:sp>
        <p:nvSpPr>
          <p:cNvPr id="33" name="TextBox 32">
            <a:extLst>
              <a:ext uri="{FF2B5EF4-FFF2-40B4-BE49-F238E27FC236}">
                <a16:creationId xmlns:a16="http://schemas.microsoft.com/office/drawing/2014/main" id="{04842C0C-F2E6-0945-85F6-8024D54EF9ED}"/>
              </a:ext>
            </a:extLst>
          </p:cNvPr>
          <p:cNvSpPr txBox="1"/>
          <p:nvPr/>
        </p:nvSpPr>
        <p:spPr>
          <a:xfrm>
            <a:off x="6350000" y="5499100"/>
            <a:ext cx="1600200" cy="5461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50" b="0" i="0" u="none" strike="noStrike" kern="1200" cap="none" spc="0" normalizeH="0" baseline="0" noProof="0">
                <a:ln>
                  <a:noFill/>
                </a:ln>
                <a:solidFill>
                  <a:srgbClr val="172B55"/>
                </a:solidFill>
                <a:effectLst/>
                <a:uLnTx/>
                <a:uFillTx/>
                <a:latin typeface="Arial"/>
                <a:ea typeface="+mn-ea"/>
                <a:cs typeface="Arial"/>
              </a:rPr>
              <a:t>For each journey, decide whether to reimagine the experience or migrate it largely as is.</a:t>
            </a:r>
          </a:p>
        </p:txBody>
      </p:sp>
      <p:cxnSp>
        <p:nvCxnSpPr>
          <p:cNvPr id="42" name="Connector: Elbow 41">
            <a:extLst>
              <a:ext uri="{FF2B5EF4-FFF2-40B4-BE49-F238E27FC236}">
                <a16:creationId xmlns:a16="http://schemas.microsoft.com/office/drawing/2014/main" id="{4CA320B2-BEFC-20CD-0170-06296DE058B5}"/>
              </a:ext>
            </a:extLst>
          </p:cNvPr>
          <p:cNvCxnSpPr>
            <a:cxnSpLocks/>
            <a:stCxn id="9" idx="3"/>
            <a:endCxn id="151" idx="1"/>
          </p:cNvCxnSpPr>
          <p:nvPr/>
        </p:nvCxnSpPr>
        <p:spPr>
          <a:xfrm flipV="1">
            <a:off x="5613400" y="3116263"/>
            <a:ext cx="681238" cy="960437"/>
          </a:xfrm>
          <a:prstGeom prst="bentConnector3">
            <a:avLst>
              <a:gd name="adj1" fmla="val 52097"/>
            </a:avLst>
          </a:prstGeom>
          <a:ln>
            <a:tailEnd type="triangle"/>
          </a:ln>
        </p:spPr>
        <p:style>
          <a:lnRef idx="1">
            <a:schemeClr val="dk1"/>
          </a:lnRef>
          <a:fillRef idx="0">
            <a:schemeClr val="dk1"/>
          </a:fillRef>
          <a:effectRef idx="0">
            <a:schemeClr val="dk1"/>
          </a:effectRef>
          <a:fontRef idx="minor">
            <a:schemeClr val="tx1"/>
          </a:fontRef>
        </p:style>
      </p:cxnSp>
      <p:cxnSp>
        <p:nvCxnSpPr>
          <p:cNvPr id="52" name="Connector: Elbow 51">
            <a:extLst>
              <a:ext uri="{FF2B5EF4-FFF2-40B4-BE49-F238E27FC236}">
                <a16:creationId xmlns:a16="http://schemas.microsoft.com/office/drawing/2014/main" id="{5D03D5BC-D424-534C-4036-4F88260C80C0}"/>
              </a:ext>
            </a:extLst>
          </p:cNvPr>
          <p:cNvCxnSpPr>
            <a:cxnSpLocks/>
          </p:cNvCxnSpPr>
          <p:nvPr/>
        </p:nvCxnSpPr>
        <p:spPr>
          <a:xfrm flipV="1">
            <a:off x="5613400" y="3116263"/>
            <a:ext cx="681238" cy="84137"/>
          </a:xfrm>
          <a:prstGeom prst="bentConnector3">
            <a:avLst>
              <a:gd name="adj1" fmla="val 36717"/>
            </a:avLst>
          </a:prstGeom>
          <a:ln>
            <a:tailEnd type="triangle"/>
          </a:ln>
        </p:spPr>
        <p:style>
          <a:lnRef idx="1">
            <a:schemeClr val="dk1"/>
          </a:lnRef>
          <a:fillRef idx="0">
            <a:schemeClr val="dk1"/>
          </a:fillRef>
          <a:effectRef idx="0">
            <a:schemeClr val="dk1"/>
          </a:effectRef>
          <a:fontRef idx="minor">
            <a:schemeClr val="tx1"/>
          </a:fontRef>
        </p:style>
      </p:cxnSp>
      <p:cxnSp>
        <p:nvCxnSpPr>
          <p:cNvPr id="53" name="Connector: Elbow 52">
            <a:extLst>
              <a:ext uri="{FF2B5EF4-FFF2-40B4-BE49-F238E27FC236}">
                <a16:creationId xmlns:a16="http://schemas.microsoft.com/office/drawing/2014/main" id="{18A92448-1472-E807-A712-60BB22E03F55}"/>
              </a:ext>
            </a:extLst>
          </p:cNvPr>
          <p:cNvCxnSpPr>
            <a:cxnSpLocks/>
            <a:endCxn id="20" idx="1"/>
          </p:cNvCxnSpPr>
          <p:nvPr/>
        </p:nvCxnSpPr>
        <p:spPr>
          <a:xfrm>
            <a:off x="5613400" y="4070922"/>
            <a:ext cx="681238" cy="145478"/>
          </a:xfrm>
          <a:prstGeom prst="bentConnector3">
            <a:avLst>
              <a:gd name="adj1" fmla="val 51398"/>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38438220"/>
      </p:ext>
    </p:extLst>
  </p:cSld>
  <p:clrMapOvr>
    <a:masterClrMapping/>
  </p:clrMapOvr>
  <p:extLst>
    <p:ext uri="{6950BFC3-D8DA-4A85-94F7-54DA5524770B}">
      <p188:commentRel xmlns:p188="http://schemas.microsoft.com/office/powerpoint/2018/8/main" r:id="rId4"/>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6FD779-A665-48F9-D04D-EADE9B119005}"/>
              </a:ext>
            </a:extLst>
          </p:cNvPr>
          <p:cNvSpPr>
            <a:spLocks noGrp="1"/>
          </p:cNvSpPr>
          <p:nvPr>
            <p:ph idx="1"/>
          </p:nvPr>
        </p:nvSpPr>
        <p:spPr/>
        <p:txBody>
          <a:bodyPr/>
          <a:lstStyle/>
          <a:p>
            <a:endParaRPr lang="en-US"/>
          </a:p>
        </p:txBody>
      </p:sp>
      <p:sp>
        <p:nvSpPr>
          <p:cNvPr id="3" name="Footer Placeholder 2">
            <a:extLst>
              <a:ext uri="{FF2B5EF4-FFF2-40B4-BE49-F238E27FC236}">
                <a16:creationId xmlns:a16="http://schemas.microsoft.com/office/drawing/2014/main" id="{0A7938FF-44CC-3483-94B2-35BCBB1DA9E7}"/>
              </a:ext>
            </a:extLst>
          </p:cNvPr>
          <p:cNvSpPr>
            <a:spLocks noGrp="1"/>
          </p:cNvSpPr>
          <p:nvPr>
            <p:ph type="ftr" sz="quarter" idx="10"/>
          </p:nvPr>
        </p:nvSpPr>
        <p:spPr/>
        <p:txBody>
          <a:body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0058C2B6-10B0-D015-A4B3-98DA6A3CAF78}"/>
              </a:ext>
            </a:extLst>
          </p:cNvPr>
          <p:cNvSpPr>
            <a:spLocks noGrp="1"/>
          </p:cNvSpPr>
          <p:nvPr>
            <p:ph type="sldNum" sz="quarter" idx="11"/>
          </p:nvPr>
        </p:nvSpPr>
        <p:spPr/>
        <p:txBody>
          <a:bodyPr/>
          <a:lstStyle/>
          <a:p>
            <a:fld id="{63DCA5C9-2E11-4C67-86EB-AE1DE127DC64}" type="slidenum">
              <a:rPr lang="en-US" smtClean="0"/>
              <a:pPr/>
              <a:t>10</a:t>
            </a:fld>
            <a:endParaRPr lang="en-US"/>
          </a:p>
        </p:txBody>
      </p:sp>
      <p:sp>
        <p:nvSpPr>
          <p:cNvPr id="5" name="Title 4">
            <a:extLst>
              <a:ext uri="{FF2B5EF4-FFF2-40B4-BE49-F238E27FC236}">
                <a16:creationId xmlns:a16="http://schemas.microsoft.com/office/drawing/2014/main" id="{1A2FD001-4C1C-724B-2056-D137C115DBDF}"/>
              </a:ext>
            </a:extLst>
          </p:cNvPr>
          <p:cNvSpPr>
            <a:spLocks noGrp="1"/>
          </p:cNvSpPr>
          <p:nvPr>
            <p:ph type="title"/>
          </p:nvPr>
        </p:nvSpPr>
        <p:spPr/>
        <p:txBody>
          <a:bodyPr/>
          <a:lstStyle/>
          <a:p>
            <a:endParaRPr lang="en-US"/>
          </a:p>
        </p:txBody>
      </p:sp>
      <p:sp>
        <p:nvSpPr>
          <p:cNvPr id="6" name="Text Placeholder 5">
            <a:extLst>
              <a:ext uri="{FF2B5EF4-FFF2-40B4-BE49-F238E27FC236}">
                <a16:creationId xmlns:a16="http://schemas.microsoft.com/office/drawing/2014/main" id="{FADFB3A8-5120-E2A6-F3A8-EA4C25DDBFAB}"/>
              </a:ext>
            </a:extLst>
          </p:cNvPr>
          <p:cNvSpPr>
            <a:spLocks noGrp="1"/>
          </p:cNvSpPr>
          <p:nvPr>
            <p:ph type="body" sz="quarter" idx="19"/>
          </p:nvPr>
        </p:nvSpPr>
        <p:spPr/>
        <p:txBody>
          <a:bodyPr/>
          <a:lstStyle/>
          <a:p>
            <a:endParaRPr lang="en-US"/>
          </a:p>
        </p:txBody>
      </p:sp>
      <p:sp>
        <p:nvSpPr>
          <p:cNvPr id="7" name="Rectangle 6">
            <a:extLst>
              <a:ext uri="{FF2B5EF4-FFF2-40B4-BE49-F238E27FC236}">
                <a16:creationId xmlns:a16="http://schemas.microsoft.com/office/drawing/2014/main" id="{4F31C07E-3738-AF14-0A78-DD0A2CB3E543}"/>
              </a:ext>
            </a:extLst>
          </p:cNvPr>
          <p:cNvSpPr/>
          <p:nvPr/>
        </p:nvSpPr>
        <p:spPr bwMode="auto">
          <a:xfrm>
            <a:off x="2702011" y="1793872"/>
            <a:ext cx="5659394" cy="3122141"/>
          </a:xfrm>
          <a:prstGeom prst="rect">
            <a:avLst/>
          </a:prstGeom>
          <a:solidFill>
            <a:schemeClr val="accent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rPr>
              <a:t>Tyler to add slide</a:t>
            </a:r>
          </a:p>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lang="en-US" sz="1400">
              <a:solidFill>
                <a:schemeClr val="bg1"/>
              </a:solidFill>
              <a:latin typeface="Arial" panose="020B0604020202020204"/>
              <a:ea typeface="Roboto" panose="02000000000000000000" pitchFamily="2" charset="0"/>
              <a:cs typeface="Segoe UI" panose="020B0502040204020203" pitchFamily="34" charset="0"/>
            </a:endParaRPr>
          </a:p>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0" i="0" u="none" strike="noStrike" kern="1200" cap="none" spc="0" normalizeH="0" baseline="0" noProof="0" err="1">
                <a:ln>
                  <a:noFill/>
                </a:ln>
                <a:solidFill>
                  <a:schemeClr val="bg1"/>
                </a:solidFill>
                <a:effectLst/>
                <a:uLnTx/>
                <a:uFillTx/>
                <a:latin typeface="Arial" panose="020B0604020202020204"/>
                <a:ea typeface="Roboto" panose="02000000000000000000" pitchFamily="2" charset="0"/>
                <a:cs typeface="Segoe UI" panose="020B0502040204020203" pitchFamily="34" charset="0"/>
              </a:rPr>
              <a:t>VoC</a:t>
            </a:r>
            <a:r>
              <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rPr>
              <a:t> and customer feedback – what is our perspective on what journeys should be prioritized </a:t>
            </a:r>
          </a:p>
        </p:txBody>
      </p:sp>
    </p:spTree>
    <p:extLst>
      <p:ext uri="{BB962C8B-B14F-4D97-AF65-F5344CB8AC3E}">
        <p14:creationId xmlns:p14="http://schemas.microsoft.com/office/powerpoint/2010/main" val="3452370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067CBC-2F12-BA46-8405-FF36C90387B9}"/>
              </a:ext>
            </a:extLst>
          </p:cNvPr>
          <p:cNvSpPr txBox="1"/>
          <p:nvPr/>
        </p:nvSpPr>
        <p:spPr>
          <a:xfrm>
            <a:off x="469900" y="114300"/>
            <a:ext cx="5334000" cy="254000"/>
          </a:xfrm>
          <a:prstGeom prst="rect">
            <a:avLst/>
          </a:prstGeom>
          <a:noFill/>
        </p:spPr>
        <p:txBody>
          <a:bodyPr vertOverflow="overflow" vert="horz" wrap="square" lIns="0" tIns="0" rIns="0" bIns="0" rtlCol="0" anchor="t">
            <a:spAutoFit/>
          </a:bodyPr>
          <a:lstStyle/>
          <a:p>
            <a:pPr marL="0" indent="0" algn="l">
              <a:spcAft>
                <a:spcPts val="600"/>
              </a:spcAft>
              <a:tabLst/>
            </a:pPr>
            <a:r>
              <a:rPr lang="en-US" sz="900" b="1">
                <a:solidFill>
                  <a:srgbClr val="4F668F"/>
                </a:solidFill>
                <a:latin typeface="Arial"/>
                <a:cs typeface="Arial"/>
              </a:rPr>
              <a:t>TRANSITION ARCHITECTURE</a:t>
            </a:r>
          </a:p>
        </p:txBody>
      </p:sp>
      <p:sp>
        <p:nvSpPr>
          <p:cNvPr id="3" name="TextBox 2">
            <a:extLst>
              <a:ext uri="{FF2B5EF4-FFF2-40B4-BE49-F238E27FC236}">
                <a16:creationId xmlns:a16="http://schemas.microsoft.com/office/drawing/2014/main" id="{EB230AD9-983B-B949-B673-C52193DC4F15}"/>
              </a:ext>
            </a:extLst>
          </p:cNvPr>
          <p:cNvSpPr txBox="1"/>
          <p:nvPr/>
        </p:nvSpPr>
        <p:spPr>
          <a:xfrm>
            <a:off x="457200" y="571500"/>
            <a:ext cx="11277600" cy="482600"/>
          </a:xfrm>
          <a:prstGeom prst="rect">
            <a:avLst/>
          </a:prstGeom>
          <a:noFill/>
        </p:spPr>
        <p:txBody>
          <a:bodyPr vertOverflow="overflow" vert="horz" wrap="square" lIns="0" tIns="0" rIns="0" bIns="0" rtlCol="0" anchor="t">
            <a:spAutoFit/>
          </a:bodyPr>
          <a:lstStyle/>
          <a:p>
            <a:pPr marL="0" indent="0" algn="l">
              <a:spcAft>
                <a:spcPts val="600"/>
              </a:spcAft>
              <a:tabLst/>
            </a:pPr>
            <a:r>
              <a:rPr lang="en-US" sz="2400" b="1">
                <a:solidFill>
                  <a:srgbClr val="100B63"/>
                </a:solidFill>
                <a:latin typeface="Arial"/>
                <a:cs typeface="Arial"/>
              </a:rPr>
              <a:t>React entry points during the PowerBuilder transition</a:t>
            </a:r>
          </a:p>
        </p:txBody>
      </p:sp>
      <p:sp>
        <p:nvSpPr>
          <p:cNvPr id="4" name="TextBox 3">
            <a:extLst>
              <a:ext uri="{FF2B5EF4-FFF2-40B4-BE49-F238E27FC236}">
                <a16:creationId xmlns:a16="http://schemas.microsoft.com/office/drawing/2014/main" id="{1FE50CF3-BE7A-9744-96EA-4F4899072CDC}"/>
              </a:ext>
            </a:extLst>
          </p:cNvPr>
          <p:cNvSpPr txBox="1"/>
          <p:nvPr/>
        </p:nvSpPr>
        <p:spPr>
          <a:xfrm>
            <a:off x="469900" y="1117600"/>
            <a:ext cx="11239500" cy="369332"/>
          </a:xfrm>
          <a:prstGeom prst="rect">
            <a:avLst/>
          </a:prstGeom>
          <a:noFill/>
        </p:spPr>
        <p:txBody>
          <a:bodyPr vertOverflow="overflow" vert="horz" wrap="square" lIns="0" tIns="0" rIns="0" bIns="0" rtlCol="0" anchor="t">
            <a:spAutoFit/>
          </a:bodyPr>
          <a:lstStyle/>
          <a:p>
            <a:pPr marL="0" indent="0" algn="l">
              <a:spcAft>
                <a:spcPts val="600"/>
              </a:spcAft>
              <a:tabLst/>
            </a:pPr>
            <a:r>
              <a:rPr lang="en-US" sz="1200">
                <a:solidFill>
                  <a:srgbClr val="172D55"/>
                </a:solidFill>
                <a:latin typeface="Arial"/>
                <a:cs typeface="Arial"/>
              </a:rPr>
              <a:t>West Monroe currently sees three potential paths forward for maintaining PowerBuilder screens in parallel with modernizing the user interface to be a modern web stack. We currently recommend redirecting users towards a browser based application; however, the exact approach will be validated during Phase 0.</a:t>
            </a:r>
          </a:p>
        </p:txBody>
      </p:sp>
      <p:sp>
        <p:nvSpPr>
          <p:cNvPr id="5" name="Rectangle 4">
            <a:extLst>
              <a:ext uri="{FF2B5EF4-FFF2-40B4-BE49-F238E27FC236}">
                <a16:creationId xmlns:a16="http://schemas.microsoft.com/office/drawing/2014/main" id="{097A0F1B-F520-E74E-A0EB-278A4BAF43D8}"/>
              </a:ext>
            </a:extLst>
          </p:cNvPr>
          <p:cNvSpPr/>
          <p:nvPr/>
        </p:nvSpPr>
        <p:spPr bwMode="auto">
          <a:xfrm>
            <a:off x="495300" y="1879600"/>
            <a:ext cx="11214100" cy="4140200"/>
          </a:xfrm>
          <a:prstGeom prst="rect">
            <a:avLst/>
          </a:prstGeom>
          <a:solidFill>
            <a:srgbClr val="AFC3DD"/>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 name="Rectangle 5">
            <a:extLst>
              <a:ext uri="{FF2B5EF4-FFF2-40B4-BE49-F238E27FC236}">
                <a16:creationId xmlns:a16="http://schemas.microsoft.com/office/drawing/2014/main" id="{F07EB95A-94B5-D444-9317-2F20300873A0}"/>
              </a:ext>
            </a:extLst>
          </p:cNvPr>
          <p:cNvSpPr/>
          <p:nvPr/>
        </p:nvSpPr>
        <p:spPr bwMode="auto">
          <a:xfrm>
            <a:off x="505459" y="1889760"/>
            <a:ext cx="11193780" cy="4119879"/>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 name="TextBox 6">
            <a:extLst>
              <a:ext uri="{FF2B5EF4-FFF2-40B4-BE49-F238E27FC236}">
                <a16:creationId xmlns:a16="http://schemas.microsoft.com/office/drawing/2014/main" id="{F7D23811-768D-654A-BC4B-D5356B1181CB}"/>
              </a:ext>
            </a:extLst>
          </p:cNvPr>
          <p:cNvSpPr txBox="1"/>
          <p:nvPr/>
        </p:nvSpPr>
        <p:spPr>
          <a:xfrm>
            <a:off x="673100" y="1968500"/>
            <a:ext cx="1778000" cy="177800"/>
          </a:xfrm>
          <a:prstGeom prst="rect">
            <a:avLst/>
          </a:prstGeom>
          <a:noFill/>
        </p:spPr>
        <p:txBody>
          <a:bodyPr vertOverflow="overflow" vert="horz" wrap="square" lIns="0" tIns="0" rIns="0" bIns="0" rtlCol="0" anchor="t">
            <a:spAutoFit/>
          </a:bodyPr>
          <a:lstStyle/>
          <a:p>
            <a:pPr marL="0" indent="0" algn="l">
              <a:spcAft>
                <a:spcPts val="600"/>
              </a:spcAft>
              <a:tabLst/>
            </a:pPr>
            <a:r>
              <a:rPr lang="en-US" sz="900" b="1">
                <a:solidFill>
                  <a:srgbClr val="4F668F"/>
                </a:solidFill>
                <a:latin typeface="Arial"/>
                <a:cs typeface="Arial"/>
              </a:rPr>
              <a:t>PRACTICE NETWORK</a:t>
            </a:r>
          </a:p>
        </p:txBody>
      </p:sp>
      <p:sp>
        <p:nvSpPr>
          <p:cNvPr id="8" name="Rectangle 7">
            <a:extLst>
              <a:ext uri="{FF2B5EF4-FFF2-40B4-BE49-F238E27FC236}">
                <a16:creationId xmlns:a16="http://schemas.microsoft.com/office/drawing/2014/main" id="{ACDA8624-A35C-BE4A-8498-377BD8BB9EAD}"/>
              </a:ext>
            </a:extLst>
          </p:cNvPr>
          <p:cNvSpPr/>
          <p:nvPr/>
        </p:nvSpPr>
        <p:spPr bwMode="auto">
          <a:xfrm>
            <a:off x="1651000" y="2374900"/>
            <a:ext cx="1244600" cy="609600"/>
          </a:xfrm>
          <a:prstGeom prst="rect">
            <a:avLst/>
          </a:prstGeom>
          <a:solidFill>
            <a:srgbClr val="4F668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 name="Rectangle 8">
            <a:extLst>
              <a:ext uri="{FF2B5EF4-FFF2-40B4-BE49-F238E27FC236}">
                <a16:creationId xmlns:a16="http://schemas.microsoft.com/office/drawing/2014/main" id="{71C4CBCC-4F5D-6E4E-B562-73FE6ECFAC1C}"/>
              </a:ext>
            </a:extLst>
          </p:cNvPr>
          <p:cNvSpPr/>
          <p:nvPr/>
        </p:nvSpPr>
        <p:spPr bwMode="auto">
          <a:xfrm>
            <a:off x="1666239" y="2390140"/>
            <a:ext cx="1214120" cy="57912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 name="Rectangle 9">
            <a:extLst>
              <a:ext uri="{FF2B5EF4-FFF2-40B4-BE49-F238E27FC236}">
                <a16:creationId xmlns:a16="http://schemas.microsoft.com/office/drawing/2014/main" id="{2246DC86-B97C-6E43-9DDC-1B451CAE2ACF}"/>
              </a:ext>
            </a:extLst>
          </p:cNvPr>
          <p:cNvSpPr/>
          <p:nvPr/>
        </p:nvSpPr>
        <p:spPr bwMode="auto">
          <a:xfrm>
            <a:off x="1651000" y="2374900"/>
            <a:ext cx="1244600" cy="63500"/>
          </a:xfrm>
          <a:prstGeom prst="rect">
            <a:avLst/>
          </a:prstGeom>
          <a:solidFill>
            <a:srgbClr val="4F668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 name="Rectangle 10">
            <a:extLst>
              <a:ext uri="{FF2B5EF4-FFF2-40B4-BE49-F238E27FC236}">
                <a16:creationId xmlns:a16="http://schemas.microsoft.com/office/drawing/2014/main" id="{986C1AD2-96C2-AB4A-8980-B4A8BDF8EC91}"/>
              </a:ext>
            </a:extLst>
          </p:cNvPr>
          <p:cNvSpPr/>
          <p:nvPr/>
        </p:nvSpPr>
        <p:spPr bwMode="auto">
          <a:xfrm>
            <a:off x="1752600" y="2527300"/>
            <a:ext cx="1041400" cy="368300"/>
          </a:xfrm>
          <a:prstGeom prst="rect">
            <a:avLst/>
          </a:prstGeom>
          <a:solidFill>
            <a:srgbClr val="D7E2F0"/>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2" name="Rectangle 11">
            <a:extLst>
              <a:ext uri="{FF2B5EF4-FFF2-40B4-BE49-F238E27FC236}">
                <a16:creationId xmlns:a16="http://schemas.microsoft.com/office/drawing/2014/main" id="{5C5DA12C-020C-6B46-B66D-7796DA01AF2A}"/>
              </a:ext>
            </a:extLst>
          </p:cNvPr>
          <p:cNvSpPr/>
          <p:nvPr/>
        </p:nvSpPr>
        <p:spPr bwMode="auto">
          <a:xfrm>
            <a:off x="1762760" y="2537460"/>
            <a:ext cx="1021080" cy="347980"/>
          </a:xfrm>
          <a:prstGeom prst="rect">
            <a:avLst/>
          </a:prstGeom>
          <a:solidFill>
            <a:srgbClr val="F7F9FC"/>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3" name="Rectangle 12">
            <a:extLst>
              <a:ext uri="{FF2B5EF4-FFF2-40B4-BE49-F238E27FC236}">
                <a16:creationId xmlns:a16="http://schemas.microsoft.com/office/drawing/2014/main" id="{EF567D78-995E-154E-BAB5-9E076366EA2B}"/>
              </a:ext>
            </a:extLst>
          </p:cNvPr>
          <p:cNvSpPr/>
          <p:nvPr/>
        </p:nvSpPr>
        <p:spPr bwMode="auto">
          <a:xfrm>
            <a:off x="1752600" y="2527300"/>
            <a:ext cx="139700" cy="368300"/>
          </a:xfrm>
          <a:prstGeom prst="rect">
            <a:avLst/>
          </a:prstGeom>
          <a:solidFill>
            <a:srgbClr val="DCE6F2"/>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4" name="Rectangle 13">
            <a:extLst>
              <a:ext uri="{FF2B5EF4-FFF2-40B4-BE49-F238E27FC236}">
                <a16:creationId xmlns:a16="http://schemas.microsoft.com/office/drawing/2014/main" id="{D4EF83D4-982E-D148-9DFB-66AF4FFBA1D8}"/>
              </a:ext>
            </a:extLst>
          </p:cNvPr>
          <p:cNvSpPr/>
          <p:nvPr/>
        </p:nvSpPr>
        <p:spPr bwMode="auto">
          <a:xfrm>
            <a:off x="1955800" y="2616200"/>
            <a:ext cx="749300" cy="25400"/>
          </a:xfrm>
          <a:prstGeom prst="rect">
            <a:avLst/>
          </a:prstGeom>
          <a:solidFill>
            <a:srgbClr val="D7E2F0"/>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5" name="Rectangle 14">
            <a:extLst>
              <a:ext uri="{FF2B5EF4-FFF2-40B4-BE49-F238E27FC236}">
                <a16:creationId xmlns:a16="http://schemas.microsoft.com/office/drawing/2014/main" id="{C2DBEECF-DD98-BF44-BF5E-B4E86F78F915}"/>
              </a:ext>
            </a:extLst>
          </p:cNvPr>
          <p:cNvSpPr/>
          <p:nvPr/>
        </p:nvSpPr>
        <p:spPr bwMode="auto">
          <a:xfrm>
            <a:off x="1955800" y="2717800"/>
            <a:ext cx="635000" cy="25400"/>
          </a:xfrm>
          <a:prstGeom prst="rect">
            <a:avLst/>
          </a:prstGeom>
          <a:solidFill>
            <a:srgbClr val="D7E2F0"/>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6" name="TextBox 15">
            <a:extLst>
              <a:ext uri="{FF2B5EF4-FFF2-40B4-BE49-F238E27FC236}">
                <a16:creationId xmlns:a16="http://schemas.microsoft.com/office/drawing/2014/main" id="{53A5CC60-1576-7543-A603-115F45045A9F}"/>
              </a:ext>
            </a:extLst>
          </p:cNvPr>
          <p:cNvSpPr txBox="1"/>
          <p:nvPr/>
        </p:nvSpPr>
        <p:spPr>
          <a:xfrm>
            <a:off x="952500" y="3111500"/>
            <a:ext cx="2641600" cy="330200"/>
          </a:xfrm>
          <a:prstGeom prst="rect">
            <a:avLst/>
          </a:prstGeom>
          <a:noFill/>
        </p:spPr>
        <p:txBody>
          <a:bodyPr vertOverflow="overflow" vert="horz" wrap="square" lIns="0" tIns="0" rIns="0" bIns="0" rtlCol="0" anchor="t">
            <a:spAutoFit/>
          </a:bodyPr>
          <a:lstStyle/>
          <a:p>
            <a:pPr marL="0" indent="0" algn="l">
              <a:spcAft>
                <a:spcPts val="600"/>
              </a:spcAft>
              <a:tabLst/>
            </a:pPr>
            <a:r>
              <a:rPr lang="en-US" sz="1000" b="1">
                <a:solidFill>
                  <a:srgbClr val="100B63"/>
                </a:solidFill>
                <a:latin typeface="Arial"/>
                <a:cs typeface="Arial"/>
              </a:rPr>
              <a:t>Embedded PowerBuilder web view</a:t>
            </a:r>
          </a:p>
        </p:txBody>
      </p:sp>
      <p:sp>
        <p:nvSpPr>
          <p:cNvPr id="17" name="TextBox 16">
            <a:extLst>
              <a:ext uri="{FF2B5EF4-FFF2-40B4-BE49-F238E27FC236}">
                <a16:creationId xmlns:a16="http://schemas.microsoft.com/office/drawing/2014/main" id="{49378379-A0DD-7F40-B566-85E2819389B4}"/>
              </a:ext>
            </a:extLst>
          </p:cNvPr>
          <p:cNvSpPr txBox="1"/>
          <p:nvPr/>
        </p:nvSpPr>
        <p:spPr>
          <a:xfrm>
            <a:off x="952500" y="3479800"/>
            <a:ext cx="2641600" cy="495300"/>
          </a:xfrm>
          <a:prstGeom prst="rect">
            <a:avLst/>
          </a:prstGeom>
          <a:noFill/>
        </p:spPr>
        <p:txBody>
          <a:bodyPr vertOverflow="overflow" vert="horz" wrap="square" lIns="0" tIns="0" rIns="0" bIns="0" rtlCol="0" anchor="t">
            <a:spAutoFit/>
          </a:bodyPr>
          <a:lstStyle/>
          <a:p>
            <a:pPr marL="0" indent="0" algn="l">
              <a:spcAft>
                <a:spcPts val="600"/>
              </a:spcAft>
              <a:tabLst/>
            </a:pPr>
            <a:r>
              <a:rPr lang="en-US" sz="840">
                <a:solidFill>
                  <a:srgbClr val="172D55"/>
                </a:solidFill>
                <a:latin typeface="Arial"/>
                <a:cs typeface="Arial"/>
              </a:rPr>
              <a:t>Retains the Eaglesoft window. Use only when the installed PowerBuilder runtime supports the required behavior and the adoption value is clear.</a:t>
            </a:r>
          </a:p>
        </p:txBody>
      </p:sp>
      <p:sp>
        <p:nvSpPr>
          <p:cNvPr id="18" name="Rectangle 17">
            <a:extLst>
              <a:ext uri="{FF2B5EF4-FFF2-40B4-BE49-F238E27FC236}">
                <a16:creationId xmlns:a16="http://schemas.microsoft.com/office/drawing/2014/main" id="{E2890AC0-1E88-8045-AA2D-A34706CA18B7}"/>
              </a:ext>
            </a:extLst>
          </p:cNvPr>
          <p:cNvSpPr/>
          <p:nvPr/>
        </p:nvSpPr>
        <p:spPr bwMode="auto">
          <a:xfrm>
            <a:off x="5473700" y="2374900"/>
            <a:ext cx="1244600" cy="609600"/>
          </a:xfrm>
          <a:prstGeom prst="rect">
            <a:avLst/>
          </a:prstGeom>
          <a:solidFill>
            <a:srgbClr val="4F668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9" name="Rectangle 18">
            <a:extLst>
              <a:ext uri="{FF2B5EF4-FFF2-40B4-BE49-F238E27FC236}">
                <a16:creationId xmlns:a16="http://schemas.microsoft.com/office/drawing/2014/main" id="{326C3D7F-D31D-2349-AD1C-DEAE5783B103}"/>
              </a:ext>
            </a:extLst>
          </p:cNvPr>
          <p:cNvSpPr/>
          <p:nvPr/>
        </p:nvSpPr>
        <p:spPr bwMode="auto">
          <a:xfrm>
            <a:off x="5488940" y="2390140"/>
            <a:ext cx="1214120" cy="57912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2" name="Rectangle 21">
            <a:extLst>
              <a:ext uri="{FF2B5EF4-FFF2-40B4-BE49-F238E27FC236}">
                <a16:creationId xmlns:a16="http://schemas.microsoft.com/office/drawing/2014/main" id="{93FE2A6C-9E88-9D49-97AF-F0522033A960}"/>
              </a:ext>
            </a:extLst>
          </p:cNvPr>
          <p:cNvSpPr/>
          <p:nvPr/>
        </p:nvSpPr>
        <p:spPr bwMode="auto">
          <a:xfrm>
            <a:off x="5473700" y="2374900"/>
            <a:ext cx="1244600" cy="63500"/>
          </a:xfrm>
          <a:prstGeom prst="rect">
            <a:avLst/>
          </a:prstGeom>
          <a:solidFill>
            <a:srgbClr val="4F668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Rectangle 22">
            <a:extLst>
              <a:ext uri="{FF2B5EF4-FFF2-40B4-BE49-F238E27FC236}">
                <a16:creationId xmlns:a16="http://schemas.microsoft.com/office/drawing/2014/main" id="{EE1A90A8-3E28-FA4E-8A7A-F2979290181C}"/>
              </a:ext>
            </a:extLst>
          </p:cNvPr>
          <p:cNvSpPr/>
          <p:nvPr/>
        </p:nvSpPr>
        <p:spPr bwMode="auto">
          <a:xfrm>
            <a:off x="5575300" y="2540000"/>
            <a:ext cx="50800" cy="50800"/>
          </a:xfrm>
          <a:prstGeom prst="rect">
            <a:avLst/>
          </a:prstGeom>
          <a:solidFill>
            <a:srgbClr val="E000C9"/>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4" name="Rectangle 23">
            <a:extLst>
              <a:ext uri="{FF2B5EF4-FFF2-40B4-BE49-F238E27FC236}">
                <a16:creationId xmlns:a16="http://schemas.microsoft.com/office/drawing/2014/main" id="{7EA0C6C7-1AF2-A642-9EAC-1437EFDDE36B}"/>
              </a:ext>
            </a:extLst>
          </p:cNvPr>
          <p:cNvSpPr/>
          <p:nvPr/>
        </p:nvSpPr>
        <p:spPr bwMode="auto">
          <a:xfrm>
            <a:off x="5676900" y="2540000"/>
            <a:ext cx="50800" cy="50800"/>
          </a:xfrm>
          <a:prstGeom prst="rect">
            <a:avLst/>
          </a:prstGeom>
          <a:solidFill>
            <a:srgbClr val="D7E2F0"/>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5" name="Rectangle 24">
            <a:extLst>
              <a:ext uri="{FF2B5EF4-FFF2-40B4-BE49-F238E27FC236}">
                <a16:creationId xmlns:a16="http://schemas.microsoft.com/office/drawing/2014/main" id="{6EE07CD7-4846-A345-B1B9-903017E8A672}"/>
              </a:ext>
            </a:extLst>
          </p:cNvPr>
          <p:cNvSpPr/>
          <p:nvPr/>
        </p:nvSpPr>
        <p:spPr bwMode="auto">
          <a:xfrm>
            <a:off x="5778500" y="2540000"/>
            <a:ext cx="50800" cy="50800"/>
          </a:xfrm>
          <a:prstGeom prst="rect">
            <a:avLst/>
          </a:prstGeom>
          <a:solidFill>
            <a:srgbClr val="D7E2F0"/>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8" name="Rectangle 37">
            <a:extLst>
              <a:ext uri="{FF2B5EF4-FFF2-40B4-BE49-F238E27FC236}">
                <a16:creationId xmlns:a16="http://schemas.microsoft.com/office/drawing/2014/main" id="{A5FD7DEA-49E0-DA43-A2A0-91402E58FBD8}"/>
              </a:ext>
            </a:extLst>
          </p:cNvPr>
          <p:cNvSpPr/>
          <p:nvPr/>
        </p:nvSpPr>
        <p:spPr bwMode="auto">
          <a:xfrm>
            <a:off x="5575300" y="2654300"/>
            <a:ext cx="1041400" cy="25400"/>
          </a:xfrm>
          <a:prstGeom prst="rect">
            <a:avLst/>
          </a:prstGeom>
          <a:solidFill>
            <a:srgbClr val="D7E2F0"/>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9" name="Rectangle 38">
            <a:extLst>
              <a:ext uri="{FF2B5EF4-FFF2-40B4-BE49-F238E27FC236}">
                <a16:creationId xmlns:a16="http://schemas.microsoft.com/office/drawing/2014/main" id="{229F8D41-E059-4E45-AEF8-53C1B8262460}"/>
              </a:ext>
            </a:extLst>
          </p:cNvPr>
          <p:cNvSpPr/>
          <p:nvPr/>
        </p:nvSpPr>
        <p:spPr bwMode="auto">
          <a:xfrm>
            <a:off x="5600700" y="2755900"/>
            <a:ext cx="228600" cy="127000"/>
          </a:xfrm>
          <a:prstGeom prst="rect">
            <a:avLst/>
          </a:prstGeom>
          <a:solidFill>
            <a:srgbClr val="EDF2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0" name="Rectangle 39">
            <a:extLst>
              <a:ext uri="{FF2B5EF4-FFF2-40B4-BE49-F238E27FC236}">
                <a16:creationId xmlns:a16="http://schemas.microsoft.com/office/drawing/2014/main" id="{8493C594-0F76-C34A-B04F-B8EF097A4A96}"/>
              </a:ext>
            </a:extLst>
          </p:cNvPr>
          <p:cNvSpPr/>
          <p:nvPr/>
        </p:nvSpPr>
        <p:spPr bwMode="auto">
          <a:xfrm>
            <a:off x="5905500" y="2755900"/>
            <a:ext cx="228600" cy="127000"/>
          </a:xfrm>
          <a:prstGeom prst="rect">
            <a:avLst/>
          </a:prstGeom>
          <a:solidFill>
            <a:srgbClr val="EDF2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7" name="Rectangle 46">
            <a:extLst>
              <a:ext uri="{FF2B5EF4-FFF2-40B4-BE49-F238E27FC236}">
                <a16:creationId xmlns:a16="http://schemas.microsoft.com/office/drawing/2014/main" id="{0CD96048-930F-2F49-A7C2-A15FC30D1E04}"/>
              </a:ext>
            </a:extLst>
          </p:cNvPr>
          <p:cNvSpPr/>
          <p:nvPr/>
        </p:nvSpPr>
        <p:spPr bwMode="auto">
          <a:xfrm>
            <a:off x="6210300" y="2755900"/>
            <a:ext cx="381000" cy="127000"/>
          </a:xfrm>
          <a:prstGeom prst="rect">
            <a:avLst/>
          </a:prstGeom>
          <a:solidFill>
            <a:srgbClr val="EDF2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8" name="TextBox 47">
            <a:extLst>
              <a:ext uri="{FF2B5EF4-FFF2-40B4-BE49-F238E27FC236}">
                <a16:creationId xmlns:a16="http://schemas.microsoft.com/office/drawing/2014/main" id="{B765968D-FD36-3244-BFA1-63030E1B60D7}"/>
              </a:ext>
            </a:extLst>
          </p:cNvPr>
          <p:cNvSpPr txBox="1"/>
          <p:nvPr/>
        </p:nvSpPr>
        <p:spPr>
          <a:xfrm>
            <a:off x="5295529" y="2108200"/>
            <a:ext cx="2108200" cy="177800"/>
          </a:xfrm>
          <a:prstGeom prst="rect">
            <a:avLst/>
          </a:prstGeom>
          <a:noFill/>
        </p:spPr>
        <p:txBody>
          <a:bodyPr vertOverflow="overflow" vert="horz" wrap="square" lIns="0" tIns="0" rIns="0" bIns="0" rtlCol="0" anchor="t">
            <a:spAutoFit/>
          </a:bodyPr>
          <a:lstStyle/>
          <a:p>
            <a:pPr marL="0" indent="0" algn="l">
              <a:spcAft>
                <a:spcPts val="600"/>
              </a:spcAft>
              <a:tabLst/>
            </a:pPr>
            <a:r>
              <a:rPr lang="en-US" sz="850" b="1">
                <a:solidFill>
                  <a:srgbClr val="E000C9"/>
                </a:solidFill>
                <a:latin typeface="Arial"/>
                <a:cs typeface="Arial"/>
              </a:rPr>
              <a:t>CURRENT PILOT HYPOTHESIS</a:t>
            </a:r>
          </a:p>
        </p:txBody>
      </p:sp>
      <p:sp>
        <p:nvSpPr>
          <p:cNvPr id="49" name="Rectangle 48">
            <a:extLst>
              <a:ext uri="{FF2B5EF4-FFF2-40B4-BE49-F238E27FC236}">
                <a16:creationId xmlns:a16="http://schemas.microsoft.com/office/drawing/2014/main" id="{AC0A9B3E-E7F6-CD45-8673-3CDAD2028D80}"/>
              </a:ext>
            </a:extLst>
          </p:cNvPr>
          <p:cNvSpPr/>
          <p:nvPr/>
        </p:nvSpPr>
        <p:spPr bwMode="auto">
          <a:xfrm>
            <a:off x="5384800" y="2298700"/>
            <a:ext cx="1422400" cy="27940"/>
          </a:xfrm>
          <a:prstGeom prst="rect">
            <a:avLst/>
          </a:prstGeom>
          <a:solidFill>
            <a:srgbClr val="E000C9"/>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0" name="TextBox 49">
            <a:extLst>
              <a:ext uri="{FF2B5EF4-FFF2-40B4-BE49-F238E27FC236}">
                <a16:creationId xmlns:a16="http://schemas.microsoft.com/office/drawing/2014/main" id="{E9C61D30-CD67-C047-B11E-F64FD1712A10}"/>
              </a:ext>
            </a:extLst>
          </p:cNvPr>
          <p:cNvSpPr txBox="1"/>
          <p:nvPr/>
        </p:nvSpPr>
        <p:spPr>
          <a:xfrm>
            <a:off x="4635500" y="3111500"/>
            <a:ext cx="2921000" cy="330200"/>
          </a:xfrm>
          <a:prstGeom prst="rect">
            <a:avLst/>
          </a:prstGeom>
          <a:noFill/>
        </p:spPr>
        <p:txBody>
          <a:bodyPr vertOverflow="overflow" vert="horz" wrap="square" lIns="0" tIns="0" rIns="0" bIns="0" rtlCol="0" anchor="t">
            <a:spAutoFit/>
          </a:bodyPr>
          <a:lstStyle/>
          <a:p>
            <a:pPr marL="0" indent="0" algn="l">
              <a:spcAft>
                <a:spcPts val="600"/>
              </a:spcAft>
              <a:tabLst/>
            </a:pPr>
            <a:r>
              <a:rPr lang="en-US" sz="1000" b="1">
                <a:solidFill>
                  <a:srgbClr val="100B63"/>
                </a:solidFill>
                <a:latin typeface="Arial"/>
                <a:cs typeface="Arial"/>
              </a:rPr>
              <a:t>Browser application or PWA</a:t>
            </a:r>
          </a:p>
        </p:txBody>
      </p:sp>
      <p:sp>
        <p:nvSpPr>
          <p:cNvPr id="51" name="TextBox 50">
            <a:extLst>
              <a:ext uri="{FF2B5EF4-FFF2-40B4-BE49-F238E27FC236}">
                <a16:creationId xmlns:a16="http://schemas.microsoft.com/office/drawing/2014/main" id="{BEE52E80-5C19-D44A-9823-4B48A3DC016E}"/>
              </a:ext>
            </a:extLst>
          </p:cNvPr>
          <p:cNvSpPr txBox="1"/>
          <p:nvPr/>
        </p:nvSpPr>
        <p:spPr>
          <a:xfrm>
            <a:off x="4635500" y="3479800"/>
            <a:ext cx="2921000" cy="495300"/>
          </a:xfrm>
          <a:prstGeom prst="rect">
            <a:avLst/>
          </a:prstGeom>
          <a:noFill/>
        </p:spPr>
        <p:txBody>
          <a:bodyPr vertOverflow="overflow" vert="horz" wrap="square" lIns="0" tIns="0" rIns="0" bIns="0" rtlCol="0" anchor="t">
            <a:spAutoFit/>
          </a:bodyPr>
          <a:lstStyle/>
          <a:p>
            <a:pPr marL="0" indent="0" algn="l">
              <a:spcAft>
                <a:spcPts val="600"/>
              </a:spcAft>
              <a:tabLst/>
            </a:pPr>
            <a:r>
              <a:rPr lang="en-US" sz="840">
                <a:solidFill>
                  <a:srgbClr val="172D55"/>
                </a:solidFill>
                <a:latin typeface="Arial"/>
                <a:cs typeface="Arial"/>
              </a:rPr>
              <a:t>Users open a practice network URL without installing or updating a desktop application. This is currently our preferred pilot for a bounded journey with limited native device needs.</a:t>
            </a:r>
          </a:p>
        </p:txBody>
      </p:sp>
      <p:sp>
        <p:nvSpPr>
          <p:cNvPr id="52" name="Rectangle 51">
            <a:extLst>
              <a:ext uri="{FF2B5EF4-FFF2-40B4-BE49-F238E27FC236}">
                <a16:creationId xmlns:a16="http://schemas.microsoft.com/office/drawing/2014/main" id="{1C47F5DA-8A1E-7344-832F-33C838E0E401}"/>
              </a:ext>
            </a:extLst>
          </p:cNvPr>
          <p:cNvSpPr/>
          <p:nvPr/>
        </p:nvSpPr>
        <p:spPr bwMode="auto">
          <a:xfrm>
            <a:off x="9423400" y="2374900"/>
            <a:ext cx="1244600" cy="609600"/>
          </a:xfrm>
          <a:prstGeom prst="rect">
            <a:avLst/>
          </a:prstGeom>
          <a:solidFill>
            <a:srgbClr val="4F668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7" name="Rectangle 56">
            <a:extLst>
              <a:ext uri="{FF2B5EF4-FFF2-40B4-BE49-F238E27FC236}">
                <a16:creationId xmlns:a16="http://schemas.microsoft.com/office/drawing/2014/main" id="{EC65CC5E-45E4-3145-A60E-6CF9A4182301}"/>
              </a:ext>
            </a:extLst>
          </p:cNvPr>
          <p:cNvSpPr/>
          <p:nvPr/>
        </p:nvSpPr>
        <p:spPr bwMode="auto">
          <a:xfrm>
            <a:off x="9438640" y="2390140"/>
            <a:ext cx="1214120" cy="57912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8" name="Rectangle 57">
            <a:extLst>
              <a:ext uri="{FF2B5EF4-FFF2-40B4-BE49-F238E27FC236}">
                <a16:creationId xmlns:a16="http://schemas.microsoft.com/office/drawing/2014/main" id="{6499EAB0-6D4C-D847-9A28-A536F64A3B5F}"/>
              </a:ext>
            </a:extLst>
          </p:cNvPr>
          <p:cNvSpPr/>
          <p:nvPr/>
        </p:nvSpPr>
        <p:spPr bwMode="auto">
          <a:xfrm>
            <a:off x="9423400" y="2374900"/>
            <a:ext cx="1244600" cy="63500"/>
          </a:xfrm>
          <a:prstGeom prst="rect">
            <a:avLst/>
          </a:prstGeom>
          <a:solidFill>
            <a:srgbClr val="4F668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9" name="Rectangle 58">
            <a:extLst>
              <a:ext uri="{FF2B5EF4-FFF2-40B4-BE49-F238E27FC236}">
                <a16:creationId xmlns:a16="http://schemas.microsoft.com/office/drawing/2014/main" id="{E6F7AC05-E3AB-D24C-A472-FF893D6A066E}"/>
              </a:ext>
            </a:extLst>
          </p:cNvPr>
          <p:cNvSpPr/>
          <p:nvPr/>
        </p:nvSpPr>
        <p:spPr bwMode="auto">
          <a:xfrm>
            <a:off x="9525000" y="2540000"/>
            <a:ext cx="228600" cy="355600"/>
          </a:xfrm>
          <a:prstGeom prst="rect">
            <a:avLst/>
          </a:prstGeom>
          <a:solidFill>
            <a:srgbClr val="DCE6F2"/>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0" name="Rectangle 59">
            <a:extLst>
              <a:ext uri="{FF2B5EF4-FFF2-40B4-BE49-F238E27FC236}">
                <a16:creationId xmlns:a16="http://schemas.microsoft.com/office/drawing/2014/main" id="{EE193E06-0013-D64F-AC76-33A377D4AB55}"/>
              </a:ext>
            </a:extLst>
          </p:cNvPr>
          <p:cNvSpPr/>
          <p:nvPr/>
        </p:nvSpPr>
        <p:spPr bwMode="auto">
          <a:xfrm>
            <a:off x="9829800" y="2578100"/>
            <a:ext cx="711200" cy="25400"/>
          </a:xfrm>
          <a:prstGeom prst="rect">
            <a:avLst/>
          </a:prstGeom>
          <a:solidFill>
            <a:srgbClr val="D7E2F0"/>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1" name="Rectangle 60">
            <a:extLst>
              <a:ext uri="{FF2B5EF4-FFF2-40B4-BE49-F238E27FC236}">
                <a16:creationId xmlns:a16="http://schemas.microsoft.com/office/drawing/2014/main" id="{39351B17-A6B7-DF40-A1EA-DFB20CF75EFC}"/>
              </a:ext>
            </a:extLst>
          </p:cNvPr>
          <p:cNvSpPr/>
          <p:nvPr/>
        </p:nvSpPr>
        <p:spPr bwMode="auto">
          <a:xfrm>
            <a:off x="9829800" y="2667000"/>
            <a:ext cx="711200" cy="165100"/>
          </a:xfrm>
          <a:prstGeom prst="rect">
            <a:avLst/>
          </a:prstGeom>
          <a:solidFill>
            <a:srgbClr val="D7E2F0"/>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2" name="Rectangle 61">
            <a:extLst>
              <a:ext uri="{FF2B5EF4-FFF2-40B4-BE49-F238E27FC236}">
                <a16:creationId xmlns:a16="http://schemas.microsoft.com/office/drawing/2014/main" id="{6BBB28C7-DAEC-9F4A-B06A-436B4DFA6EA0}"/>
              </a:ext>
            </a:extLst>
          </p:cNvPr>
          <p:cNvSpPr/>
          <p:nvPr/>
        </p:nvSpPr>
        <p:spPr bwMode="auto">
          <a:xfrm>
            <a:off x="9837420" y="2674620"/>
            <a:ext cx="695960" cy="149860"/>
          </a:xfrm>
          <a:prstGeom prst="rect">
            <a:avLst/>
          </a:prstGeom>
          <a:solidFill>
            <a:srgbClr val="F7F9FC"/>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5" name="Rectangle 64">
            <a:extLst>
              <a:ext uri="{FF2B5EF4-FFF2-40B4-BE49-F238E27FC236}">
                <a16:creationId xmlns:a16="http://schemas.microsoft.com/office/drawing/2014/main" id="{96656263-0D4A-544B-9A29-621E791655C3}"/>
              </a:ext>
            </a:extLst>
          </p:cNvPr>
          <p:cNvSpPr/>
          <p:nvPr/>
        </p:nvSpPr>
        <p:spPr bwMode="auto">
          <a:xfrm>
            <a:off x="9829800" y="2908300"/>
            <a:ext cx="546100" cy="25400"/>
          </a:xfrm>
          <a:prstGeom prst="rect">
            <a:avLst/>
          </a:prstGeom>
          <a:solidFill>
            <a:srgbClr val="D7E2F0"/>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6" name="TextBox 65">
            <a:extLst>
              <a:ext uri="{FF2B5EF4-FFF2-40B4-BE49-F238E27FC236}">
                <a16:creationId xmlns:a16="http://schemas.microsoft.com/office/drawing/2014/main" id="{D47B1E2E-8C19-2B45-89CF-493172185A9A}"/>
              </a:ext>
            </a:extLst>
          </p:cNvPr>
          <p:cNvSpPr txBox="1"/>
          <p:nvPr/>
        </p:nvSpPr>
        <p:spPr>
          <a:xfrm>
            <a:off x="8572500" y="3111500"/>
            <a:ext cx="2946400" cy="330200"/>
          </a:xfrm>
          <a:prstGeom prst="rect">
            <a:avLst/>
          </a:prstGeom>
          <a:noFill/>
        </p:spPr>
        <p:txBody>
          <a:bodyPr vertOverflow="overflow" vert="horz" wrap="square" lIns="0" tIns="0" rIns="0" bIns="0" rtlCol="0" anchor="t">
            <a:spAutoFit/>
          </a:bodyPr>
          <a:lstStyle/>
          <a:p>
            <a:pPr marL="0" indent="0" algn="l">
              <a:spcAft>
                <a:spcPts val="600"/>
              </a:spcAft>
              <a:tabLst/>
            </a:pPr>
            <a:r>
              <a:rPr lang="en-US" sz="1000" b="1">
                <a:solidFill>
                  <a:srgbClr val="100B63"/>
                </a:solidFill>
                <a:latin typeface="Arial"/>
                <a:cs typeface="Arial"/>
              </a:rPr>
              <a:t>Installed desktop companion</a:t>
            </a:r>
          </a:p>
        </p:txBody>
      </p:sp>
      <p:sp>
        <p:nvSpPr>
          <p:cNvPr id="67" name="TextBox 66">
            <a:extLst>
              <a:ext uri="{FF2B5EF4-FFF2-40B4-BE49-F238E27FC236}">
                <a16:creationId xmlns:a16="http://schemas.microsoft.com/office/drawing/2014/main" id="{7C728C88-BB13-4F44-AF4D-F18F9E007C9F}"/>
              </a:ext>
            </a:extLst>
          </p:cNvPr>
          <p:cNvSpPr txBox="1"/>
          <p:nvPr/>
        </p:nvSpPr>
        <p:spPr>
          <a:xfrm>
            <a:off x="8572500" y="3479800"/>
            <a:ext cx="2946400" cy="546100"/>
          </a:xfrm>
          <a:prstGeom prst="rect">
            <a:avLst/>
          </a:prstGeom>
          <a:noFill/>
        </p:spPr>
        <p:txBody>
          <a:bodyPr vertOverflow="overflow" vert="horz" wrap="square" lIns="0" tIns="0" rIns="0" bIns="0" rtlCol="0" anchor="t">
            <a:spAutoFit/>
          </a:bodyPr>
          <a:lstStyle/>
          <a:p>
            <a:pPr marL="0" indent="0" algn="l">
              <a:spcAft>
                <a:spcPts val="600"/>
              </a:spcAft>
              <a:tabLst/>
            </a:pPr>
            <a:r>
              <a:rPr lang="en-US" sz="800">
                <a:solidFill>
                  <a:srgbClr val="172D55"/>
                </a:solidFill>
                <a:latin typeface="Arial"/>
                <a:cs typeface="Arial"/>
              </a:rPr>
              <a:t>A React UI can run in Electron, Tauri, or a .NET WebView2 shell. Useful for printing and tighter device access, but it may require an added workstation install. Phase 0 will assess how much native integration is needed.</a:t>
            </a:r>
          </a:p>
        </p:txBody>
      </p:sp>
      <p:sp>
        <p:nvSpPr>
          <p:cNvPr id="68" name="Rectangle 67">
            <a:extLst>
              <a:ext uri="{FF2B5EF4-FFF2-40B4-BE49-F238E27FC236}">
                <a16:creationId xmlns:a16="http://schemas.microsoft.com/office/drawing/2014/main" id="{04B91A25-9B71-C34A-86D2-E9D82CE637A4}"/>
              </a:ext>
            </a:extLst>
          </p:cNvPr>
          <p:cNvSpPr/>
          <p:nvPr/>
        </p:nvSpPr>
        <p:spPr bwMode="auto">
          <a:xfrm>
            <a:off x="2273300" y="3975100"/>
            <a:ext cx="15240" cy="114300"/>
          </a:xfrm>
          <a:prstGeom prst="rect">
            <a:avLst/>
          </a:prstGeom>
          <a:solidFill>
            <a:srgbClr val="4F668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9" name="Rectangle 68">
            <a:extLst>
              <a:ext uri="{FF2B5EF4-FFF2-40B4-BE49-F238E27FC236}">
                <a16:creationId xmlns:a16="http://schemas.microsoft.com/office/drawing/2014/main" id="{F701129E-82FD-BA46-8193-AAF1DF1B861C}"/>
              </a:ext>
            </a:extLst>
          </p:cNvPr>
          <p:cNvSpPr/>
          <p:nvPr/>
        </p:nvSpPr>
        <p:spPr bwMode="auto">
          <a:xfrm>
            <a:off x="6096000" y="3975100"/>
            <a:ext cx="22860" cy="114300"/>
          </a:xfrm>
          <a:prstGeom prst="rect">
            <a:avLst/>
          </a:prstGeom>
          <a:solidFill>
            <a:srgbClr val="E000C9"/>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0" name="Rectangle 69">
            <a:extLst>
              <a:ext uri="{FF2B5EF4-FFF2-40B4-BE49-F238E27FC236}">
                <a16:creationId xmlns:a16="http://schemas.microsoft.com/office/drawing/2014/main" id="{5330208C-D288-BC46-8363-B6A21727A746}"/>
              </a:ext>
            </a:extLst>
          </p:cNvPr>
          <p:cNvSpPr/>
          <p:nvPr/>
        </p:nvSpPr>
        <p:spPr bwMode="auto">
          <a:xfrm>
            <a:off x="10045700" y="4025900"/>
            <a:ext cx="15240" cy="63500"/>
          </a:xfrm>
          <a:prstGeom prst="rect">
            <a:avLst/>
          </a:prstGeom>
          <a:solidFill>
            <a:srgbClr val="4F668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1" name="Rectangle 70">
            <a:extLst>
              <a:ext uri="{FF2B5EF4-FFF2-40B4-BE49-F238E27FC236}">
                <a16:creationId xmlns:a16="http://schemas.microsoft.com/office/drawing/2014/main" id="{4E36FB2B-3B0F-FF4D-A01D-F481BD4E80CB}"/>
              </a:ext>
            </a:extLst>
          </p:cNvPr>
          <p:cNvSpPr/>
          <p:nvPr/>
        </p:nvSpPr>
        <p:spPr bwMode="auto">
          <a:xfrm>
            <a:off x="2273300" y="4076700"/>
            <a:ext cx="7785100" cy="15240"/>
          </a:xfrm>
          <a:prstGeom prst="rect">
            <a:avLst/>
          </a:prstGeom>
          <a:solidFill>
            <a:srgbClr val="4F668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2" name="Rectangle 71">
            <a:extLst>
              <a:ext uri="{FF2B5EF4-FFF2-40B4-BE49-F238E27FC236}">
                <a16:creationId xmlns:a16="http://schemas.microsoft.com/office/drawing/2014/main" id="{79EE800E-3BC7-1048-BF29-766A99F9F708}"/>
              </a:ext>
            </a:extLst>
          </p:cNvPr>
          <p:cNvSpPr/>
          <p:nvPr/>
        </p:nvSpPr>
        <p:spPr bwMode="auto">
          <a:xfrm>
            <a:off x="7848600" y="4076700"/>
            <a:ext cx="15240" cy="114300"/>
          </a:xfrm>
          <a:prstGeom prst="rect">
            <a:avLst/>
          </a:prstGeom>
          <a:solidFill>
            <a:srgbClr val="4F668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3" name="Rectangle 72">
            <a:extLst>
              <a:ext uri="{FF2B5EF4-FFF2-40B4-BE49-F238E27FC236}">
                <a16:creationId xmlns:a16="http://schemas.microsoft.com/office/drawing/2014/main" id="{9B9FC037-E5F2-0C46-8462-809017029DE7}"/>
              </a:ext>
            </a:extLst>
          </p:cNvPr>
          <p:cNvSpPr/>
          <p:nvPr/>
        </p:nvSpPr>
        <p:spPr bwMode="auto">
          <a:xfrm>
            <a:off x="673100" y="4191000"/>
            <a:ext cx="3175000" cy="1574800"/>
          </a:xfrm>
          <a:prstGeom prst="rect">
            <a:avLst/>
          </a:prstGeom>
          <a:solidFill>
            <a:srgbClr val="AFC3DD"/>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4" name="Rectangle 73">
            <a:extLst>
              <a:ext uri="{FF2B5EF4-FFF2-40B4-BE49-F238E27FC236}">
                <a16:creationId xmlns:a16="http://schemas.microsoft.com/office/drawing/2014/main" id="{24E13AB8-C45B-3240-AFB7-9BEDC2E5CC6B}"/>
              </a:ext>
            </a:extLst>
          </p:cNvPr>
          <p:cNvSpPr/>
          <p:nvPr/>
        </p:nvSpPr>
        <p:spPr bwMode="auto">
          <a:xfrm>
            <a:off x="683260" y="4201160"/>
            <a:ext cx="3154680" cy="1554480"/>
          </a:xfrm>
          <a:prstGeom prst="rect">
            <a:avLst/>
          </a:prstGeom>
          <a:solidFill>
            <a:srgbClr val="F7F9FC"/>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5" name="Rectangle 74">
            <a:extLst>
              <a:ext uri="{FF2B5EF4-FFF2-40B4-BE49-F238E27FC236}">
                <a16:creationId xmlns:a16="http://schemas.microsoft.com/office/drawing/2014/main" id="{0B122E78-4697-3B4A-98E0-F74BCCD7B08F}"/>
              </a:ext>
            </a:extLst>
          </p:cNvPr>
          <p:cNvSpPr/>
          <p:nvPr/>
        </p:nvSpPr>
        <p:spPr bwMode="auto">
          <a:xfrm>
            <a:off x="673100" y="4191000"/>
            <a:ext cx="50800" cy="1574800"/>
          </a:xfrm>
          <a:prstGeom prst="rect">
            <a:avLst/>
          </a:prstGeom>
          <a:solidFill>
            <a:srgbClr val="4F668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6" name="TextBox 75">
            <a:extLst>
              <a:ext uri="{FF2B5EF4-FFF2-40B4-BE49-F238E27FC236}">
                <a16:creationId xmlns:a16="http://schemas.microsoft.com/office/drawing/2014/main" id="{FD8EFCDD-0148-9A45-A3A9-A51102174042}"/>
              </a:ext>
            </a:extLst>
          </p:cNvPr>
          <p:cNvSpPr txBox="1"/>
          <p:nvPr/>
        </p:nvSpPr>
        <p:spPr>
          <a:xfrm>
            <a:off x="876300" y="4330700"/>
            <a:ext cx="1968500" cy="177800"/>
          </a:xfrm>
          <a:prstGeom prst="rect">
            <a:avLst/>
          </a:prstGeom>
          <a:noFill/>
        </p:spPr>
        <p:txBody>
          <a:bodyPr vertOverflow="overflow" vert="horz" wrap="square" lIns="0" tIns="0" rIns="0" bIns="0" rtlCol="0" anchor="t">
            <a:spAutoFit/>
          </a:bodyPr>
          <a:lstStyle/>
          <a:p>
            <a:pPr marL="0" indent="0" algn="l">
              <a:spcAft>
                <a:spcPts val="600"/>
              </a:spcAft>
              <a:tabLst/>
            </a:pPr>
            <a:r>
              <a:rPr lang="en-US" sz="900" b="1">
                <a:solidFill>
                  <a:srgbClr val="4F668F"/>
                </a:solidFill>
                <a:latin typeface="Arial"/>
                <a:cs typeface="Arial"/>
              </a:rPr>
              <a:t>PHASE 0 VALIDATION</a:t>
            </a:r>
          </a:p>
        </p:txBody>
      </p:sp>
      <p:sp>
        <p:nvSpPr>
          <p:cNvPr id="77" name="TextBox 76">
            <a:extLst>
              <a:ext uri="{FF2B5EF4-FFF2-40B4-BE49-F238E27FC236}">
                <a16:creationId xmlns:a16="http://schemas.microsoft.com/office/drawing/2014/main" id="{DA388A3F-0035-4442-956E-580F04C683EE}"/>
              </a:ext>
            </a:extLst>
          </p:cNvPr>
          <p:cNvSpPr txBox="1"/>
          <p:nvPr/>
        </p:nvSpPr>
        <p:spPr>
          <a:xfrm>
            <a:off x="876300" y="4597400"/>
            <a:ext cx="2743200" cy="736600"/>
          </a:xfrm>
          <a:prstGeom prst="rect">
            <a:avLst/>
          </a:prstGeom>
          <a:noFill/>
        </p:spPr>
        <p:txBody>
          <a:bodyPr vertOverflow="overflow" vert="horz" wrap="square" lIns="0" tIns="0" rIns="0" bIns="0" rtlCol="0" anchor="t">
            <a:spAutoFit/>
          </a:bodyPr>
          <a:lstStyle/>
          <a:p>
            <a:pPr marL="0" indent="0" algn="l">
              <a:spcAft>
                <a:spcPts val="600"/>
              </a:spcAft>
              <a:tabLst/>
            </a:pPr>
            <a:r>
              <a:rPr lang="en-US" sz="850">
                <a:solidFill>
                  <a:srgbClr val="172D55"/>
                </a:solidFill>
                <a:latin typeface="Arial"/>
                <a:cs typeface="Arial"/>
              </a:rPr>
              <a:t>Work with Patterson to select one pilot route and test the assumptions that matter for that journey. Assess runtime behavior, identity, printing, imaging, device access, deployment, recovery, and user effort.</a:t>
            </a:r>
          </a:p>
        </p:txBody>
      </p:sp>
      <p:sp>
        <p:nvSpPr>
          <p:cNvPr id="78" name="TextBox 77">
            <a:extLst>
              <a:ext uri="{FF2B5EF4-FFF2-40B4-BE49-F238E27FC236}">
                <a16:creationId xmlns:a16="http://schemas.microsoft.com/office/drawing/2014/main" id="{EE26DAD7-3098-9945-AA05-C8C0962FA38D}"/>
              </a:ext>
            </a:extLst>
          </p:cNvPr>
          <p:cNvSpPr txBox="1"/>
          <p:nvPr/>
        </p:nvSpPr>
        <p:spPr>
          <a:xfrm>
            <a:off x="876300" y="5422900"/>
            <a:ext cx="2743200" cy="228600"/>
          </a:xfrm>
          <a:prstGeom prst="rect">
            <a:avLst/>
          </a:prstGeom>
          <a:noFill/>
        </p:spPr>
        <p:txBody>
          <a:bodyPr vertOverflow="overflow" vert="horz" wrap="square" lIns="0" tIns="0" rIns="0" bIns="0" rtlCol="0" anchor="t">
            <a:spAutoFit/>
          </a:bodyPr>
          <a:lstStyle/>
          <a:p>
            <a:pPr marL="0" indent="0" algn="l">
              <a:spcAft>
                <a:spcPts val="600"/>
              </a:spcAft>
              <a:tabLst/>
            </a:pPr>
            <a:r>
              <a:rPr lang="en-US" sz="850" b="1">
                <a:solidFill>
                  <a:srgbClr val="E000C9"/>
                </a:solidFill>
                <a:latin typeface="Arial"/>
                <a:cs typeface="Arial"/>
              </a:rPr>
              <a:t>Current belief: browser or PWA offers the easiest user access.</a:t>
            </a:r>
          </a:p>
        </p:txBody>
      </p:sp>
      <p:sp>
        <p:nvSpPr>
          <p:cNvPr id="79" name="Rectangle 78">
            <a:extLst>
              <a:ext uri="{FF2B5EF4-FFF2-40B4-BE49-F238E27FC236}">
                <a16:creationId xmlns:a16="http://schemas.microsoft.com/office/drawing/2014/main" id="{94C84EA6-22AE-2442-96F0-9E764CD43300}"/>
              </a:ext>
            </a:extLst>
          </p:cNvPr>
          <p:cNvSpPr/>
          <p:nvPr/>
        </p:nvSpPr>
        <p:spPr bwMode="auto">
          <a:xfrm>
            <a:off x="4076700" y="4191000"/>
            <a:ext cx="7416800" cy="812800"/>
          </a:xfrm>
          <a:prstGeom prst="rect">
            <a:avLst/>
          </a:prstGeom>
          <a:solidFill>
            <a:srgbClr val="100B6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0" name="Rectangle 79">
            <a:extLst>
              <a:ext uri="{FF2B5EF4-FFF2-40B4-BE49-F238E27FC236}">
                <a16:creationId xmlns:a16="http://schemas.microsoft.com/office/drawing/2014/main" id="{269F6381-BDD4-7F46-A282-76ADCD3E2907}"/>
              </a:ext>
            </a:extLst>
          </p:cNvPr>
          <p:cNvSpPr/>
          <p:nvPr/>
        </p:nvSpPr>
        <p:spPr bwMode="auto">
          <a:xfrm>
            <a:off x="4089400" y="4203700"/>
            <a:ext cx="7391400" cy="787400"/>
          </a:xfrm>
          <a:prstGeom prst="rect">
            <a:avLst/>
          </a:prstGeom>
          <a:solidFill>
            <a:srgbClr val="100B6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1" name="Rectangle 80">
            <a:extLst>
              <a:ext uri="{FF2B5EF4-FFF2-40B4-BE49-F238E27FC236}">
                <a16:creationId xmlns:a16="http://schemas.microsoft.com/office/drawing/2014/main" id="{6EB4ED02-72E2-5B4A-8094-104C3B8F9853}"/>
              </a:ext>
            </a:extLst>
          </p:cNvPr>
          <p:cNvSpPr/>
          <p:nvPr/>
        </p:nvSpPr>
        <p:spPr bwMode="auto">
          <a:xfrm>
            <a:off x="4076700" y="4191000"/>
            <a:ext cx="76200" cy="812800"/>
          </a:xfrm>
          <a:prstGeom prst="rect">
            <a:avLst/>
          </a:prstGeom>
          <a:solidFill>
            <a:srgbClr val="E000C9"/>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2" name="TextBox 81">
            <a:extLst>
              <a:ext uri="{FF2B5EF4-FFF2-40B4-BE49-F238E27FC236}">
                <a16:creationId xmlns:a16="http://schemas.microsoft.com/office/drawing/2014/main" id="{DF057C71-C62B-1243-B8BC-7C94E14C316D}"/>
              </a:ext>
            </a:extLst>
          </p:cNvPr>
          <p:cNvSpPr txBox="1"/>
          <p:nvPr/>
        </p:nvSpPr>
        <p:spPr>
          <a:xfrm>
            <a:off x="4305300" y="4318000"/>
            <a:ext cx="2921000" cy="228600"/>
          </a:xfrm>
          <a:prstGeom prst="rect">
            <a:avLst/>
          </a:prstGeom>
          <a:noFill/>
        </p:spPr>
        <p:txBody>
          <a:bodyPr vertOverflow="overflow" vert="horz" wrap="square" lIns="0" tIns="0" rIns="0" bIns="0" rtlCol="0" anchor="t">
            <a:spAutoFit/>
          </a:bodyPr>
          <a:lstStyle/>
          <a:p>
            <a:pPr marL="0" indent="0" algn="l">
              <a:spcAft>
                <a:spcPts val="600"/>
              </a:spcAft>
              <a:tabLst/>
            </a:pPr>
            <a:r>
              <a:rPr lang="en-US" sz="1200" b="1">
                <a:solidFill>
                  <a:srgbClr val="FFFFFF"/>
                </a:solidFill>
                <a:latin typeface="Arial"/>
                <a:cs typeface="Arial"/>
              </a:rPr>
              <a:t>Recommended modern web application</a:t>
            </a:r>
          </a:p>
        </p:txBody>
      </p:sp>
      <p:sp>
        <p:nvSpPr>
          <p:cNvPr id="86" name="TextBox 85">
            <a:extLst>
              <a:ext uri="{FF2B5EF4-FFF2-40B4-BE49-F238E27FC236}">
                <a16:creationId xmlns:a16="http://schemas.microsoft.com/office/drawing/2014/main" id="{2AA1AF05-92BE-4142-B22C-835393EEC85F}"/>
              </a:ext>
            </a:extLst>
          </p:cNvPr>
          <p:cNvSpPr txBox="1"/>
          <p:nvPr/>
        </p:nvSpPr>
        <p:spPr>
          <a:xfrm>
            <a:off x="4305300" y="4648200"/>
            <a:ext cx="2921000" cy="177800"/>
          </a:xfrm>
          <a:prstGeom prst="rect">
            <a:avLst/>
          </a:prstGeom>
          <a:noFill/>
        </p:spPr>
        <p:txBody>
          <a:bodyPr vertOverflow="overflow" vert="horz" wrap="square" lIns="0" tIns="0" rIns="0" bIns="0" rtlCol="0" anchor="t">
            <a:spAutoFit/>
          </a:bodyPr>
          <a:lstStyle/>
          <a:p>
            <a:pPr marL="0" indent="0" algn="l">
              <a:spcAft>
                <a:spcPts val="600"/>
              </a:spcAft>
              <a:tabLst/>
            </a:pPr>
            <a:r>
              <a:rPr lang="en-US" sz="920">
                <a:solidFill>
                  <a:srgbClr val="FFFFFF"/>
                </a:solidFill>
                <a:latin typeface="Arial"/>
                <a:cs typeface="Arial"/>
              </a:rPr>
              <a:t>React + TypeScript is the recommendation</a:t>
            </a:r>
          </a:p>
        </p:txBody>
      </p:sp>
      <p:sp>
        <p:nvSpPr>
          <p:cNvPr id="87" name="TextBox 86">
            <a:extLst>
              <a:ext uri="{FF2B5EF4-FFF2-40B4-BE49-F238E27FC236}">
                <a16:creationId xmlns:a16="http://schemas.microsoft.com/office/drawing/2014/main" id="{BA4F7D5D-2F47-B443-AC91-4056B857FAB6}"/>
              </a:ext>
            </a:extLst>
          </p:cNvPr>
          <p:cNvSpPr txBox="1"/>
          <p:nvPr/>
        </p:nvSpPr>
        <p:spPr>
          <a:xfrm>
            <a:off x="7620000" y="4318000"/>
            <a:ext cx="3594100" cy="258532"/>
          </a:xfrm>
          <a:prstGeom prst="rect">
            <a:avLst/>
          </a:prstGeom>
          <a:noFill/>
        </p:spPr>
        <p:txBody>
          <a:bodyPr vertOverflow="overflow" vert="horz" wrap="square" lIns="0" tIns="0" rIns="0" bIns="0" rtlCol="0" anchor="t">
            <a:spAutoFit/>
          </a:bodyPr>
          <a:lstStyle/>
          <a:p>
            <a:pPr marL="0" indent="0" algn="l">
              <a:spcAft>
                <a:spcPts val="600"/>
              </a:spcAft>
              <a:tabLst/>
            </a:pPr>
            <a:r>
              <a:rPr lang="en-US" sz="840">
                <a:solidFill>
                  <a:srgbClr val="FFFFFF"/>
                </a:solidFill>
                <a:latin typeface="Arial"/>
                <a:cs typeface="Arial"/>
              </a:rPr>
              <a:t>Phase 0 can assess Vue, Svelte, Angular, or Blazor/.NET if alternatives to React are considered </a:t>
            </a:r>
            <a:r>
              <a:rPr lang="en-US" sz="840" err="1">
                <a:solidFill>
                  <a:srgbClr val="FFFFFF"/>
                </a:solidFill>
                <a:latin typeface="Arial"/>
                <a:cs typeface="Arial"/>
              </a:rPr>
              <a:t>desireable</a:t>
            </a:r>
            <a:r>
              <a:rPr lang="en-US" sz="840">
                <a:solidFill>
                  <a:srgbClr val="FFFFFF"/>
                </a:solidFill>
                <a:latin typeface="Arial"/>
                <a:cs typeface="Arial"/>
              </a:rPr>
              <a:t>.</a:t>
            </a:r>
          </a:p>
        </p:txBody>
      </p:sp>
      <p:sp>
        <p:nvSpPr>
          <p:cNvPr id="88" name="Rectangle 87">
            <a:extLst>
              <a:ext uri="{FF2B5EF4-FFF2-40B4-BE49-F238E27FC236}">
                <a16:creationId xmlns:a16="http://schemas.microsoft.com/office/drawing/2014/main" id="{C7859787-8543-D64D-BE11-B993F191D6A0}"/>
              </a:ext>
            </a:extLst>
          </p:cNvPr>
          <p:cNvSpPr/>
          <p:nvPr/>
        </p:nvSpPr>
        <p:spPr bwMode="auto">
          <a:xfrm>
            <a:off x="7835900" y="5003800"/>
            <a:ext cx="15240" cy="88900"/>
          </a:xfrm>
          <a:prstGeom prst="rect">
            <a:avLst/>
          </a:prstGeom>
          <a:solidFill>
            <a:srgbClr val="4F668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9" name="Rectangle 88">
            <a:extLst>
              <a:ext uri="{FF2B5EF4-FFF2-40B4-BE49-F238E27FC236}">
                <a16:creationId xmlns:a16="http://schemas.microsoft.com/office/drawing/2014/main" id="{FDC921AB-32EC-8C41-A151-C4E9A9BEA33B}"/>
              </a:ext>
            </a:extLst>
          </p:cNvPr>
          <p:cNvSpPr/>
          <p:nvPr/>
        </p:nvSpPr>
        <p:spPr bwMode="auto">
          <a:xfrm>
            <a:off x="4483100" y="5092700"/>
            <a:ext cx="6604000" cy="431800"/>
          </a:xfrm>
          <a:prstGeom prst="rect">
            <a:avLst/>
          </a:prstGeom>
          <a:solidFill>
            <a:srgbClr val="9EB5D1"/>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0" name="Rectangle 89">
            <a:extLst>
              <a:ext uri="{FF2B5EF4-FFF2-40B4-BE49-F238E27FC236}">
                <a16:creationId xmlns:a16="http://schemas.microsoft.com/office/drawing/2014/main" id="{289C0927-97CA-954C-BFF1-E3C22138A751}"/>
              </a:ext>
            </a:extLst>
          </p:cNvPr>
          <p:cNvSpPr/>
          <p:nvPr/>
        </p:nvSpPr>
        <p:spPr bwMode="auto">
          <a:xfrm>
            <a:off x="4493260" y="5102860"/>
            <a:ext cx="6583680" cy="411480"/>
          </a:xfrm>
          <a:prstGeom prst="rect">
            <a:avLst/>
          </a:prstGeom>
          <a:solidFill>
            <a:srgbClr val="EDF2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1" name="TextBox 90">
            <a:extLst>
              <a:ext uri="{FF2B5EF4-FFF2-40B4-BE49-F238E27FC236}">
                <a16:creationId xmlns:a16="http://schemas.microsoft.com/office/drawing/2014/main" id="{D6347416-D112-8A41-B0A4-57B4A73B7934}"/>
              </a:ext>
            </a:extLst>
          </p:cNvPr>
          <p:cNvSpPr txBox="1"/>
          <p:nvPr/>
        </p:nvSpPr>
        <p:spPr>
          <a:xfrm>
            <a:off x="4699000" y="5194300"/>
            <a:ext cx="1714500" cy="190500"/>
          </a:xfrm>
          <a:prstGeom prst="rect">
            <a:avLst/>
          </a:prstGeom>
          <a:noFill/>
        </p:spPr>
        <p:txBody>
          <a:bodyPr vertOverflow="overflow" vert="horz" wrap="square" lIns="0" tIns="0" rIns="0" bIns="0" rtlCol="0" anchor="t">
            <a:spAutoFit/>
          </a:bodyPr>
          <a:lstStyle/>
          <a:p>
            <a:pPr marL="0" indent="0" algn="l">
              <a:spcAft>
                <a:spcPts val="600"/>
              </a:spcAft>
              <a:tabLst/>
            </a:pPr>
            <a:r>
              <a:rPr lang="en-US" sz="1050" b="1">
                <a:solidFill>
                  <a:srgbClr val="100B63"/>
                </a:solidFill>
                <a:latin typeface="Arial"/>
                <a:cs typeface="Arial"/>
              </a:rPr>
              <a:t>Eaglesoft API layer</a:t>
            </a:r>
          </a:p>
        </p:txBody>
      </p:sp>
      <p:sp>
        <p:nvSpPr>
          <p:cNvPr id="92" name="TextBox 91">
            <a:extLst>
              <a:ext uri="{FF2B5EF4-FFF2-40B4-BE49-F238E27FC236}">
                <a16:creationId xmlns:a16="http://schemas.microsoft.com/office/drawing/2014/main" id="{92796DF8-1EB7-5E4B-B6A0-A8D9DACCDC95}"/>
              </a:ext>
            </a:extLst>
          </p:cNvPr>
          <p:cNvSpPr txBox="1"/>
          <p:nvPr/>
        </p:nvSpPr>
        <p:spPr>
          <a:xfrm>
            <a:off x="6604000" y="5194300"/>
            <a:ext cx="4216400" cy="190500"/>
          </a:xfrm>
          <a:prstGeom prst="rect">
            <a:avLst/>
          </a:prstGeom>
          <a:noFill/>
        </p:spPr>
        <p:txBody>
          <a:bodyPr vertOverflow="overflow" vert="horz" wrap="square" lIns="0" tIns="0" rIns="0" bIns="0" rtlCol="0" anchor="t">
            <a:spAutoFit/>
          </a:bodyPr>
          <a:lstStyle/>
          <a:p>
            <a:pPr marL="0" indent="0" algn="l">
              <a:spcAft>
                <a:spcPts val="600"/>
              </a:spcAft>
              <a:tabLst/>
            </a:pPr>
            <a:r>
              <a:rPr lang="en-US" sz="900">
                <a:solidFill>
                  <a:srgbClr val="172D55"/>
                </a:solidFill>
                <a:latin typeface="Arial"/>
                <a:cs typeface="Arial"/>
              </a:rPr>
              <a:t>Domain operations, authorization, and transaction control</a:t>
            </a:r>
          </a:p>
        </p:txBody>
      </p:sp>
      <p:sp>
        <p:nvSpPr>
          <p:cNvPr id="93" name="Rectangle 92">
            <a:extLst>
              <a:ext uri="{FF2B5EF4-FFF2-40B4-BE49-F238E27FC236}">
                <a16:creationId xmlns:a16="http://schemas.microsoft.com/office/drawing/2014/main" id="{30F16781-4851-AD4F-B5C3-EBFF27769A14}"/>
              </a:ext>
            </a:extLst>
          </p:cNvPr>
          <p:cNvSpPr/>
          <p:nvPr/>
        </p:nvSpPr>
        <p:spPr bwMode="auto">
          <a:xfrm>
            <a:off x="7835900" y="5524500"/>
            <a:ext cx="15240" cy="88900"/>
          </a:xfrm>
          <a:prstGeom prst="rect">
            <a:avLst/>
          </a:prstGeom>
          <a:solidFill>
            <a:srgbClr val="4F668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4" name="Rectangle 93">
            <a:extLst>
              <a:ext uri="{FF2B5EF4-FFF2-40B4-BE49-F238E27FC236}">
                <a16:creationId xmlns:a16="http://schemas.microsoft.com/office/drawing/2014/main" id="{6A35906E-00BE-7840-B999-7B8D2E773B50}"/>
              </a:ext>
            </a:extLst>
          </p:cNvPr>
          <p:cNvSpPr/>
          <p:nvPr/>
        </p:nvSpPr>
        <p:spPr bwMode="auto">
          <a:xfrm>
            <a:off x="4483100" y="5613400"/>
            <a:ext cx="6604000" cy="317500"/>
          </a:xfrm>
          <a:prstGeom prst="rect">
            <a:avLst/>
          </a:prstGeom>
          <a:solidFill>
            <a:srgbClr val="9EB5D1"/>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5" name="Rectangle 94">
            <a:extLst>
              <a:ext uri="{FF2B5EF4-FFF2-40B4-BE49-F238E27FC236}">
                <a16:creationId xmlns:a16="http://schemas.microsoft.com/office/drawing/2014/main" id="{D6DC7484-46DF-FD46-8C53-91668463D96A}"/>
              </a:ext>
            </a:extLst>
          </p:cNvPr>
          <p:cNvSpPr/>
          <p:nvPr/>
        </p:nvSpPr>
        <p:spPr bwMode="auto">
          <a:xfrm>
            <a:off x="4493260" y="5623560"/>
            <a:ext cx="6583680" cy="29718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6" name="TextBox 95">
            <a:extLst>
              <a:ext uri="{FF2B5EF4-FFF2-40B4-BE49-F238E27FC236}">
                <a16:creationId xmlns:a16="http://schemas.microsoft.com/office/drawing/2014/main" id="{128953AE-26C1-2241-9EDF-D6E18D00C573}"/>
              </a:ext>
            </a:extLst>
          </p:cNvPr>
          <p:cNvSpPr txBox="1"/>
          <p:nvPr/>
        </p:nvSpPr>
        <p:spPr>
          <a:xfrm>
            <a:off x="4699000" y="5689600"/>
            <a:ext cx="2095500" cy="177800"/>
          </a:xfrm>
          <a:prstGeom prst="rect">
            <a:avLst/>
          </a:prstGeom>
          <a:noFill/>
        </p:spPr>
        <p:txBody>
          <a:bodyPr vertOverflow="overflow" vert="horz" wrap="square" lIns="0" tIns="0" rIns="0" bIns="0" rtlCol="0" anchor="t">
            <a:spAutoFit/>
          </a:bodyPr>
          <a:lstStyle/>
          <a:p>
            <a:pPr marL="0" indent="0" algn="l">
              <a:spcAft>
                <a:spcPts val="600"/>
              </a:spcAft>
              <a:tabLst/>
            </a:pPr>
            <a:r>
              <a:rPr lang="en-US" sz="1000" b="1">
                <a:solidFill>
                  <a:srgbClr val="100B63"/>
                </a:solidFill>
                <a:latin typeface="Arial"/>
                <a:cs typeface="Arial"/>
              </a:rPr>
              <a:t>Segregated data ecosystem</a:t>
            </a:r>
          </a:p>
        </p:txBody>
      </p:sp>
      <p:sp>
        <p:nvSpPr>
          <p:cNvPr id="97" name="TextBox 96">
            <a:extLst>
              <a:ext uri="{FF2B5EF4-FFF2-40B4-BE49-F238E27FC236}">
                <a16:creationId xmlns:a16="http://schemas.microsoft.com/office/drawing/2014/main" id="{89D98C91-515E-1D4D-8C89-FC542D14C181}"/>
              </a:ext>
            </a:extLst>
          </p:cNvPr>
          <p:cNvSpPr txBox="1"/>
          <p:nvPr/>
        </p:nvSpPr>
        <p:spPr>
          <a:xfrm>
            <a:off x="6985000" y="5689600"/>
            <a:ext cx="3810000" cy="177800"/>
          </a:xfrm>
          <a:prstGeom prst="rect">
            <a:avLst/>
          </a:prstGeom>
          <a:noFill/>
        </p:spPr>
        <p:txBody>
          <a:bodyPr vertOverflow="overflow" vert="horz" wrap="square" lIns="0" tIns="0" rIns="0" bIns="0" rtlCol="0" anchor="t">
            <a:spAutoFit/>
          </a:bodyPr>
          <a:lstStyle/>
          <a:p>
            <a:pPr marL="0" indent="0" algn="l">
              <a:spcAft>
                <a:spcPts val="600"/>
              </a:spcAft>
              <a:tabLst/>
            </a:pPr>
            <a:r>
              <a:rPr lang="en-US" sz="880">
                <a:solidFill>
                  <a:srgbClr val="172D55"/>
                </a:solidFill>
                <a:latin typeface="Arial"/>
                <a:cs typeface="Arial"/>
              </a:rPr>
              <a:t>Governed PostgreSQL and related practice data</a:t>
            </a:r>
          </a:p>
        </p:txBody>
      </p:sp>
      <p:sp>
        <p:nvSpPr>
          <p:cNvPr id="98" name="TextBox 97">
            <a:extLst>
              <a:ext uri="{FF2B5EF4-FFF2-40B4-BE49-F238E27FC236}">
                <a16:creationId xmlns:a16="http://schemas.microsoft.com/office/drawing/2014/main" id="{BD4E7064-7578-3F46-A263-E600F9090421}"/>
              </a:ext>
            </a:extLst>
          </p:cNvPr>
          <p:cNvSpPr txBox="1"/>
          <p:nvPr/>
        </p:nvSpPr>
        <p:spPr>
          <a:xfrm>
            <a:off x="609600" y="6108700"/>
            <a:ext cx="10972800" cy="228600"/>
          </a:xfrm>
          <a:prstGeom prst="rect">
            <a:avLst/>
          </a:prstGeom>
          <a:noFill/>
        </p:spPr>
        <p:txBody>
          <a:bodyPr vertOverflow="overflow" vert="horz" wrap="square" lIns="0" tIns="0" rIns="0" bIns="0" rtlCol="0" anchor="t">
            <a:spAutoFit/>
          </a:bodyPr>
          <a:lstStyle/>
          <a:p>
            <a:pPr marL="0" indent="0" algn="l">
              <a:spcAft>
                <a:spcPts val="600"/>
              </a:spcAft>
              <a:tabLst/>
            </a:pPr>
            <a:r>
              <a:rPr lang="en-US" sz="900">
                <a:solidFill>
                  <a:srgbClr val="172D55"/>
                </a:solidFill>
                <a:latin typeface="Arial"/>
                <a:cs typeface="Arial"/>
              </a:rPr>
              <a:t>Phase 0. Work with Patterson to select one route to test. Use user effort, runtime compatibility, printing, device needs, deployment support, and recovery evidence to choose the pilot.</a:t>
            </a:r>
          </a:p>
        </p:txBody>
      </p:sp>
      <p:sp>
        <p:nvSpPr>
          <p:cNvPr id="20" name="Footer Placeholder 1">
            <a:extLst>
              <a:ext uri="{FF2B5EF4-FFF2-40B4-BE49-F238E27FC236}">
                <a16:creationId xmlns:a16="http://schemas.microsoft.com/office/drawing/2014/main" id="{B37F8F76-F998-E6A5-02ED-D54E93F5865F}"/>
              </a:ext>
            </a:extLst>
          </p:cNvPr>
          <p:cNvSpPr>
            <a:spLocks noGrp="1"/>
          </p:cNvSpPr>
          <p:nvPr>
            <p:ph type="ftr" sz="quarter" idx="24"/>
          </p:nvPr>
        </p:nvSpPr>
        <p:spPr>
          <a:xfrm>
            <a:off x="4321019" y="6400798"/>
            <a:ext cx="7102834" cy="167949"/>
          </a:xfrm>
        </p:spPr>
        <p:txBody>
          <a:bodyPr/>
          <a:lstStyle/>
          <a:p>
            <a:pPr marL="0" marR="0" lvl="0" indent="9525"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21" name="Slide Number Placeholder 2">
            <a:extLst>
              <a:ext uri="{FF2B5EF4-FFF2-40B4-BE49-F238E27FC236}">
                <a16:creationId xmlns:a16="http://schemas.microsoft.com/office/drawing/2014/main" id="{90A008B9-61D7-9E76-AE9F-28DC9828D6D0}"/>
              </a:ext>
            </a:extLst>
          </p:cNvPr>
          <p:cNvSpPr>
            <a:spLocks noGrp="1"/>
          </p:cNvSpPr>
          <p:nvPr>
            <p:ph type="sldNum" sz="quarter" idx="25"/>
          </p:nvPr>
        </p:nvSpPr>
        <p:spPr>
          <a:xfrm>
            <a:off x="11509578" y="6400799"/>
            <a:ext cx="218871" cy="167949"/>
          </a:xfrm>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11</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graphicFrame>
        <p:nvGraphicFramePr>
          <p:cNvPr id="26" name="Table 25">
            <a:extLst>
              <a:ext uri="{FF2B5EF4-FFF2-40B4-BE49-F238E27FC236}">
                <a16:creationId xmlns:a16="http://schemas.microsoft.com/office/drawing/2014/main" id="{A15EE9E2-E377-D597-9151-31322961594A}"/>
              </a:ext>
            </a:extLst>
          </p:cNvPr>
          <p:cNvGraphicFramePr>
            <a:graphicFrameLocks noGrp="1"/>
          </p:cNvGraphicFramePr>
          <p:nvPr>
            <p:extLst>
              <p:ext uri="{D42A27DB-BD31-4B8C-83A1-F6EECF244321}">
                <p14:modId xmlns:p14="http://schemas.microsoft.com/office/powerpoint/2010/main" val="2445402552"/>
              </p:ext>
            </p:extLst>
          </p:nvPr>
        </p:nvGraphicFramePr>
        <p:xfrm>
          <a:off x="11841036" y="194314"/>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Drew / Jim </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
        <p:nvSpPr>
          <p:cNvPr id="28" name="Rectangle 27">
            <a:extLst>
              <a:ext uri="{FF2B5EF4-FFF2-40B4-BE49-F238E27FC236}">
                <a16:creationId xmlns:a16="http://schemas.microsoft.com/office/drawing/2014/main" id="{E65A67C4-B6E7-49AC-E3FA-3B682C21F47E}"/>
              </a:ext>
            </a:extLst>
          </p:cNvPr>
          <p:cNvSpPr/>
          <p:nvPr/>
        </p:nvSpPr>
        <p:spPr bwMode="auto">
          <a:xfrm>
            <a:off x="9547485" y="29214"/>
            <a:ext cx="2318951" cy="1159393"/>
          </a:xfrm>
          <a:prstGeom prst="rect">
            <a:avLst/>
          </a:prstGeom>
          <a:solidFill>
            <a:schemeClr val="accent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rPr>
              <a:t>Tyler – pull through </a:t>
            </a:r>
            <a:r>
              <a:rPr kumimoji="0" lang="en-US" sz="1400" b="0" i="0" u="none" strike="noStrike" kern="1200" cap="none" spc="0" normalizeH="0" baseline="0" noProof="0" err="1">
                <a:ln>
                  <a:noFill/>
                </a:ln>
                <a:solidFill>
                  <a:schemeClr val="bg1"/>
                </a:solidFill>
                <a:effectLst/>
                <a:uLnTx/>
                <a:uFillTx/>
                <a:latin typeface="Arial" panose="020B0604020202020204"/>
                <a:ea typeface="Roboto" panose="02000000000000000000" pitchFamily="2" charset="0"/>
                <a:cs typeface="Segoe UI" panose="020B0502040204020203" pitchFamily="34" charset="0"/>
              </a:rPr>
              <a:t>carestream</a:t>
            </a:r>
            <a:r>
              <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rPr>
              <a:t> and prior modernization examples</a:t>
            </a:r>
          </a:p>
        </p:txBody>
      </p:sp>
    </p:spTree>
    <p:extLst>
      <p:ext uri="{BB962C8B-B14F-4D97-AF65-F5344CB8AC3E}">
        <p14:creationId xmlns:p14="http://schemas.microsoft.com/office/powerpoint/2010/main" val="2122714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64300DCF-8392-864F-9673-613688472453}"/>
              </a:ext>
            </a:extLst>
          </p:cNvPr>
          <p:cNvSpPr txBox="1"/>
          <p:nvPr/>
        </p:nvSpPr>
        <p:spPr>
          <a:xfrm>
            <a:off x="469900" y="114300"/>
            <a:ext cx="5334000" cy="228600"/>
          </a:xfrm>
          <a:prstGeom prst="rect">
            <a:avLst/>
          </a:prstGeom>
          <a:noFill/>
        </p:spPr>
        <p:txBody>
          <a:bodyPr vertOverflow="overflow" vert="horz" wrap="square" lIns="0" tIns="0" rIns="0" bIns="0" rtlCol="0" anchor="t">
            <a:noAutofit/>
          </a:bodyPr>
          <a:lstStyle/>
          <a:p>
            <a:pPr marL="0" indent="0" algn="l">
              <a:spcAft>
                <a:spcPts val="600"/>
              </a:spcAft>
              <a:tabLst/>
            </a:pPr>
            <a:r>
              <a:rPr lang="en-US" sz="1050" b="1">
                <a:solidFill>
                  <a:srgbClr val="55709B"/>
                </a:solidFill>
                <a:latin typeface="Arial"/>
                <a:cs typeface="Arial"/>
              </a:rPr>
              <a:t>MODERNIZATION METHOD</a:t>
            </a:r>
          </a:p>
        </p:txBody>
      </p:sp>
      <p:sp>
        <p:nvSpPr>
          <p:cNvPr id="21" name="TextBox 20">
            <a:extLst>
              <a:ext uri="{FF2B5EF4-FFF2-40B4-BE49-F238E27FC236}">
                <a16:creationId xmlns:a16="http://schemas.microsoft.com/office/drawing/2014/main" id="{500F2BBB-8361-8B40-9D46-70C8A61AD56F}"/>
              </a:ext>
            </a:extLst>
          </p:cNvPr>
          <p:cNvSpPr txBox="1"/>
          <p:nvPr/>
        </p:nvSpPr>
        <p:spPr>
          <a:xfrm>
            <a:off x="457200" y="533400"/>
            <a:ext cx="11277600" cy="431800"/>
          </a:xfrm>
          <a:prstGeom prst="rect">
            <a:avLst/>
          </a:prstGeom>
          <a:noFill/>
        </p:spPr>
        <p:txBody>
          <a:bodyPr vertOverflow="overflow" vert="horz" wrap="square" lIns="0" tIns="0" rIns="0" bIns="0" rtlCol="0" anchor="t">
            <a:noAutofit/>
          </a:bodyPr>
          <a:lstStyle/>
          <a:p>
            <a:pPr marL="0" indent="0" algn="l">
              <a:spcAft>
                <a:spcPts val="600"/>
              </a:spcAft>
              <a:tabLst/>
            </a:pPr>
            <a:r>
              <a:rPr lang="en-US" sz="2400" b="1">
                <a:solidFill>
                  <a:srgbClr val="120A6A"/>
                </a:solidFill>
                <a:latin typeface="Arial"/>
                <a:cs typeface="Arial"/>
              </a:rPr>
              <a:t>Journey based PowerBuilder migration and retirement</a:t>
            </a:r>
          </a:p>
        </p:txBody>
      </p:sp>
      <p:sp>
        <p:nvSpPr>
          <p:cNvPr id="26" name="TextBox 25">
            <a:extLst>
              <a:ext uri="{FF2B5EF4-FFF2-40B4-BE49-F238E27FC236}">
                <a16:creationId xmlns:a16="http://schemas.microsoft.com/office/drawing/2014/main" id="{6ED27C93-B9DE-EB43-B1D5-7E122389CDFD}"/>
              </a:ext>
            </a:extLst>
          </p:cNvPr>
          <p:cNvSpPr txBox="1"/>
          <p:nvPr/>
        </p:nvSpPr>
        <p:spPr>
          <a:xfrm>
            <a:off x="469900" y="1092200"/>
            <a:ext cx="11239500" cy="406400"/>
          </a:xfrm>
          <a:prstGeom prst="rect">
            <a:avLst/>
          </a:prstGeom>
          <a:noFill/>
        </p:spPr>
        <p:txBody>
          <a:bodyPr vertOverflow="overflow" vert="horz" wrap="square" lIns="0" tIns="0" rIns="0" bIns="0" rtlCol="0" anchor="t">
            <a:noAutofit/>
          </a:bodyPr>
          <a:lstStyle/>
          <a:p>
            <a:pPr marL="0" indent="0" algn="l">
              <a:spcAft>
                <a:spcPts val="600"/>
              </a:spcAft>
              <a:tabLst/>
            </a:pPr>
            <a:r>
              <a:rPr lang="en-US" sz="1250">
                <a:solidFill>
                  <a:srgbClr val="203A63"/>
                </a:solidFill>
                <a:latin typeface="Arial"/>
                <a:cs typeface="Arial"/>
              </a:rPr>
              <a:t>Modernize a complete staff or customer journey, then retire the PowerBuilder components that served it.</a:t>
            </a:r>
          </a:p>
        </p:txBody>
      </p:sp>
      <p:sp>
        <p:nvSpPr>
          <p:cNvPr id="64" name="TextBox 63">
            <a:extLst>
              <a:ext uri="{FF2B5EF4-FFF2-40B4-BE49-F238E27FC236}">
                <a16:creationId xmlns:a16="http://schemas.microsoft.com/office/drawing/2014/main" id="{E9D2C5A3-62F5-B14C-8CDC-D27150A676DB}"/>
              </a:ext>
            </a:extLst>
          </p:cNvPr>
          <p:cNvSpPr txBox="1"/>
          <p:nvPr/>
        </p:nvSpPr>
        <p:spPr>
          <a:xfrm>
            <a:off x="685800" y="1765300"/>
            <a:ext cx="2159000" cy="177800"/>
          </a:xfrm>
          <a:prstGeom prst="rect">
            <a:avLst/>
          </a:prstGeom>
          <a:noFill/>
        </p:spPr>
        <p:txBody>
          <a:bodyPr vertOverflow="overflow" vert="horz" wrap="square" lIns="0" tIns="0" rIns="0" bIns="0" rtlCol="0" anchor="t">
            <a:noAutofit/>
          </a:bodyPr>
          <a:lstStyle/>
          <a:p>
            <a:pPr marL="0" indent="0" algn="l">
              <a:spcAft>
                <a:spcPts val="600"/>
              </a:spcAft>
              <a:tabLst/>
            </a:pPr>
            <a:r>
              <a:rPr lang="en-US" sz="950" b="1">
                <a:solidFill>
                  <a:srgbClr val="55709B"/>
                </a:solidFill>
                <a:latin typeface="Arial"/>
                <a:cs typeface="Arial"/>
              </a:rPr>
              <a:t>JOURNEY MIGRATION PATH</a:t>
            </a:r>
          </a:p>
        </p:txBody>
      </p:sp>
      <p:sp>
        <p:nvSpPr>
          <p:cNvPr id="83" name="Rectangle 82">
            <a:extLst>
              <a:ext uri="{FF2B5EF4-FFF2-40B4-BE49-F238E27FC236}">
                <a16:creationId xmlns:a16="http://schemas.microsoft.com/office/drawing/2014/main" id="{07371407-FACD-C84D-B39E-85FE7D1F7ED2}"/>
              </a:ext>
            </a:extLst>
          </p:cNvPr>
          <p:cNvSpPr/>
          <p:nvPr/>
        </p:nvSpPr>
        <p:spPr bwMode="auto">
          <a:xfrm>
            <a:off x="952500" y="3261360"/>
            <a:ext cx="2095500" cy="30480"/>
          </a:xfrm>
          <a:prstGeom prst="rect">
            <a:avLst/>
          </a:prstGeom>
          <a:solidFill>
            <a:srgbClr val="36598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4" name="Rectangle 83">
            <a:extLst>
              <a:ext uri="{FF2B5EF4-FFF2-40B4-BE49-F238E27FC236}">
                <a16:creationId xmlns:a16="http://schemas.microsoft.com/office/drawing/2014/main" id="{315C53B3-1DF7-5D47-8541-908E987F1DCF}"/>
              </a:ext>
            </a:extLst>
          </p:cNvPr>
          <p:cNvSpPr/>
          <p:nvPr/>
        </p:nvSpPr>
        <p:spPr bwMode="auto">
          <a:xfrm>
            <a:off x="3032760" y="2959100"/>
            <a:ext cx="30480" cy="330200"/>
          </a:xfrm>
          <a:prstGeom prst="rect">
            <a:avLst/>
          </a:prstGeom>
          <a:solidFill>
            <a:srgbClr val="36598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5" name="Rectangle 84">
            <a:extLst>
              <a:ext uri="{FF2B5EF4-FFF2-40B4-BE49-F238E27FC236}">
                <a16:creationId xmlns:a16="http://schemas.microsoft.com/office/drawing/2014/main" id="{771383DA-4656-A94E-AE00-86E15D6A1278}"/>
              </a:ext>
            </a:extLst>
          </p:cNvPr>
          <p:cNvSpPr/>
          <p:nvPr/>
        </p:nvSpPr>
        <p:spPr bwMode="auto">
          <a:xfrm>
            <a:off x="3048000" y="2943860"/>
            <a:ext cx="825500" cy="30480"/>
          </a:xfrm>
          <a:prstGeom prst="rect">
            <a:avLst/>
          </a:prstGeom>
          <a:solidFill>
            <a:srgbClr val="36598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1" name="Rectangle 100">
            <a:extLst>
              <a:ext uri="{FF2B5EF4-FFF2-40B4-BE49-F238E27FC236}">
                <a16:creationId xmlns:a16="http://schemas.microsoft.com/office/drawing/2014/main" id="{3091A3BB-BD17-9547-90ED-4B2549BA84B0}"/>
              </a:ext>
            </a:extLst>
          </p:cNvPr>
          <p:cNvSpPr/>
          <p:nvPr/>
        </p:nvSpPr>
        <p:spPr bwMode="auto">
          <a:xfrm>
            <a:off x="3873500" y="2943860"/>
            <a:ext cx="825500" cy="30480"/>
          </a:xfrm>
          <a:prstGeom prst="rect">
            <a:avLst/>
          </a:prstGeom>
          <a:solidFill>
            <a:srgbClr val="36598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2" name="Rectangle 101">
            <a:extLst>
              <a:ext uri="{FF2B5EF4-FFF2-40B4-BE49-F238E27FC236}">
                <a16:creationId xmlns:a16="http://schemas.microsoft.com/office/drawing/2014/main" id="{6254618E-5AF1-D44C-A98B-E017B928F3F4}"/>
              </a:ext>
            </a:extLst>
          </p:cNvPr>
          <p:cNvSpPr/>
          <p:nvPr/>
        </p:nvSpPr>
        <p:spPr bwMode="auto">
          <a:xfrm>
            <a:off x="4683760" y="2959100"/>
            <a:ext cx="30480" cy="520700"/>
          </a:xfrm>
          <a:prstGeom prst="rect">
            <a:avLst/>
          </a:prstGeom>
          <a:solidFill>
            <a:srgbClr val="36598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3" name="Rectangle 102">
            <a:extLst>
              <a:ext uri="{FF2B5EF4-FFF2-40B4-BE49-F238E27FC236}">
                <a16:creationId xmlns:a16="http://schemas.microsoft.com/office/drawing/2014/main" id="{FACF262B-E776-5D45-B318-EA33A5580F7C}"/>
              </a:ext>
            </a:extLst>
          </p:cNvPr>
          <p:cNvSpPr/>
          <p:nvPr/>
        </p:nvSpPr>
        <p:spPr bwMode="auto">
          <a:xfrm>
            <a:off x="4699000" y="3464560"/>
            <a:ext cx="1524000" cy="30480"/>
          </a:xfrm>
          <a:prstGeom prst="rect">
            <a:avLst/>
          </a:prstGeom>
          <a:solidFill>
            <a:srgbClr val="36598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4" name="Rectangle 103">
            <a:extLst>
              <a:ext uri="{FF2B5EF4-FFF2-40B4-BE49-F238E27FC236}">
                <a16:creationId xmlns:a16="http://schemas.microsoft.com/office/drawing/2014/main" id="{93E26ABB-ED8D-7440-A40C-A61901C12D1A}"/>
              </a:ext>
            </a:extLst>
          </p:cNvPr>
          <p:cNvSpPr/>
          <p:nvPr/>
        </p:nvSpPr>
        <p:spPr bwMode="auto">
          <a:xfrm>
            <a:off x="6223000" y="3464560"/>
            <a:ext cx="1524000" cy="30480"/>
          </a:xfrm>
          <a:prstGeom prst="rect">
            <a:avLst/>
          </a:prstGeom>
          <a:solidFill>
            <a:srgbClr val="36598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5" name="Rectangle 104">
            <a:extLst>
              <a:ext uri="{FF2B5EF4-FFF2-40B4-BE49-F238E27FC236}">
                <a16:creationId xmlns:a16="http://schemas.microsoft.com/office/drawing/2014/main" id="{8AABC58C-3E2E-394B-A0E0-5289857FD9D5}"/>
              </a:ext>
            </a:extLst>
          </p:cNvPr>
          <p:cNvSpPr/>
          <p:nvPr/>
        </p:nvSpPr>
        <p:spPr bwMode="auto">
          <a:xfrm>
            <a:off x="7731759" y="2959100"/>
            <a:ext cx="30480" cy="533400"/>
          </a:xfrm>
          <a:prstGeom prst="rect">
            <a:avLst/>
          </a:prstGeom>
          <a:solidFill>
            <a:srgbClr val="36598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6" name="Rectangle 105">
            <a:extLst>
              <a:ext uri="{FF2B5EF4-FFF2-40B4-BE49-F238E27FC236}">
                <a16:creationId xmlns:a16="http://schemas.microsoft.com/office/drawing/2014/main" id="{A2551FB0-7B26-AC47-9254-FFA35E635AD2}"/>
              </a:ext>
            </a:extLst>
          </p:cNvPr>
          <p:cNvSpPr/>
          <p:nvPr/>
        </p:nvSpPr>
        <p:spPr bwMode="auto">
          <a:xfrm>
            <a:off x="7747000" y="2943860"/>
            <a:ext cx="793750" cy="30480"/>
          </a:xfrm>
          <a:prstGeom prst="rect">
            <a:avLst/>
          </a:prstGeom>
          <a:solidFill>
            <a:srgbClr val="36598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7" name="Rectangle 106">
            <a:extLst>
              <a:ext uri="{FF2B5EF4-FFF2-40B4-BE49-F238E27FC236}">
                <a16:creationId xmlns:a16="http://schemas.microsoft.com/office/drawing/2014/main" id="{FD9FDF10-670E-264B-8D05-2033773EEB13}"/>
              </a:ext>
            </a:extLst>
          </p:cNvPr>
          <p:cNvSpPr/>
          <p:nvPr/>
        </p:nvSpPr>
        <p:spPr bwMode="auto">
          <a:xfrm>
            <a:off x="8540750" y="2943860"/>
            <a:ext cx="793750" cy="30480"/>
          </a:xfrm>
          <a:prstGeom prst="rect">
            <a:avLst/>
          </a:prstGeom>
          <a:solidFill>
            <a:srgbClr val="36598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8" name="Rectangle 107">
            <a:extLst>
              <a:ext uri="{FF2B5EF4-FFF2-40B4-BE49-F238E27FC236}">
                <a16:creationId xmlns:a16="http://schemas.microsoft.com/office/drawing/2014/main" id="{C3D4D8B4-E1E2-AA4E-9773-4AF83E998BC0}"/>
              </a:ext>
            </a:extLst>
          </p:cNvPr>
          <p:cNvSpPr/>
          <p:nvPr/>
        </p:nvSpPr>
        <p:spPr bwMode="auto">
          <a:xfrm>
            <a:off x="9319260" y="2959100"/>
            <a:ext cx="30480" cy="469900"/>
          </a:xfrm>
          <a:prstGeom prst="rect">
            <a:avLst/>
          </a:prstGeom>
          <a:solidFill>
            <a:srgbClr val="36598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9" name="Rectangle 108">
            <a:extLst>
              <a:ext uri="{FF2B5EF4-FFF2-40B4-BE49-F238E27FC236}">
                <a16:creationId xmlns:a16="http://schemas.microsoft.com/office/drawing/2014/main" id="{9F171F2A-FB84-9E4A-89D6-2E212223BE6A}"/>
              </a:ext>
            </a:extLst>
          </p:cNvPr>
          <p:cNvSpPr/>
          <p:nvPr/>
        </p:nvSpPr>
        <p:spPr bwMode="auto">
          <a:xfrm>
            <a:off x="9334500" y="3413760"/>
            <a:ext cx="1270000" cy="30480"/>
          </a:xfrm>
          <a:prstGeom prst="rect">
            <a:avLst/>
          </a:prstGeom>
          <a:solidFill>
            <a:srgbClr val="36598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2" name="TextBox 111">
            <a:extLst>
              <a:ext uri="{FF2B5EF4-FFF2-40B4-BE49-F238E27FC236}">
                <a16:creationId xmlns:a16="http://schemas.microsoft.com/office/drawing/2014/main" id="{A04BDEF4-3A07-834A-ABF5-FD8881C31065}"/>
              </a:ext>
            </a:extLst>
          </p:cNvPr>
          <p:cNvSpPr txBox="1"/>
          <p:nvPr/>
        </p:nvSpPr>
        <p:spPr>
          <a:xfrm>
            <a:off x="660400" y="2108200"/>
            <a:ext cx="2222500" cy="241300"/>
          </a:xfrm>
          <a:prstGeom prst="rect">
            <a:avLst/>
          </a:prstGeom>
          <a:noFill/>
        </p:spPr>
        <p:txBody>
          <a:bodyPr vertOverflow="overflow" vert="horz" wrap="square" lIns="0" tIns="0" rIns="0" bIns="0" rtlCol="0" anchor="t">
            <a:noAutofit/>
          </a:bodyPr>
          <a:lstStyle/>
          <a:p>
            <a:pPr marL="0" indent="0" algn="l">
              <a:spcAft>
                <a:spcPts val="600"/>
              </a:spcAft>
              <a:tabLst/>
            </a:pPr>
            <a:r>
              <a:rPr lang="en-US" sz="1300" b="1">
                <a:solidFill>
                  <a:srgbClr val="120A6A"/>
                </a:solidFill>
                <a:latin typeface="Arial"/>
                <a:cs typeface="Arial"/>
              </a:rPr>
              <a:t>1  Map the journey</a:t>
            </a:r>
          </a:p>
        </p:txBody>
      </p:sp>
      <p:sp>
        <p:nvSpPr>
          <p:cNvPr id="113" name="TextBox 112">
            <a:extLst>
              <a:ext uri="{FF2B5EF4-FFF2-40B4-BE49-F238E27FC236}">
                <a16:creationId xmlns:a16="http://schemas.microsoft.com/office/drawing/2014/main" id="{42488D13-43F6-714D-BA86-5754300876A6}"/>
              </a:ext>
            </a:extLst>
          </p:cNvPr>
          <p:cNvSpPr txBox="1"/>
          <p:nvPr/>
        </p:nvSpPr>
        <p:spPr>
          <a:xfrm>
            <a:off x="660400" y="2413000"/>
            <a:ext cx="2222500" cy="635000"/>
          </a:xfrm>
          <a:prstGeom prst="rect">
            <a:avLst/>
          </a:prstGeom>
          <a:noFill/>
        </p:spPr>
        <p:txBody>
          <a:bodyPr vertOverflow="overflow" vert="horz" wrap="square" lIns="0" tIns="0" rIns="0" bIns="0" rtlCol="0" anchor="t">
            <a:noAutofit/>
          </a:bodyPr>
          <a:lstStyle/>
          <a:p>
            <a:pPr marL="0" indent="0" algn="l">
              <a:spcAft>
                <a:spcPts val="600"/>
              </a:spcAft>
              <a:tabLst/>
            </a:pPr>
            <a:r>
              <a:rPr lang="en-US" sz="1050">
                <a:solidFill>
                  <a:srgbClr val="203A63"/>
                </a:solidFill>
                <a:latin typeface="Arial"/>
                <a:cs typeface="Arial"/>
              </a:rPr>
              <a:t>Document the customer or staff outcome and its current execution path.</a:t>
            </a:r>
          </a:p>
        </p:txBody>
      </p:sp>
      <p:sp>
        <p:nvSpPr>
          <p:cNvPr id="122" name="TextBox 121">
            <a:extLst>
              <a:ext uri="{FF2B5EF4-FFF2-40B4-BE49-F238E27FC236}">
                <a16:creationId xmlns:a16="http://schemas.microsoft.com/office/drawing/2014/main" id="{5B3B7383-0D43-F749-8B74-C4D805E7E473}"/>
              </a:ext>
            </a:extLst>
          </p:cNvPr>
          <p:cNvSpPr txBox="1"/>
          <p:nvPr/>
        </p:nvSpPr>
        <p:spPr>
          <a:xfrm>
            <a:off x="2463800" y="3594100"/>
            <a:ext cx="2692400" cy="228600"/>
          </a:xfrm>
          <a:prstGeom prst="rect">
            <a:avLst/>
          </a:prstGeom>
          <a:noFill/>
        </p:spPr>
        <p:txBody>
          <a:bodyPr vertOverflow="overflow" vert="horz" wrap="square" lIns="0" tIns="0" rIns="0" bIns="0" rtlCol="0" anchor="t">
            <a:noAutofit/>
          </a:bodyPr>
          <a:lstStyle/>
          <a:p>
            <a:pPr marL="0" indent="0" algn="l">
              <a:spcAft>
                <a:spcPts val="600"/>
              </a:spcAft>
              <a:tabLst/>
            </a:pPr>
            <a:r>
              <a:rPr lang="en-US" sz="1300" b="1">
                <a:solidFill>
                  <a:srgbClr val="120A6A"/>
                </a:solidFill>
                <a:latin typeface="Arial"/>
                <a:cs typeface="Arial"/>
              </a:rPr>
              <a:t>2  Expose the dependency chain</a:t>
            </a:r>
          </a:p>
        </p:txBody>
      </p:sp>
      <p:sp>
        <p:nvSpPr>
          <p:cNvPr id="123" name="TextBox 122">
            <a:extLst>
              <a:ext uri="{FF2B5EF4-FFF2-40B4-BE49-F238E27FC236}">
                <a16:creationId xmlns:a16="http://schemas.microsoft.com/office/drawing/2014/main" id="{401F8CE0-4922-C742-B2C3-CE6D90EF950F}"/>
              </a:ext>
            </a:extLst>
          </p:cNvPr>
          <p:cNvSpPr txBox="1"/>
          <p:nvPr/>
        </p:nvSpPr>
        <p:spPr>
          <a:xfrm>
            <a:off x="2463800" y="3886200"/>
            <a:ext cx="2692400" cy="762000"/>
          </a:xfrm>
          <a:prstGeom prst="rect">
            <a:avLst/>
          </a:prstGeom>
          <a:noFill/>
        </p:spPr>
        <p:txBody>
          <a:bodyPr vertOverflow="overflow" vert="horz" wrap="square" lIns="0" tIns="0" rIns="0" bIns="0" rtlCol="0" anchor="t">
            <a:noAutofit/>
          </a:bodyPr>
          <a:lstStyle/>
          <a:p>
            <a:pPr marL="0" indent="0" algn="l">
              <a:spcAft>
                <a:spcPts val="600"/>
              </a:spcAft>
              <a:tabLst/>
            </a:pPr>
            <a:r>
              <a:rPr lang="en-US" sz="1020">
                <a:solidFill>
                  <a:srgbClr val="203A63"/>
                </a:solidFill>
                <a:latin typeface="Arial"/>
                <a:cs typeface="Arial"/>
              </a:rPr>
              <a:t>Link screens, DataWindows, event logic, SQL, stored procedures, integrations, devices, and existing test coverage to the journey.</a:t>
            </a:r>
          </a:p>
        </p:txBody>
      </p:sp>
      <p:sp>
        <p:nvSpPr>
          <p:cNvPr id="124" name="TextBox 123">
            <a:extLst>
              <a:ext uri="{FF2B5EF4-FFF2-40B4-BE49-F238E27FC236}">
                <a16:creationId xmlns:a16="http://schemas.microsoft.com/office/drawing/2014/main" id="{7940C996-4D7D-774B-A28E-583D74257489}"/>
              </a:ext>
            </a:extLst>
          </p:cNvPr>
          <p:cNvSpPr txBox="1"/>
          <p:nvPr/>
        </p:nvSpPr>
        <p:spPr>
          <a:xfrm>
            <a:off x="4826000" y="2019300"/>
            <a:ext cx="2857500" cy="228600"/>
          </a:xfrm>
          <a:prstGeom prst="rect">
            <a:avLst/>
          </a:prstGeom>
          <a:noFill/>
        </p:spPr>
        <p:txBody>
          <a:bodyPr vertOverflow="overflow" vert="horz" wrap="square" lIns="0" tIns="0" rIns="0" bIns="0" rtlCol="0" anchor="t">
            <a:noAutofit/>
          </a:bodyPr>
          <a:lstStyle/>
          <a:p>
            <a:pPr marL="0" indent="0" algn="l">
              <a:spcAft>
                <a:spcPts val="600"/>
              </a:spcAft>
              <a:tabLst/>
            </a:pPr>
            <a:r>
              <a:rPr lang="en-US" sz="1300" b="1">
                <a:solidFill>
                  <a:srgbClr val="120A6A"/>
                </a:solidFill>
                <a:latin typeface="Arial"/>
                <a:cs typeface="Arial"/>
              </a:rPr>
              <a:t>3  Choose the experience</a:t>
            </a:r>
          </a:p>
        </p:txBody>
      </p:sp>
      <p:sp>
        <p:nvSpPr>
          <p:cNvPr id="125" name="TextBox 124">
            <a:extLst>
              <a:ext uri="{FF2B5EF4-FFF2-40B4-BE49-F238E27FC236}">
                <a16:creationId xmlns:a16="http://schemas.microsoft.com/office/drawing/2014/main" id="{4D389BF4-2D98-EF47-8A1F-82EC12085E07}"/>
              </a:ext>
            </a:extLst>
          </p:cNvPr>
          <p:cNvSpPr txBox="1"/>
          <p:nvPr/>
        </p:nvSpPr>
        <p:spPr>
          <a:xfrm>
            <a:off x="4826000" y="2324100"/>
            <a:ext cx="2857500" cy="787400"/>
          </a:xfrm>
          <a:prstGeom prst="rect">
            <a:avLst/>
          </a:prstGeom>
          <a:noFill/>
        </p:spPr>
        <p:txBody>
          <a:bodyPr vertOverflow="overflow" vert="horz" wrap="square" lIns="0" tIns="0" rIns="0" bIns="0" rtlCol="0" anchor="t">
            <a:noAutofit/>
          </a:bodyPr>
          <a:lstStyle/>
          <a:p>
            <a:pPr marL="0" indent="0" algn="l">
              <a:spcAft>
                <a:spcPts val="600"/>
              </a:spcAft>
              <a:tabLst/>
            </a:pPr>
            <a:r>
              <a:rPr lang="en-US" sz="1000">
                <a:solidFill>
                  <a:srgbClr val="203A63"/>
                </a:solidFill>
                <a:latin typeface="Arial"/>
                <a:cs typeface="Arial"/>
              </a:rPr>
              <a:t>Make the product decision first. Preserve an experience that still works. Improve workflows that need material change. Sequence the journey later when a dependency blocks a responsible move.</a:t>
            </a:r>
          </a:p>
        </p:txBody>
      </p:sp>
      <p:sp>
        <p:nvSpPr>
          <p:cNvPr id="126" name="TextBox 125">
            <a:extLst>
              <a:ext uri="{FF2B5EF4-FFF2-40B4-BE49-F238E27FC236}">
                <a16:creationId xmlns:a16="http://schemas.microsoft.com/office/drawing/2014/main" id="{CD955B60-4233-CF4E-94C1-06EC70503DC4}"/>
              </a:ext>
            </a:extLst>
          </p:cNvPr>
          <p:cNvSpPr txBox="1"/>
          <p:nvPr/>
        </p:nvSpPr>
        <p:spPr>
          <a:xfrm>
            <a:off x="6959600" y="3644900"/>
            <a:ext cx="2603500" cy="254000"/>
          </a:xfrm>
          <a:prstGeom prst="rect">
            <a:avLst/>
          </a:prstGeom>
          <a:noFill/>
        </p:spPr>
        <p:txBody>
          <a:bodyPr vertOverflow="overflow" vert="horz" wrap="none" lIns="0" tIns="0" rIns="0" bIns="0" rtlCol="0" anchor="t">
            <a:noAutofit/>
          </a:bodyPr>
          <a:lstStyle/>
          <a:p>
            <a:pPr marL="0" indent="0" algn="l">
              <a:spcAft>
                <a:spcPts val="600"/>
              </a:spcAft>
              <a:tabLst/>
            </a:pPr>
            <a:r>
              <a:rPr lang="en-US" sz="1300" b="1">
                <a:solidFill>
                  <a:srgbClr val="120A6A"/>
                </a:solidFill>
                <a:latin typeface="Arial"/>
                <a:cs typeface="Arial"/>
              </a:rPr>
              <a:t>4  Build the modern journey</a:t>
            </a:r>
          </a:p>
        </p:txBody>
      </p:sp>
      <p:sp>
        <p:nvSpPr>
          <p:cNvPr id="127" name="TextBox 126">
            <a:extLst>
              <a:ext uri="{FF2B5EF4-FFF2-40B4-BE49-F238E27FC236}">
                <a16:creationId xmlns:a16="http://schemas.microsoft.com/office/drawing/2014/main" id="{0D84B559-B787-6D44-A5FE-B97972F26AF8}"/>
              </a:ext>
            </a:extLst>
          </p:cNvPr>
          <p:cNvSpPr txBox="1"/>
          <p:nvPr/>
        </p:nvSpPr>
        <p:spPr>
          <a:xfrm>
            <a:off x="6959600" y="4000500"/>
            <a:ext cx="2768600" cy="698500"/>
          </a:xfrm>
          <a:prstGeom prst="rect">
            <a:avLst/>
          </a:prstGeom>
          <a:noFill/>
        </p:spPr>
        <p:txBody>
          <a:bodyPr vertOverflow="overflow" vert="horz" wrap="square" lIns="0" tIns="0" rIns="0" bIns="0" rtlCol="0" anchor="t">
            <a:noAutofit/>
          </a:bodyPr>
          <a:lstStyle/>
          <a:p>
            <a:pPr marL="0" indent="0" algn="l">
              <a:spcAft>
                <a:spcPts val="600"/>
              </a:spcAft>
              <a:tabLst/>
            </a:pPr>
            <a:r>
              <a:rPr lang="en-US" sz="960">
                <a:solidFill>
                  <a:srgbClr val="203A63"/>
                </a:solidFill>
                <a:latin typeface="Arial"/>
                <a:cs typeface="Arial"/>
              </a:rPr>
              <a:t>Build the chosen experience, not just new interface technology. React uses shared business operations for authorization, transaction behavior, and data access.</a:t>
            </a:r>
          </a:p>
        </p:txBody>
      </p:sp>
      <p:sp>
        <p:nvSpPr>
          <p:cNvPr id="130" name="TextBox 129">
            <a:extLst>
              <a:ext uri="{FF2B5EF4-FFF2-40B4-BE49-F238E27FC236}">
                <a16:creationId xmlns:a16="http://schemas.microsoft.com/office/drawing/2014/main" id="{90991D37-7AEA-C949-852F-034AC36554ED}"/>
              </a:ext>
            </a:extLst>
          </p:cNvPr>
          <p:cNvSpPr txBox="1"/>
          <p:nvPr/>
        </p:nvSpPr>
        <p:spPr>
          <a:xfrm>
            <a:off x="9448800" y="1993900"/>
            <a:ext cx="2235200" cy="228600"/>
          </a:xfrm>
          <a:prstGeom prst="rect">
            <a:avLst/>
          </a:prstGeom>
          <a:noFill/>
        </p:spPr>
        <p:txBody>
          <a:bodyPr vertOverflow="overflow" vert="horz" wrap="square" lIns="0" tIns="0" rIns="0" bIns="0" rtlCol="0" anchor="t">
            <a:noAutofit/>
          </a:bodyPr>
          <a:lstStyle/>
          <a:p>
            <a:pPr marL="0" indent="0" algn="l">
              <a:spcAft>
                <a:spcPts val="600"/>
              </a:spcAft>
              <a:tabLst/>
            </a:pPr>
            <a:r>
              <a:rPr lang="en-US" sz="1300" b="1">
                <a:solidFill>
                  <a:srgbClr val="120A6A"/>
                </a:solidFill>
                <a:latin typeface="Arial"/>
                <a:cs typeface="Arial"/>
              </a:rPr>
              <a:t>5  Prove and retire</a:t>
            </a:r>
          </a:p>
        </p:txBody>
      </p:sp>
      <p:sp>
        <p:nvSpPr>
          <p:cNvPr id="131" name="Rectangle 130">
            <a:extLst>
              <a:ext uri="{FF2B5EF4-FFF2-40B4-BE49-F238E27FC236}">
                <a16:creationId xmlns:a16="http://schemas.microsoft.com/office/drawing/2014/main" id="{5EFB52A6-04F3-DD49-B402-534F76AA1DF5}"/>
              </a:ext>
            </a:extLst>
          </p:cNvPr>
          <p:cNvSpPr/>
          <p:nvPr/>
        </p:nvSpPr>
        <p:spPr bwMode="auto">
          <a:xfrm>
            <a:off x="9448800" y="2286000"/>
            <a:ext cx="914400" cy="38100"/>
          </a:xfrm>
          <a:prstGeom prst="rect">
            <a:avLst/>
          </a:prstGeom>
          <a:solidFill>
            <a:srgbClr val="E600A9"/>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32" name="TextBox 131">
            <a:extLst>
              <a:ext uri="{FF2B5EF4-FFF2-40B4-BE49-F238E27FC236}">
                <a16:creationId xmlns:a16="http://schemas.microsoft.com/office/drawing/2014/main" id="{E815E2DB-6913-AD4A-98BE-B17B74B15D21}"/>
              </a:ext>
            </a:extLst>
          </p:cNvPr>
          <p:cNvSpPr txBox="1"/>
          <p:nvPr/>
        </p:nvSpPr>
        <p:spPr>
          <a:xfrm>
            <a:off x="9448800" y="2413000"/>
            <a:ext cx="2235200" cy="736600"/>
          </a:xfrm>
          <a:prstGeom prst="rect">
            <a:avLst/>
          </a:prstGeom>
          <a:noFill/>
        </p:spPr>
        <p:txBody>
          <a:bodyPr vertOverflow="overflow" vert="horz" wrap="square" lIns="0" tIns="0" rIns="0" bIns="0" rtlCol="0" anchor="t">
            <a:noAutofit/>
          </a:bodyPr>
          <a:lstStyle/>
          <a:p>
            <a:pPr marL="0" indent="0" algn="l">
              <a:spcAft>
                <a:spcPts val="600"/>
              </a:spcAft>
              <a:tabLst/>
            </a:pPr>
            <a:r>
              <a:rPr lang="en-US" sz="920">
                <a:solidFill>
                  <a:srgbClr val="203A63"/>
                </a:solidFill>
                <a:latin typeface="Arial"/>
                <a:cs typeface="Arial"/>
              </a:rPr>
              <a:t>Integrate migration with automated behavior and performance tests. Use high-confidence evidence to confirm supportability, then remove the PowerBuilder dependencies the journey replaces.</a:t>
            </a:r>
          </a:p>
        </p:txBody>
      </p:sp>
      <p:sp>
        <p:nvSpPr>
          <p:cNvPr id="163" name="Rectangle 162">
            <a:extLst>
              <a:ext uri="{FF2B5EF4-FFF2-40B4-BE49-F238E27FC236}">
                <a16:creationId xmlns:a16="http://schemas.microsoft.com/office/drawing/2014/main" id="{5D021E75-E202-D44D-B8A4-9A53509D121A}"/>
              </a:ext>
            </a:extLst>
          </p:cNvPr>
          <p:cNvSpPr/>
          <p:nvPr/>
        </p:nvSpPr>
        <p:spPr bwMode="auto">
          <a:xfrm>
            <a:off x="609600" y="5676900"/>
            <a:ext cx="10972800" cy="431800"/>
          </a:xfrm>
          <a:prstGeom prst="rect">
            <a:avLst/>
          </a:prstGeom>
          <a:solidFill>
            <a:srgbClr val="EEF3F9"/>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64" name="Rectangle 163">
            <a:extLst>
              <a:ext uri="{FF2B5EF4-FFF2-40B4-BE49-F238E27FC236}">
                <a16:creationId xmlns:a16="http://schemas.microsoft.com/office/drawing/2014/main" id="{2CE6A3B4-5C19-B34A-A1ED-BA54D64C78FE}"/>
              </a:ext>
            </a:extLst>
          </p:cNvPr>
          <p:cNvSpPr/>
          <p:nvPr/>
        </p:nvSpPr>
        <p:spPr bwMode="auto">
          <a:xfrm>
            <a:off x="609600" y="5676900"/>
            <a:ext cx="63500" cy="431800"/>
          </a:xfrm>
          <a:prstGeom prst="rect">
            <a:avLst/>
          </a:prstGeom>
          <a:solidFill>
            <a:srgbClr val="120A6A"/>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65" name="TextBox 164">
            <a:extLst>
              <a:ext uri="{FF2B5EF4-FFF2-40B4-BE49-F238E27FC236}">
                <a16:creationId xmlns:a16="http://schemas.microsoft.com/office/drawing/2014/main" id="{96A0A804-CA40-F648-93C2-AAE008BCE14B}"/>
              </a:ext>
            </a:extLst>
          </p:cNvPr>
          <p:cNvSpPr txBox="1"/>
          <p:nvPr/>
        </p:nvSpPr>
        <p:spPr>
          <a:xfrm>
            <a:off x="825500" y="5778500"/>
            <a:ext cx="10477500" cy="254000"/>
          </a:xfrm>
          <a:prstGeom prst="rect">
            <a:avLst/>
          </a:prstGeom>
          <a:noFill/>
        </p:spPr>
        <p:txBody>
          <a:bodyPr vertOverflow="overflow" vert="horz" wrap="square" lIns="0" tIns="0" rIns="0" bIns="0" rtlCol="0" anchor="t">
            <a:noAutofit/>
          </a:bodyPr>
          <a:lstStyle/>
          <a:p>
            <a:pPr marL="0" indent="0" algn="l">
              <a:spcAft>
                <a:spcPts val="600"/>
              </a:spcAft>
              <a:tabLst/>
            </a:pPr>
            <a:r>
              <a:rPr lang="en-US" sz="1150" b="1">
                <a:solidFill>
                  <a:srgbClr val="120A6A"/>
                </a:solidFill>
                <a:latin typeface="Arial"/>
                <a:cs typeface="Arial"/>
              </a:rPr>
              <a:t>Acceptance follows the journey: correct business outcome, dependable performance, and a supportable release.</a:t>
            </a:r>
          </a:p>
        </p:txBody>
      </p:sp>
      <p:sp>
        <p:nvSpPr>
          <p:cNvPr id="166" name="Oval 165">
            <a:extLst>
              <a:ext uri="{FF2B5EF4-FFF2-40B4-BE49-F238E27FC236}">
                <a16:creationId xmlns:a16="http://schemas.microsoft.com/office/drawing/2014/main" id="{AE345F72-E2D9-F741-A1A5-069F0DF6DB50}"/>
              </a:ext>
            </a:extLst>
          </p:cNvPr>
          <p:cNvSpPr/>
          <p:nvPr/>
        </p:nvSpPr>
        <p:spPr bwMode="auto">
          <a:xfrm>
            <a:off x="793750" y="3117850"/>
            <a:ext cx="317500" cy="317500"/>
          </a:xfrm>
          <a:prstGeom prst="ellipse">
            <a:avLst/>
          </a:prstGeom>
          <a:solidFill>
            <a:srgbClr val="120A6A"/>
          </a:solidFill>
          <a:ln>
            <a:noFill/>
          </a:ln>
          <a:effectLst/>
        </p:spPr>
        <p:txBody>
          <a:bodyPr rot="0" spcFirstLastPara="0" vertOverflow="clip" horzOverflow="clip" vert="horz" wrap="non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1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1</a:t>
            </a:r>
          </a:p>
        </p:txBody>
      </p:sp>
      <p:sp>
        <p:nvSpPr>
          <p:cNvPr id="167" name="Oval 166">
            <a:extLst>
              <a:ext uri="{FF2B5EF4-FFF2-40B4-BE49-F238E27FC236}">
                <a16:creationId xmlns:a16="http://schemas.microsoft.com/office/drawing/2014/main" id="{C55FE2FE-1FB2-684D-B519-0CDE1B0461C4}"/>
              </a:ext>
            </a:extLst>
          </p:cNvPr>
          <p:cNvSpPr/>
          <p:nvPr/>
        </p:nvSpPr>
        <p:spPr bwMode="auto">
          <a:xfrm>
            <a:off x="3714750" y="2800350"/>
            <a:ext cx="317500" cy="317500"/>
          </a:xfrm>
          <a:prstGeom prst="ellipse">
            <a:avLst/>
          </a:prstGeom>
          <a:solidFill>
            <a:srgbClr val="120A6A"/>
          </a:solidFill>
          <a:ln>
            <a:noFill/>
          </a:ln>
          <a:effectLst/>
        </p:spPr>
        <p:txBody>
          <a:bodyPr rot="0" spcFirstLastPara="0" vertOverflow="clip" horzOverflow="clip" vert="horz" wrap="non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1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2</a:t>
            </a:r>
          </a:p>
        </p:txBody>
      </p:sp>
      <p:sp>
        <p:nvSpPr>
          <p:cNvPr id="168" name="Oval 167">
            <a:extLst>
              <a:ext uri="{FF2B5EF4-FFF2-40B4-BE49-F238E27FC236}">
                <a16:creationId xmlns:a16="http://schemas.microsoft.com/office/drawing/2014/main" id="{AEB2CF40-3A70-0743-BBBF-6D220907A3CA}"/>
              </a:ext>
            </a:extLst>
          </p:cNvPr>
          <p:cNvSpPr/>
          <p:nvPr/>
        </p:nvSpPr>
        <p:spPr bwMode="auto">
          <a:xfrm>
            <a:off x="6064250" y="3321050"/>
            <a:ext cx="317500" cy="317500"/>
          </a:xfrm>
          <a:prstGeom prst="ellipse">
            <a:avLst/>
          </a:prstGeom>
          <a:solidFill>
            <a:srgbClr val="120A6A"/>
          </a:solidFill>
          <a:ln>
            <a:noFill/>
          </a:ln>
          <a:effectLst/>
        </p:spPr>
        <p:txBody>
          <a:bodyPr rot="0" spcFirstLastPara="0" vertOverflow="clip" horzOverflow="clip" vert="horz" wrap="non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1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3</a:t>
            </a:r>
          </a:p>
        </p:txBody>
      </p:sp>
      <p:sp>
        <p:nvSpPr>
          <p:cNvPr id="169" name="Oval 168">
            <a:extLst>
              <a:ext uri="{FF2B5EF4-FFF2-40B4-BE49-F238E27FC236}">
                <a16:creationId xmlns:a16="http://schemas.microsoft.com/office/drawing/2014/main" id="{045CA913-76CE-F440-9B57-2DA0A16BF326}"/>
              </a:ext>
            </a:extLst>
          </p:cNvPr>
          <p:cNvSpPr/>
          <p:nvPr/>
        </p:nvSpPr>
        <p:spPr bwMode="auto">
          <a:xfrm>
            <a:off x="8382000" y="2800350"/>
            <a:ext cx="317500" cy="317500"/>
          </a:xfrm>
          <a:prstGeom prst="ellipse">
            <a:avLst/>
          </a:prstGeom>
          <a:solidFill>
            <a:srgbClr val="120A6A"/>
          </a:solidFill>
          <a:ln>
            <a:noFill/>
          </a:ln>
          <a:effectLst/>
        </p:spPr>
        <p:txBody>
          <a:bodyPr rot="0" spcFirstLastPara="0" vertOverflow="clip" horzOverflow="clip" vert="horz" wrap="non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1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4</a:t>
            </a:r>
          </a:p>
        </p:txBody>
      </p:sp>
      <p:sp>
        <p:nvSpPr>
          <p:cNvPr id="170" name="Oval 169">
            <a:extLst>
              <a:ext uri="{FF2B5EF4-FFF2-40B4-BE49-F238E27FC236}">
                <a16:creationId xmlns:a16="http://schemas.microsoft.com/office/drawing/2014/main" id="{DF628C3D-20DB-AE40-A927-40129B003050}"/>
              </a:ext>
            </a:extLst>
          </p:cNvPr>
          <p:cNvSpPr/>
          <p:nvPr/>
        </p:nvSpPr>
        <p:spPr bwMode="auto">
          <a:xfrm>
            <a:off x="10382250" y="3206750"/>
            <a:ext cx="444500" cy="444500"/>
          </a:xfrm>
          <a:prstGeom prst="ellipse">
            <a:avLst/>
          </a:prstGeom>
          <a:solidFill>
            <a:srgbClr val="E600A9"/>
          </a:solidFill>
          <a:ln>
            <a:noFill/>
          </a:ln>
          <a:effectLst/>
        </p:spPr>
        <p:txBody>
          <a:bodyPr rot="0" spcFirstLastPara="0" vertOverflow="clip" horzOverflow="clip" vert="horz" wrap="non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1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5</a:t>
            </a:r>
          </a:p>
        </p:txBody>
      </p:sp>
      <p:sp>
        <p:nvSpPr>
          <p:cNvPr id="171" name="Oval 170">
            <a:extLst>
              <a:ext uri="{FF2B5EF4-FFF2-40B4-BE49-F238E27FC236}">
                <a16:creationId xmlns:a16="http://schemas.microsoft.com/office/drawing/2014/main" id="{0AE771A9-5D2D-4542-86FE-D3C30169324A}"/>
              </a:ext>
            </a:extLst>
          </p:cNvPr>
          <p:cNvSpPr/>
          <p:nvPr/>
        </p:nvSpPr>
        <p:spPr bwMode="auto">
          <a:xfrm>
            <a:off x="10445750" y="3270250"/>
            <a:ext cx="317500" cy="317500"/>
          </a:xfrm>
          <a:prstGeom prst="ellipse">
            <a:avLst/>
          </a:prstGeom>
          <a:solidFill>
            <a:srgbClr val="120A6A"/>
          </a:solidFill>
          <a:ln>
            <a:noFill/>
          </a:ln>
          <a:effectLst/>
        </p:spPr>
        <p:txBody>
          <a:bodyPr rot="0" spcFirstLastPara="0" vertOverflow="clip" horzOverflow="clip" vert="horz" wrap="non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1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a:t>
            </a:r>
          </a:p>
        </p:txBody>
      </p:sp>
      <p:sp>
        <p:nvSpPr>
          <p:cNvPr id="174" name="TextBox 173">
            <a:extLst>
              <a:ext uri="{FF2B5EF4-FFF2-40B4-BE49-F238E27FC236}">
                <a16:creationId xmlns:a16="http://schemas.microsoft.com/office/drawing/2014/main" id="{CF84F5BB-AD4D-E441-8600-0A62CF27F805}"/>
              </a:ext>
            </a:extLst>
          </p:cNvPr>
          <p:cNvSpPr txBox="1"/>
          <p:nvPr/>
        </p:nvSpPr>
        <p:spPr>
          <a:xfrm>
            <a:off x="4898353" y="4800600"/>
            <a:ext cx="2222500" cy="177800"/>
          </a:xfrm>
          <a:prstGeom prst="rect">
            <a:avLst/>
          </a:prstGeom>
          <a:noFill/>
        </p:spPr>
        <p:txBody>
          <a:bodyPr vertOverflow="overflow" vert="horz" wrap="square" lIns="0" tIns="0" rIns="0" bIns="0" rtlCol="0" anchor="t">
            <a:noAutofit/>
          </a:bodyPr>
          <a:lstStyle/>
          <a:p>
            <a:pPr marL="0" indent="0" algn="l">
              <a:spcAft>
                <a:spcPts val="600"/>
              </a:spcAft>
              <a:tabLst/>
            </a:pPr>
            <a:r>
              <a:rPr lang="en-US" sz="950" b="1">
                <a:solidFill>
                  <a:srgbClr val="E600A9"/>
                </a:solidFill>
                <a:latin typeface="Arial"/>
                <a:cs typeface="Arial"/>
              </a:rPr>
              <a:t>OPEN PRODUCT QUESTION</a:t>
            </a:r>
          </a:p>
        </p:txBody>
      </p:sp>
      <p:sp>
        <p:nvSpPr>
          <p:cNvPr id="175" name="Rectangle 174">
            <a:extLst>
              <a:ext uri="{FF2B5EF4-FFF2-40B4-BE49-F238E27FC236}">
                <a16:creationId xmlns:a16="http://schemas.microsoft.com/office/drawing/2014/main" id="{21965F04-91F9-3541-A23B-22C7DF263D1A}"/>
              </a:ext>
            </a:extLst>
          </p:cNvPr>
          <p:cNvSpPr/>
          <p:nvPr/>
        </p:nvSpPr>
        <p:spPr bwMode="auto">
          <a:xfrm>
            <a:off x="4898353" y="5029200"/>
            <a:ext cx="1041400" cy="38100"/>
          </a:xfrm>
          <a:prstGeom prst="rect">
            <a:avLst/>
          </a:prstGeom>
          <a:solidFill>
            <a:srgbClr val="E600A9"/>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76" name="TextBox 175">
            <a:extLst>
              <a:ext uri="{FF2B5EF4-FFF2-40B4-BE49-F238E27FC236}">
                <a16:creationId xmlns:a16="http://schemas.microsoft.com/office/drawing/2014/main" id="{07AAD8C4-F9FF-6741-BC3E-89F649FD534B}"/>
              </a:ext>
            </a:extLst>
          </p:cNvPr>
          <p:cNvSpPr txBox="1"/>
          <p:nvPr/>
        </p:nvSpPr>
        <p:spPr>
          <a:xfrm>
            <a:off x="4898353" y="5143500"/>
            <a:ext cx="3619500" cy="533400"/>
          </a:xfrm>
          <a:prstGeom prst="rect">
            <a:avLst/>
          </a:prstGeom>
          <a:noFill/>
        </p:spPr>
        <p:txBody>
          <a:bodyPr vertOverflow="overflow" vert="horz" wrap="square" lIns="0" tIns="0" rIns="0" bIns="0" rtlCol="0" anchor="t">
            <a:noAutofit/>
          </a:bodyPr>
          <a:lstStyle/>
          <a:p>
            <a:pPr marL="0" indent="0" algn="l">
              <a:spcAft>
                <a:spcPts val="600"/>
              </a:spcAft>
              <a:tabLst/>
            </a:pPr>
            <a:r>
              <a:rPr lang="en-US" sz="1050" b="1">
                <a:solidFill>
                  <a:srgbClr val="120A6A"/>
                </a:solidFill>
                <a:latin typeface="Arial"/>
                <a:cs typeface="Arial"/>
              </a:rPr>
              <a:t>Should this journey preserve today’s experience, materially improve it, or move later?</a:t>
            </a:r>
          </a:p>
        </p:txBody>
      </p:sp>
      <p:sp>
        <p:nvSpPr>
          <p:cNvPr id="177" name="TextBox 176">
            <a:extLst>
              <a:ext uri="{FF2B5EF4-FFF2-40B4-BE49-F238E27FC236}">
                <a16:creationId xmlns:a16="http://schemas.microsoft.com/office/drawing/2014/main" id="{DAC710C3-23C7-6E4F-B20C-12458DD2B57A}"/>
              </a:ext>
            </a:extLst>
          </p:cNvPr>
          <p:cNvSpPr txBox="1"/>
          <p:nvPr/>
        </p:nvSpPr>
        <p:spPr>
          <a:xfrm>
            <a:off x="8517853" y="4781550"/>
            <a:ext cx="1524000" cy="177800"/>
          </a:xfrm>
          <a:prstGeom prst="rect">
            <a:avLst/>
          </a:prstGeom>
          <a:noFill/>
        </p:spPr>
        <p:txBody>
          <a:bodyPr vertOverflow="overflow" vert="horz" wrap="square" lIns="0" tIns="0" rIns="0" bIns="0" rtlCol="0" anchor="t">
            <a:noAutofit/>
          </a:bodyPr>
          <a:lstStyle/>
          <a:p>
            <a:pPr marL="0" indent="0" algn="l">
              <a:spcAft>
                <a:spcPts val="600"/>
              </a:spcAft>
              <a:tabLst/>
            </a:pPr>
            <a:r>
              <a:rPr lang="en-US" sz="950" b="1">
                <a:solidFill>
                  <a:srgbClr val="55709B"/>
                </a:solidFill>
                <a:latin typeface="Arial"/>
                <a:cs typeface="Arial"/>
              </a:rPr>
              <a:t>RETIREMENT RULE</a:t>
            </a:r>
          </a:p>
        </p:txBody>
      </p:sp>
      <p:sp>
        <p:nvSpPr>
          <p:cNvPr id="178" name="Rectangle 177">
            <a:extLst>
              <a:ext uri="{FF2B5EF4-FFF2-40B4-BE49-F238E27FC236}">
                <a16:creationId xmlns:a16="http://schemas.microsoft.com/office/drawing/2014/main" id="{58428A9A-1340-A84B-A8DF-C38C96EFDE45}"/>
              </a:ext>
            </a:extLst>
          </p:cNvPr>
          <p:cNvSpPr/>
          <p:nvPr/>
        </p:nvSpPr>
        <p:spPr bwMode="auto">
          <a:xfrm>
            <a:off x="8517853" y="5010150"/>
            <a:ext cx="1041400" cy="38100"/>
          </a:xfrm>
          <a:prstGeom prst="rect">
            <a:avLst/>
          </a:prstGeom>
          <a:solidFill>
            <a:srgbClr val="E600A9"/>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79" name="TextBox 178">
            <a:extLst>
              <a:ext uri="{FF2B5EF4-FFF2-40B4-BE49-F238E27FC236}">
                <a16:creationId xmlns:a16="http://schemas.microsoft.com/office/drawing/2014/main" id="{8E4626BF-8114-FC49-A80C-839005F8725F}"/>
              </a:ext>
            </a:extLst>
          </p:cNvPr>
          <p:cNvSpPr txBox="1"/>
          <p:nvPr/>
        </p:nvSpPr>
        <p:spPr>
          <a:xfrm>
            <a:off x="8517853" y="5137150"/>
            <a:ext cx="3064547" cy="546100"/>
          </a:xfrm>
          <a:prstGeom prst="rect">
            <a:avLst/>
          </a:prstGeom>
          <a:noFill/>
        </p:spPr>
        <p:txBody>
          <a:bodyPr vertOverflow="overflow" vert="horz" wrap="square" lIns="0" tIns="0" rIns="0" bIns="0" rtlCol="0" anchor="t">
            <a:noAutofit/>
          </a:bodyPr>
          <a:lstStyle/>
          <a:p>
            <a:pPr marL="0" indent="0" algn="l">
              <a:spcAft>
                <a:spcPts val="600"/>
              </a:spcAft>
              <a:tabLst/>
            </a:pPr>
            <a:r>
              <a:rPr lang="en-US" sz="1020" b="1">
                <a:solidFill>
                  <a:srgbClr val="120A6A"/>
                </a:solidFill>
                <a:latin typeface="Arial"/>
                <a:cs typeface="Arial"/>
              </a:rPr>
              <a:t>PowerBuilder exit occurs journey by journey, with no unowned legacy dependency left behind.</a:t>
            </a:r>
          </a:p>
        </p:txBody>
      </p:sp>
      <p:sp>
        <p:nvSpPr>
          <p:cNvPr id="2" name="Footer Placeholder 1">
            <a:extLst>
              <a:ext uri="{FF2B5EF4-FFF2-40B4-BE49-F238E27FC236}">
                <a16:creationId xmlns:a16="http://schemas.microsoft.com/office/drawing/2014/main" id="{416E1584-AD17-B115-4829-C0C21923CA2E}"/>
              </a:ext>
            </a:extLst>
          </p:cNvPr>
          <p:cNvSpPr>
            <a:spLocks noGrp="1"/>
          </p:cNvSpPr>
          <p:nvPr>
            <p:ph type="ftr" sz="quarter" idx="24"/>
          </p:nvPr>
        </p:nvSpPr>
        <p:spPr>
          <a:xfrm>
            <a:off x="4321019" y="6400798"/>
            <a:ext cx="7102834" cy="167949"/>
          </a:xfrm>
        </p:spPr>
        <p:txBody>
          <a:bodyPr/>
          <a:lstStyle/>
          <a:p>
            <a:pPr marL="0" marR="0" lvl="0" indent="9525"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502230CD-460B-3F56-36B5-7AD6C41290F9}"/>
              </a:ext>
            </a:extLst>
          </p:cNvPr>
          <p:cNvSpPr>
            <a:spLocks noGrp="1"/>
          </p:cNvSpPr>
          <p:nvPr>
            <p:ph type="sldNum" sz="quarter" idx="25"/>
          </p:nvPr>
        </p:nvSpPr>
        <p:spPr>
          <a:xfrm>
            <a:off x="11509578" y="6400799"/>
            <a:ext cx="218871" cy="167949"/>
          </a:xfrm>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12</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graphicFrame>
        <p:nvGraphicFramePr>
          <p:cNvPr id="181" name="Table 180">
            <a:extLst>
              <a:ext uri="{FF2B5EF4-FFF2-40B4-BE49-F238E27FC236}">
                <a16:creationId xmlns:a16="http://schemas.microsoft.com/office/drawing/2014/main" id="{ECA28662-1A36-9E13-1944-2154DD64EFD7}"/>
              </a:ext>
            </a:extLst>
          </p:cNvPr>
          <p:cNvGraphicFramePr>
            <a:graphicFrameLocks noGrp="1"/>
          </p:cNvGraphicFramePr>
          <p:nvPr>
            <p:extLst>
              <p:ext uri="{D42A27DB-BD31-4B8C-83A1-F6EECF244321}">
                <p14:modId xmlns:p14="http://schemas.microsoft.com/office/powerpoint/2010/main" val="1300275586"/>
              </p:ext>
            </p:extLst>
          </p:nvPr>
        </p:nvGraphicFramePr>
        <p:xfrm>
          <a:off x="11734800" y="0"/>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Ri</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​The overall story is relatively complete</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​Need to upgrade the visuals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Tree>
    <p:extLst>
      <p:ext uri="{BB962C8B-B14F-4D97-AF65-F5344CB8AC3E}">
        <p14:creationId xmlns:p14="http://schemas.microsoft.com/office/powerpoint/2010/main" val="1589772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13B7B-0D7B-B231-91B0-3883BFED26F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26A8EEC-7A41-F142-BE8A-AE1283F5A898}"/>
              </a:ext>
            </a:extLst>
          </p:cNvPr>
          <p:cNvSpPr txBox="1"/>
          <p:nvPr/>
        </p:nvSpPr>
        <p:spPr>
          <a:xfrm>
            <a:off x="457200" y="393700"/>
            <a:ext cx="11277600" cy="355600"/>
          </a:xfrm>
          <a:prstGeom prst="rect">
            <a:avLst/>
          </a:prstGeom>
          <a:noFill/>
        </p:spPr>
        <p:txBody>
          <a:bodyPr vertOverflow="overflow" vert="horz" wrap="square" lIns="0" tIns="0" rIns="0" bIns="0" rtlCol="0" anchor="t">
            <a:no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2200" b="1" i="0" u="none" strike="noStrike" kern="1200" cap="none" spc="0" normalizeH="0" baseline="0" noProof="0">
                <a:ln>
                  <a:noFill/>
                </a:ln>
                <a:solidFill>
                  <a:srgbClr val="100664"/>
                </a:solidFill>
                <a:effectLst/>
                <a:uLnTx/>
                <a:uFillTx/>
                <a:latin typeface="Arial"/>
                <a:ea typeface="+mn-ea"/>
                <a:cs typeface="Arial"/>
              </a:rPr>
              <a:t>Modernization follows a standard lifecycle from strategy through sustained value.</a:t>
            </a:r>
          </a:p>
        </p:txBody>
      </p:sp>
      <p:sp>
        <p:nvSpPr>
          <p:cNvPr id="12" name="TextBox 11">
            <a:extLst>
              <a:ext uri="{FF2B5EF4-FFF2-40B4-BE49-F238E27FC236}">
                <a16:creationId xmlns:a16="http://schemas.microsoft.com/office/drawing/2014/main" id="{1DEF009D-8D5D-1741-998B-C15514DB1BEE}"/>
              </a:ext>
            </a:extLst>
          </p:cNvPr>
          <p:cNvSpPr txBox="1"/>
          <p:nvPr/>
        </p:nvSpPr>
        <p:spPr>
          <a:xfrm>
            <a:off x="457200" y="889000"/>
            <a:ext cx="11277600" cy="3048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150" b="0" i="0" u="none" strike="noStrike" kern="1200" cap="none" spc="0" normalizeH="0" baseline="0" noProof="0">
                <a:ln>
                  <a:noFill/>
                </a:ln>
                <a:solidFill>
                  <a:srgbClr val="51627A"/>
                </a:solidFill>
                <a:effectLst/>
                <a:uLnTx/>
                <a:uFillTx/>
                <a:latin typeface="Arial"/>
                <a:ea typeface="+mn-ea"/>
                <a:cs typeface="Arial"/>
              </a:rPr>
              <a:t>Rationalize, Build, and Sustain organize connected subphases, each with a clear purpose and value contribution.</a:t>
            </a:r>
          </a:p>
        </p:txBody>
      </p:sp>
      <p:sp>
        <p:nvSpPr>
          <p:cNvPr id="13" name="Rectangle 12">
            <a:extLst>
              <a:ext uri="{FF2B5EF4-FFF2-40B4-BE49-F238E27FC236}">
                <a16:creationId xmlns:a16="http://schemas.microsoft.com/office/drawing/2014/main" id="{01DCF7E1-E5A0-C843-B329-2433BD15E6F4}"/>
              </a:ext>
            </a:extLst>
          </p:cNvPr>
          <p:cNvSpPr/>
          <p:nvPr/>
        </p:nvSpPr>
        <p:spPr bwMode="auto">
          <a:xfrm>
            <a:off x="457200" y="2197100"/>
            <a:ext cx="3657600" cy="3238500"/>
          </a:xfrm>
          <a:prstGeom prst="rect">
            <a:avLst/>
          </a:prstGeom>
          <a:solidFill>
            <a:srgbClr val="F5F7F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15" name="Rectangle 14">
            <a:extLst>
              <a:ext uri="{FF2B5EF4-FFF2-40B4-BE49-F238E27FC236}">
                <a16:creationId xmlns:a16="http://schemas.microsoft.com/office/drawing/2014/main" id="{B2440354-5BDE-464B-B4CB-32BDB217187F}"/>
              </a:ext>
            </a:extLst>
          </p:cNvPr>
          <p:cNvSpPr/>
          <p:nvPr/>
        </p:nvSpPr>
        <p:spPr bwMode="auto">
          <a:xfrm>
            <a:off x="4267200" y="2197100"/>
            <a:ext cx="3657600" cy="3238500"/>
          </a:xfrm>
          <a:prstGeom prst="rect">
            <a:avLst/>
          </a:prstGeom>
          <a:solidFill>
            <a:srgbClr val="E8EE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16" name="Rectangle 15">
            <a:extLst>
              <a:ext uri="{FF2B5EF4-FFF2-40B4-BE49-F238E27FC236}">
                <a16:creationId xmlns:a16="http://schemas.microsoft.com/office/drawing/2014/main" id="{B35DE629-B892-C646-B753-C7DACF35CB7F}"/>
              </a:ext>
            </a:extLst>
          </p:cNvPr>
          <p:cNvSpPr/>
          <p:nvPr/>
        </p:nvSpPr>
        <p:spPr bwMode="auto">
          <a:xfrm>
            <a:off x="8077200" y="2197100"/>
            <a:ext cx="3657600" cy="3238500"/>
          </a:xfrm>
          <a:prstGeom prst="rect">
            <a:avLst/>
          </a:prstGeom>
          <a:solidFill>
            <a:srgbClr val="F5F7F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17" name="Rectangle 16">
            <a:extLst>
              <a:ext uri="{FF2B5EF4-FFF2-40B4-BE49-F238E27FC236}">
                <a16:creationId xmlns:a16="http://schemas.microsoft.com/office/drawing/2014/main" id="{4148B6C1-C476-F841-AEE9-D782DFC24334}"/>
              </a:ext>
            </a:extLst>
          </p:cNvPr>
          <p:cNvSpPr/>
          <p:nvPr/>
        </p:nvSpPr>
        <p:spPr bwMode="auto">
          <a:xfrm>
            <a:off x="457200" y="1511300"/>
            <a:ext cx="3657600" cy="685800"/>
          </a:xfrm>
          <a:prstGeom prst="rect">
            <a:avLst/>
          </a:prstGeom>
          <a:solidFill>
            <a:srgbClr val="10066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23" name="Rectangle 22">
            <a:extLst>
              <a:ext uri="{FF2B5EF4-FFF2-40B4-BE49-F238E27FC236}">
                <a16:creationId xmlns:a16="http://schemas.microsoft.com/office/drawing/2014/main" id="{451B7953-770F-CE4C-9ADE-89A930414506}"/>
              </a:ext>
            </a:extLst>
          </p:cNvPr>
          <p:cNvSpPr/>
          <p:nvPr/>
        </p:nvSpPr>
        <p:spPr bwMode="auto">
          <a:xfrm>
            <a:off x="457200" y="1511300"/>
            <a:ext cx="88900" cy="685800"/>
          </a:xfrm>
          <a:prstGeom prst="rect">
            <a:avLst/>
          </a:prstGeom>
          <a:solidFill>
            <a:srgbClr val="F000C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28" name="TextBox 27">
            <a:extLst>
              <a:ext uri="{FF2B5EF4-FFF2-40B4-BE49-F238E27FC236}">
                <a16:creationId xmlns:a16="http://schemas.microsoft.com/office/drawing/2014/main" id="{A776B987-BC8E-DE41-90B2-A8E9D46A4D10}"/>
              </a:ext>
            </a:extLst>
          </p:cNvPr>
          <p:cNvSpPr txBox="1"/>
          <p:nvPr/>
        </p:nvSpPr>
        <p:spPr>
          <a:xfrm>
            <a:off x="685800" y="1625600"/>
            <a:ext cx="3302000" cy="2413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500" b="1" i="0" u="none" strike="noStrike" kern="1200" cap="none" spc="0" normalizeH="0" baseline="0" noProof="0">
                <a:ln>
                  <a:noFill/>
                </a:ln>
                <a:solidFill>
                  <a:srgbClr val="FFFFFF"/>
                </a:solidFill>
                <a:effectLst/>
                <a:uLnTx/>
                <a:uFillTx/>
                <a:latin typeface="Arial"/>
                <a:ea typeface="+mn-ea"/>
                <a:cs typeface="Arial"/>
              </a:rPr>
              <a:t>RATIONALIZE</a:t>
            </a:r>
          </a:p>
        </p:txBody>
      </p:sp>
      <p:sp>
        <p:nvSpPr>
          <p:cNvPr id="30" name="TextBox 29">
            <a:extLst>
              <a:ext uri="{FF2B5EF4-FFF2-40B4-BE49-F238E27FC236}">
                <a16:creationId xmlns:a16="http://schemas.microsoft.com/office/drawing/2014/main" id="{D7759EFD-26B4-FD4F-9BFB-5387E1FB4731}"/>
              </a:ext>
            </a:extLst>
          </p:cNvPr>
          <p:cNvSpPr txBox="1"/>
          <p:nvPr/>
        </p:nvSpPr>
        <p:spPr>
          <a:xfrm>
            <a:off x="685800" y="1892300"/>
            <a:ext cx="3302000" cy="2032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850" b="0" i="0" u="none" strike="noStrike" kern="1200" cap="none" spc="0" normalizeH="0" baseline="0" noProof="0">
                <a:ln>
                  <a:noFill/>
                </a:ln>
                <a:solidFill>
                  <a:srgbClr val="FFFFFF"/>
                </a:solidFill>
                <a:effectLst/>
                <a:uLnTx/>
                <a:uFillTx/>
                <a:latin typeface="Arial"/>
                <a:ea typeface="+mn-ea"/>
                <a:cs typeface="Arial"/>
              </a:rPr>
              <a:t>Decide what should change and why</a:t>
            </a:r>
          </a:p>
        </p:txBody>
      </p:sp>
      <p:sp>
        <p:nvSpPr>
          <p:cNvPr id="31" name="Rectangle 30">
            <a:extLst>
              <a:ext uri="{FF2B5EF4-FFF2-40B4-BE49-F238E27FC236}">
                <a16:creationId xmlns:a16="http://schemas.microsoft.com/office/drawing/2014/main" id="{F5833E5E-24FA-1540-8283-A3DC77AD93E8}"/>
              </a:ext>
            </a:extLst>
          </p:cNvPr>
          <p:cNvSpPr/>
          <p:nvPr/>
        </p:nvSpPr>
        <p:spPr bwMode="auto">
          <a:xfrm>
            <a:off x="4267200" y="1511300"/>
            <a:ext cx="3657600" cy="685800"/>
          </a:xfrm>
          <a:prstGeom prst="rect">
            <a:avLst/>
          </a:prstGeom>
          <a:solidFill>
            <a:srgbClr val="10066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33" name="Rectangle 32">
            <a:extLst>
              <a:ext uri="{FF2B5EF4-FFF2-40B4-BE49-F238E27FC236}">
                <a16:creationId xmlns:a16="http://schemas.microsoft.com/office/drawing/2014/main" id="{4F2CF67F-0225-FF4D-80AA-892EF65933B5}"/>
              </a:ext>
            </a:extLst>
          </p:cNvPr>
          <p:cNvSpPr/>
          <p:nvPr/>
        </p:nvSpPr>
        <p:spPr bwMode="auto">
          <a:xfrm>
            <a:off x="4267200" y="1511300"/>
            <a:ext cx="88900" cy="685800"/>
          </a:xfrm>
          <a:prstGeom prst="rect">
            <a:avLst/>
          </a:prstGeom>
          <a:solidFill>
            <a:srgbClr val="075B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36" name="TextBox 35">
            <a:extLst>
              <a:ext uri="{FF2B5EF4-FFF2-40B4-BE49-F238E27FC236}">
                <a16:creationId xmlns:a16="http://schemas.microsoft.com/office/drawing/2014/main" id="{A40E7351-C7AC-B040-9A9D-CA89F523BF11}"/>
              </a:ext>
            </a:extLst>
          </p:cNvPr>
          <p:cNvSpPr txBox="1"/>
          <p:nvPr/>
        </p:nvSpPr>
        <p:spPr>
          <a:xfrm>
            <a:off x="4495800" y="1625600"/>
            <a:ext cx="3302000" cy="2413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500" b="1" i="0" u="none" strike="noStrike" kern="1200" cap="none" spc="0" normalizeH="0" baseline="0" noProof="0">
                <a:ln>
                  <a:noFill/>
                </a:ln>
                <a:solidFill>
                  <a:srgbClr val="FFFFFF"/>
                </a:solidFill>
                <a:effectLst/>
                <a:uLnTx/>
                <a:uFillTx/>
                <a:latin typeface="Arial"/>
                <a:ea typeface="+mn-ea"/>
                <a:cs typeface="Arial"/>
              </a:rPr>
              <a:t>BUILD</a:t>
            </a:r>
          </a:p>
        </p:txBody>
      </p:sp>
      <p:sp>
        <p:nvSpPr>
          <p:cNvPr id="38" name="TextBox 37">
            <a:extLst>
              <a:ext uri="{FF2B5EF4-FFF2-40B4-BE49-F238E27FC236}">
                <a16:creationId xmlns:a16="http://schemas.microsoft.com/office/drawing/2014/main" id="{D109FC1B-31D7-7349-A1EB-40538D92B0CA}"/>
              </a:ext>
            </a:extLst>
          </p:cNvPr>
          <p:cNvSpPr txBox="1"/>
          <p:nvPr/>
        </p:nvSpPr>
        <p:spPr>
          <a:xfrm>
            <a:off x="4495800" y="1892300"/>
            <a:ext cx="3302000" cy="2032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850" b="0" i="0" u="none" strike="noStrike" kern="1200" cap="none" spc="0" normalizeH="0" baseline="0" noProof="0">
                <a:ln>
                  <a:noFill/>
                </a:ln>
                <a:solidFill>
                  <a:srgbClr val="FFFFFF"/>
                </a:solidFill>
                <a:effectLst/>
                <a:uLnTx/>
                <a:uFillTx/>
                <a:latin typeface="Arial"/>
                <a:ea typeface="+mn-ea"/>
                <a:cs typeface="Arial"/>
              </a:rPr>
              <a:t>Deliver capability in controlled waves</a:t>
            </a:r>
          </a:p>
        </p:txBody>
      </p:sp>
      <p:sp>
        <p:nvSpPr>
          <p:cNvPr id="39" name="Rectangle 38">
            <a:extLst>
              <a:ext uri="{FF2B5EF4-FFF2-40B4-BE49-F238E27FC236}">
                <a16:creationId xmlns:a16="http://schemas.microsoft.com/office/drawing/2014/main" id="{E55176F3-E150-3C48-9959-CE4604AFF82F}"/>
              </a:ext>
            </a:extLst>
          </p:cNvPr>
          <p:cNvSpPr/>
          <p:nvPr/>
        </p:nvSpPr>
        <p:spPr bwMode="auto">
          <a:xfrm>
            <a:off x="8077200" y="1511300"/>
            <a:ext cx="3657600" cy="685800"/>
          </a:xfrm>
          <a:prstGeom prst="rect">
            <a:avLst/>
          </a:prstGeom>
          <a:solidFill>
            <a:srgbClr val="10066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42" name="Rectangle 41">
            <a:extLst>
              <a:ext uri="{FF2B5EF4-FFF2-40B4-BE49-F238E27FC236}">
                <a16:creationId xmlns:a16="http://schemas.microsoft.com/office/drawing/2014/main" id="{4AFBAEAC-2A95-6E4C-A49F-D5A3E79F3AC8}"/>
              </a:ext>
            </a:extLst>
          </p:cNvPr>
          <p:cNvSpPr/>
          <p:nvPr/>
        </p:nvSpPr>
        <p:spPr bwMode="auto">
          <a:xfrm>
            <a:off x="8077200" y="1511300"/>
            <a:ext cx="88900" cy="685800"/>
          </a:xfrm>
          <a:prstGeom prst="rect">
            <a:avLst/>
          </a:prstGeom>
          <a:solidFill>
            <a:srgbClr val="F000C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43" name="TextBox 42">
            <a:extLst>
              <a:ext uri="{FF2B5EF4-FFF2-40B4-BE49-F238E27FC236}">
                <a16:creationId xmlns:a16="http://schemas.microsoft.com/office/drawing/2014/main" id="{44CEE6DC-1F3F-2D4A-A880-76164F3305A3}"/>
              </a:ext>
            </a:extLst>
          </p:cNvPr>
          <p:cNvSpPr txBox="1"/>
          <p:nvPr/>
        </p:nvSpPr>
        <p:spPr>
          <a:xfrm>
            <a:off x="8305800" y="1625600"/>
            <a:ext cx="3302000" cy="2413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500" b="1" i="0" u="none" strike="noStrike" kern="1200" cap="none" spc="0" normalizeH="0" baseline="0" noProof="0">
                <a:ln>
                  <a:noFill/>
                </a:ln>
                <a:solidFill>
                  <a:srgbClr val="FFFFFF"/>
                </a:solidFill>
                <a:effectLst/>
                <a:uLnTx/>
                <a:uFillTx/>
                <a:latin typeface="Arial"/>
                <a:ea typeface="+mn-ea"/>
                <a:cs typeface="Arial"/>
              </a:rPr>
              <a:t>SUSTAIN</a:t>
            </a:r>
          </a:p>
        </p:txBody>
      </p:sp>
      <p:sp>
        <p:nvSpPr>
          <p:cNvPr id="45" name="TextBox 44">
            <a:extLst>
              <a:ext uri="{FF2B5EF4-FFF2-40B4-BE49-F238E27FC236}">
                <a16:creationId xmlns:a16="http://schemas.microsoft.com/office/drawing/2014/main" id="{2BAFEA0A-CFBC-EF49-9BA5-D879A6A06D2F}"/>
              </a:ext>
            </a:extLst>
          </p:cNvPr>
          <p:cNvSpPr txBox="1"/>
          <p:nvPr/>
        </p:nvSpPr>
        <p:spPr>
          <a:xfrm>
            <a:off x="8305800" y="1892300"/>
            <a:ext cx="3302000" cy="2032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850" b="0" i="0" u="none" strike="noStrike" kern="1200" cap="none" spc="0" normalizeH="0" baseline="0" noProof="0">
                <a:ln>
                  <a:noFill/>
                </a:ln>
                <a:solidFill>
                  <a:srgbClr val="FFFFFF"/>
                </a:solidFill>
                <a:effectLst/>
                <a:uLnTx/>
                <a:uFillTx/>
                <a:latin typeface="Arial"/>
                <a:ea typeface="+mn-ea"/>
                <a:cs typeface="Arial"/>
              </a:rPr>
              <a:t>Operate, evolve, and retire legacy</a:t>
            </a:r>
          </a:p>
        </p:txBody>
      </p:sp>
      <p:sp>
        <p:nvSpPr>
          <p:cNvPr id="47" name="TextBox 46">
            <a:extLst>
              <a:ext uri="{FF2B5EF4-FFF2-40B4-BE49-F238E27FC236}">
                <a16:creationId xmlns:a16="http://schemas.microsoft.com/office/drawing/2014/main" id="{F3F9140E-EE76-9846-936C-7FD2B2594F1A}"/>
              </a:ext>
            </a:extLst>
          </p:cNvPr>
          <p:cNvSpPr txBox="1"/>
          <p:nvPr/>
        </p:nvSpPr>
        <p:spPr>
          <a:xfrm>
            <a:off x="660400" y="2362200"/>
            <a:ext cx="304800" cy="1778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850" b="1" i="0" u="none" strike="noStrike" kern="1200" cap="none" spc="0" normalizeH="0" baseline="0" noProof="0">
                <a:ln>
                  <a:noFill/>
                </a:ln>
                <a:solidFill>
                  <a:srgbClr val="F000C8"/>
                </a:solidFill>
                <a:effectLst/>
                <a:uLnTx/>
                <a:uFillTx/>
                <a:latin typeface="Arial"/>
                <a:ea typeface="+mn-ea"/>
                <a:cs typeface="Arial"/>
              </a:rPr>
              <a:t>01</a:t>
            </a:r>
          </a:p>
        </p:txBody>
      </p:sp>
      <p:sp>
        <p:nvSpPr>
          <p:cNvPr id="48" name="TextBox 47">
            <a:extLst>
              <a:ext uri="{FF2B5EF4-FFF2-40B4-BE49-F238E27FC236}">
                <a16:creationId xmlns:a16="http://schemas.microsoft.com/office/drawing/2014/main" id="{FF080CF2-663C-4447-8EB8-99DCA25F4588}"/>
              </a:ext>
            </a:extLst>
          </p:cNvPr>
          <p:cNvSpPr txBox="1"/>
          <p:nvPr/>
        </p:nvSpPr>
        <p:spPr>
          <a:xfrm>
            <a:off x="1016000" y="2349500"/>
            <a:ext cx="2895600" cy="2032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120B63"/>
                </a:solidFill>
                <a:effectLst/>
                <a:uLnTx/>
                <a:uFillTx/>
                <a:latin typeface="Arial"/>
                <a:ea typeface="+mn-ea"/>
                <a:cs typeface="Arial"/>
              </a:rPr>
              <a:t>THESIS ALIGNMENT</a:t>
            </a:r>
          </a:p>
        </p:txBody>
      </p:sp>
      <p:sp>
        <p:nvSpPr>
          <p:cNvPr id="49" name="TextBox 48">
            <a:extLst>
              <a:ext uri="{FF2B5EF4-FFF2-40B4-BE49-F238E27FC236}">
                <a16:creationId xmlns:a16="http://schemas.microsoft.com/office/drawing/2014/main" id="{4631CACB-CFB6-9448-9831-543E539F360A}"/>
              </a:ext>
            </a:extLst>
          </p:cNvPr>
          <p:cNvSpPr txBox="1"/>
          <p:nvPr/>
        </p:nvSpPr>
        <p:spPr>
          <a:xfrm>
            <a:off x="1016000" y="2590800"/>
            <a:ext cx="2895600" cy="3937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50" b="0" i="0" u="none" strike="noStrike" kern="1200" cap="none" spc="0" normalizeH="0" baseline="0" noProof="0">
                <a:ln>
                  <a:noFill/>
                </a:ln>
                <a:solidFill>
                  <a:srgbClr val="120B63"/>
                </a:solidFill>
                <a:effectLst/>
                <a:uLnTx/>
                <a:uFillTx/>
                <a:latin typeface="Arial"/>
                <a:ea typeface="+mn-ea"/>
                <a:cs typeface="Arial"/>
              </a:rPr>
              <a:t>Define the business outcome and questions that justify action.</a:t>
            </a:r>
          </a:p>
        </p:txBody>
      </p:sp>
      <p:sp>
        <p:nvSpPr>
          <p:cNvPr id="50" name="TextBox 49">
            <a:extLst>
              <a:ext uri="{FF2B5EF4-FFF2-40B4-BE49-F238E27FC236}">
                <a16:creationId xmlns:a16="http://schemas.microsoft.com/office/drawing/2014/main" id="{FF4358E7-B693-9B44-956F-823EC6FD012F}"/>
              </a:ext>
            </a:extLst>
          </p:cNvPr>
          <p:cNvSpPr txBox="1"/>
          <p:nvPr/>
        </p:nvSpPr>
        <p:spPr>
          <a:xfrm>
            <a:off x="660400" y="3111500"/>
            <a:ext cx="304800" cy="1778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850" b="1" i="0" u="none" strike="noStrike" kern="1200" cap="none" spc="0" normalizeH="0" baseline="0" noProof="0">
                <a:ln>
                  <a:noFill/>
                </a:ln>
                <a:solidFill>
                  <a:srgbClr val="F000C8"/>
                </a:solidFill>
                <a:effectLst/>
                <a:uLnTx/>
                <a:uFillTx/>
                <a:latin typeface="Arial"/>
                <a:ea typeface="+mn-ea"/>
                <a:cs typeface="Arial"/>
              </a:rPr>
              <a:t>02</a:t>
            </a:r>
          </a:p>
        </p:txBody>
      </p:sp>
      <p:sp>
        <p:nvSpPr>
          <p:cNvPr id="51" name="TextBox 50">
            <a:extLst>
              <a:ext uri="{FF2B5EF4-FFF2-40B4-BE49-F238E27FC236}">
                <a16:creationId xmlns:a16="http://schemas.microsoft.com/office/drawing/2014/main" id="{91C0ECCA-0480-254E-88D4-11DEFFE579F2}"/>
              </a:ext>
            </a:extLst>
          </p:cNvPr>
          <p:cNvSpPr txBox="1"/>
          <p:nvPr/>
        </p:nvSpPr>
        <p:spPr>
          <a:xfrm>
            <a:off x="1016000" y="3098800"/>
            <a:ext cx="2895600" cy="2032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120B63"/>
                </a:solidFill>
                <a:effectLst/>
                <a:uLnTx/>
                <a:uFillTx/>
                <a:latin typeface="Arial"/>
                <a:ea typeface="+mn-ea"/>
                <a:cs typeface="Arial"/>
              </a:rPr>
              <a:t>ASSESSMENT</a:t>
            </a:r>
          </a:p>
        </p:txBody>
      </p:sp>
      <p:sp>
        <p:nvSpPr>
          <p:cNvPr id="52" name="TextBox 51">
            <a:extLst>
              <a:ext uri="{FF2B5EF4-FFF2-40B4-BE49-F238E27FC236}">
                <a16:creationId xmlns:a16="http://schemas.microsoft.com/office/drawing/2014/main" id="{4C0E0A75-4AE3-3348-AB7D-A361549771D1}"/>
              </a:ext>
            </a:extLst>
          </p:cNvPr>
          <p:cNvSpPr txBox="1"/>
          <p:nvPr/>
        </p:nvSpPr>
        <p:spPr>
          <a:xfrm>
            <a:off x="1016000" y="3340100"/>
            <a:ext cx="2895600" cy="3937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50" b="0" i="0" u="none" strike="noStrike" kern="1200" cap="none" spc="0" normalizeH="0" baseline="0" noProof="0">
                <a:ln>
                  <a:noFill/>
                </a:ln>
                <a:solidFill>
                  <a:srgbClr val="120B63"/>
                </a:solidFill>
                <a:effectLst/>
                <a:uLnTx/>
                <a:uFillTx/>
                <a:latin typeface="Arial"/>
                <a:ea typeface="+mn-ea"/>
                <a:cs typeface="Arial"/>
              </a:rPr>
              <a:t>Establish how work, systems, risks, and dependencies operate today.</a:t>
            </a:r>
          </a:p>
        </p:txBody>
      </p:sp>
      <p:sp>
        <p:nvSpPr>
          <p:cNvPr id="53" name="TextBox 52">
            <a:extLst>
              <a:ext uri="{FF2B5EF4-FFF2-40B4-BE49-F238E27FC236}">
                <a16:creationId xmlns:a16="http://schemas.microsoft.com/office/drawing/2014/main" id="{6E37E0BF-E57C-544D-8217-B506EF9779CC}"/>
              </a:ext>
            </a:extLst>
          </p:cNvPr>
          <p:cNvSpPr txBox="1"/>
          <p:nvPr/>
        </p:nvSpPr>
        <p:spPr>
          <a:xfrm>
            <a:off x="660400" y="3860800"/>
            <a:ext cx="304800" cy="1778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850" b="1" i="0" u="none" strike="noStrike" kern="1200" cap="none" spc="0" normalizeH="0" baseline="0" noProof="0">
                <a:ln>
                  <a:noFill/>
                </a:ln>
                <a:solidFill>
                  <a:srgbClr val="F000C8"/>
                </a:solidFill>
                <a:effectLst/>
                <a:uLnTx/>
                <a:uFillTx/>
                <a:latin typeface="Arial"/>
                <a:ea typeface="+mn-ea"/>
                <a:cs typeface="Arial"/>
              </a:rPr>
              <a:t>03</a:t>
            </a:r>
          </a:p>
        </p:txBody>
      </p:sp>
      <p:sp>
        <p:nvSpPr>
          <p:cNvPr id="54" name="TextBox 53">
            <a:extLst>
              <a:ext uri="{FF2B5EF4-FFF2-40B4-BE49-F238E27FC236}">
                <a16:creationId xmlns:a16="http://schemas.microsoft.com/office/drawing/2014/main" id="{E8A4D20A-30B8-E849-B28F-05E6E9E41A7B}"/>
              </a:ext>
            </a:extLst>
          </p:cNvPr>
          <p:cNvSpPr txBox="1"/>
          <p:nvPr/>
        </p:nvSpPr>
        <p:spPr>
          <a:xfrm>
            <a:off x="1016000" y="3848100"/>
            <a:ext cx="2895600" cy="2032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120B63"/>
                </a:solidFill>
                <a:effectLst/>
                <a:uLnTx/>
                <a:uFillTx/>
                <a:latin typeface="Arial"/>
                <a:ea typeface="+mn-ea"/>
                <a:cs typeface="Arial"/>
              </a:rPr>
              <a:t>REIMAGINE</a:t>
            </a:r>
          </a:p>
        </p:txBody>
      </p:sp>
      <p:sp>
        <p:nvSpPr>
          <p:cNvPr id="55" name="TextBox 54">
            <a:extLst>
              <a:ext uri="{FF2B5EF4-FFF2-40B4-BE49-F238E27FC236}">
                <a16:creationId xmlns:a16="http://schemas.microsoft.com/office/drawing/2014/main" id="{F6358829-8E77-C04D-BA6B-40D255E41871}"/>
              </a:ext>
            </a:extLst>
          </p:cNvPr>
          <p:cNvSpPr txBox="1"/>
          <p:nvPr/>
        </p:nvSpPr>
        <p:spPr>
          <a:xfrm>
            <a:off x="1016000" y="4089400"/>
            <a:ext cx="2895600" cy="3937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50" b="0" i="0" u="none" strike="noStrike" kern="1200" cap="none" spc="0" normalizeH="0" baseline="0" noProof="0">
                <a:ln>
                  <a:noFill/>
                </a:ln>
                <a:solidFill>
                  <a:srgbClr val="120B63"/>
                </a:solidFill>
                <a:effectLst/>
                <a:uLnTx/>
                <a:uFillTx/>
                <a:latin typeface="Arial"/>
                <a:ea typeface="+mn-ea"/>
                <a:cs typeface="Arial"/>
              </a:rPr>
              <a:t>Test future process and experience options before target design hardens.</a:t>
            </a:r>
          </a:p>
        </p:txBody>
      </p:sp>
      <p:sp>
        <p:nvSpPr>
          <p:cNvPr id="56" name="TextBox 55">
            <a:extLst>
              <a:ext uri="{FF2B5EF4-FFF2-40B4-BE49-F238E27FC236}">
                <a16:creationId xmlns:a16="http://schemas.microsoft.com/office/drawing/2014/main" id="{0E419062-1060-1244-A322-5AA680EE2F2A}"/>
              </a:ext>
            </a:extLst>
          </p:cNvPr>
          <p:cNvSpPr txBox="1"/>
          <p:nvPr/>
        </p:nvSpPr>
        <p:spPr>
          <a:xfrm>
            <a:off x="660400" y="4610100"/>
            <a:ext cx="304800" cy="1778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850" b="1" i="0" u="none" strike="noStrike" kern="1200" cap="none" spc="0" normalizeH="0" baseline="0" noProof="0">
                <a:ln>
                  <a:noFill/>
                </a:ln>
                <a:solidFill>
                  <a:srgbClr val="F000C8"/>
                </a:solidFill>
                <a:effectLst/>
                <a:uLnTx/>
                <a:uFillTx/>
                <a:latin typeface="Arial"/>
                <a:ea typeface="+mn-ea"/>
                <a:cs typeface="Arial"/>
              </a:rPr>
              <a:t>04</a:t>
            </a:r>
          </a:p>
        </p:txBody>
      </p:sp>
      <p:sp>
        <p:nvSpPr>
          <p:cNvPr id="57" name="TextBox 56">
            <a:extLst>
              <a:ext uri="{FF2B5EF4-FFF2-40B4-BE49-F238E27FC236}">
                <a16:creationId xmlns:a16="http://schemas.microsoft.com/office/drawing/2014/main" id="{7E9A6C5B-71AC-7B42-B74E-E8EE4ADD6CA3}"/>
              </a:ext>
            </a:extLst>
          </p:cNvPr>
          <p:cNvSpPr txBox="1"/>
          <p:nvPr/>
        </p:nvSpPr>
        <p:spPr>
          <a:xfrm>
            <a:off x="1016000" y="4597400"/>
            <a:ext cx="2895600" cy="2032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120B63"/>
                </a:solidFill>
                <a:effectLst/>
                <a:uLnTx/>
                <a:uFillTx/>
                <a:latin typeface="Arial"/>
                <a:ea typeface="+mn-ea"/>
                <a:cs typeface="Arial"/>
              </a:rPr>
              <a:t>PLAN</a:t>
            </a:r>
          </a:p>
        </p:txBody>
      </p:sp>
      <p:sp>
        <p:nvSpPr>
          <p:cNvPr id="58" name="TextBox 57">
            <a:extLst>
              <a:ext uri="{FF2B5EF4-FFF2-40B4-BE49-F238E27FC236}">
                <a16:creationId xmlns:a16="http://schemas.microsoft.com/office/drawing/2014/main" id="{3CE49182-1226-6A40-B5E3-784EBEA0B2DD}"/>
              </a:ext>
            </a:extLst>
          </p:cNvPr>
          <p:cNvSpPr txBox="1"/>
          <p:nvPr/>
        </p:nvSpPr>
        <p:spPr>
          <a:xfrm>
            <a:off x="1016000" y="4838700"/>
            <a:ext cx="2895600" cy="3937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50" b="0" i="0" u="none" strike="noStrike" kern="1200" cap="none" spc="0" normalizeH="0" baseline="0" noProof="0">
                <a:ln>
                  <a:noFill/>
                </a:ln>
                <a:solidFill>
                  <a:srgbClr val="120B63"/>
                </a:solidFill>
                <a:effectLst/>
                <a:uLnTx/>
                <a:uFillTx/>
                <a:latin typeface="Arial"/>
                <a:ea typeface="+mn-ea"/>
                <a:cs typeface="Arial"/>
              </a:rPr>
              <a:t>Select dispositions, economics, roadmap, and the first investable wave.</a:t>
            </a:r>
          </a:p>
        </p:txBody>
      </p:sp>
      <p:sp>
        <p:nvSpPr>
          <p:cNvPr id="59" name="TextBox 58">
            <a:extLst>
              <a:ext uri="{FF2B5EF4-FFF2-40B4-BE49-F238E27FC236}">
                <a16:creationId xmlns:a16="http://schemas.microsoft.com/office/drawing/2014/main" id="{F8C0EDAD-C639-F84D-A9BF-198E6C5F07A9}"/>
              </a:ext>
            </a:extLst>
          </p:cNvPr>
          <p:cNvSpPr txBox="1"/>
          <p:nvPr/>
        </p:nvSpPr>
        <p:spPr>
          <a:xfrm>
            <a:off x="4470400" y="2362200"/>
            <a:ext cx="304800" cy="1778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850" b="1" i="0" u="none" strike="noStrike" kern="1200" cap="none" spc="0" normalizeH="0" baseline="0" noProof="0">
                <a:ln>
                  <a:noFill/>
                </a:ln>
                <a:solidFill>
                  <a:srgbClr val="075BFF"/>
                </a:solidFill>
                <a:effectLst/>
                <a:uLnTx/>
                <a:uFillTx/>
                <a:latin typeface="Arial"/>
                <a:ea typeface="+mn-ea"/>
                <a:cs typeface="Arial"/>
              </a:rPr>
              <a:t>01</a:t>
            </a:r>
          </a:p>
        </p:txBody>
      </p:sp>
      <p:sp>
        <p:nvSpPr>
          <p:cNvPr id="60" name="TextBox 59">
            <a:extLst>
              <a:ext uri="{FF2B5EF4-FFF2-40B4-BE49-F238E27FC236}">
                <a16:creationId xmlns:a16="http://schemas.microsoft.com/office/drawing/2014/main" id="{834DFAC3-3DC7-EC4B-AD75-57E5F3EF3B46}"/>
              </a:ext>
            </a:extLst>
          </p:cNvPr>
          <p:cNvSpPr txBox="1"/>
          <p:nvPr/>
        </p:nvSpPr>
        <p:spPr>
          <a:xfrm>
            <a:off x="4826000" y="2349500"/>
            <a:ext cx="2895600" cy="2032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120B63"/>
                </a:solidFill>
                <a:effectLst/>
                <a:uLnTx/>
                <a:uFillTx/>
                <a:latin typeface="Arial"/>
                <a:ea typeface="+mn-ea"/>
                <a:cs typeface="Arial"/>
              </a:rPr>
              <a:t>DESIGN</a:t>
            </a:r>
          </a:p>
        </p:txBody>
      </p:sp>
      <p:sp>
        <p:nvSpPr>
          <p:cNvPr id="61" name="TextBox 60">
            <a:extLst>
              <a:ext uri="{FF2B5EF4-FFF2-40B4-BE49-F238E27FC236}">
                <a16:creationId xmlns:a16="http://schemas.microsoft.com/office/drawing/2014/main" id="{86F15BBF-9B5E-F442-92B2-8B865F23F724}"/>
              </a:ext>
            </a:extLst>
          </p:cNvPr>
          <p:cNvSpPr txBox="1"/>
          <p:nvPr/>
        </p:nvSpPr>
        <p:spPr>
          <a:xfrm>
            <a:off x="4826000" y="2590800"/>
            <a:ext cx="2895600" cy="3937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50" b="0" i="0" u="none" strike="noStrike" kern="1200" cap="none" spc="0" normalizeH="0" baseline="0" noProof="0">
                <a:ln>
                  <a:noFill/>
                </a:ln>
                <a:solidFill>
                  <a:srgbClr val="120B63"/>
                </a:solidFill>
                <a:effectLst/>
                <a:uLnTx/>
                <a:uFillTx/>
                <a:latin typeface="Arial"/>
                <a:ea typeface="+mn-ea"/>
                <a:cs typeface="Arial"/>
              </a:rPr>
              <a:t>Turn high-level plans into target processes, architecture, and working prototypes.</a:t>
            </a:r>
          </a:p>
        </p:txBody>
      </p:sp>
      <p:sp>
        <p:nvSpPr>
          <p:cNvPr id="62" name="TextBox 61">
            <a:extLst>
              <a:ext uri="{FF2B5EF4-FFF2-40B4-BE49-F238E27FC236}">
                <a16:creationId xmlns:a16="http://schemas.microsoft.com/office/drawing/2014/main" id="{8DF81956-9A0E-2F40-B0BA-81DCA0E78A27}"/>
              </a:ext>
            </a:extLst>
          </p:cNvPr>
          <p:cNvSpPr txBox="1"/>
          <p:nvPr/>
        </p:nvSpPr>
        <p:spPr>
          <a:xfrm>
            <a:off x="4470400" y="3111500"/>
            <a:ext cx="304800" cy="1778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850" b="1" i="0" u="none" strike="noStrike" kern="1200" cap="none" spc="0" normalizeH="0" baseline="0" noProof="0">
                <a:ln>
                  <a:noFill/>
                </a:ln>
                <a:solidFill>
                  <a:srgbClr val="075BFF"/>
                </a:solidFill>
                <a:effectLst/>
                <a:uLnTx/>
                <a:uFillTx/>
                <a:latin typeface="Arial"/>
                <a:ea typeface="+mn-ea"/>
                <a:cs typeface="Arial"/>
              </a:rPr>
              <a:t>02</a:t>
            </a:r>
          </a:p>
        </p:txBody>
      </p:sp>
      <p:sp>
        <p:nvSpPr>
          <p:cNvPr id="63" name="TextBox 62">
            <a:extLst>
              <a:ext uri="{FF2B5EF4-FFF2-40B4-BE49-F238E27FC236}">
                <a16:creationId xmlns:a16="http://schemas.microsoft.com/office/drawing/2014/main" id="{B44D06F4-9E81-ED45-8A4F-097F647080FF}"/>
              </a:ext>
            </a:extLst>
          </p:cNvPr>
          <p:cNvSpPr txBox="1"/>
          <p:nvPr/>
        </p:nvSpPr>
        <p:spPr>
          <a:xfrm>
            <a:off x="4826000" y="3098800"/>
            <a:ext cx="2895600" cy="2032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120B63"/>
                </a:solidFill>
                <a:effectLst/>
                <a:uLnTx/>
                <a:uFillTx/>
                <a:latin typeface="Arial"/>
                <a:ea typeface="+mn-ea"/>
                <a:cs typeface="Arial"/>
              </a:rPr>
              <a:t>BUILD</a:t>
            </a:r>
          </a:p>
        </p:txBody>
      </p:sp>
      <p:sp>
        <p:nvSpPr>
          <p:cNvPr id="64" name="TextBox 63">
            <a:extLst>
              <a:ext uri="{FF2B5EF4-FFF2-40B4-BE49-F238E27FC236}">
                <a16:creationId xmlns:a16="http://schemas.microsoft.com/office/drawing/2014/main" id="{36ACFE36-4BDB-E147-B081-9A8C713D6D67}"/>
              </a:ext>
            </a:extLst>
          </p:cNvPr>
          <p:cNvSpPr txBox="1"/>
          <p:nvPr/>
        </p:nvSpPr>
        <p:spPr>
          <a:xfrm>
            <a:off x="4826000" y="3340100"/>
            <a:ext cx="2895600" cy="3937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50" b="0" i="0" u="none" strike="noStrike" kern="1200" cap="none" spc="0" normalizeH="0" baseline="0" noProof="0">
                <a:ln>
                  <a:noFill/>
                </a:ln>
                <a:solidFill>
                  <a:srgbClr val="120B63"/>
                </a:solidFill>
                <a:effectLst/>
                <a:uLnTx/>
                <a:uFillTx/>
                <a:latin typeface="Arial"/>
                <a:ea typeface="+mn-ea"/>
                <a:cs typeface="Arial"/>
              </a:rPr>
              <a:t>Create bounded software and integration increments from approved rules and decisions.</a:t>
            </a:r>
          </a:p>
        </p:txBody>
      </p:sp>
      <p:sp>
        <p:nvSpPr>
          <p:cNvPr id="65" name="TextBox 64">
            <a:extLst>
              <a:ext uri="{FF2B5EF4-FFF2-40B4-BE49-F238E27FC236}">
                <a16:creationId xmlns:a16="http://schemas.microsoft.com/office/drawing/2014/main" id="{143B6E85-9D44-4F45-996F-3AB0E5AD579C}"/>
              </a:ext>
            </a:extLst>
          </p:cNvPr>
          <p:cNvSpPr txBox="1"/>
          <p:nvPr/>
        </p:nvSpPr>
        <p:spPr>
          <a:xfrm>
            <a:off x="4470400" y="3860800"/>
            <a:ext cx="304800" cy="1778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850" b="1" i="0" u="none" strike="noStrike" kern="1200" cap="none" spc="0" normalizeH="0" baseline="0" noProof="0">
                <a:ln>
                  <a:noFill/>
                </a:ln>
                <a:solidFill>
                  <a:srgbClr val="075BFF"/>
                </a:solidFill>
                <a:effectLst/>
                <a:uLnTx/>
                <a:uFillTx/>
                <a:latin typeface="Arial"/>
                <a:ea typeface="+mn-ea"/>
                <a:cs typeface="Arial"/>
              </a:rPr>
              <a:t>03</a:t>
            </a:r>
          </a:p>
        </p:txBody>
      </p:sp>
      <p:sp>
        <p:nvSpPr>
          <p:cNvPr id="66" name="TextBox 65">
            <a:extLst>
              <a:ext uri="{FF2B5EF4-FFF2-40B4-BE49-F238E27FC236}">
                <a16:creationId xmlns:a16="http://schemas.microsoft.com/office/drawing/2014/main" id="{82EFF2FA-9840-F241-B9FA-7B4F7026FC2B}"/>
              </a:ext>
            </a:extLst>
          </p:cNvPr>
          <p:cNvSpPr txBox="1"/>
          <p:nvPr/>
        </p:nvSpPr>
        <p:spPr>
          <a:xfrm>
            <a:off x="4826000" y="3848100"/>
            <a:ext cx="2895600" cy="2032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120B63"/>
                </a:solidFill>
                <a:effectLst/>
                <a:uLnTx/>
                <a:uFillTx/>
                <a:latin typeface="Arial"/>
                <a:ea typeface="+mn-ea"/>
                <a:cs typeface="Arial"/>
              </a:rPr>
              <a:t>VALIDATE</a:t>
            </a:r>
          </a:p>
        </p:txBody>
      </p:sp>
      <p:sp>
        <p:nvSpPr>
          <p:cNvPr id="67" name="TextBox 66">
            <a:extLst>
              <a:ext uri="{FF2B5EF4-FFF2-40B4-BE49-F238E27FC236}">
                <a16:creationId xmlns:a16="http://schemas.microsoft.com/office/drawing/2014/main" id="{CD79255B-DDA6-2443-AAB9-2F40AB727BAC}"/>
              </a:ext>
            </a:extLst>
          </p:cNvPr>
          <p:cNvSpPr txBox="1"/>
          <p:nvPr/>
        </p:nvSpPr>
        <p:spPr>
          <a:xfrm>
            <a:off x="4826000" y="4089400"/>
            <a:ext cx="2895600" cy="3937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50" b="0" i="0" u="none" strike="noStrike" kern="1200" cap="none" spc="0" normalizeH="0" baseline="0" noProof="0">
                <a:ln>
                  <a:noFill/>
                </a:ln>
                <a:solidFill>
                  <a:srgbClr val="120B63"/>
                </a:solidFill>
                <a:effectLst/>
                <a:uLnTx/>
                <a:uFillTx/>
                <a:latin typeface="Arial"/>
                <a:ea typeface="+mn-ea"/>
                <a:cs typeface="Arial"/>
              </a:rPr>
              <a:t>Prove parity, controls, performance, and acceptance with traceable evidence.</a:t>
            </a:r>
          </a:p>
        </p:txBody>
      </p:sp>
      <p:sp>
        <p:nvSpPr>
          <p:cNvPr id="68" name="TextBox 67">
            <a:extLst>
              <a:ext uri="{FF2B5EF4-FFF2-40B4-BE49-F238E27FC236}">
                <a16:creationId xmlns:a16="http://schemas.microsoft.com/office/drawing/2014/main" id="{7B0D3E69-26EC-2141-B9BE-75CF286B8BAB}"/>
              </a:ext>
            </a:extLst>
          </p:cNvPr>
          <p:cNvSpPr txBox="1"/>
          <p:nvPr/>
        </p:nvSpPr>
        <p:spPr>
          <a:xfrm>
            <a:off x="4470400" y="4610100"/>
            <a:ext cx="304800" cy="1778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850" b="1" i="0" u="none" strike="noStrike" kern="1200" cap="none" spc="0" normalizeH="0" baseline="0" noProof="0">
                <a:ln>
                  <a:noFill/>
                </a:ln>
                <a:solidFill>
                  <a:srgbClr val="075BFF"/>
                </a:solidFill>
                <a:effectLst/>
                <a:uLnTx/>
                <a:uFillTx/>
                <a:latin typeface="Arial"/>
                <a:ea typeface="+mn-ea"/>
                <a:cs typeface="Arial"/>
              </a:rPr>
              <a:t>04</a:t>
            </a:r>
          </a:p>
        </p:txBody>
      </p:sp>
      <p:sp>
        <p:nvSpPr>
          <p:cNvPr id="69" name="TextBox 68">
            <a:extLst>
              <a:ext uri="{FF2B5EF4-FFF2-40B4-BE49-F238E27FC236}">
                <a16:creationId xmlns:a16="http://schemas.microsoft.com/office/drawing/2014/main" id="{BE0B0559-7B24-1E41-B755-EEC0E4176D1F}"/>
              </a:ext>
            </a:extLst>
          </p:cNvPr>
          <p:cNvSpPr txBox="1"/>
          <p:nvPr/>
        </p:nvSpPr>
        <p:spPr>
          <a:xfrm>
            <a:off x="4826000" y="4597400"/>
            <a:ext cx="2895600" cy="2032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120B63"/>
                </a:solidFill>
                <a:effectLst/>
                <a:uLnTx/>
                <a:uFillTx/>
                <a:latin typeface="Arial"/>
                <a:ea typeface="+mn-ea"/>
                <a:cs typeface="Arial"/>
              </a:rPr>
              <a:t>TRANSITION</a:t>
            </a:r>
          </a:p>
        </p:txBody>
      </p:sp>
      <p:sp>
        <p:nvSpPr>
          <p:cNvPr id="70" name="TextBox 69">
            <a:extLst>
              <a:ext uri="{FF2B5EF4-FFF2-40B4-BE49-F238E27FC236}">
                <a16:creationId xmlns:a16="http://schemas.microsoft.com/office/drawing/2014/main" id="{E846C0DD-EA64-AB42-89B2-49D0948ADF82}"/>
              </a:ext>
            </a:extLst>
          </p:cNvPr>
          <p:cNvSpPr txBox="1"/>
          <p:nvPr/>
        </p:nvSpPr>
        <p:spPr>
          <a:xfrm>
            <a:off x="4826000" y="4838700"/>
            <a:ext cx="2895600" cy="3937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50" b="0" i="0" u="none" strike="noStrike" kern="1200" cap="none" spc="0" normalizeH="0" baseline="0" noProof="0">
                <a:ln>
                  <a:noFill/>
                </a:ln>
                <a:solidFill>
                  <a:srgbClr val="120B63"/>
                </a:solidFill>
                <a:effectLst/>
                <a:uLnTx/>
                <a:uFillTx/>
                <a:latin typeface="Arial"/>
                <a:ea typeface="+mn-ea"/>
                <a:cs typeface="Arial"/>
              </a:rPr>
              <a:t>Move data, operations, and people through controlled release waves.</a:t>
            </a:r>
          </a:p>
        </p:txBody>
      </p:sp>
      <p:sp>
        <p:nvSpPr>
          <p:cNvPr id="71" name="TextBox 70">
            <a:extLst>
              <a:ext uri="{FF2B5EF4-FFF2-40B4-BE49-F238E27FC236}">
                <a16:creationId xmlns:a16="http://schemas.microsoft.com/office/drawing/2014/main" id="{D44563AB-2037-FC40-B84E-49652D2D46BF}"/>
              </a:ext>
            </a:extLst>
          </p:cNvPr>
          <p:cNvSpPr txBox="1"/>
          <p:nvPr/>
        </p:nvSpPr>
        <p:spPr>
          <a:xfrm>
            <a:off x="8280400" y="2413000"/>
            <a:ext cx="304800" cy="1778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850" b="1" i="0" u="none" strike="noStrike" kern="1200" cap="none" spc="0" normalizeH="0" baseline="0" noProof="0">
                <a:ln>
                  <a:noFill/>
                </a:ln>
                <a:solidFill>
                  <a:srgbClr val="F000C8"/>
                </a:solidFill>
                <a:effectLst/>
                <a:uLnTx/>
                <a:uFillTx/>
                <a:latin typeface="Arial"/>
                <a:ea typeface="+mn-ea"/>
                <a:cs typeface="Arial"/>
              </a:rPr>
              <a:t>01</a:t>
            </a:r>
          </a:p>
        </p:txBody>
      </p:sp>
      <p:sp>
        <p:nvSpPr>
          <p:cNvPr id="72" name="TextBox 71">
            <a:extLst>
              <a:ext uri="{FF2B5EF4-FFF2-40B4-BE49-F238E27FC236}">
                <a16:creationId xmlns:a16="http://schemas.microsoft.com/office/drawing/2014/main" id="{F95AD320-85F3-CA4C-AF41-1C5D6D3DCF89}"/>
              </a:ext>
            </a:extLst>
          </p:cNvPr>
          <p:cNvSpPr txBox="1"/>
          <p:nvPr/>
        </p:nvSpPr>
        <p:spPr>
          <a:xfrm>
            <a:off x="8636000" y="2400300"/>
            <a:ext cx="2895600" cy="2032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120B63"/>
                </a:solidFill>
                <a:effectLst/>
                <a:uLnTx/>
                <a:uFillTx/>
                <a:latin typeface="Arial"/>
                <a:ea typeface="+mn-ea"/>
                <a:cs typeface="Arial"/>
              </a:rPr>
              <a:t>OPERATE</a:t>
            </a:r>
          </a:p>
        </p:txBody>
      </p:sp>
      <p:sp>
        <p:nvSpPr>
          <p:cNvPr id="73" name="TextBox 72">
            <a:extLst>
              <a:ext uri="{FF2B5EF4-FFF2-40B4-BE49-F238E27FC236}">
                <a16:creationId xmlns:a16="http://schemas.microsoft.com/office/drawing/2014/main" id="{F6C3DB0F-5F9C-EE45-AF4A-E56C4BEE83C8}"/>
              </a:ext>
            </a:extLst>
          </p:cNvPr>
          <p:cNvSpPr txBox="1"/>
          <p:nvPr/>
        </p:nvSpPr>
        <p:spPr>
          <a:xfrm>
            <a:off x="8636000" y="2641600"/>
            <a:ext cx="2895600" cy="4318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50" b="0" i="0" u="none" strike="noStrike" kern="1200" cap="none" spc="0" normalizeH="0" baseline="0" noProof="0">
                <a:ln>
                  <a:noFill/>
                </a:ln>
                <a:solidFill>
                  <a:srgbClr val="120B63"/>
                </a:solidFill>
                <a:effectLst/>
                <a:uLnTx/>
                <a:uFillTx/>
                <a:latin typeface="Arial"/>
                <a:ea typeface="+mn-ea"/>
                <a:cs typeface="Arial"/>
              </a:rPr>
              <a:t>Establish ownership, service levels, observability, security, and cost control.</a:t>
            </a:r>
          </a:p>
        </p:txBody>
      </p:sp>
      <p:sp>
        <p:nvSpPr>
          <p:cNvPr id="74" name="TextBox 73">
            <a:extLst>
              <a:ext uri="{FF2B5EF4-FFF2-40B4-BE49-F238E27FC236}">
                <a16:creationId xmlns:a16="http://schemas.microsoft.com/office/drawing/2014/main" id="{9797ECB8-C585-FE47-8AC6-8BC5D5D3DBEE}"/>
              </a:ext>
            </a:extLst>
          </p:cNvPr>
          <p:cNvSpPr txBox="1"/>
          <p:nvPr/>
        </p:nvSpPr>
        <p:spPr>
          <a:xfrm>
            <a:off x="8280400" y="3187700"/>
            <a:ext cx="304800" cy="1778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850" b="1" i="0" u="none" strike="noStrike" kern="1200" cap="none" spc="0" normalizeH="0" baseline="0" noProof="0">
                <a:ln>
                  <a:noFill/>
                </a:ln>
                <a:solidFill>
                  <a:srgbClr val="F000C8"/>
                </a:solidFill>
                <a:effectLst/>
                <a:uLnTx/>
                <a:uFillTx/>
                <a:latin typeface="Arial"/>
                <a:ea typeface="+mn-ea"/>
                <a:cs typeface="Arial"/>
              </a:rPr>
              <a:t>02</a:t>
            </a:r>
          </a:p>
        </p:txBody>
      </p:sp>
      <p:sp>
        <p:nvSpPr>
          <p:cNvPr id="75" name="TextBox 74">
            <a:extLst>
              <a:ext uri="{FF2B5EF4-FFF2-40B4-BE49-F238E27FC236}">
                <a16:creationId xmlns:a16="http://schemas.microsoft.com/office/drawing/2014/main" id="{F862FDD9-52DB-6C4F-9A5C-D1469590B413}"/>
              </a:ext>
            </a:extLst>
          </p:cNvPr>
          <p:cNvSpPr txBox="1"/>
          <p:nvPr/>
        </p:nvSpPr>
        <p:spPr>
          <a:xfrm>
            <a:off x="8636000" y="3175000"/>
            <a:ext cx="2895600" cy="2032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120B63"/>
                </a:solidFill>
                <a:effectLst/>
                <a:uLnTx/>
                <a:uFillTx/>
                <a:latin typeface="Arial"/>
                <a:ea typeface="+mn-ea"/>
                <a:cs typeface="Arial"/>
              </a:rPr>
              <a:t>EVOLVE</a:t>
            </a:r>
          </a:p>
        </p:txBody>
      </p:sp>
      <p:sp>
        <p:nvSpPr>
          <p:cNvPr id="76" name="TextBox 75">
            <a:extLst>
              <a:ext uri="{FF2B5EF4-FFF2-40B4-BE49-F238E27FC236}">
                <a16:creationId xmlns:a16="http://schemas.microsoft.com/office/drawing/2014/main" id="{6634F9EF-7FD5-BC40-B4F4-88C06DD08AFD}"/>
              </a:ext>
            </a:extLst>
          </p:cNvPr>
          <p:cNvSpPr txBox="1"/>
          <p:nvPr/>
        </p:nvSpPr>
        <p:spPr>
          <a:xfrm>
            <a:off x="8636000" y="3416300"/>
            <a:ext cx="2895600" cy="4826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50" b="0" i="0" u="none" strike="noStrike" kern="1200" cap="none" spc="0" normalizeH="0" baseline="0" noProof="0">
                <a:ln>
                  <a:noFill/>
                </a:ln>
                <a:solidFill>
                  <a:srgbClr val="120B63"/>
                </a:solidFill>
                <a:effectLst/>
                <a:uLnTx/>
                <a:uFillTx/>
                <a:latin typeface="Arial"/>
                <a:ea typeface="+mn-ea"/>
                <a:cs typeface="Arial"/>
              </a:rPr>
              <a:t>Keep knowledge and the product backlog current so the capability improves with measured performance.</a:t>
            </a:r>
          </a:p>
        </p:txBody>
      </p:sp>
      <p:sp>
        <p:nvSpPr>
          <p:cNvPr id="77" name="Rectangle 76">
            <a:extLst>
              <a:ext uri="{FF2B5EF4-FFF2-40B4-BE49-F238E27FC236}">
                <a16:creationId xmlns:a16="http://schemas.microsoft.com/office/drawing/2014/main" id="{4A1082B6-DEEB-E546-80E4-51D8D87B38A5}"/>
              </a:ext>
            </a:extLst>
          </p:cNvPr>
          <p:cNvSpPr/>
          <p:nvPr/>
        </p:nvSpPr>
        <p:spPr bwMode="auto">
          <a:xfrm>
            <a:off x="457200" y="5562600"/>
            <a:ext cx="11277600" cy="508000"/>
          </a:xfrm>
          <a:prstGeom prst="rect">
            <a:avLst/>
          </a:prstGeom>
          <a:solidFill>
            <a:srgbClr val="100664"/>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78" name="TextBox 77">
            <a:extLst>
              <a:ext uri="{FF2B5EF4-FFF2-40B4-BE49-F238E27FC236}">
                <a16:creationId xmlns:a16="http://schemas.microsoft.com/office/drawing/2014/main" id="{D9D17846-8E1D-D540-896E-A5AFF38A9D94}"/>
              </a:ext>
            </a:extLst>
          </p:cNvPr>
          <p:cNvSpPr txBox="1"/>
          <p:nvPr/>
        </p:nvSpPr>
        <p:spPr>
          <a:xfrm>
            <a:off x="660400" y="5676900"/>
            <a:ext cx="3937000" cy="1524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850" b="1" i="0" u="none" strike="noStrike" kern="1200" cap="none" spc="0" normalizeH="0" baseline="0" noProof="0">
                <a:ln>
                  <a:noFill/>
                </a:ln>
                <a:solidFill>
                  <a:srgbClr val="F000C8"/>
                </a:solidFill>
                <a:effectLst/>
                <a:uLnTx/>
                <a:uFillTx/>
                <a:latin typeface="Arial"/>
                <a:ea typeface="+mn-ea"/>
                <a:cs typeface="Arial"/>
              </a:rPr>
              <a:t>FOUR THREADS SHAPE EVERY PHASE GATE AND DELIVERY DECISION</a:t>
            </a:r>
          </a:p>
        </p:txBody>
      </p:sp>
      <p:sp>
        <p:nvSpPr>
          <p:cNvPr id="79" name="TextBox 78">
            <a:extLst>
              <a:ext uri="{FF2B5EF4-FFF2-40B4-BE49-F238E27FC236}">
                <a16:creationId xmlns:a16="http://schemas.microsoft.com/office/drawing/2014/main" id="{F02721CD-11F4-3D47-A19B-4F10172EC978}"/>
              </a:ext>
            </a:extLst>
          </p:cNvPr>
          <p:cNvSpPr txBox="1"/>
          <p:nvPr/>
        </p:nvSpPr>
        <p:spPr>
          <a:xfrm>
            <a:off x="4635500" y="5651500"/>
            <a:ext cx="6896100" cy="2794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50" b="1" i="0" u="none" strike="noStrike" kern="1200" cap="none" spc="0" normalizeH="0" baseline="0" noProof="0">
                <a:ln>
                  <a:noFill/>
                </a:ln>
                <a:solidFill>
                  <a:srgbClr val="FFFFFF"/>
                </a:solidFill>
                <a:effectLst/>
                <a:uLnTx/>
                <a:uFillTx/>
                <a:latin typeface="Arial"/>
                <a:ea typeface="+mn-ea"/>
                <a:cs typeface="Arial"/>
              </a:rPr>
              <a:t>Business value &amp; economics   •   Process &amp; experience   •   People &amp; change   •   Technology &amp; delivery</a:t>
            </a:r>
          </a:p>
        </p:txBody>
      </p:sp>
      <p:sp>
        <p:nvSpPr>
          <p:cNvPr id="82" name="TextBox 81">
            <a:extLst>
              <a:ext uri="{FF2B5EF4-FFF2-40B4-BE49-F238E27FC236}">
                <a16:creationId xmlns:a16="http://schemas.microsoft.com/office/drawing/2014/main" id="{0460E3CA-0B70-CA43-97F0-E8F5DEC77083}"/>
              </a:ext>
            </a:extLst>
          </p:cNvPr>
          <p:cNvSpPr txBox="1"/>
          <p:nvPr/>
        </p:nvSpPr>
        <p:spPr>
          <a:xfrm>
            <a:off x="8280400" y="4013200"/>
            <a:ext cx="304800" cy="1778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850" b="1" i="0" u="none" strike="noStrike" kern="1200" cap="none" spc="0" normalizeH="0" baseline="0" noProof="0">
                <a:ln>
                  <a:noFill/>
                </a:ln>
                <a:solidFill>
                  <a:srgbClr val="F000C8"/>
                </a:solidFill>
                <a:effectLst/>
                <a:uLnTx/>
                <a:uFillTx/>
                <a:latin typeface="Arial"/>
                <a:ea typeface="+mn-ea"/>
                <a:cs typeface="Arial"/>
              </a:rPr>
              <a:t>03</a:t>
            </a:r>
          </a:p>
        </p:txBody>
      </p:sp>
      <p:sp>
        <p:nvSpPr>
          <p:cNvPr id="83" name="TextBox 82">
            <a:extLst>
              <a:ext uri="{FF2B5EF4-FFF2-40B4-BE49-F238E27FC236}">
                <a16:creationId xmlns:a16="http://schemas.microsoft.com/office/drawing/2014/main" id="{82AAFF91-C7AA-FD40-97CF-39DD73FC299F}"/>
              </a:ext>
            </a:extLst>
          </p:cNvPr>
          <p:cNvSpPr txBox="1"/>
          <p:nvPr/>
        </p:nvSpPr>
        <p:spPr>
          <a:xfrm>
            <a:off x="8636000" y="4000500"/>
            <a:ext cx="2895600" cy="2032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120B63"/>
                </a:solidFill>
                <a:effectLst/>
                <a:uLnTx/>
                <a:uFillTx/>
                <a:latin typeface="Arial"/>
                <a:ea typeface="+mn-ea"/>
                <a:cs typeface="Arial"/>
              </a:rPr>
              <a:t>DECOMMISSION</a:t>
            </a:r>
          </a:p>
        </p:txBody>
      </p:sp>
      <p:sp>
        <p:nvSpPr>
          <p:cNvPr id="84" name="TextBox 83">
            <a:extLst>
              <a:ext uri="{FF2B5EF4-FFF2-40B4-BE49-F238E27FC236}">
                <a16:creationId xmlns:a16="http://schemas.microsoft.com/office/drawing/2014/main" id="{5C7AF822-AD45-FE45-8D9C-2B232B9DB0ED}"/>
              </a:ext>
            </a:extLst>
          </p:cNvPr>
          <p:cNvSpPr txBox="1"/>
          <p:nvPr/>
        </p:nvSpPr>
        <p:spPr>
          <a:xfrm>
            <a:off x="8636000" y="4241800"/>
            <a:ext cx="2895600" cy="482600"/>
          </a:xfrm>
          <a:prstGeom prst="rect">
            <a:avLst/>
          </a:prstGeom>
          <a:noFill/>
        </p:spPr>
        <p:txBody>
          <a:bodyPr vertOverflow="overflow" vert="horz" wrap="square" lIns="0" tIns="0" rIns="0" bIns="0" rtlCol="0" anchor="t">
            <a:norm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50" b="0" i="0" u="none" strike="noStrike" kern="1200" cap="none" spc="0" normalizeH="0" baseline="0" noProof="0">
                <a:ln>
                  <a:noFill/>
                </a:ln>
                <a:solidFill>
                  <a:srgbClr val="120B63"/>
                </a:solidFill>
                <a:effectLst/>
                <a:uLnTx/>
                <a:uFillTx/>
                <a:latin typeface="Arial"/>
                <a:ea typeface="+mn-ea"/>
                <a:cs typeface="Arial"/>
              </a:rPr>
              <a:t>Clear remaining dependencies, then retire legacy code, data paths, controls, contracts, and cost.</a:t>
            </a:r>
          </a:p>
        </p:txBody>
      </p:sp>
      <p:sp>
        <p:nvSpPr>
          <p:cNvPr id="2" name="Footer Placeholder 1">
            <a:extLst>
              <a:ext uri="{FF2B5EF4-FFF2-40B4-BE49-F238E27FC236}">
                <a16:creationId xmlns:a16="http://schemas.microsoft.com/office/drawing/2014/main" id="{CDADCA6B-5664-AF6A-0A35-7D3F43D8AC87}"/>
              </a:ext>
            </a:extLst>
          </p:cNvPr>
          <p:cNvSpPr txBox="1">
            <a:spLocks/>
          </p:cNvSpPr>
          <p:nvPr/>
        </p:nvSpPr>
        <p:spPr>
          <a:xfrm>
            <a:off x="4321019" y="6400798"/>
            <a:ext cx="7102834" cy="167949"/>
          </a:xfrm>
          <a:prstGeom prst="rect">
            <a:avLst/>
          </a:prstGeom>
        </p:spPr>
        <p:txBody>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a:lstStyle>
          <a:p>
            <a:pPr indent="9525" algn="r">
              <a:defRPr/>
            </a:pPr>
            <a:r>
              <a:rPr lang="en-US" sz="900">
                <a:solidFill>
                  <a:srgbClr val="070154"/>
                </a:solidFill>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4" name="Slide Number Placeholder 2">
            <a:extLst>
              <a:ext uri="{FF2B5EF4-FFF2-40B4-BE49-F238E27FC236}">
                <a16:creationId xmlns:a16="http://schemas.microsoft.com/office/drawing/2014/main" id="{97712C00-8CD0-1618-F658-B8F25928D22A}"/>
              </a:ext>
            </a:extLst>
          </p:cNvPr>
          <p:cNvSpPr txBox="1">
            <a:spLocks/>
          </p:cNvSpPr>
          <p:nvPr/>
        </p:nvSpPr>
        <p:spPr>
          <a:xfrm>
            <a:off x="11344276" y="6400799"/>
            <a:ext cx="384174" cy="165101"/>
          </a:xfrm>
          <a:prstGeom prst="rect">
            <a:avLst/>
          </a:prstGeom>
        </p:spPr>
        <p:txBody>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a:lstStyle>
          <a:p>
            <a:pPr algn="r">
              <a:defRPr/>
            </a:pPr>
            <a:fld id="{63DCA5C9-2E11-4C67-86EB-AE1DE127DC64}" type="slidenum">
              <a:rPr lang="en-US" sz="900" smtClean="0">
                <a:solidFill>
                  <a:srgbClr val="070154"/>
                </a:solidFill>
                <a:latin typeface="Arial" panose="020B0604020202020204"/>
                <a:ea typeface="Verdana" panose="020B0604030504040204" pitchFamily="34" charset="0"/>
                <a:cs typeface="Arial" panose="020B0604020202020204" pitchFamily="34" charset="0"/>
              </a:rPr>
              <a:pPr algn="r">
                <a:defRPr/>
              </a:pPr>
              <a:t>13</a:t>
            </a:fld>
            <a:endParaRPr lang="en-US" sz="900">
              <a:solidFill>
                <a:srgbClr val="070154"/>
              </a:solidFill>
              <a:latin typeface="Arial" panose="020B0604020202020204"/>
              <a:ea typeface="Verdana" panose="020B0604030504040204" pitchFamily="34" charset="0"/>
              <a:cs typeface="Arial" panose="020B0604020202020204" pitchFamily="34" charset="0"/>
            </a:endParaRPr>
          </a:p>
        </p:txBody>
      </p:sp>
    </p:spTree>
    <p:extLst>
      <p:ext uri="{BB962C8B-B14F-4D97-AF65-F5344CB8AC3E}">
        <p14:creationId xmlns:p14="http://schemas.microsoft.com/office/powerpoint/2010/main" val="2731389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9ACDA29F-95E2-B529-991C-A6007288B862}"/>
              </a:ext>
            </a:extLst>
          </p:cNvPr>
          <p:cNvSpPr/>
          <p:nvPr/>
        </p:nvSpPr>
        <p:spPr bwMode="auto">
          <a:xfrm>
            <a:off x="-1" y="2362200"/>
            <a:ext cx="9052383" cy="3067050"/>
          </a:xfrm>
          <a:prstGeom prst="rect">
            <a:avLst/>
          </a:prstGeom>
          <a:solidFill>
            <a:schemeClr val="accent4"/>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27" name="Rectangle: Rounded Corners 26">
            <a:extLst>
              <a:ext uri="{FF2B5EF4-FFF2-40B4-BE49-F238E27FC236}">
                <a16:creationId xmlns:a16="http://schemas.microsoft.com/office/drawing/2014/main" id="{B7C4FB2C-01A6-D537-CA5F-A1C87F42C80B}"/>
              </a:ext>
            </a:extLst>
          </p:cNvPr>
          <p:cNvSpPr/>
          <p:nvPr/>
        </p:nvSpPr>
        <p:spPr bwMode="auto">
          <a:xfrm>
            <a:off x="2602243" y="2670309"/>
            <a:ext cx="3543297" cy="2581039"/>
          </a:xfrm>
          <a:prstGeom prst="roundRect">
            <a:avLst>
              <a:gd name="adj" fmla="val 6012"/>
            </a:avLst>
          </a:prstGeom>
          <a:solidFill>
            <a:schemeClr val="accent3"/>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pic>
        <p:nvPicPr>
          <p:cNvPr id="63" name="Picture 62">
            <a:extLst>
              <a:ext uri="{FF2B5EF4-FFF2-40B4-BE49-F238E27FC236}">
                <a16:creationId xmlns:a16="http://schemas.microsoft.com/office/drawing/2014/main" id="{3A0ADBB3-6142-0891-1E98-1A80CFD6D9D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735240" y="2765151"/>
            <a:ext cx="1278386" cy="431863"/>
          </a:xfrm>
          <a:prstGeom prst="rect">
            <a:avLst/>
          </a:prstGeom>
        </p:spPr>
      </p:pic>
      <p:pic>
        <p:nvPicPr>
          <p:cNvPr id="48" name="Graphic 47">
            <a:extLst>
              <a:ext uri="{FF2B5EF4-FFF2-40B4-BE49-F238E27FC236}">
                <a16:creationId xmlns:a16="http://schemas.microsoft.com/office/drawing/2014/main" id="{B76516E3-9BB1-E027-5B3A-88A1182853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710200" flipV="1">
            <a:off x="8177609" y="1940726"/>
            <a:ext cx="971236" cy="971236"/>
          </a:xfrm>
          <a:prstGeom prst="rect">
            <a:avLst/>
          </a:prstGeom>
        </p:spPr>
      </p:pic>
      <p:sp>
        <p:nvSpPr>
          <p:cNvPr id="2" name="Footer Placeholder 1">
            <a:extLst>
              <a:ext uri="{FF2B5EF4-FFF2-40B4-BE49-F238E27FC236}">
                <a16:creationId xmlns:a16="http://schemas.microsoft.com/office/drawing/2014/main" id="{B84A8006-FA77-FE3B-7C75-217F91A86023}"/>
              </a:ext>
            </a:extLst>
          </p:cNvPr>
          <p:cNvSpPr>
            <a:spLocks noGrp="1"/>
          </p:cNvSpPr>
          <p:nvPr>
            <p:ph type="ftr" sz="quarter" idx="24"/>
          </p:nvPr>
        </p:nvSpPr>
        <p:spPr/>
        <p:txBody>
          <a:bodyPr/>
          <a:lstStyle/>
          <a:p>
            <a:pPr marL="0" marR="0" lvl="0" indent="9525"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DF5DD677-8E14-F860-0D08-7EE0D06E46FB}"/>
              </a:ext>
            </a:extLst>
          </p:cNvPr>
          <p:cNvSpPr>
            <a:spLocks noGrp="1"/>
          </p:cNvSpPr>
          <p:nvPr>
            <p:ph type="sldNum" sz="quarter" idx="25"/>
          </p:nvPr>
        </p:nvSpPr>
        <p:spPr>
          <a:xfrm>
            <a:off x="11509578" y="6400799"/>
            <a:ext cx="218871" cy="167949"/>
          </a:xfrm>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14</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22" name="Text Placeholder 21">
            <a:extLst>
              <a:ext uri="{FF2B5EF4-FFF2-40B4-BE49-F238E27FC236}">
                <a16:creationId xmlns:a16="http://schemas.microsoft.com/office/drawing/2014/main" id="{39E3EBF9-D748-3B62-78A3-9D03C8A5DC88}"/>
              </a:ext>
            </a:extLst>
          </p:cNvPr>
          <p:cNvSpPr>
            <a:spLocks noGrp="1"/>
          </p:cNvSpPr>
          <p:nvPr>
            <p:ph type="body" sz="quarter" idx="44"/>
          </p:nvPr>
        </p:nvSpPr>
        <p:spPr/>
        <p:txBody>
          <a:bodyPr/>
          <a:lstStyle/>
          <a:p>
            <a:r>
              <a:rPr lang="en-US"/>
              <a:t>SOFTWARE MODERNIZATION</a:t>
            </a:r>
          </a:p>
        </p:txBody>
      </p:sp>
      <p:sp>
        <p:nvSpPr>
          <p:cNvPr id="23" name="Title 4">
            <a:extLst>
              <a:ext uri="{FF2B5EF4-FFF2-40B4-BE49-F238E27FC236}">
                <a16:creationId xmlns:a16="http://schemas.microsoft.com/office/drawing/2014/main" id="{7604765D-55DF-1E93-0013-798EF55AC448}"/>
              </a:ext>
            </a:extLst>
          </p:cNvPr>
          <p:cNvSpPr>
            <a:spLocks noGrp="1"/>
          </p:cNvSpPr>
          <p:nvPr>
            <p:ph type="title"/>
          </p:nvPr>
        </p:nvSpPr>
        <p:spPr>
          <a:xfrm>
            <a:off x="460374" y="556953"/>
            <a:ext cx="11266489" cy="784830"/>
          </a:xfrm>
        </p:spPr>
        <p:txBody>
          <a:bodyPr wrap="square">
            <a:spAutoFit/>
          </a:bodyPr>
          <a:lstStyle/>
          <a:p>
            <a:r>
              <a:rPr lang="en-US" sz="2400"/>
              <a:t>Intellio</a:t>
            </a:r>
            <a:r>
              <a:rPr lang="en-US" sz="2400" baseline="30000"/>
              <a:t>®</a:t>
            </a:r>
            <a:r>
              <a:rPr lang="en-US" sz="2400"/>
              <a:t> Evolve combines AI with advanced code analysis to guide modernization that not only rebuilds code but enhances the product itself.</a:t>
            </a:r>
            <a:endParaRPr lang="en-US" sz="1600">
              <a:solidFill>
                <a:schemeClr val="tx2"/>
              </a:solidFill>
            </a:endParaRPr>
          </a:p>
        </p:txBody>
      </p:sp>
      <p:sp>
        <p:nvSpPr>
          <p:cNvPr id="25" name="Rectangle 24">
            <a:extLst>
              <a:ext uri="{FF2B5EF4-FFF2-40B4-BE49-F238E27FC236}">
                <a16:creationId xmlns:a16="http://schemas.microsoft.com/office/drawing/2014/main" id="{43A7BEAB-CD81-1434-783B-431EEA81CDB3}"/>
              </a:ext>
            </a:extLst>
          </p:cNvPr>
          <p:cNvSpPr/>
          <p:nvPr/>
        </p:nvSpPr>
        <p:spPr bwMode="auto">
          <a:xfrm>
            <a:off x="465137" y="2670310"/>
            <a:ext cx="1892194" cy="2472472"/>
          </a:xfrm>
          <a:prstGeom prst="rect">
            <a:avLst/>
          </a:prstGeom>
          <a:solidFill>
            <a:schemeClr val="bg1">
              <a:alpha val="60000"/>
            </a:schemeClr>
          </a:solidFill>
          <a:ln>
            <a:noFill/>
          </a:ln>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spAutoFit/>
          </a:bodyPr>
          <a:lstStyle/>
          <a:p>
            <a:pPr marL="9525" marR="0" lvl="0" indent="0" algn="l"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900" b="1" i="0" u="none" strike="noStrike" kern="1200" cap="none" spc="0" normalizeH="0" baseline="0" noProof="0">
                <a:ln>
                  <a:noFill/>
                </a:ln>
                <a:solidFill>
                  <a:srgbClr val="50658E"/>
                </a:solidFill>
                <a:effectLst/>
                <a:uLnTx/>
                <a:uFillTx/>
                <a:latin typeface="Arial" panose="020B0604020202020204"/>
                <a:ea typeface="Roboto" panose="02000000000000000000" pitchFamily="2" charset="0"/>
                <a:cs typeface="Segoe UI" panose="020B0502040204020203" pitchFamily="34" charset="0"/>
              </a:rPr>
              <a:t>ANALYSIS INPUTS</a:t>
            </a:r>
          </a:p>
          <a:p>
            <a:pPr marL="9525" marR="0" lvl="0" indent="0" algn="l"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a:p>
            <a:pPr marL="95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Source Code</a:t>
            </a:r>
          </a:p>
          <a:p>
            <a:pPr marL="95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OOABL / </a:t>
            </a:r>
            <a:r>
              <a:rPr kumimoji="0" lang="en-US" sz="1100" b="0" i="0" u="none" strike="noStrike" kern="1200" cap="none" spc="0" normalizeH="0" baseline="0" noProof="0" err="1">
                <a:ln>
                  <a:noFill/>
                </a:ln>
                <a:solidFill>
                  <a:srgbClr val="070154"/>
                </a:solidFill>
                <a:effectLst/>
                <a:uLnTx/>
                <a:uFillTx/>
                <a:latin typeface="Arial" panose="020B0604020202020204"/>
                <a:ea typeface="Roboto" panose="02000000000000000000" pitchFamily="2" charset="0"/>
                <a:cs typeface="Segoe UI" panose="020B0502040204020203" pitchFamily="34" charset="0"/>
              </a:rPr>
              <a:t>OpenEdge</a:t>
            </a:r>
            <a:endPar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a:p>
            <a:pPr marL="95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 / .NET</a:t>
            </a:r>
          </a:p>
          <a:p>
            <a:pPr marL="95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err="1">
                <a:ln>
                  <a:noFill/>
                </a:ln>
                <a:solidFill>
                  <a:srgbClr val="070154"/>
                </a:solidFill>
                <a:effectLst/>
                <a:uLnTx/>
                <a:uFillTx/>
                <a:latin typeface="Arial" panose="020B0604020202020204"/>
                <a:ea typeface="Roboto" panose="02000000000000000000" pitchFamily="2" charset="0"/>
                <a:cs typeface="Segoe UI" panose="020B0502040204020203" pitchFamily="34" charset="0"/>
              </a:rPr>
              <a:t>PowerHouse</a:t>
            </a:r>
            <a:endPar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a:p>
            <a:pPr marL="95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Java </a:t>
            </a: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sym typeface="Wingdings" panose="05000000000000000000" pitchFamily="2" charset="2"/>
              </a:rPr>
              <a:t></a:t>
            </a: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sym typeface="Symbol" panose="05050102010706020507" pitchFamily="18" charset="2"/>
              </a:rPr>
              <a:t> Python </a:t>
            </a: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sym typeface="Wingdings" panose="05000000000000000000" pitchFamily="2" charset="2"/>
              </a:rPr>
              <a:t> COBOL</a:t>
            </a:r>
          </a:p>
          <a:p>
            <a:pPr marL="95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sym typeface="Wingdings" panose="05000000000000000000" pitchFamily="2" charset="2"/>
            </a:endParaRPr>
          </a:p>
          <a:p>
            <a:pPr marL="95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sym typeface="Wingdings" panose="05000000000000000000" pitchFamily="2" charset="2"/>
              </a:rPr>
              <a:t>Documentation</a:t>
            </a:r>
          </a:p>
          <a:p>
            <a:pPr marL="95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sym typeface="Wingdings" panose="05000000000000000000" pitchFamily="2" charset="2"/>
              </a:rPr>
              <a:t>Specs, runbooks, wiki</a:t>
            </a:r>
          </a:p>
          <a:p>
            <a:pPr marL="95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sym typeface="Wingdings" panose="05000000000000000000" pitchFamily="2" charset="2"/>
            </a:endParaRPr>
          </a:p>
          <a:p>
            <a:pPr marL="95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sym typeface="Wingdings" panose="05000000000000000000" pitchFamily="2" charset="2"/>
              </a:rPr>
              <a:t>Data Dictionaries</a:t>
            </a:r>
          </a:p>
          <a:p>
            <a:pPr marL="95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sym typeface="Wingdings" panose="05000000000000000000" pitchFamily="2" charset="2"/>
              </a:rPr>
              <a:t>Schemas, ERDs, configs</a:t>
            </a:r>
            <a:endPar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Rectangle: Rounded Corners 28">
            <a:extLst>
              <a:ext uri="{FF2B5EF4-FFF2-40B4-BE49-F238E27FC236}">
                <a16:creationId xmlns:a16="http://schemas.microsoft.com/office/drawing/2014/main" id="{C4326F80-7298-8CFE-F36F-092FAEC154B9}"/>
              </a:ext>
            </a:extLst>
          </p:cNvPr>
          <p:cNvSpPr/>
          <p:nvPr/>
        </p:nvSpPr>
        <p:spPr bwMode="auto">
          <a:xfrm>
            <a:off x="2746840" y="3297349"/>
            <a:ext cx="3254103" cy="431863"/>
          </a:xfrm>
          <a:prstGeom prst="roundRect">
            <a:avLst>
              <a:gd name="adj" fmla="val 16870"/>
            </a:avLst>
          </a:prstGeom>
          <a:solidFill>
            <a:schemeClr val="bg1">
              <a:alpha val="50000"/>
            </a:schemeClr>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Agentic Intelligence: </a:t>
            </a:r>
            <a:r>
              <a:rPr kumimoji="0" lang="en-US" sz="10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Queries, enriches, and updates evidence from user input and source analysis</a:t>
            </a:r>
          </a:p>
        </p:txBody>
      </p:sp>
      <p:sp>
        <p:nvSpPr>
          <p:cNvPr id="30" name="Rectangle: Rounded Corners 29">
            <a:extLst>
              <a:ext uri="{FF2B5EF4-FFF2-40B4-BE49-F238E27FC236}">
                <a16:creationId xmlns:a16="http://schemas.microsoft.com/office/drawing/2014/main" id="{EA3F9FC3-4074-BC4D-245B-4A6F17A1CA01}"/>
              </a:ext>
            </a:extLst>
          </p:cNvPr>
          <p:cNvSpPr/>
          <p:nvPr/>
        </p:nvSpPr>
        <p:spPr bwMode="auto">
          <a:xfrm>
            <a:off x="2746840" y="3824200"/>
            <a:ext cx="3254103" cy="538404"/>
          </a:xfrm>
          <a:prstGeom prst="roundRect">
            <a:avLst>
              <a:gd name="adj" fmla="val 16870"/>
            </a:avLst>
          </a:prstGeom>
          <a:solidFill>
            <a:schemeClr val="bg1">
              <a:alpha val="50000"/>
            </a:schemeClr>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Evidence Database</a:t>
            </a:r>
          </a:p>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SQLite  </a:t>
            </a:r>
            <a:r>
              <a:rPr kumimoji="0" lang="en-US" sz="10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sym typeface="Symbol" panose="05050102010706020507" pitchFamily="18" charset="2"/>
              </a:rPr>
              <a:t>  PostgreSQL    Neo4j</a:t>
            </a:r>
            <a:endParaRPr kumimoji="0" lang="en-US" sz="10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sp>
        <p:nvSpPr>
          <p:cNvPr id="31" name="Rectangle: Rounded Corners 30">
            <a:extLst>
              <a:ext uri="{FF2B5EF4-FFF2-40B4-BE49-F238E27FC236}">
                <a16:creationId xmlns:a16="http://schemas.microsoft.com/office/drawing/2014/main" id="{CF66EEEC-9D67-B0BE-0EBD-FED7A4978626}"/>
              </a:ext>
            </a:extLst>
          </p:cNvPr>
          <p:cNvSpPr/>
          <p:nvPr/>
        </p:nvSpPr>
        <p:spPr bwMode="auto">
          <a:xfrm>
            <a:off x="2746841" y="4453008"/>
            <a:ext cx="1581609" cy="293327"/>
          </a:xfrm>
          <a:prstGeom prst="roundRect">
            <a:avLst>
              <a:gd name="adj" fmla="val 16870"/>
            </a:avLst>
          </a:prstGeom>
          <a:solidFill>
            <a:schemeClr val="bg1">
              <a:alpha val="50000"/>
            </a:schemeClr>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Analysis engine</a:t>
            </a:r>
          </a:p>
        </p:txBody>
      </p:sp>
      <p:sp>
        <p:nvSpPr>
          <p:cNvPr id="32" name="Rectangle: Rounded Corners 31">
            <a:extLst>
              <a:ext uri="{FF2B5EF4-FFF2-40B4-BE49-F238E27FC236}">
                <a16:creationId xmlns:a16="http://schemas.microsoft.com/office/drawing/2014/main" id="{63F800E1-739E-7018-249E-593C469B53BB}"/>
              </a:ext>
            </a:extLst>
          </p:cNvPr>
          <p:cNvSpPr/>
          <p:nvPr/>
        </p:nvSpPr>
        <p:spPr bwMode="auto">
          <a:xfrm>
            <a:off x="2746840" y="4837019"/>
            <a:ext cx="1581609" cy="293327"/>
          </a:xfrm>
          <a:prstGeom prst="roundRect">
            <a:avLst>
              <a:gd name="adj" fmla="val 16870"/>
            </a:avLst>
          </a:prstGeom>
          <a:solidFill>
            <a:schemeClr val="bg1">
              <a:alpha val="50000"/>
            </a:schemeClr>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Reports &amp; chat</a:t>
            </a:r>
          </a:p>
        </p:txBody>
      </p:sp>
      <p:sp>
        <p:nvSpPr>
          <p:cNvPr id="33" name="Rectangle: Rounded Corners 32">
            <a:extLst>
              <a:ext uri="{FF2B5EF4-FFF2-40B4-BE49-F238E27FC236}">
                <a16:creationId xmlns:a16="http://schemas.microsoft.com/office/drawing/2014/main" id="{3FE2FC74-29AE-AB4F-FC5A-DAD9C2228024}"/>
              </a:ext>
            </a:extLst>
          </p:cNvPr>
          <p:cNvSpPr/>
          <p:nvPr/>
        </p:nvSpPr>
        <p:spPr bwMode="auto">
          <a:xfrm>
            <a:off x="4419334" y="4453008"/>
            <a:ext cx="1581609" cy="293327"/>
          </a:xfrm>
          <a:prstGeom prst="roundRect">
            <a:avLst>
              <a:gd name="adj" fmla="val 16870"/>
            </a:avLst>
          </a:prstGeom>
          <a:solidFill>
            <a:schemeClr val="bg1">
              <a:alpha val="50000"/>
            </a:schemeClr>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MCP server</a:t>
            </a:r>
          </a:p>
        </p:txBody>
      </p:sp>
      <p:sp>
        <p:nvSpPr>
          <p:cNvPr id="34" name="Rectangle: Rounded Corners 33">
            <a:extLst>
              <a:ext uri="{FF2B5EF4-FFF2-40B4-BE49-F238E27FC236}">
                <a16:creationId xmlns:a16="http://schemas.microsoft.com/office/drawing/2014/main" id="{EF10B802-7D41-35B5-09EF-89144669EF76}"/>
              </a:ext>
            </a:extLst>
          </p:cNvPr>
          <p:cNvSpPr/>
          <p:nvPr/>
        </p:nvSpPr>
        <p:spPr bwMode="auto">
          <a:xfrm>
            <a:off x="4419333" y="4837019"/>
            <a:ext cx="1581609" cy="293327"/>
          </a:xfrm>
          <a:prstGeom prst="roundRect">
            <a:avLst>
              <a:gd name="adj" fmla="val 16870"/>
            </a:avLst>
          </a:prstGeom>
          <a:solidFill>
            <a:schemeClr val="bg1">
              <a:alpha val="50000"/>
            </a:schemeClr>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Planning tools</a:t>
            </a:r>
          </a:p>
        </p:txBody>
      </p:sp>
      <p:pic>
        <p:nvPicPr>
          <p:cNvPr id="35" name="Graphic 34">
            <a:extLst>
              <a:ext uri="{FF2B5EF4-FFF2-40B4-BE49-F238E27FC236}">
                <a16:creationId xmlns:a16="http://schemas.microsoft.com/office/drawing/2014/main" id="{718251FF-735A-8A6B-AB89-858E09FA30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09998" y="2540103"/>
            <a:ext cx="605103" cy="605103"/>
          </a:xfrm>
          <a:prstGeom prst="rect">
            <a:avLst/>
          </a:prstGeom>
        </p:spPr>
      </p:pic>
      <p:sp>
        <p:nvSpPr>
          <p:cNvPr id="36" name="Rectangle 35">
            <a:extLst>
              <a:ext uri="{FF2B5EF4-FFF2-40B4-BE49-F238E27FC236}">
                <a16:creationId xmlns:a16="http://schemas.microsoft.com/office/drawing/2014/main" id="{FCC4CF3B-E8C0-E57B-B651-30A473721D85}"/>
              </a:ext>
            </a:extLst>
          </p:cNvPr>
          <p:cNvSpPr/>
          <p:nvPr/>
        </p:nvSpPr>
        <p:spPr bwMode="auto">
          <a:xfrm>
            <a:off x="6396302" y="2670310"/>
            <a:ext cx="1606062" cy="2472472"/>
          </a:xfrm>
          <a:prstGeom prst="rect">
            <a:avLst/>
          </a:prstGeom>
          <a:solidFill>
            <a:schemeClr val="bg1">
              <a:alpha val="60000"/>
            </a:schemeClr>
          </a:solidFill>
          <a:ln>
            <a:noFill/>
          </a:ln>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spAutoFit/>
          </a:bodyPr>
          <a:lstStyle/>
          <a:p>
            <a:pPr marL="9525" marR="0" lvl="0" indent="0" algn="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900" b="1" i="0" u="none" strike="noStrike" kern="1200" cap="none" spc="0" normalizeH="0" baseline="0" noProof="0">
                <a:ln>
                  <a:noFill/>
                </a:ln>
                <a:solidFill>
                  <a:srgbClr val="50658E"/>
                </a:solidFill>
                <a:effectLst/>
                <a:uLnTx/>
                <a:uFillTx/>
                <a:latin typeface="Arial" panose="020B0604020202020204"/>
                <a:ea typeface="Roboto" panose="02000000000000000000" pitchFamily="2" charset="0"/>
                <a:cs typeface="Segoe UI" panose="020B0502040204020203" pitchFamily="34" charset="0"/>
              </a:rPr>
              <a:t>INTEGRATIONS</a:t>
            </a:r>
          </a:p>
          <a:p>
            <a:pPr marL="9525" marR="0" lvl="0" indent="0" algn="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a:p>
            <a:pPr marL="9525"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Coding Agents</a:t>
            </a:r>
          </a:p>
          <a:p>
            <a:pPr marL="9525"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Claude / Anthropic</a:t>
            </a:r>
          </a:p>
          <a:p>
            <a:pPr marL="9525"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sym typeface="Wingdings" panose="05000000000000000000" pitchFamily="2" charset="2"/>
              </a:rPr>
              <a:t>Codex / OpenAI</a:t>
            </a:r>
          </a:p>
          <a:p>
            <a:pPr marL="9525"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sym typeface="Wingdings" panose="05000000000000000000" pitchFamily="2" charset="2"/>
              </a:rPr>
              <a:t>Cursor</a:t>
            </a:r>
          </a:p>
          <a:p>
            <a:pPr marL="9525"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sym typeface="Wingdings" panose="05000000000000000000" pitchFamily="2" charset="2"/>
            </a:endParaRPr>
          </a:p>
          <a:p>
            <a:pPr marL="9525"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sym typeface="Wingdings" panose="05000000000000000000" pitchFamily="2" charset="2"/>
              </a:rPr>
              <a:t>Project Trackers</a:t>
            </a:r>
          </a:p>
          <a:p>
            <a:pPr marL="9525"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sym typeface="Wingdings" panose="05000000000000000000" pitchFamily="2" charset="2"/>
              </a:rPr>
              <a:t>Jira, Azure DevOps</a:t>
            </a:r>
          </a:p>
          <a:p>
            <a:pPr marL="9525"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sym typeface="Wingdings" panose="05000000000000000000" pitchFamily="2" charset="2"/>
            </a:endParaRPr>
          </a:p>
          <a:p>
            <a:pPr marL="9525"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sym typeface="Wingdings" panose="05000000000000000000" pitchFamily="2" charset="2"/>
              </a:rPr>
              <a:t>CI / CD</a:t>
            </a:r>
          </a:p>
          <a:p>
            <a:pPr marL="9525"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sym typeface="Wingdings" panose="05000000000000000000" pitchFamily="2" charset="2"/>
              </a:rPr>
              <a:t>GitHub Actions</a:t>
            </a:r>
          </a:p>
          <a:p>
            <a:pPr marL="9525"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sym typeface="Wingdings" panose="05000000000000000000" pitchFamily="2" charset="2"/>
              </a:rPr>
              <a:t>Azure Pipelines</a:t>
            </a:r>
            <a:endParaRPr kumimoji="0" lang="en-US" sz="11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endParaRPr>
          </a:p>
        </p:txBody>
      </p:sp>
      <p:pic>
        <p:nvPicPr>
          <p:cNvPr id="37" name="Graphic 36">
            <a:extLst>
              <a:ext uri="{FF2B5EF4-FFF2-40B4-BE49-F238E27FC236}">
                <a16:creationId xmlns:a16="http://schemas.microsoft.com/office/drawing/2014/main" id="{5F5DA1A4-61DF-27D7-1CD1-6099763EAB7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5931878" y="2540103"/>
            <a:ext cx="605103" cy="605103"/>
          </a:xfrm>
          <a:prstGeom prst="rect">
            <a:avLst/>
          </a:prstGeom>
        </p:spPr>
      </p:pic>
      <p:grpSp>
        <p:nvGrpSpPr>
          <p:cNvPr id="41" name="Group 40">
            <a:extLst>
              <a:ext uri="{FF2B5EF4-FFF2-40B4-BE49-F238E27FC236}">
                <a16:creationId xmlns:a16="http://schemas.microsoft.com/office/drawing/2014/main" id="{C08F7B79-C2FF-0A7C-0CB1-1DF4687357FC}"/>
              </a:ext>
            </a:extLst>
          </p:cNvPr>
          <p:cNvGrpSpPr/>
          <p:nvPr/>
        </p:nvGrpSpPr>
        <p:grpSpPr>
          <a:xfrm>
            <a:off x="8571448" y="2354434"/>
            <a:ext cx="3157001" cy="3652282"/>
            <a:chOff x="8190937" y="1474840"/>
            <a:chExt cx="3157001" cy="3652282"/>
          </a:xfrm>
        </p:grpSpPr>
        <p:sp>
          <p:nvSpPr>
            <p:cNvPr id="42" name="TextBox 41">
              <a:extLst>
                <a:ext uri="{FF2B5EF4-FFF2-40B4-BE49-F238E27FC236}">
                  <a16:creationId xmlns:a16="http://schemas.microsoft.com/office/drawing/2014/main" id="{133D0CEF-8A69-E210-D038-F2AAF983ADDA}"/>
                </a:ext>
              </a:extLst>
            </p:cNvPr>
            <p:cNvSpPr txBox="1"/>
            <p:nvPr/>
          </p:nvSpPr>
          <p:spPr>
            <a:xfrm>
              <a:off x="8190937" y="1474840"/>
              <a:ext cx="3157001" cy="3652282"/>
            </a:xfrm>
            <a:prstGeom prst="rect">
              <a:avLst/>
            </a:prstGeom>
            <a:solidFill>
              <a:srgbClr val="070154"/>
            </a:solidFill>
          </p:spPr>
          <p:txBody>
            <a:bodyPr wrap="square" lIns="182880" tIns="182880" rIns="182880" bIns="182880">
              <a:spAutoFit/>
            </a:bodyPr>
            <a:lstStyle/>
            <a:p>
              <a:pPr marL="0" marR="0" lvl="0" indent="0" algn="l" defTabSz="914400" rtl="0" eaLnBrk="1" fontAlgn="auto" latinLnBrk="0" hangingPunct="1">
                <a:lnSpc>
                  <a:spcPct val="100000"/>
                </a:lnSpc>
                <a:spcBef>
                  <a:spcPts val="0"/>
                </a:spcBef>
                <a:spcAft>
                  <a:spcPts val="18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F900D3"/>
                  </a:solidFill>
                  <a:effectLst/>
                  <a:uLnTx/>
                  <a:uFillTx/>
                  <a:latin typeface="Arial" panose="020B0604020202020204"/>
                  <a:ea typeface="+mn-ea"/>
                  <a:cs typeface="+mn-cs"/>
                </a:rPr>
                <a:t>PURPOSE-BUILT TO ACCELERATE</a:t>
              </a:r>
              <a:endParaRPr kumimoji="0" lang="en-US" sz="1200" b="1" i="0" u="none" strike="noStrike" kern="1200" cap="none" spc="0" normalizeH="0" baseline="0" noProof="0">
                <a:ln>
                  <a:noFill/>
                </a:ln>
                <a:solidFill>
                  <a:srgbClr val="FFFFFF"/>
                </a:solidFill>
                <a:effectLst/>
                <a:uLnTx/>
                <a:uFillTx/>
                <a:latin typeface="Arial" panose="020B0604020202020204"/>
                <a:ea typeface="+mn-ea"/>
                <a:cs typeface="+mn-cs"/>
              </a:endParaRPr>
            </a:p>
            <a:p>
              <a:pPr marL="688975" marR="0" lvl="0" indent="0" algn="l"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FFFFFF"/>
                  </a:solidFill>
                  <a:effectLst/>
                  <a:uLnTx/>
                  <a:uFillTx/>
                  <a:latin typeface="Arial" panose="020B0604020202020204"/>
                  <a:ea typeface="+mn-ea"/>
                  <a:cs typeface="+mn-cs"/>
                </a:rPr>
                <a:t>Multiple Engagement Modes</a:t>
              </a:r>
            </a:p>
            <a:p>
              <a:pPr marL="688975" marR="0" lvl="0" indent="0" algn="l" defTabSz="914400" rtl="0" eaLnBrk="1" fontAlgn="auto" latinLnBrk="0" hangingPunct="1">
                <a:lnSpc>
                  <a:spcPct val="100000"/>
                </a:lnSpc>
                <a:spcBef>
                  <a:spcPts val="0"/>
                </a:spcBef>
                <a:spcAft>
                  <a:spcPts val="18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E8EEF8"/>
                  </a:solidFill>
                  <a:effectLst/>
                  <a:uLnTx/>
                  <a:uFillTx/>
                  <a:latin typeface="Arial" panose="020B0604020202020204"/>
                  <a:ea typeface="+mn-ea"/>
                  <a:cs typeface="+mn-cs"/>
                </a:rPr>
                <a:t>CLI, Hub UI, MCP, and API—local </a:t>
              </a:r>
              <a:br>
                <a:rPr kumimoji="0" lang="en-US" sz="1000" b="0" i="0" u="none" strike="noStrike" kern="1200" cap="none" spc="0" normalizeH="0" baseline="0" noProof="0">
                  <a:ln>
                    <a:noFill/>
                  </a:ln>
                  <a:solidFill>
                    <a:srgbClr val="E8EEF8"/>
                  </a:solidFill>
                  <a:effectLst/>
                  <a:uLnTx/>
                  <a:uFillTx/>
                  <a:latin typeface="Arial" panose="020B0604020202020204"/>
                  <a:ea typeface="+mn-ea"/>
                  <a:cs typeface="+mn-cs"/>
                </a:rPr>
              </a:br>
              <a:r>
                <a:rPr kumimoji="0" lang="en-US" sz="1000" b="0" i="0" u="none" strike="noStrike" kern="1200" cap="none" spc="0" normalizeH="0" baseline="0" noProof="0">
                  <a:ln>
                    <a:noFill/>
                  </a:ln>
                  <a:solidFill>
                    <a:srgbClr val="E8EEF8"/>
                  </a:solidFill>
                  <a:effectLst/>
                  <a:uLnTx/>
                  <a:uFillTx/>
                  <a:latin typeface="Arial" panose="020B0604020202020204"/>
                  <a:ea typeface="+mn-ea"/>
                  <a:cs typeface="+mn-cs"/>
                </a:rPr>
                <a:t>or cloud</a:t>
              </a:r>
            </a:p>
            <a:p>
              <a:pPr marL="688975" marR="0" lvl="0" indent="0" algn="l"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FFFFFF"/>
                  </a:solidFill>
                  <a:effectLst/>
                  <a:uLnTx/>
                  <a:uFillTx/>
                  <a:latin typeface="Arial" panose="020B0604020202020204"/>
                  <a:ea typeface="+mn-ea"/>
                  <a:cs typeface="+mn-cs"/>
                </a:rPr>
                <a:t>Agentic Intelligence</a:t>
              </a:r>
            </a:p>
            <a:p>
              <a:pPr marL="688975" marR="0" lvl="0" indent="0" algn="l" defTabSz="914400" rtl="0" eaLnBrk="1" fontAlgn="auto" latinLnBrk="0" hangingPunct="1">
                <a:lnSpc>
                  <a:spcPct val="100000"/>
                </a:lnSpc>
                <a:spcBef>
                  <a:spcPts val="0"/>
                </a:spcBef>
                <a:spcAft>
                  <a:spcPts val="18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E8EEF8"/>
                  </a:solidFill>
                  <a:effectLst/>
                  <a:uLnTx/>
                  <a:uFillTx/>
                  <a:latin typeface="Arial" panose="020B0604020202020204"/>
                  <a:ea typeface="+mn-ea"/>
                  <a:cs typeface="+mn-cs"/>
                </a:rPr>
                <a:t>Queries and updates evidence from </a:t>
              </a:r>
              <a:br>
                <a:rPr kumimoji="0" lang="en-US" sz="1000" b="0" i="0" u="none" strike="noStrike" kern="1200" cap="none" spc="0" normalizeH="0" baseline="0" noProof="0">
                  <a:ln>
                    <a:noFill/>
                  </a:ln>
                  <a:solidFill>
                    <a:srgbClr val="E8EEF8"/>
                  </a:solidFill>
                  <a:effectLst/>
                  <a:uLnTx/>
                  <a:uFillTx/>
                  <a:latin typeface="Arial" panose="020B0604020202020204"/>
                  <a:ea typeface="+mn-ea"/>
                  <a:cs typeface="+mn-cs"/>
                </a:rPr>
              </a:br>
              <a:r>
                <a:rPr kumimoji="0" lang="en-US" sz="1000" b="0" i="0" u="none" strike="noStrike" kern="1200" cap="none" spc="0" normalizeH="0" baseline="0" noProof="0">
                  <a:ln>
                    <a:noFill/>
                  </a:ln>
                  <a:solidFill>
                    <a:srgbClr val="E8EEF8"/>
                  </a:solidFill>
                  <a:effectLst/>
                  <a:uLnTx/>
                  <a:uFillTx/>
                  <a:latin typeface="Arial" panose="020B0604020202020204"/>
                  <a:ea typeface="+mn-ea"/>
                  <a:cs typeface="+mn-cs"/>
                </a:rPr>
                <a:t>user input and code findings</a:t>
              </a:r>
            </a:p>
            <a:p>
              <a:pPr marL="688975" marR="0" lvl="0" indent="0" algn="l"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FFFFFF"/>
                  </a:solidFill>
                  <a:effectLst/>
                  <a:uLnTx/>
                  <a:uFillTx/>
                  <a:latin typeface="Arial" panose="020B0604020202020204"/>
                  <a:ea typeface="+mn-ea"/>
                  <a:cs typeface="+mn-cs"/>
                </a:rPr>
                <a:t>Flexible Storage</a:t>
              </a:r>
            </a:p>
            <a:p>
              <a:pPr marL="688975" marR="0" lvl="0" indent="0" algn="l" defTabSz="914400" rtl="0" eaLnBrk="1" fontAlgn="auto" latinLnBrk="0" hangingPunct="1">
                <a:lnSpc>
                  <a:spcPct val="100000"/>
                </a:lnSpc>
                <a:spcBef>
                  <a:spcPts val="0"/>
                </a:spcBef>
                <a:spcAft>
                  <a:spcPts val="18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E8EEF8"/>
                  </a:solidFill>
                  <a:effectLst/>
                  <a:uLnTx/>
                  <a:uFillTx/>
                  <a:latin typeface="Arial" panose="020B0604020202020204"/>
                  <a:ea typeface="+mn-ea"/>
                  <a:cs typeface="+mn-cs"/>
                </a:rPr>
                <a:t>SQLite for portability, PostgreSQL, </a:t>
              </a:r>
              <a:br>
                <a:rPr kumimoji="0" lang="en-US" sz="1000" b="0" i="0" u="none" strike="noStrike" kern="1200" cap="none" spc="0" normalizeH="0" baseline="0" noProof="0">
                  <a:ln>
                    <a:noFill/>
                  </a:ln>
                  <a:solidFill>
                    <a:srgbClr val="E8EEF8"/>
                  </a:solidFill>
                  <a:effectLst/>
                  <a:uLnTx/>
                  <a:uFillTx/>
                  <a:latin typeface="Arial" panose="020B0604020202020204"/>
                  <a:ea typeface="+mn-ea"/>
                  <a:cs typeface="+mn-cs"/>
                </a:rPr>
              </a:br>
              <a:r>
                <a:rPr kumimoji="0" lang="en-US" sz="1000" b="0" i="0" u="none" strike="noStrike" kern="1200" cap="none" spc="0" normalizeH="0" baseline="0" noProof="0">
                  <a:ln>
                    <a:noFill/>
                  </a:ln>
                  <a:solidFill>
                    <a:srgbClr val="E8EEF8"/>
                  </a:solidFill>
                  <a:effectLst/>
                  <a:uLnTx/>
                  <a:uFillTx/>
                  <a:latin typeface="Arial" panose="020B0604020202020204"/>
                  <a:ea typeface="+mn-ea"/>
                  <a:cs typeface="+mn-cs"/>
                </a:rPr>
                <a:t>or Neo4j for scale</a:t>
              </a:r>
            </a:p>
            <a:p>
              <a:pPr marL="688975" marR="0" lvl="0" indent="0" algn="l"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FFFFFF"/>
                  </a:solidFill>
                  <a:effectLst/>
                  <a:uLnTx/>
                  <a:uFillTx/>
                  <a:latin typeface="Arial" panose="020B0604020202020204"/>
                  <a:ea typeface="+mn-ea"/>
                  <a:cs typeface="+mn-cs"/>
                </a:rPr>
                <a:t>Built for Delivery Teams</a:t>
              </a:r>
            </a:p>
            <a:p>
              <a:pPr marL="688975" marR="0" lvl="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E8EEF8"/>
                  </a:solidFill>
                  <a:effectLst/>
                  <a:uLnTx/>
                  <a:uFillTx/>
                  <a:latin typeface="Arial" panose="020B0604020202020204"/>
                  <a:ea typeface="+mn-ea"/>
                  <a:cs typeface="+mn-cs"/>
                </a:rPr>
                <a:t>Consultants, engineers, and coding agents working together</a:t>
              </a:r>
            </a:p>
          </p:txBody>
        </p:sp>
        <p:pic>
          <p:nvPicPr>
            <p:cNvPr id="43" name="Graphic 42">
              <a:extLst>
                <a:ext uri="{FF2B5EF4-FFF2-40B4-BE49-F238E27FC236}">
                  <a16:creationId xmlns:a16="http://schemas.microsoft.com/office/drawing/2014/main" id="{82DD81BE-5F00-5763-FFEE-6DFAD7736B6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96093" y="2883615"/>
              <a:ext cx="457200" cy="457200"/>
            </a:xfrm>
            <a:prstGeom prst="rect">
              <a:avLst/>
            </a:prstGeom>
          </p:spPr>
        </p:pic>
        <p:pic>
          <p:nvPicPr>
            <p:cNvPr id="44" name="Graphic 43">
              <a:extLst>
                <a:ext uri="{FF2B5EF4-FFF2-40B4-BE49-F238E27FC236}">
                  <a16:creationId xmlns:a16="http://schemas.microsoft.com/office/drawing/2014/main" id="{5AB8584A-9CB5-1A9B-6172-DA66B9C9C76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96093" y="2115528"/>
              <a:ext cx="457200" cy="457200"/>
            </a:xfrm>
            <a:prstGeom prst="rect">
              <a:avLst/>
            </a:prstGeom>
          </p:spPr>
        </p:pic>
        <p:pic>
          <p:nvPicPr>
            <p:cNvPr id="45" name="Graphic 44">
              <a:extLst>
                <a:ext uri="{FF2B5EF4-FFF2-40B4-BE49-F238E27FC236}">
                  <a16:creationId xmlns:a16="http://schemas.microsoft.com/office/drawing/2014/main" id="{7AE7CC28-B29E-4FCC-6EEC-4032762F97C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96093" y="3671129"/>
              <a:ext cx="457200" cy="457200"/>
            </a:xfrm>
            <a:prstGeom prst="rect">
              <a:avLst/>
            </a:prstGeom>
          </p:spPr>
        </p:pic>
        <p:pic>
          <p:nvPicPr>
            <p:cNvPr id="46" name="Graphic 45">
              <a:extLst>
                <a:ext uri="{FF2B5EF4-FFF2-40B4-BE49-F238E27FC236}">
                  <a16:creationId xmlns:a16="http://schemas.microsoft.com/office/drawing/2014/main" id="{EC130572-3603-89E8-B993-4A5D531D4FD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96093" y="4436993"/>
              <a:ext cx="457200" cy="457200"/>
            </a:xfrm>
            <a:prstGeom prst="rect">
              <a:avLst/>
            </a:prstGeom>
          </p:spPr>
        </p:pic>
      </p:grpSp>
      <p:pic>
        <p:nvPicPr>
          <p:cNvPr id="49" name="Graphic 48">
            <a:extLst>
              <a:ext uri="{FF2B5EF4-FFF2-40B4-BE49-F238E27FC236}">
                <a16:creationId xmlns:a16="http://schemas.microsoft.com/office/drawing/2014/main" id="{FF85E462-0F1E-9AB0-511D-B08347E958B1}"/>
              </a:ext>
            </a:extLst>
          </p:cNvPr>
          <p:cNvPicPr>
            <a:picLocks noChangeAspect="1"/>
          </p:cNvPicPr>
          <p:nvPr/>
        </p:nvPicPr>
        <p:blipFill>
          <a:blip>
            <a:extLst>
              <a:ext uri="{96DAC541-7B7A-43D3-8B79-37D633B846F1}">
                <asvg:svgBlip xmlns:asvg="http://schemas.microsoft.com/office/drawing/2016/SVG/main" r:embed="rId10"/>
              </a:ext>
            </a:extLst>
          </a:blip>
          <a:srcRect l="81699"/>
          <a:stretch>
            <a:fillRect/>
          </a:stretch>
        </p:blipFill>
        <p:spPr>
          <a:xfrm rot="2710200" flipV="1">
            <a:off x="8854061" y="2222098"/>
            <a:ext cx="177746" cy="971236"/>
          </a:xfrm>
          <a:prstGeom prst="rect">
            <a:avLst/>
          </a:prstGeom>
        </p:spPr>
      </p:pic>
      <p:sp>
        <p:nvSpPr>
          <p:cNvPr id="50" name="TextBox 38">
            <a:extLst>
              <a:ext uri="{FF2B5EF4-FFF2-40B4-BE49-F238E27FC236}">
                <a16:creationId xmlns:a16="http://schemas.microsoft.com/office/drawing/2014/main" id="{88DE084C-12F1-0E3F-7D67-9E33A3B518E3}"/>
              </a:ext>
            </a:extLst>
          </p:cNvPr>
          <p:cNvSpPr txBox="1"/>
          <p:nvPr/>
        </p:nvSpPr>
        <p:spPr>
          <a:xfrm>
            <a:off x="4140851" y="5624304"/>
            <a:ext cx="1858407" cy="418576"/>
          </a:xfrm>
          <a:prstGeom prst="rect">
            <a:avLst/>
          </a:prstGeom>
          <a:noFill/>
        </p:spPr>
        <p:txBody>
          <a:bodyPr wrap="square" lIns="0" tIns="0" rIns="0" bIns="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a:lstStyle>
          <a:p>
            <a:pPr marL="0" marR="0" lvl="0" indent="0" algn="ctr" defTabSz="914400" rtl="0" eaLnBrk="1" fontAlgn="auto" latinLnBrk="0" hangingPunct="1">
              <a:lnSpc>
                <a:spcPct val="85000"/>
              </a:lnSpc>
              <a:spcBef>
                <a:spcPts val="0"/>
              </a:spcBef>
              <a:spcAft>
                <a:spcPts val="4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10+ pre-built workflows</a:t>
            </a:r>
            <a:br>
              <a:rPr kumimoji="0" lang="en-US" sz="12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br>
            <a:r>
              <a:rPr kumimoji="0" lang="en-US" sz="10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leveraging AI for code understanding and rebuild</a:t>
            </a:r>
          </a:p>
        </p:txBody>
      </p:sp>
      <p:sp>
        <p:nvSpPr>
          <p:cNvPr id="51" name="TextBox 39">
            <a:extLst>
              <a:ext uri="{FF2B5EF4-FFF2-40B4-BE49-F238E27FC236}">
                <a16:creationId xmlns:a16="http://schemas.microsoft.com/office/drawing/2014/main" id="{9ABE43D1-E157-7066-2DBB-DB622F922223}"/>
              </a:ext>
            </a:extLst>
          </p:cNvPr>
          <p:cNvSpPr txBox="1"/>
          <p:nvPr/>
        </p:nvSpPr>
        <p:spPr>
          <a:xfrm>
            <a:off x="6526703" y="5624304"/>
            <a:ext cx="1475661" cy="418576"/>
          </a:xfrm>
          <a:prstGeom prst="rect">
            <a:avLst/>
          </a:prstGeom>
          <a:noFill/>
        </p:spPr>
        <p:txBody>
          <a:bodyPr wrap="square" lIns="0" tIns="0" rIns="0" bIns="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a:lstStyle>
          <a:p>
            <a:pPr marL="0" marR="0" lvl="0" indent="0" algn="ctr" defTabSz="914400" rtl="0" eaLnBrk="1" fontAlgn="auto" latinLnBrk="0" hangingPunct="1">
              <a:lnSpc>
                <a:spcPct val="85000"/>
              </a:lnSpc>
              <a:spcBef>
                <a:spcPts val="0"/>
              </a:spcBef>
              <a:spcAft>
                <a:spcPts val="4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Up to 80% savings</a:t>
            </a:r>
            <a:br>
              <a:rPr kumimoji="0" lang="en-US" sz="12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br>
            <a:r>
              <a:rPr kumimoji="0" lang="en-US" sz="10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in migration and re-engineering effort</a:t>
            </a:r>
          </a:p>
        </p:txBody>
      </p:sp>
      <p:sp>
        <p:nvSpPr>
          <p:cNvPr id="52" name="TextBox 20">
            <a:extLst>
              <a:ext uri="{FF2B5EF4-FFF2-40B4-BE49-F238E27FC236}">
                <a16:creationId xmlns:a16="http://schemas.microsoft.com/office/drawing/2014/main" id="{D69FF4C3-EC87-2F56-93DB-FD9D0BAB47E6}"/>
              </a:ext>
            </a:extLst>
          </p:cNvPr>
          <p:cNvSpPr txBox="1"/>
          <p:nvPr/>
        </p:nvSpPr>
        <p:spPr>
          <a:xfrm>
            <a:off x="2043260" y="5630844"/>
            <a:ext cx="1528306" cy="405496"/>
          </a:xfrm>
          <a:prstGeom prst="rect">
            <a:avLst/>
          </a:prstGeom>
          <a:noFill/>
        </p:spPr>
        <p:txBody>
          <a:bodyPr wrap="square" lIns="0" tIns="0" rIns="0" bIns="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260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4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a:lstStyle>
          <a:p>
            <a:pPr marL="0" marR="0" lvl="0" indent="0" algn="ctr" defTabSz="914400" rtl="0" eaLnBrk="1" fontAlgn="auto" latinLnBrk="0" hangingPunct="1">
              <a:lnSpc>
                <a:spcPct val="85000"/>
              </a:lnSpc>
              <a:spcBef>
                <a:spcPts val="0"/>
              </a:spcBef>
              <a:spcAft>
                <a:spcPts val="400"/>
              </a:spcAft>
              <a:buClrTx/>
              <a:buSzTx/>
              <a:buFont typeface="Arial" panose="020B0604020202020204" pitchFamily="34" charset="0"/>
              <a:buNone/>
              <a:tabLst/>
              <a:defRPr/>
            </a:pPr>
            <a:r>
              <a:rPr kumimoji="0" lang="en-US" sz="1100" b="1"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Less than 12 months </a:t>
            </a:r>
            <a:br>
              <a:rPr kumimoji="0" lang="en-US" sz="10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br>
            <a:r>
              <a:rPr kumimoji="0" lang="en-US" sz="10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to modernize, where it used to take 3–5 years</a:t>
            </a:r>
          </a:p>
        </p:txBody>
      </p:sp>
      <p:sp>
        <p:nvSpPr>
          <p:cNvPr id="53" name="Text Placeholder 9">
            <a:extLst>
              <a:ext uri="{FF2B5EF4-FFF2-40B4-BE49-F238E27FC236}">
                <a16:creationId xmlns:a16="http://schemas.microsoft.com/office/drawing/2014/main" id="{E691D416-7631-B5C3-7414-8673703BA102}"/>
              </a:ext>
            </a:extLst>
          </p:cNvPr>
          <p:cNvSpPr txBox="1">
            <a:spLocks/>
          </p:cNvSpPr>
          <p:nvPr/>
        </p:nvSpPr>
        <p:spPr>
          <a:xfrm>
            <a:off x="469230" y="5674317"/>
            <a:ext cx="1173680" cy="3323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0" i="0" kern="1200">
                <a:solidFill>
                  <a:schemeClr val="tx1"/>
                </a:solidFill>
                <a:latin typeface="+mn-lt"/>
                <a:ea typeface="+mn-ea"/>
                <a:cs typeface="+mn-cs"/>
              </a:defRPr>
            </a:lvl1pPr>
            <a:lvl2pPr marL="285750" indent="-276225" algn="l" defTabSz="914400" rtl="0" eaLnBrk="1" latinLnBrk="0" hangingPunct="1">
              <a:lnSpc>
                <a:spcPct val="100000"/>
              </a:lnSpc>
              <a:spcBef>
                <a:spcPts val="0"/>
              </a:spcBef>
              <a:spcAft>
                <a:spcPts val="600"/>
              </a:spcAft>
              <a:buFont typeface="Arial" panose="020B0604020202020204" pitchFamily="34" charset="0"/>
              <a:buChar char="•"/>
              <a:tabLst/>
              <a:defRPr sz="1200" b="0" i="0" kern="1200">
                <a:solidFill>
                  <a:schemeClr val="tx1"/>
                </a:solidFill>
                <a:latin typeface="+mn-lt"/>
                <a:ea typeface="+mn-ea"/>
                <a:cs typeface="+mn-cs"/>
              </a:defRPr>
            </a:lvl2pPr>
            <a:lvl3pPr marL="628650" indent="-285750" algn="l" defTabSz="914400" rtl="0" eaLnBrk="1" latinLnBrk="0" hangingPunct="1">
              <a:lnSpc>
                <a:spcPct val="100000"/>
              </a:lnSpc>
              <a:spcBef>
                <a:spcPts val="0"/>
              </a:spcBef>
              <a:spcAft>
                <a:spcPts val="600"/>
              </a:spcAft>
              <a:buFont typeface="Arial" panose="020B0604020202020204" pitchFamily="34" charset="0"/>
              <a:buChar char="•"/>
              <a:tabLst/>
              <a:defRPr sz="1200" b="0" i="0" kern="1200">
                <a:solidFill>
                  <a:schemeClr val="tx1"/>
                </a:solidFill>
                <a:latin typeface="+mn-lt"/>
                <a:ea typeface="+mn-ea"/>
                <a:cs typeface="+mn-cs"/>
              </a:defRPr>
            </a:lvl3pPr>
            <a:lvl4pPr marL="973138" indent="-276225" algn="l" defTabSz="914400" rtl="0" eaLnBrk="1" latinLnBrk="0" hangingPunct="1">
              <a:lnSpc>
                <a:spcPct val="100000"/>
              </a:lnSpc>
              <a:spcBef>
                <a:spcPts val="0"/>
              </a:spcBef>
              <a:spcAft>
                <a:spcPts val="600"/>
              </a:spcAft>
              <a:buFont typeface="Arial" panose="020B0604020202020204" pitchFamily="34" charset="0"/>
              <a:buChar char="•"/>
              <a:tabLst/>
              <a:defRPr sz="1200" b="0" i="0" kern="1200">
                <a:solidFill>
                  <a:schemeClr val="tx1"/>
                </a:solidFill>
                <a:latin typeface="+mn-lt"/>
                <a:ea typeface="+mn-ea"/>
                <a:cs typeface="+mn-cs"/>
              </a:defRPr>
            </a:lvl4pPr>
            <a:lvl5pPr marL="1317625" indent="-287338" algn="l" defTabSz="914400" rtl="0" eaLnBrk="1" latinLnBrk="0" hangingPunct="1">
              <a:lnSpc>
                <a:spcPct val="100000"/>
              </a:lnSpc>
              <a:spcBef>
                <a:spcPts val="0"/>
              </a:spcBef>
              <a:spcAft>
                <a:spcPts val="600"/>
              </a:spcAft>
              <a:buFont typeface="Arial" panose="020B0604020202020204" pitchFamily="34" charset="0"/>
              <a:buChar char="•"/>
              <a:tabLst/>
              <a:defRPr sz="1200" b="0" i="0" kern="1200">
                <a:solidFill>
                  <a:schemeClr val="tx1"/>
                </a:solidFill>
                <a:latin typeface="+mn-lt"/>
                <a:ea typeface="+mn-ea"/>
                <a:cs typeface="+mn-cs"/>
              </a:defRPr>
            </a:lvl5pPr>
            <a:lvl6pPr marL="182880" indent="-182880" algn="l" defTabSz="914400" rtl="0" eaLnBrk="1" latinLnBrk="0" hangingPunct="1">
              <a:lnSpc>
                <a:spcPct val="100000"/>
              </a:lnSpc>
              <a:spcBef>
                <a:spcPts val="0"/>
              </a:spcBef>
              <a:spcAft>
                <a:spcPts val="400"/>
              </a:spcAft>
              <a:buFont typeface="Arial" panose="020B0604020202020204" pitchFamily="34" charset="0"/>
              <a:buAutoNum type="arabicPeriod"/>
              <a:defRPr sz="1200" kern="1200">
                <a:solidFill>
                  <a:schemeClr val="tx1"/>
                </a:solidFill>
                <a:latin typeface="+mn-lt"/>
                <a:ea typeface="+mn-ea"/>
                <a:cs typeface="+mn-cs"/>
              </a:defRPr>
            </a:lvl6pPr>
            <a:lvl7pPr marL="365760" indent="-182880" algn="l" defTabSz="914400" rtl="0" eaLnBrk="1" latinLnBrk="0" hangingPunct="1">
              <a:lnSpc>
                <a:spcPct val="100000"/>
              </a:lnSpc>
              <a:spcBef>
                <a:spcPts val="0"/>
              </a:spcBef>
              <a:spcAft>
                <a:spcPts val="600"/>
              </a:spcAft>
              <a:buFont typeface="Arial" panose="020B0604020202020204" pitchFamily="34" charset="0"/>
              <a:buAutoNum type="arabicPeriod"/>
              <a:defRPr sz="1200" kern="1200">
                <a:solidFill>
                  <a:schemeClr val="tx1"/>
                </a:solidFill>
                <a:latin typeface="+mn-lt"/>
                <a:ea typeface="+mn-ea"/>
                <a:cs typeface="+mn-cs"/>
              </a:defRPr>
            </a:lvl7pPr>
            <a:lvl8pPr marL="548640" indent="-18288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4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70154"/>
                </a:solidFill>
                <a:effectLst/>
                <a:uLnTx/>
                <a:uFillTx/>
                <a:latin typeface="Arial" panose="020B0604020202020204"/>
                <a:ea typeface="+mn-ea"/>
                <a:cs typeface="+mn-cs"/>
              </a:rPr>
              <a:t>VALUE</a:t>
            </a:r>
          </a:p>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70154"/>
                </a:solidFill>
                <a:effectLst/>
                <a:uLnTx/>
                <a:uFillTx/>
                <a:latin typeface="Arial" panose="020B0604020202020204"/>
                <a:ea typeface="+mn-ea"/>
                <a:cs typeface="+mn-cs"/>
              </a:rPr>
              <a:t>DELIVERED</a:t>
            </a:r>
          </a:p>
        </p:txBody>
      </p:sp>
      <p:cxnSp>
        <p:nvCxnSpPr>
          <p:cNvPr id="54" name="Straight Connector 53">
            <a:extLst>
              <a:ext uri="{FF2B5EF4-FFF2-40B4-BE49-F238E27FC236}">
                <a16:creationId xmlns:a16="http://schemas.microsoft.com/office/drawing/2014/main" id="{61729B3F-2230-81A7-2B65-37F25274CBA9}"/>
              </a:ext>
            </a:extLst>
          </p:cNvPr>
          <p:cNvCxnSpPr>
            <a:cxnSpLocks/>
          </p:cNvCxnSpPr>
          <p:nvPr/>
        </p:nvCxnSpPr>
        <p:spPr>
          <a:xfrm>
            <a:off x="3867141" y="5650712"/>
            <a:ext cx="0" cy="365760"/>
          </a:xfrm>
          <a:prstGeom prst="line">
            <a:avLst/>
          </a:prstGeom>
          <a:ln w="12700" cap="rnd">
            <a:solidFill>
              <a:schemeClr val="accent3"/>
            </a:soli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92AB9C0A-42A3-BD4A-B584-19385F2D863D}"/>
              </a:ext>
            </a:extLst>
          </p:cNvPr>
          <p:cNvCxnSpPr>
            <a:cxnSpLocks/>
          </p:cNvCxnSpPr>
          <p:nvPr/>
        </p:nvCxnSpPr>
        <p:spPr>
          <a:xfrm>
            <a:off x="6284198" y="5650712"/>
            <a:ext cx="0" cy="365760"/>
          </a:xfrm>
          <a:prstGeom prst="line">
            <a:avLst/>
          </a:prstGeom>
          <a:ln w="12700"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56" name="Isosceles Triangle 55">
            <a:extLst>
              <a:ext uri="{FF2B5EF4-FFF2-40B4-BE49-F238E27FC236}">
                <a16:creationId xmlns:a16="http://schemas.microsoft.com/office/drawing/2014/main" id="{3F936A74-68EE-83E3-6B0C-148B1CB60BC7}"/>
              </a:ext>
            </a:extLst>
          </p:cNvPr>
          <p:cNvSpPr/>
          <p:nvPr/>
        </p:nvSpPr>
        <p:spPr bwMode="auto">
          <a:xfrm rot="5400000">
            <a:off x="1450968" y="5771937"/>
            <a:ext cx="274320" cy="137160"/>
          </a:xfrm>
          <a:prstGeom prst="triangle">
            <a:avLst/>
          </a:prstGeom>
          <a:solidFill>
            <a:schemeClr val="tx2"/>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lvl="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endParaRPr>
          </a:p>
        </p:txBody>
      </p:sp>
      <p:sp>
        <p:nvSpPr>
          <p:cNvPr id="58" name="TextBox 57">
            <a:extLst>
              <a:ext uri="{FF2B5EF4-FFF2-40B4-BE49-F238E27FC236}">
                <a16:creationId xmlns:a16="http://schemas.microsoft.com/office/drawing/2014/main" id="{1CC81542-038A-F802-F498-E842F7E6ABF2}"/>
              </a:ext>
            </a:extLst>
          </p:cNvPr>
          <p:cNvSpPr txBox="1"/>
          <p:nvPr/>
        </p:nvSpPr>
        <p:spPr>
          <a:xfrm>
            <a:off x="469230" y="1441202"/>
            <a:ext cx="10801744" cy="64633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070154"/>
                </a:solidFill>
                <a:effectLst/>
                <a:uLnTx/>
                <a:uFillTx/>
                <a:latin typeface="Arial" panose="020B0604020202020204"/>
                <a:ea typeface="+mn-ea"/>
                <a:cs typeface="Arial" panose="020B0604020202020204" pitchFamily="34" charset="0"/>
              </a:rPr>
              <a:t>Unlike coding agents, Intellio</a:t>
            </a:r>
            <a:r>
              <a:rPr kumimoji="0" lang="en-US" sz="1400" b="0" i="0" u="none" strike="noStrike" kern="1200" cap="none" spc="0" normalizeH="0" baseline="30000" noProof="0">
                <a:ln>
                  <a:noFill/>
                </a:ln>
                <a:solidFill>
                  <a:srgbClr val="070154"/>
                </a:solidFill>
                <a:effectLst/>
                <a:uLnTx/>
                <a:uFillTx/>
                <a:latin typeface="Arial" panose="020B0604020202020204"/>
                <a:ea typeface="+mn-ea"/>
                <a:cs typeface="Arial" panose="020B0604020202020204" pitchFamily="34" charset="0"/>
              </a:rPr>
              <a:t>®</a:t>
            </a:r>
            <a:r>
              <a:rPr kumimoji="0" lang="en-US" sz="1400" b="0" i="0" u="none" strike="noStrike" kern="1200" cap="none" spc="0" normalizeH="0" baseline="0" noProof="0">
                <a:ln>
                  <a:noFill/>
                </a:ln>
                <a:solidFill>
                  <a:srgbClr val="070154"/>
                </a:solidFill>
                <a:effectLst/>
                <a:uLnTx/>
                <a:uFillTx/>
                <a:latin typeface="Arial" panose="020B0604020202020204"/>
                <a:ea typeface="+mn-ea"/>
                <a:cs typeface="Arial" panose="020B0604020202020204" pitchFamily="34" charset="0"/>
              </a:rPr>
              <a:t> Evolve goes </a:t>
            </a:r>
            <a:r>
              <a:rPr kumimoji="0" lang="en-US" sz="1400" b="1" i="0" u="none" strike="noStrike" kern="1200" cap="none" spc="0" normalizeH="0" baseline="0" noProof="0">
                <a:ln>
                  <a:noFill/>
                </a:ln>
                <a:solidFill>
                  <a:srgbClr val="0047FF"/>
                </a:solidFill>
                <a:effectLst/>
                <a:uLnTx/>
                <a:uFillTx/>
                <a:latin typeface="Arial" panose="020B0604020202020204"/>
                <a:ea typeface="+mn-ea"/>
                <a:cs typeface="Arial" panose="020B0604020202020204" pitchFamily="34" charset="0"/>
              </a:rPr>
              <a:t>beyond just code modernization</a:t>
            </a:r>
            <a:r>
              <a:rPr kumimoji="0" lang="en-US" sz="1400" b="0" i="0" u="none" strike="noStrike" kern="1200" cap="none" spc="0" normalizeH="0" baseline="0" noProof="0">
                <a:ln>
                  <a:noFill/>
                </a:ln>
                <a:solidFill>
                  <a:srgbClr val="070154"/>
                </a:solidFill>
                <a:effectLst/>
                <a:uLnTx/>
                <a:uFillTx/>
                <a:latin typeface="Arial" panose="020B0604020202020204"/>
                <a:ea typeface="+mn-ea"/>
                <a:cs typeface="Arial" panose="020B0604020202020204" pitchFamily="34" charset="0"/>
              </a:rPr>
              <a:t>. It deepens legacy software understanding—converting “tribal knowledge” into structured insight. And it combines agentic workflows and an AI-powered SDLC delivery approach with co-creation alongside client teams to ensure a successful and sustained transformation.</a:t>
            </a:r>
            <a:endParaRPr kumimoji="0" lang="en-US" sz="1400" b="0" i="0" u="none" strike="noStrike" kern="1200" cap="none" spc="0" normalizeH="0" baseline="0" noProof="0">
              <a:ln>
                <a:noFill/>
              </a:ln>
              <a:solidFill>
                <a:srgbClr val="070154"/>
              </a:solidFill>
              <a:effectLst/>
              <a:uLnTx/>
              <a:uFillTx/>
              <a:latin typeface="Arial" panose="020B0604020202020204"/>
              <a:ea typeface="+mn-ea"/>
              <a:cs typeface="+mn-cs"/>
            </a:endParaRPr>
          </a:p>
        </p:txBody>
      </p:sp>
      <p:pic>
        <p:nvPicPr>
          <p:cNvPr id="64" name="Graphic 63">
            <a:extLst>
              <a:ext uri="{FF2B5EF4-FFF2-40B4-BE49-F238E27FC236}">
                <a16:creationId xmlns:a16="http://schemas.microsoft.com/office/drawing/2014/main" id="{1DAF3648-4266-9F63-D912-79CA3E40FFE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rot="120000">
            <a:off x="4419452" y="1782411"/>
            <a:ext cx="778713" cy="583516"/>
          </a:xfrm>
          <a:prstGeom prst="rect">
            <a:avLst/>
          </a:prstGeom>
        </p:spPr>
      </p:pic>
    </p:spTree>
    <p:extLst>
      <p:ext uri="{BB962C8B-B14F-4D97-AF65-F5344CB8AC3E}">
        <p14:creationId xmlns:p14="http://schemas.microsoft.com/office/powerpoint/2010/main" val="3012665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9E477-7007-0C62-7D21-8E5E7ED74A38}"/>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1751FD4-D0B9-7082-668F-6AD431C9485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51751FD4-D0B9-7082-668F-6AD431C9485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C7C3776-1AE6-321E-F3C7-2A5BE67EC232}"/>
              </a:ext>
            </a:extLst>
          </p:cNvPr>
          <p:cNvSpPr>
            <a:spLocks noGrp="1"/>
          </p:cNvSpPr>
          <p:nvPr>
            <p:ph type="title"/>
          </p:nvPr>
        </p:nvSpPr>
        <p:spPr/>
        <p:txBody>
          <a:bodyPr vert="horz" anchor="ctr"/>
          <a:lstStyle/>
          <a:p>
            <a:r>
              <a:rPr lang="en-US"/>
              <a:t>Automated Performance Testing and Operability Approach</a:t>
            </a:r>
          </a:p>
        </p:txBody>
      </p:sp>
      <p:sp>
        <p:nvSpPr>
          <p:cNvPr id="4" name="Footer Placeholder 3">
            <a:extLst>
              <a:ext uri="{FF2B5EF4-FFF2-40B4-BE49-F238E27FC236}">
                <a16:creationId xmlns:a16="http://schemas.microsoft.com/office/drawing/2014/main" id="{AFE88F80-DA9C-7CE2-A633-22502AE08CE3}"/>
              </a:ext>
            </a:extLst>
          </p:cNvPr>
          <p:cNvSpPr>
            <a:spLocks noGrp="1"/>
          </p:cNvSpPr>
          <p:nvPr>
            <p:ph type="ftr" sz="quarter" idx="24"/>
          </p:nvPr>
        </p:nvSpPr>
        <p:spPr/>
        <p:txBody>
          <a:bodyPr/>
          <a:lstStyle/>
          <a:p>
            <a:r>
              <a:rPr lang="en-US"/>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F1866CD2-3FA4-B60A-9E2E-B32F04A43AE2}"/>
              </a:ext>
            </a:extLst>
          </p:cNvPr>
          <p:cNvSpPr>
            <a:spLocks noGrp="1"/>
          </p:cNvSpPr>
          <p:nvPr>
            <p:ph type="sldNum" sz="quarter" idx="25"/>
          </p:nvPr>
        </p:nvSpPr>
        <p:spPr/>
        <p:txBody>
          <a:bodyPr/>
          <a:lstStyle/>
          <a:p>
            <a:fld id="{63DCA5C9-2E11-4C67-86EB-AE1DE127DC64}" type="slidenum">
              <a:rPr lang="en-US" smtClean="0"/>
              <a:pPr/>
              <a:t>15</a:t>
            </a:fld>
            <a:endParaRPr lang="en-US"/>
          </a:p>
        </p:txBody>
      </p:sp>
    </p:spTree>
    <p:extLst>
      <p:ext uri="{BB962C8B-B14F-4D97-AF65-F5344CB8AC3E}">
        <p14:creationId xmlns:p14="http://schemas.microsoft.com/office/powerpoint/2010/main" val="1212979147"/>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87E4F-EEAC-752D-7705-6653D9E1A0B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136CE4-282C-A5F2-EBBA-DAE00D54E2A2}"/>
              </a:ext>
            </a:extLst>
          </p:cNvPr>
          <p:cNvSpPr>
            <a:spLocks noGrp="1"/>
          </p:cNvSpPr>
          <p:nvPr>
            <p:ph idx="1"/>
          </p:nvPr>
        </p:nvSpPr>
        <p:spPr/>
        <p:txBody>
          <a:bodyPr/>
          <a:lstStyle/>
          <a:p>
            <a:r>
              <a:rPr lang="en-US"/>
              <a:t>How the team measures and diagnoses desktop, API, service, database, infrastructure, concurrency, scale, and soak performance. </a:t>
            </a:r>
          </a:p>
          <a:p>
            <a:endParaRPr lang="en-US"/>
          </a:p>
          <a:p>
            <a:pPr marL="285750" indent="-285750">
              <a:buFont typeface="Arial" panose="020B0604020202020204" pitchFamily="34" charset="0"/>
              <a:buChar char="•"/>
            </a:pPr>
            <a:r>
              <a:rPr lang="en-US"/>
              <a:t>Ai-assisted modernization </a:t>
            </a:r>
          </a:p>
          <a:p>
            <a:pPr marL="581025" lvl="1" indent="-285750"/>
            <a:r>
              <a:rPr lang="en-US"/>
              <a:t>Ai can accelerate analysis, code conversion, testing and documentation</a:t>
            </a:r>
          </a:p>
          <a:p>
            <a:pPr marL="285750" indent="-285750">
              <a:buFont typeface="Arial" panose="020B0604020202020204" pitchFamily="34" charset="0"/>
              <a:buChar char="•"/>
            </a:pPr>
            <a:r>
              <a:rPr lang="en-US"/>
              <a:t>Performance and release</a:t>
            </a:r>
          </a:p>
          <a:p>
            <a:pPr marL="581025" lvl="1" indent="-285750"/>
            <a:r>
              <a:rPr lang="en-US"/>
              <a:t>Full stack testing and telemetry show changes are correct, fast, and ready for release </a:t>
            </a:r>
          </a:p>
        </p:txBody>
      </p:sp>
      <p:sp>
        <p:nvSpPr>
          <p:cNvPr id="3" name="Footer Placeholder 2">
            <a:extLst>
              <a:ext uri="{FF2B5EF4-FFF2-40B4-BE49-F238E27FC236}">
                <a16:creationId xmlns:a16="http://schemas.microsoft.com/office/drawing/2014/main" id="{B88E9E92-7FEB-9F88-85A4-3878DA40D3D9}"/>
              </a:ext>
            </a:extLst>
          </p:cNvPr>
          <p:cNvSpPr>
            <a:spLocks noGrp="1"/>
          </p:cNvSpPr>
          <p:nvPr>
            <p:ph type="ftr" sz="quarter" idx="10"/>
          </p:nvPr>
        </p:nvSpPr>
        <p:spPr/>
        <p:txBody>
          <a:body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01A98BE3-BB95-850B-B479-0D1D32876DC2}"/>
              </a:ext>
            </a:extLst>
          </p:cNvPr>
          <p:cNvSpPr>
            <a:spLocks noGrp="1"/>
          </p:cNvSpPr>
          <p:nvPr>
            <p:ph type="sldNum" sz="quarter" idx="11"/>
          </p:nvPr>
        </p:nvSpPr>
        <p:spPr/>
        <p:txBody>
          <a:bodyPr/>
          <a:lstStyle/>
          <a:p>
            <a:fld id="{63DCA5C9-2E11-4C67-86EB-AE1DE127DC64}" type="slidenum">
              <a:rPr lang="en-US" smtClean="0"/>
              <a:pPr/>
              <a:t>16</a:t>
            </a:fld>
            <a:endParaRPr lang="en-US"/>
          </a:p>
        </p:txBody>
      </p:sp>
      <p:sp>
        <p:nvSpPr>
          <p:cNvPr id="5" name="Title 4">
            <a:extLst>
              <a:ext uri="{FF2B5EF4-FFF2-40B4-BE49-F238E27FC236}">
                <a16:creationId xmlns:a16="http://schemas.microsoft.com/office/drawing/2014/main" id="{EE03B12C-0EDE-ED18-D796-817443308001}"/>
              </a:ext>
            </a:extLst>
          </p:cNvPr>
          <p:cNvSpPr>
            <a:spLocks noGrp="1"/>
          </p:cNvSpPr>
          <p:nvPr>
            <p:ph type="title"/>
          </p:nvPr>
        </p:nvSpPr>
        <p:spPr/>
        <p:txBody>
          <a:bodyPr/>
          <a:lstStyle/>
          <a:p>
            <a:r>
              <a:rPr lang="en-US"/>
              <a:t>Performance Assurance</a:t>
            </a:r>
          </a:p>
        </p:txBody>
      </p:sp>
      <p:sp>
        <p:nvSpPr>
          <p:cNvPr id="6" name="Text Placeholder 5">
            <a:extLst>
              <a:ext uri="{FF2B5EF4-FFF2-40B4-BE49-F238E27FC236}">
                <a16:creationId xmlns:a16="http://schemas.microsoft.com/office/drawing/2014/main" id="{86E47247-8961-1E33-F01F-1B841E04EC54}"/>
              </a:ext>
            </a:extLst>
          </p:cNvPr>
          <p:cNvSpPr>
            <a:spLocks noGrp="1"/>
          </p:cNvSpPr>
          <p:nvPr>
            <p:ph type="body" sz="quarter" idx="19"/>
          </p:nvPr>
        </p:nvSpPr>
        <p:spPr/>
        <p:txBody>
          <a:bodyPr/>
          <a:lstStyle/>
          <a:p>
            <a:r>
              <a:rPr lang="en-US">
                <a:ea typeface="Roboto"/>
                <a:cs typeface="Segoe UI"/>
              </a:rPr>
              <a:t>Context: </a:t>
            </a:r>
            <a:endParaRPr lang="en-US"/>
          </a:p>
        </p:txBody>
      </p:sp>
      <p:graphicFrame>
        <p:nvGraphicFramePr>
          <p:cNvPr id="9" name="Table 8">
            <a:extLst>
              <a:ext uri="{FF2B5EF4-FFF2-40B4-BE49-F238E27FC236}">
                <a16:creationId xmlns:a16="http://schemas.microsoft.com/office/drawing/2014/main" id="{F0E2B599-362E-D4E3-1DF0-42F118F7F87E}"/>
              </a:ext>
            </a:extLst>
          </p:cNvPr>
          <p:cNvGraphicFramePr>
            <a:graphicFrameLocks noGrp="1"/>
          </p:cNvGraphicFramePr>
          <p:nvPr>
            <p:extLst>
              <p:ext uri="{D42A27DB-BD31-4B8C-83A1-F6EECF244321}">
                <p14:modId xmlns:p14="http://schemas.microsoft.com/office/powerpoint/2010/main" val="3294621468"/>
              </p:ext>
            </p:extLst>
          </p:nvPr>
        </p:nvGraphicFramePr>
        <p:xfrm>
          <a:off x="11841036" y="194314"/>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Name</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Tree>
    <p:extLst>
      <p:ext uri="{BB962C8B-B14F-4D97-AF65-F5344CB8AC3E}">
        <p14:creationId xmlns:p14="http://schemas.microsoft.com/office/powerpoint/2010/main" val="639754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6C513-ECBF-E36A-2404-399D73E534DF}"/>
            </a:ext>
          </a:extLst>
        </p:cNvPr>
        <p:cNvGrpSpPr/>
        <p:nvPr/>
      </p:nvGrpSpPr>
      <p:grpSpPr>
        <a:xfrm>
          <a:off x="0" y="0"/>
          <a:ext cx="0" cy="0"/>
          <a:chOff x="0" y="0"/>
          <a:chExt cx="0" cy="0"/>
        </a:xfrm>
      </p:grpSpPr>
      <p:sp>
        <p:nvSpPr>
          <p:cNvPr id="104" name="Rectangle 103">
            <a:extLst>
              <a:ext uri="{FF2B5EF4-FFF2-40B4-BE49-F238E27FC236}">
                <a16:creationId xmlns:a16="http://schemas.microsoft.com/office/drawing/2014/main" id="{4E397A87-B1B6-D740-3CA9-56F6ADADDDE1}"/>
              </a:ext>
            </a:extLst>
          </p:cNvPr>
          <p:cNvSpPr>
            <a:spLocks noGrp="1"/>
          </p:cNvSpPr>
          <p:nvPr/>
        </p:nvSpPr>
        <p:spPr>
          <a:xfrm>
            <a:off x="2819036" y="4966078"/>
            <a:ext cx="1929384" cy="107899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a:spcAft>
                <a:spcPts val="300"/>
              </a:spcAft>
              <a:buNone/>
            </a:pPr>
            <a:r>
              <a:rPr lang="en-US" sz="1100" b="1">
                <a:solidFill>
                  <a:schemeClr val="tx2"/>
                </a:solidFill>
              </a:rPr>
              <a:t>Output:</a:t>
            </a:r>
          </a:p>
          <a:p>
            <a:pPr>
              <a:spcAft>
                <a:spcPts val="600"/>
              </a:spcAft>
              <a:buNone/>
            </a:pPr>
            <a:r>
              <a:rPr lang="en-US" sz="1000">
                <a:solidFill>
                  <a:schemeClr val="tx1">
                    <a:lumMod val="75000"/>
                  </a:schemeClr>
                </a:solidFill>
              </a:rPr>
              <a:t>Agreed baseline, KPIs, success measures, workflow changes, and priority adoption needs</a:t>
            </a:r>
          </a:p>
        </p:txBody>
      </p:sp>
      <p:sp>
        <p:nvSpPr>
          <p:cNvPr id="105" name="Rectangle 104">
            <a:extLst>
              <a:ext uri="{FF2B5EF4-FFF2-40B4-BE49-F238E27FC236}">
                <a16:creationId xmlns:a16="http://schemas.microsoft.com/office/drawing/2014/main" id="{2F2CF0C6-E255-43D8-1120-E49BE092F5F9}"/>
              </a:ext>
            </a:extLst>
          </p:cNvPr>
          <p:cNvSpPr>
            <a:spLocks noGrp="1"/>
          </p:cNvSpPr>
          <p:nvPr/>
        </p:nvSpPr>
        <p:spPr>
          <a:xfrm>
            <a:off x="4934917" y="4966078"/>
            <a:ext cx="1929384" cy="107899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a:spcAft>
                <a:spcPts val="300"/>
              </a:spcAft>
              <a:buNone/>
            </a:pPr>
            <a:r>
              <a:rPr lang="en-US" sz="1100" b="1">
                <a:solidFill>
                  <a:schemeClr val="tx2"/>
                </a:solidFill>
              </a:rPr>
              <a:t>Output:</a:t>
            </a:r>
          </a:p>
          <a:p>
            <a:pPr>
              <a:spcAft>
                <a:spcPts val="600"/>
              </a:spcAft>
              <a:buNone/>
            </a:pPr>
            <a:r>
              <a:rPr lang="en-US" sz="1000">
                <a:solidFill>
                  <a:schemeClr val="tx1">
                    <a:lumMod val="75000"/>
                  </a:schemeClr>
                </a:solidFill>
              </a:rPr>
              <a:t>Usage expectations established, reinforcement underway, and adoption / friction backlog actively managed</a:t>
            </a:r>
          </a:p>
        </p:txBody>
      </p:sp>
      <p:sp>
        <p:nvSpPr>
          <p:cNvPr id="107" name="Rectangle 106">
            <a:extLst>
              <a:ext uri="{FF2B5EF4-FFF2-40B4-BE49-F238E27FC236}">
                <a16:creationId xmlns:a16="http://schemas.microsoft.com/office/drawing/2014/main" id="{AAF7064A-D252-DED6-ED80-72629E09D121}"/>
              </a:ext>
            </a:extLst>
          </p:cNvPr>
          <p:cNvSpPr>
            <a:spLocks noGrp="1"/>
          </p:cNvSpPr>
          <p:nvPr/>
        </p:nvSpPr>
        <p:spPr>
          <a:xfrm>
            <a:off x="7043977" y="4966078"/>
            <a:ext cx="1930934" cy="107899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a:spcAft>
                <a:spcPts val="300"/>
              </a:spcAft>
              <a:buNone/>
            </a:pPr>
            <a:r>
              <a:rPr lang="en-US" sz="1100" b="1">
                <a:solidFill>
                  <a:schemeClr val="tx2"/>
                </a:solidFill>
              </a:rPr>
              <a:t>Output:</a:t>
            </a:r>
          </a:p>
          <a:p>
            <a:pPr>
              <a:spcAft>
                <a:spcPts val="600"/>
              </a:spcAft>
              <a:buNone/>
            </a:pPr>
            <a:r>
              <a:rPr lang="en-US" sz="1000">
                <a:solidFill>
                  <a:schemeClr val="tx1">
                    <a:lumMod val="75000"/>
                  </a:schemeClr>
                </a:solidFill>
              </a:rPr>
              <a:t>Performance trends, value implications, intervention priorities, risks, and instrumentation needs</a:t>
            </a:r>
          </a:p>
        </p:txBody>
      </p:sp>
      <p:sp>
        <p:nvSpPr>
          <p:cNvPr id="108" name="Rectangle 107">
            <a:extLst>
              <a:ext uri="{FF2B5EF4-FFF2-40B4-BE49-F238E27FC236}">
                <a16:creationId xmlns:a16="http://schemas.microsoft.com/office/drawing/2014/main" id="{5842EC58-3F51-07AD-F566-5DBA603C77BC}"/>
              </a:ext>
            </a:extLst>
          </p:cNvPr>
          <p:cNvSpPr>
            <a:spLocks noGrp="1"/>
          </p:cNvSpPr>
          <p:nvPr/>
        </p:nvSpPr>
        <p:spPr>
          <a:xfrm>
            <a:off x="9156554" y="4966078"/>
            <a:ext cx="1930934" cy="107899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a:spcAft>
                <a:spcPts val="300"/>
              </a:spcAft>
              <a:buNone/>
            </a:pPr>
            <a:r>
              <a:rPr lang="en-US" sz="1100" b="1">
                <a:solidFill>
                  <a:schemeClr val="tx2"/>
                </a:solidFill>
              </a:rPr>
              <a:t>Output:</a:t>
            </a:r>
          </a:p>
          <a:p>
            <a:pPr>
              <a:spcAft>
                <a:spcPts val="600"/>
              </a:spcAft>
              <a:buNone/>
            </a:pPr>
            <a:r>
              <a:rPr lang="en-US" sz="1000">
                <a:solidFill>
                  <a:schemeClr val="tx1">
                    <a:lumMod val="75000"/>
                  </a:schemeClr>
                </a:solidFill>
              </a:rPr>
              <a:t>Adoption playbook, sustained measurement cadence, scale roadmap, ownership transition, and framework for validating longer-term value</a:t>
            </a:r>
          </a:p>
        </p:txBody>
      </p:sp>
      <p:sp>
        <p:nvSpPr>
          <p:cNvPr id="103" name="Rectangle 102">
            <a:extLst>
              <a:ext uri="{FF2B5EF4-FFF2-40B4-BE49-F238E27FC236}">
                <a16:creationId xmlns:a16="http://schemas.microsoft.com/office/drawing/2014/main" id="{1646564D-CCC7-5C5E-D8EB-08D549A888E2}"/>
              </a:ext>
            </a:extLst>
          </p:cNvPr>
          <p:cNvSpPr>
            <a:spLocks noGrp="1"/>
          </p:cNvSpPr>
          <p:nvPr/>
        </p:nvSpPr>
        <p:spPr>
          <a:xfrm>
            <a:off x="707024" y="4966078"/>
            <a:ext cx="1929384" cy="107899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a:spcAft>
                <a:spcPts val="300"/>
              </a:spcAft>
              <a:buNone/>
            </a:pPr>
            <a:r>
              <a:rPr lang="en-US" sz="1100" b="1">
                <a:solidFill>
                  <a:schemeClr val="tx2"/>
                </a:solidFill>
              </a:rPr>
              <a:t>Output:</a:t>
            </a:r>
          </a:p>
          <a:p>
            <a:pPr>
              <a:spcAft>
                <a:spcPts val="600"/>
              </a:spcAft>
              <a:buNone/>
            </a:pPr>
            <a:r>
              <a:rPr lang="en-US" sz="1000">
                <a:solidFill>
                  <a:schemeClr val="tx1">
                    <a:lumMod val="75000"/>
                  </a:schemeClr>
                </a:solidFill>
              </a:rPr>
              <a:t>Confirmed starting point, key unknowns and priority questions documented, and refined six-week plan</a:t>
            </a:r>
          </a:p>
        </p:txBody>
      </p:sp>
      <p:sp>
        <p:nvSpPr>
          <p:cNvPr id="48" name="Rectangle 47">
            <a:extLst>
              <a:ext uri="{FF2B5EF4-FFF2-40B4-BE49-F238E27FC236}">
                <a16:creationId xmlns:a16="http://schemas.microsoft.com/office/drawing/2014/main" id="{8181F30C-6C49-CBC2-E62D-B7BB4348CE10}"/>
              </a:ext>
            </a:extLst>
          </p:cNvPr>
          <p:cNvSpPr>
            <a:spLocks noGrp="1"/>
          </p:cNvSpPr>
          <p:nvPr/>
        </p:nvSpPr>
        <p:spPr>
          <a:xfrm>
            <a:off x="9157329" y="2222878"/>
            <a:ext cx="1930934" cy="2743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0" anchor="t"/>
          <a:lstStyle/>
          <a:p>
            <a:pPr>
              <a:spcAft>
                <a:spcPts val="300"/>
              </a:spcAft>
              <a:buNone/>
            </a:pPr>
            <a:r>
              <a:rPr lang="en-US" sz="1100" b="1">
                <a:solidFill>
                  <a:schemeClr val="tx1">
                    <a:lumMod val="75000"/>
                  </a:schemeClr>
                </a:solidFill>
              </a:rPr>
              <a:t>Activity:</a:t>
            </a:r>
          </a:p>
          <a:p>
            <a:pPr marL="171450" indent="-171450">
              <a:buFont typeface="Arial" panose="020B0604020202020204" pitchFamily="34" charset="0"/>
              <a:buChar char="•"/>
            </a:pPr>
            <a:r>
              <a:rPr lang="en-US" sz="1000">
                <a:solidFill>
                  <a:schemeClr val="tx1">
                    <a:lumMod val="75000"/>
                  </a:schemeClr>
                </a:solidFill>
              </a:rPr>
              <a:t>Extend the playbook across additional Workers’ Comp cells and lines of business</a:t>
            </a:r>
          </a:p>
          <a:p>
            <a:pPr marL="171450" indent="-171450">
              <a:buFont typeface="Arial" panose="020B0604020202020204" pitchFamily="34" charset="0"/>
              <a:buChar char="•"/>
            </a:pPr>
            <a:r>
              <a:rPr lang="en-US" sz="1000">
                <a:solidFill>
                  <a:schemeClr val="tx1">
                    <a:lumMod val="75000"/>
                  </a:schemeClr>
                </a:solidFill>
              </a:rPr>
              <a:t>Sustain measurement and reinforcement</a:t>
            </a:r>
          </a:p>
          <a:p>
            <a:pPr marL="171450" indent="-171450">
              <a:buFont typeface="Arial" panose="020B0604020202020204" pitchFamily="34" charset="0"/>
              <a:buChar char="•"/>
            </a:pPr>
            <a:r>
              <a:rPr lang="en-US" sz="1000">
                <a:solidFill>
                  <a:schemeClr val="tx1">
                    <a:lumMod val="75000"/>
                  </a:schemeClr>
                </a:solidFill>
              </a:rPr>
              <a:t>Validate longer-term workforce and margin outcomes</a:t>
            </a:r>
          </a:p>
          <a:p>
            <a:pPr marL="171450" indent="-171450">
              <a:buFont typeface="Arial" panose="020B0604020202020204" pitchFamily="34" charset="0"/>
              <a:buChar char="•"/>
            </a:pPr>
            <a:r>
              <a:rPr lang="en-US" sz="1000">
                <a:solidFill>
                  <a:schemeClr val="tx1">
                    <a:lumMod val="75000"/>
                  </a:schemeClr>
                </a:solidFill>
              </a:rPr>
              <a:t>Transition ownership to EnableComp</a:t>
            </a:r>
          </a:p>
        </p:txBody>
      </p:sp>
      <p:sp>
        <p:nvSpPr>
          <p:cNvPr id="4" name="Slide Number Placeholder 3">
            <a:extLst>
              <a:ext uri="{FF2B5EF4-FFF2-40B4-BE49-F238E27FC236}">
                <a16:creationId xmlns:a16="http://schemas.microsoft.com/office/drawing/2014/main" id="{46F38A68-8EFB-3846-9E9B-4C345015C0AC}"/>
              </a:ext>
            </a:extLst>
          </p:cNvPr>
          <p:cNvSpPr>
            <a:spLocks noGrp="1"/>
          </p:cNvSpPr>
          <p:nvPr>
            <p:ph type="sldNum" idx="11"/>
          </p:nvPr>
        </p:nvSpPr>
        <p:spPr/>
        <p:txBody>
          <a:bodyPr/>
          <a:lstStyle/>
          <a:p>
            <a:fld id="{63DCA5C9-2E11-4C67-86EB-AE1DE127DC64}" type="slidenum">
              <a:rPr/>
              <a:t>17</a:t>
            </a:fld>
            <a:endParaRPr/>
          </a:p>
        </p:txBody>
      </p:sp>
      <p:sp>
        <p:nvSpPr>
          <p:cNvPr id="5" name="Title 4">
            <a:extLst>
              <a:ext uri="{FF2B5EF4-FFF2-40B4-BE49-F238E27FC236}">
                <a16:creationId xmlns:a16="http://schemas.microsoft.com/office/drawing/2014/main" id="{8AB28EB0-FC1F-CDF0-B117-789BF3509BC6}"/>
              </a:ext>
            </a:extLst>
          </p:cNvPr>
          <p:cNvSpPr>
            <a:spLocks noGrp="1"/>
          </p:cNvSpPr>
          <p:nvPr>
            <p:ph type="title"/>
          </p:nvPr>
        </p:nvSpPr>
        <p:spPr/>
        <p:txBody>
          <a:bodyPr vert="horz" rIns="0"/>
          <a:lstStyle/>
          <a:p>
            <a:r>
              <a:rPr lang="en-US"/>
              <a:t>Our six-week sprint will refine the work around deployed AI, drive adoption in one Workers’ Comp cell team, and prepare the model to scale</a:t>
            </a:r>
            <a:endParaRPr/>
          </a:p>
        </p:txBody>
      </p:sp>
      <p:sp>
        <p:nvSpPr>
          <p:cNvPr id="2" name="Text Placeholder 1">
            <a:extLst>
              <a:ext uri="{FF2B5EF4-FFF2-40B4-BE49-F238E27FC236}">
                <a16:creationId xmlns:a16="http://schemas.microsoft.com/office/drawing/2014/main" id="{6A6337B9-6853-DFC0-A3C4-98F2DA4E24E2}"/>
              </a:ext>
            </a:extLst>
          </p:cNvPr>
          <p:cNvSpPr>
            <a:spLocks noGrp="1"/>
          </p:cNvSpPr>
          <p:nvPr>
            <p:ph type="body" idx="19"/>
          </p:nvPr>
        </p:nvSpPr>
        <p:spPr>
          <a:xfrm>
            <a:off x="465137" y="0"/>
            <a:ext cx="5928594" cy="556953"/>
          </a:xfrm>
        </p:spPr>
        <p:txBody>
          <a:bodyPr/>
          <a:lstStyle/>
          <a:p>
            <a:r>
              <a:t>PROPOSED </a:t>
            </a:r>
            <a:r>
              <a:rPr lang="en-US"/>
              <a:t>OVERALL PROJECT </a:t>
            </a:r>
            <a:r>
              <a:t>APPROACH</a:t>
            </a:r>
          </a:p>
        </p:txBody>
      </p:sp>
      <p:sp>
        <p:nvSpPr>
          <p:cNvPr id="3" name="Footer Placeholder 8">
            <a:extLst>
              <a:ext uri="{FF2B5EF4-FFF2-40B4-BE49-F238E27FC236}">
                <a16:creationId xmlns:a16="http://schemas.microsoft.com/office/drawing/2014/main" id="{8A6228CE-1DB6-1BF9-E231-97C0F099AC95}"/>
              </a:ext>
            </a:extLst>
          </p:cNvPr>
          <p:cNvSpPr>
            <a:spLocks noGrp="1"/>
          </p:cNvSpPr>
          <p:nvPr/>
        </p:nvSpPr>
        <p:spPr>
          <a:xfrm>
            <a:off x="4321019" y="6400798"/>
            <a:ext cx="7102834" cy="167949"/>
          </a:xfrm>
          <a:prstGeom prst="rect">
            <a:avLst/>
          </a:prstGeom>
        </p:spPr>
        <p:txBody>
          <a:bodyPr tIns="0" rIns="0" bIns="0" anchor="ctr"/>
          <a:lstStyle>
            <a:lvl1pPr marL="0" indent="0" algn="l" defTabSz="914400">
              <a:lnSpc>
                <a:spcPct val="100000"/>
              </a:lnSpc>
              <a:spcBef>
                <a:spcPts val="0"/>
              </a:spcBef>
              <a:spcAft>
                <a:spcPts val="1600"/>
              </a:spcAft>
              <a:buFont typeface="Arial"/>
              <a:buNone/>
              <a:defRPr sz="1600" b="0" i="0" kern="1200">
                <a:solidFill>
                  <a:schemeClr val="tx1"/>
                </a:solidFill>
                <a:latin typeface="+mn-lt"/>
                <a:ea typeface="+mn-lt"/>
                <a:cs typeface="+mn-lt"/>
              </a:defRPr>
            </a:lvl1pPr>
            <a:lvl2pPr marL="0" indent="0" algn="l" defTabSz="914400">
              <a:lnSpc>
                <a:spcPct val="100000"/>
              </a:lnSpc>
              <a:spcBef>
                <a:spcPts val="0"/>
              </a:spcBef>
              <a:spcAft>
                <a:spcPts val="600"/>
              </a:spcAft>
              <a:buClr>
                <a:schemeClr val="accent1"/>
              </a:buClr>
              <a:buFontTx/>
              <a:buNone/>
              <a:tabLst>
                <a:tab pos="280988" algn="l"/>
              </a:tabLst>
              <a:defRPr sz="1800" b="1" i="0" kern="1200">
                <a:solidFill>
                  <a:schemeClr val="tx2"/>
                </a:solidFill>
                <a:latin typeface="+mn-lt"/>
                <a:ea typeface="+mn-lt"/>
                <a:cs typeface="+mn-lt"/>
              </a:defRPr>
            </a:lvl2pPr>
            <a:lvl3pPr marL="228600" indent="-228600" algn="l" defTabSz="292608">
              <a:lnSpc>
                <a:spcPct val="100000"/>
              </a:lnSpc>
              <a:spcBef>
                <a:spcPts val="0"/>
              </a:spcBef>
              <a:spcAft>
                <a:spcPts val="600"/>
              </a:spcAft>
              <a:buClr>
                <a:schemeClr val="tx1"/>
              </a:buClr>
              <a:buFont typeface="Arial"/>
              <a:buChar char="•"/>
              <a:tabLst>
                <a:tab pos="276225" algn="l"/>
                <a:tab pos="584200" algn="l"/>
              </a:tabLst>
              <a:defRPr sz="1600" b="0" i="0" kern="1200">
                <a:solidFill>
                  <a:schemeClr val="tx1"/>
                </a:solidFill>
                <a:latin typeface="+mn-lt"/>
                <a:ea typeface="+mn-lt"/>
                <a:cs typeface="+mn-lt"/>
              </a:defRPr>
            </a:lvl3pPr>
            <a:lvl4pPr marL="457200" marR="0" indent="-228600" algn="l" defTabSz="292608">
              <a:lnSpc>
                <a:spcPct val="100000"/>
              </a:lnSpc>
              <a:spcBef>
                <a:spcPts val="0"/>
              </a:spcBef>
              <a:spcAft>
                <a:spcPts val="600"/>
              </a:spcAft>
              <a:buClr>
                <a:schemeClr val="tx1"/>
              </a:buClr>
              <a:buSzPct val="100000"/>
              <a:buFont typeface="Arial"/>
              <a:buChar char="•"/>
              <a:defRPr sz="1600" b="0" i="0" kern="1200">
                <a:solidFill>
                  <a:schemeClr val="tx1"/>
                </a:solidFill>
                <a:latin typeface="+mn-lt"/>
                <a:ea typeface="+mn-lt"/>
                <a:cs typeface="+mn-lt"/>
              </a:defRPr>
            </a:lvl4pPr>
            <a:lvl5pPr marL="685800" indent="-228600" algn="l" defTabSz="292608">
              <a:lnSpc>
                <a:spcPct val="100000"/>
              </a:lnSpc>
              <a:spcBef>
                <a:spcPts val="0"/>
              </a:spcBef>
              <a:spcAft>
                <a:spcPts val="600"/>
              </a:spcAft>
              <a:buClr>
                <a:schemeClr val="tx1"/>
              </a:buClr>
              <a:buSzPct val="100000"/>
              <a:buFont typeface="Arial"/>
              <a:buChar char="•"/>
              <a:tabLst>
                <a:tab pos="292608" algn="l"/>
                <a:tab pos="585216" algn="l"/>
              </a:tabLst>
              <a:defRPr sz="1600" b="0" i="0" kern="1200">
                <a:solidFill>
                  <a:schemeClr val="tx1"/>
                </a:solidFill>
                <a:latin typeface="+mn-lt"/>
                <a:ea typeface="+mn-lt"/>
                <a:cs typeface="+mn-lt"/>
              </a:defRPr>
            </a:lvl5pPr>
            <a:lvl6pPr marL="283464" indent="-283464" algn="l" defTabSz="914400">
              <a:lnSpc>
                <a:spcPct val="100000"/>
              </a:lnSpc>
              <a:spcBef>
                <a:spcPts val="0"/>
              </a:spcBef>
              <a:spcAft>
                <a:spcPts val="600"/>
              </a:spcAft>
              <a:buClr>
                <a:schemeClr val="tx1"/>
              </a:buClr>
              <a:buSzPct val="100000"/>
              <a:buFont typeface="+mj-lt"/>
              <a:buAutoNum type="arabicPeriod"/>
              <a:defRPr sz="1600" b="0" i="0" kern="1200">
                <a:solidFill>
                  <a:schemeClr val="tx1"/>
                </a:solidFill>
                <a:latin typeface="+mn-lt"/>
                <a:ea typeface="+mn-lt"/>
                <a:cs typeface="+mn-lt"/>
              </a:defRPr>
            </a:lvl6pPr>
            <a:lvl7pPr marL="566928" indent="-283464" algn="l" defTabSz="914400">
              <a:lnSpc>
                <a:spcPct val="100000"/>
              </a:lnSpc>
              <a:spcBef>
                <a:spcPts val="0"/>
              </a:spcBef>
              <a:spcAft>
                <a:spcPts val="600"/>
              </a:spcAft>
              <a:buClr>
                <a:schemeClr val="tx1"/>
              </a:buClr>
              <a:buSzPct val="100000"/>
              <a:buFont typeface="+mj-lt"/>
              <a:buAutoNum type="arabicPeriod"/>
              <a:defRPr sz="1600" b="0" i="0" kern="1200">
                <a:solidFill>
                  <a:schemeClr val="tx1"/>
                </a:solidFill>
                <a:latin typeface="+mn-lt"/>
                <a:ea typeface="+mn-lt"/>
                <a:cs typeface="+mn-lt"/>
              </a:defRPr>
            </a:lvl7pPr>
            <a:lvl8pPr marL="850392" indent="-283464" algn="l" defTabSz="914400">
              <a:lnSpc>
                <a:spcPct val="100000"/>
              </a:lnSpc>
              <a:spcBef>
                <a:spcPts val="0"/>
              </a:spcBef>
              <a:spcAft>
                <a:spcPts val="600"/>
              </a:spcAft>
              <a:buClr>
                <a:schemeClr val="tx1"/>
              </a:buClr>
              <a:buSzPct val="100000"/>
              <a:buFont typeface="+mj-lt"/>
              <a:buAutoNum type="arabicPeriod"/>
              <a:defRPr sz="1600" b="0" i="0" kern="1200">
                <a:solidFill>
                  <a:schemeClr val="tx1"/>
                </a:solidFill>
                <a:latin typeface="+mn-lt"/>
                <a:ea typeface="+mn-lt"/>
                <a:cs typeface="+mn-lt"/>
              </a:defRPr>
            </a:lvl8pPr>
            <a:lvl9pPr marL="0" indent="0" algn="l" defTabSz="914400">
              <a:lnSpc>
                <a:spcPct val="100000"/>
              </a:lnSpc>
              <a:spcBef>
                <a:spcPts val="0"/>
              </a:spcBef>
              <a:spcAft>
                <a:spcPts val="600"/>
              </a:spcAft>
              <a:buClr>
                <a:schemeClr val="accent1"/>
              </a:buClr>
              <a:buSzPct val="100000"/>
              <a:buFontTx/>
              <a:buNone/>
              <a:defRPr sz="2800" b="1" i="0" kern="1200">
                <a:solidFill>
                  <a:schemeClr val="tx1"/>
                </a:solidFill>
                <a:latin typeface="+mn-lt"/>
                <a:ea typeface="+mn-lt"/>
                <a:cs typeface="+mn-lt"/>
              </a:defRPr>
            </a:lvl9pPr>
          </a:lstStyle>
          <a:p>
            <a:pPr indent="9525" algn="r">
              <a:spcAft>
                <a:spcPts val="600"/>
              </a:spcAft>
              <a:buNone/>
            </a:pPr>
            <a:r>
              <a:rPr sz="900">
                <a:solidFill>
                  <a:srgbClr val="070154"/>
                </a:solidFill>
                <a:latin typeface="Arial"/>
                <a:ea typeface="Arial"/>
                <a:cs typeface="Arial"/>
              </a:rPr>
              <a:t>© 2026 West Monroe Partners | Reproduction and/or distribution without West Monroe Partners’ prior consent is prohibited.</a:t>
            </a:r>
          </a:p>
        </p:txBody>
      </p:sp>
      <p:sp>
        <p:nvSpPr>
          <p:cNvPr id="6" name="Rectangle 5">
            <a:extLst>
              <a:ext uri="{FF2B5EF4-FFF2-40B4-BE49-F238E27FC236}">
                <a16:creationId xmlns:a16="http://schemas.microsoft.com/office/drawing/2014/main" id="{BDC92DE5-704A-3E9E-E1AE-26015742A4E2}"/>
              </a:ext>
            </a:extLst>
          </p:cNvPr>
          <p:cNvSpPr>
            <a:spLocks noGrp="1"/>
          </p:cNvSpPr>
          <p:nvPr/>
        </p:nvSpPr>
        <p:spPr>
          <a:xfrm>
            <a:off x="2819036" y="2222878"/>
            <a:ext cx="1930934" cy="2743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0" anchor="t"/>
          <a:lstStyle/>
          <a:p>
            <a:pPr>
              <a:spcAft>
                <a:spcPts val="300"/>
              </a:spcAft>
              <a:buNone/>
            </a:pPr>
            <a:r>
              <a:rPr lang="en-US" sz="1100" b="1">
                <a:solidFill>
                  <a:schemeClr val="tx1">
                    <a:lumMod val="75000"/>
                  </a:schemeClr>
                </a:solidFill>
              </a:rPr>
              <a:t>Activity:</a:t>
            </a:r>
          </a:p>
          <a:p>
            <a:pPr marL="171450" indent="-171450">
              <a:buFont typeface="Arial" panose="020B0604020202020204" pitchFamily="34" charset="0"/>
              <a:buChar char="•"/>
            </a:pPr>
            <a:r>
              <a:rPr lang="en-US" sz="1000">
                <a:solidFill>
                  <a:schemeClr val="tx1">
                    <a:lumMod val="75000"/>
                  </a:schemeClr>
                </a:solidFill>
              </a:rPr>
              <a:t>Confirm scope, owners, cadence, and success measures</a:t>
            </a:r>
          </a:p>
          <a:p>
            <a:pPr marL="171450" indent="-171450">
              <a:buFont typeface="Arial" panose="020B0604020202020204" pitchFamily="34" charset="0"/>
              <a:buChar char="•"/>
            </a:pPr>
            <a:r>
              <a:rPr lang="en-US" sz="1000">
                <a:solidFill>
                  <a:schemeClr val="tx1">
                    <a:lumMod val="75000"/>
                  </a:schemeClr>
                </a:solidFill>
              </a:rPr>
              <a:t>Validate baseline, KPIs, targets, and measurement approach</a:t>
            </a:r>
          </a:p>
          <a:p>
            <a:pPr marL="171450" indent="-171450">
              <a:buFont typeface="Arial" panose="020B0604020202020204" pitchFamily="34" charset="0"/>
              <a:buChar char="•"/>
            </a:pPr>
            <a:r>
              <a:rPr lang="en-US" sz="1000">
                <a:solidFill>
                  <a:schemeClr val="tx1">
                    <a:lumMod val="75000"/>
                  </a:schemeClr>
                </a:solidFill>
              </a:rPr>
              <a:t>Confirm workflow fit, required process changes, and human-control points</a:t>
            </a:r>
          </a:p>
        </p:txBody>
      </p:sp>
      <p:sp>
        <p:nvSpPr>
          <p:cNvPr id="8" name="Rectangle 7">
            <a:extLst>
              <a:ext uri="{FF2B5EF4-FFF2-40B4-BE49-F238E27FC236}">
                <a16:creationId xmlns:a16="http://schemas.microsoft.com/office/drawing/2014/main" id="{48F70529-FB3F-DE70-3927-39EBD9B5DD6A}"/>
              </a:ext>
            </a:extLst>
          </p:cNvPr>
          <p:cNvSpPr>
            <a:spLocks noGrp="1"/>
          </p:cNvSpPr>
          <p:nvPr/>
        </p:nvSpPr>
        <p:spPr>
          <a:xfrm>
            <a:off x="4934917" y="2222878"/>
            <a:ext cx="1930934" cy="2743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0" anchor="t"/>
          <a:lstStyle/>
          <a:p>
            <a:pPr>
              <a:spcAft>
                <a:spcPts val="300"/>
              </a:spcAft>
              <a:buNone/>
            </a:pPr>
            <a:r>
              <a:rPr lang="en-US" sz="1100" b="1">
                <a:solidFill>
                  <a:schemeClr val="tx1">
                    <a:lumMod val="75000"/>
                  </a:schemeClr>
                </a:solidFill>
              </a:rPr>
              <a:t>Activity:</a:t>
            </a:r>
          </a:p>
          <a:p>
            <a:pPr marL="171450" indent="-171450">
              <a:buFont typeface="Arial" panose="020B0604020202020204" pitchFamily="34" charset="0"/>
              <a:buChar char="•"/>
            </a:pPr>
            <a:r>
              <a:rPr lang="en-US" sz="1000">
                <a:solidFill>
                  <a:schemeClr val="tx1">
                    <a:lumMod val="75000"/>
                  </a:schemeClr>
                </a:solidFill>
              </a:rPr>
              <a:t>Embed in existing operating routines</a:t>
            </a:r>
          </a:p>
          <a:p>
            <a:pPr marL="171450" indent="-171450">
              <a:buFont typeface="Arial" panose="020B0604020202020204" pitchFamily="34" charset="0"/>
              <a:buChar char="•"/>
            </a:pPr>
            <a:r>
              <a:rPr lang="en-US" sz="1000">
                <a:solidFill>
                  <a:schemeClr val="tx1">
                    <a:lumMod val="75000"/>
                  </a:schemeClr>
                </a:solidFill>
              </a:rPr>
              <a:t>Reinforce role-level usage expectations and training</a:t>
            </a:r>
          </a:p>
          <a:p>
            <a:pPr marL="171450" indent="-171450">
              <a:buFont typeface="Arial" panose="020B0604020202020204" pitchFamily="34" charset="0"/>
              <a:buChar char="•"/>
            </a:pPr>
            <a:r>
              <a:rPr lang="en-US" sz="1000">
                <a:solidFill>
                  <a:schemeClr val="tx1">
                    <a:lumMod val="75000"/>
                  </a:schemeClr>
                </a:solidFill>
              </a:rPr>
              <a:t>Support leader coaching and frontline feedback</a:t>
            </a:r>
          </a:p>
          <a:p>
            <a:pPr marL="171450" indent="-171450">
              <a:buFont typeface="Arial" panose="020B0604020202020204" pitchFamily="34" charset="0"/>
              <a:buChar char="•"/>
            </a:pPr>
            <a:r>
              <a:rPr lang="en-US" sz="1000">
                <a:solidFill>
                  <a:schemeClr val="tx1">
                    <a:lumMod val="75000"/>
                  </a:schemeClr>
                </a:solidFill>
              </a:rPr>
              <a:t>Identify and resolve workflow, usability, and behavior friction</a:t>
            </a:r>
          </a:p>
        </p:txBody>
      </p:sp>
      <p:sp>
        <p:nvSpPr>
          <p:cNvPr id="10" name="Rectangle 9">
            <a:extLst>
              <a:ext uri="{FF2B5EF4-FFF2-40B4-BE49-F238E27FC236}">
                <a16:creationId xmlns:a16="http://schemas.microsoft.com/office/drawing/2014/main" id="{5EDCEF07-A2DA-28EC-E2C0-EB4DCCBA7502}"/>
              </a:ext>
            </a:extLst>
          </p:cNvPr>
          <p:cNvSpPr>
            <a:spLocks noGrp="1"/>
          </p:cNvSpPr>
          <p:nvPr/>
        </p:nvSpPr>
        <p:spPr>
          <a:xfrm>
            <a:off x="707024" y="2222878"/>
            <a:ext cx="1930934" cy="2743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0" anchor="t"/>
          <a:lstStyle/>
          <a:p>
            <a:pPr>
              <a:spcAft>
                <a:spcPts val="300"/>
              </a:spcAft>
              <a:buNone/>
            </a:pPr>
            <a:r>
              <a:rPr lang="en-US" sz="1100" b="1">
                <a:solidFill>
                  <a:schemeClr val="tx1">
                    <a:lumMod val="75000"/>
                  </a:schemeClr>
                </a:solidFill>
              </a:rPr>
              <a:t>Activity:</a:t>
            </a:r>
          </a:p>
          <a:p>
            <a:pPr marL="171450" indent="-171450">
              <a:buFont typeface="Arial" panose="020B0604020202020204" pitchFamily="34" charset="0"/>
              <a:buChar char="•"/>
            </a:pPr>
            <a:r>
              <a:rPr lang="en-US" sz="1000">
                <a:solidFill>
                  <a:schemeClr val="tx1">
                    <a:lumMod val="75000"/>
                  </a:schemeClr>
                </a:solidFill>
              </a:rPr>
              <a:t>Review in-scope AI capabilities and Workers’ Comp workflow</a:t>
            </a:r>
          </a:p>
          <a:p>
            <a:pPr marL="171450" indent="-171450">
              <a:buFont typeface="Arial" panose="020B0604020202020204" pitchFamily="34" charset="0"/>
              <a:buChar char="•"/>
            </a:pPr>
            <a:r>
              <a:rPr lang="en-US" sz="1000">
                <a:solidFill>
                  <a:schemeClr val="tx1">
                    <a:lumMod val="75000"/>
                  </a:schemeClr>
                </a:solidFill>
              </a:rPr>
              <a:t>Confirm what is built, deployed, and documented</a:t>
            </a:r>
          </a:p>
          <a:p>
            <a:pPr marL="171450" indent="-171450">
              <a:buFont typeface="Arial" panose="020B0604020202020204" pitchFamily="34" charset="0"/>
              <a:buChar char="•"/>
            </a:pPr>
            <a:r>
              <a:rPr lang="en-US" sz="1000">
                <a:solidFill>
                  <a:schemeClr val="tx1">
                    <a:lumMod val="75000"/>
                  </a:schemeClr>
                </a:solidFill>
              </a:rPr>
              <a:t>Identify the initial cell team, dependencies, and key kickoff questions</a:t>
            </a:r>
          </a:p>
        </p:txBody>
      </p:sp>
      <p:sp>
        <p:nvSpPr>
          <p:cNvPr id="11" name="Rectangle 10">
            <a:extLst>
              <a:ext uri="{FF2B5EF4-FFF2-40B4-BE49-F238E27FC236}">
                <a16:creationId xmlns:a16="http://schemas.microsoft.com/office/drawing/2014/main" id="{647CEC87-6AC5-D865-6D88-D6759C725722}"/>
              </a:ext>
            </a:extLst>
          </p:cNvPr>
          <p:cNvSpPr>
            <a:spLocks noGrp="1"/>
          </p:cNvSpPr>
          <p:nvPr/>
        </p:nvSpPr>
        <p:spPr>
          <a:xfrm>
            <a:off x="7044752" y="2222878"/>
            <a:ext cx="1930934" cy="2743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0" anchor="t"/>
          <a:lstStyle/>
          <a:p>
            <a:pPr>
              <a:spcAft>
                <a:spcPts val="300"/>
              </a:spcAft>
              <a:buNone/>
            </a:pPr>
            <a:r>
              <a:rPr lang="en-US" sz="1100" b="1">
                <a:solidFill>
                  <a:schemeClr val="tx1">
                    <a:lumMod val="75000"/>
                  </a:schemeClr>
                </a:solidFill>
              </a:rPr>
              <a:t>Activity:</a:t>
            </a:r>
          </a:p>
          <a:p>
            <a:pPr marL="171450" indent="-171450">
              <a:buFont typeface="Arial" panose="020B0604020202020204" pitchFamily="34" charset="0"/>
              <a:buChar char="•"/>
            </a:pPr>
            <a:r>
              <a:rPr lang="en-US" sz="1000">
                <a:solidFill>
                  <a:schemeClr val="tx1">
                    <a:lumMod val="75000"/>
                  </a:schemeClr>
                </a:solidFill>
              </a:rPr>
              <a:t>Track adoption, quality, and productivity against baseline</a:t>
            </a:r>
          </a:p>
          <a:p>
            <a:pPr marL="171450" indent="-171450">
              <a:buFont typeface="Arial" panose="020B0604020202020204" pitchFamily="34" charset="0"/>
              <a:buChar char="•"/>
            </a:pPr>
            <a:r>
              <a:rPr lang="en-US" sz="1000">
                <a:solidFill>
                  <a:schemeClr val="tx1">
                    <a:lumMod val="75000"/>
                  </a:schemeClr>
                </a:solidFill>
              </a:rPr>
              <a:t>Diagnose where results vary and why</a:t>
            </a:r>
          </a:p>
          <a:p>
            <a:pPr marL="171450" indent="-171450">
              <a:buFont typeface="Arial" panose="020B0604020202020204" pitchFamily="34" charset="0"/>
              <a:buChar char="•"/>
            </a:pPr>
            <a:r>
              <a:rPr lang="en-US" sz="1000">
                <a:solidFill>
                  <a:schemeClr val="tx1">
                    <a:lumMod val="75000"/>
                  </a:schemeClr>
                </a:solidFill>
              </a:rPr>
              <a:t>Translate findings into targeted interventions</a:t>
            </a:r>
          </a:p>
          <a:p>
            <a:pPr marL="171450" indent="-171450">
              <a:buFont typeface="Arial" panose="020B0604020202020204" pitchFamily="34" charset="0"/>
              <a:buChar char="•"/>
            </a:pPr>
            <a:r>
              <a:rPr lang="en-US" sz="1000">
                <a:solidFill>
                  <a:schemeClr val="tx1">
                    <a:lumMod val="75000"/>
                  </a:schemeClr>
                </a:solidFill>
              </a:rPr>
              <a:t>Maintain issues, decisions, risks, and instrumentation cadence</a:t>
            </a:r>
          </a:p>
        </p:txBody>
      </p:sp>
      <p:sp>
        <p:nvSpPr>
          <p:cNvPr id="15" name="Rectangle 14">
            <a:extLst>
              <a:ext uri="{FF2B5EF4-FFF2-40B4-BE49-F238E27FC236}">
                <a16:creationId xmlns:a16="http://schemas.microsoft.com/office/drawing/2014/main" id="{C8AFB858-F99A-446C-9590-87A523F3DEBA}"/>
              </a:ext>
            </a:extLst>
          </p:cNvPr>
          <p:cNvSpPr>
            <a:spLocks noGrp="1"/>
          </p:cNvSpPr>
          <p:nvPr/>
        </p:nvSpPr>
        <p:spPr>
          <a:xfrm>
            <a:off x="2820375" y="2621644"/>
            <a:ext cx="1929384" cy="5445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p>
            <a:pPr algn="ctr">
              <a:buNone/>
            </a:pPr>
            <a:r>
              <a:rPr lang="en-US" sz="1200" b="1">
                <a:solidFill>
                  <a:schemeClr val="tx1"/>
                </a:solidFill>
              </a:rPr>
              <a:t>ALIGN &amp;</a:t>
            </a:r>
          </a:p>
          <a:p>
            <a:pPr algn="ctr">
              <a:buNone/>
            </a:pPr>
            <a:r>
              <a:rPr lang="en-US" sz="1200" b="1">
                <a:solidFill>
                  <a:schemeClr val="tx1"/>
                </a:solidFill>
              </a:rPr>
              <a:t>VALIDATE</a:t>
            </a:r>
          </a:p>
          <a:p>
            <a:pPr algn="ctr">
              <a:buNone/>
            </a:pPr>
            <a:r>
              <a:rPr lang="en-US" sz="800" i="1">
                <a:solidFill>
                  <a:schemeClr val="tx1"/>
                </a:solidFill>
              </a:rPr>
              <a:t>Weeks 1-2</a:t>
            </a:r>
            <a:endParaRPr sz="800" i="1">
              <a:solidFill>
                <a:schemeClr val="tx1"/>
              </a:solidFill>
            </a:endParaRPr>
          </a:p>
        </p:txBody>
      </p:sp>
      <p:sp>
        <p:nvSpPr>
          <p:cNvPr id="17" name="Rectangle 16">
            <a:extLst>
              <a:ext uri="{FF2B5EF4-FFF2-40B4-BE49-F238E27FC236}">
                <a16:creationId xmlns:a16="http://schemas.microsoft.com/office/drawing/2014/main" id="{B09DAB15-0C7E-BDFC-5E8E-01F50A0FDE6B}"/>
              </a:ext>
            </a:extLst>
          </p:cNvPr>
          <p:cNvSpPr>
            <a:spLocks noGrp="1"/>
          </p:cNvSpPr>
          <p:nvPr/>
        </p:nvSpPr>
        <p:spPr>
          <a:xfrm>
            <a:off x="4932951" y="2621644"/>
            <a:ext cx="1929384" cy="5445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p>
            <a:pPr algn="ctr">
              <a:buNone/>
            </a:pPr>
            <a:r>
              <a:rPr lang="en-US" sz="1200" b="1">
                <a:solidFill>
                  <a:schemeClr val="tx1"/>
                </a:solidFill>
              </a:rPr>
              <a:t>DRIVE</a:t>
            </a:r>
          </a:p>
          <a:p>
            <a:pPr algn="ctr">
              <a:buNone/>
            </a:pPr>
            <a:r>
              <a:rPr lang="en-US" sz="1200" b="1">
                <a:solidFill>
                  <a:schemeClr val="tx1"/>
                </a:solidFill>
              </a:rPr>
              <a:t>ADOPTION</a:t>
            </a:r>
          </a:p>
          <a:p>
            <a:pPr algn="ctr">
              <a:buNone/>
            </a:pPr>
            <a:r>
              <a:rPr lang="en-US" sz="800" i="1">
                <a:solidFill>
                  <a:schemeClr val="tx1"/>
                </a:solidFill>
              </a:rPr>
              <a:t>Weeks 2-5</a:t>
            </a:r>
          </a:p>
        </p:txBody>
      </p:sp>
      <p:sp>
        <p:nvSpPr>
          <p:cNvPr id="18" name="Rectangle 17">
            <a:extLst>
              <a:ext uri="{FF2B5EF4-FFF2-40B4-BE49-F238E27FC236}">
                <a16:creationId xmlns:a16="http://schemas.microsoft.com/office/drawing/2014/main" id="{FA1A393F-0EBE-C298-34F1-ED6A7602FF50}"/>
              </a:ext>
            </a:extLst>
          </p:cNvPr>
          <p:cNvSpPr>
            <a:spLocks noGrp="1"/>
          </p:cNvSpPr>
          <p:nvPr/>
        </p:nvSpPr>
        <p:spPr>
          <a:xfrm>
            <a:off x="707799" y="2621644"/>
            <a:ext cx="1929384" cy="5445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p>
            <a:pPr algn="ctr">
              <a:buNone/>
            </a:pPr>
            <a:r>
              <a:rPr lang="en-US" sz="1200" b="1">
                <a:solidFill>
                  <a:schemeClr val="tx1"/>
                </a:solidFill>
              </a:rPr>
              <a:t>DISCOVER &amp;</a:t>
            </a:r>
          </a:p>
          <a:p>
            <a:pPr algn="ctr">
              <a:buNone/>
            </a:pPr>
            <a:r>
              <a:rPr lang="en-US" sz="1200" b="1">
                <a:solidFill>
                  <a:schemeClr val="tx1"/>
                </a:solidFill>
              </a:rPr>
              <a:t>MOBILIZE</a:t>
            </a:r>
          </a:p>
          <a:p>
            <a:pPr algn="ctr">
              <a:buNone/>
            </a:pPr>
            <a:r>
              <a:rPr lang="en-US" sz="800" i="1">
                <a:solidFill>
                  <a:schemeClr val="tx1"/>
                </a:solidFill>
              </a:rPr>
              <a:t>Pre-Engagement</a:t>
            </a:r>
            <a:endParaRPr sz="800" i="1">
              <a:solidFill>
                <a:schemeClr val="tx1"/>
              </a:solidFill>
            </a:endParaRPr>
          </a:p>
        </p:txBody>
      </p:sp>
      <p:sp>
        <p:nvSpPr>
          <p:cNvPr id="24" name="Pentagon 32">
            <a:extLst>
              <a:ext uri="{FF2B5EF4-FFF2-40B4-BE49-F238E27FC236}">
                <a16:creationId xmlns:a16="http://schemas.microsoft.com/office/drawing/2014/main" id="{5BC33093-DA7E-5952-F8D1-6C6C3C361F38}"/>
              </a:ext>
            </a:extLst>
          </p:cNvPr>
          <p:cNvSpPr>
            <a:spLocks noGrp="1"/>
          </p:cNvSpPr>
          <p:nvPr/>
        </p:nvSpPr>
        <p:spPr>
          <a:xfrm>
            <a:off x="8685617" y="1888602"/>
            <a:ext cx="2827131" cy="544556"/>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buNone/>
            </a:pPr>
            <a:endParaRPr/>
          </a:p>
        </p:txBody>
      </p:sp>
      <p:sp>
        <p:nvSpPr>
          <p:cNvPr id="25" name="Pentagon 3225">
            <a:extLst>
              <a:ext uri="{FF2B5EF4-FFF2-40B4-BE49-F238E27FC236}">
                <a16:creationId xmlns:a16="http://schemas.microsoft.com/office/drawing/2014/main" id="{0BAADDD8-6CE4-44D1-0039-E2B121A22338}"/>
              </a:ext>
            </a:extLst>
          </p:cNvPr>
          <p:cNvSpPr>
            <a:spLocks noGrp="1"/>
          </p:cNvSpPr>
          <p:nvPr/>
        </p:nvSpPr>
        <p:spPr>
          <a:xfrm>
            <a:off x="567634" y="1888602"/>
            <a:ext cx="8653329" cy="544556"/>
          </a:xfrm>
          <a:prstGeom prst="homePlat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buNone/>
            </a:pPr>
            <a:endParaRPr/>
          </a:p>
        </p:txBody>
      </p:sp>
      <p:sp>
        <p:nvSpPr>
          <p:cNvPr id="27" name="Rectangle 26">
            <a:extLst>
              <a:ext uri="{FF2B5EF4-FFF2-40B4-BE49-F238E27FC236}">
                <a16:creationId xmlns:a16="http://schemas.microsoft.com/office/drawing/2014/main" id="{A2B7EBD6-1577-DBAF-F70D-E969EB5F69DF}"/>
              </a:ext>
            </a:extLst>
          </p:cNvPr>
          <p:cNvSpPr>
            <a:spLocks noGrp="1"/>
          </p:cNvSpPr>
          <p:nvPr/>
        </p:nvSpPr>
        <p:spPr>
          <a:xfrm>
            <a:off x="1255828" y="1759588"/>
            <a:ext cx="833327" cy="827150"/>
          </a:xfrm>
          <a:prstGeom prst="rect">
            <a:avLst/>
          </a:prstGeom>
          <a:solidFill>
            <a:schemeClr val="tx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800" b="1">
                <a:solidFill>
                  <a:schemeClr val="accent1"/>
                </a:solidFill>
              </a:rPr>
              <a:t>0</a:t>
            </a:r>
            <a:r>
              <a:rPr lang="en-US" sz="2800" b="1">
                <a:solidFill>
                  <a:schemeClr val="accent1"/>
                </a:solidFill>
              </a:rPr>
              <a:t>0</a:t>
            </a:r>
            <a:endParaRPr sz="2800" b="1">
              <a:solidFill>
                <a:schemeClr val="accent1"/>
              </a:solidFill>
            </a:endParaRPr>
          </a:p>
        </p:txBody>
      </p:sp>
      <p:sp>
        <p:nvSpPr>
          <p:cNvPr id="32" name="Graphic 49">
            <a:extLst>
              <a:ext uri="{FF2B5EF4-FFF2-40B4-BE49-F238E27FC236}">
                <a16:creationId xmlns:a16="http://schemas.microsoft.com/office/drawing/2014/main" id="{7A51E810-90FC-5D90-0895-840EE345D271}"/>
              </a:ext>
            </a:extLst>
          </p:cNvPr>
          <p:cNvSpPr>
            <a:spLocks noGrp="1"/>
          </p:cNvSpPr>
          <p:nvPr/>
        </p:nvSpPr>
        <p:spPr>
          <a:xfrm>
            <a:off x="2673844" y="2076494"/>
            <a:ext cx="109307" cy="168773"/>
          </a:xfrm>
          <a:custGeom>
            <a:avLst/>
            <a:gdLst>
              <a:gd name="connsiteX0" fmla="*/ 1796297 w 1796297"/>
              <a:gd name="connsiteY0" fmla="*/ 1397120 h 2794239"/>
              <a:gd name="connsiteX1" fmla="*/ 0 w 1796297"/>
              <a:gd name="connsiteY1" fmla="*/ 0 h 2794239"/>
              <a:gd name="connsiteX2" fmla="*/ 0 w 1796297"/>
              <a:gd name="connsiteY2" fmla="*/ 2794240 h 2794239"/>
            </a:gdLst>
            <a:ahLst/>
            <a:cxnLst/>
            <a:rect l="l" t="t" r="r" b="b"/>
            <a:pathLst>
              <a:path w="1796297" h="2794239">
                <a:moveTo>
                  <a:pt x="1796297" y="1397120"/>
                </a:moveTo>
                <a:lnTo>
                  <a:pt x="0" y="0"/>
                </a:lnTo>
                <a:lnTo>
                  <a:pt x="0" y="2794240"/>
                </a:lnTo>
                <a:close/>
              </a:path>
            </a:pathLst>
          </a:custGeom>
          <a:solidFill>
            <a:schemeClr val="bg1"/>
          </a:solidFill>
          <a:ln w="31909">
            <a:noFill/>
            <a:prstDash val="solid"/>
          </a:ln>
        </p:spPr>
        <p:txBody>
          <a:bodyPr anchor="ctr"/>
          <a:lstStyle/>
          <a:p>
            <a:endParaRPr/>
          </a:p>
        </p:txBody>
      </p:sp>
      <p:sp>
        <p:nvSpPr>
          <p:cNvPr id="37" name="Rectangle 36">
            <a:extLst>
              <a:ext uri="{FF2B5EF4-FFF2-40B4-BE49-F238E27FC236}">
                <a16:creationId xmlns:a16="http://schemas.microsoft.com/office/drawing/2014/main" id="{16D38149-633B-6ADA-A91A-6B19BFB2B2D2}"/>
              </a:ext>
            </a:extLst>
          </p:cNvPr>
          <p:cNvSpPr>
            <a:spLocks noGrp="1"/>
          </p:cNvSpPr>
          <p:nvPr/>
        </p:nvSpPr>
        <p:spPr>
          <a:xfrm>
            <a:off x="707799" y="1369535"/>
            <a:ext cx="8268659" cy="31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buNone/>
            </a:pPr>
            <a:r>
              <a:rPr lang="en-US" sz="1100" b="1">
                <a:solidFill>
                  <a:schemeClr val="tx1"/>
                </a:solidFill>
              </a:rPr>
              <a:t>PROPOSED SIX-WEEK ENGAGEMENT</a:t>
            </a:r>
          </a:p>
        </p:txBody>
      </p:sp>
      <p:sp>
        <p:nvSpPr>
          <p:cNvPr id="38" name="Left Bracket 37">
            <a:extLst>
              <a:ext uri="{FF2B5EF4-FFF2-40B4-BE49-F238E27FC236}">
                <a16:creationId xmlns:a16="http://schemas.microsoft.com/office/drawing/2014/main" id="{ABA0CBBB-D745-9C80-C917-848847534473}"/>
              </a:ext>
            </a:extLst>
          </p:cNvPr>
          <p:cNvSpPr>
            <a:spLocks noGrp="1"/>
          </p:cNvSpPr>
          <p:nvPr/>
        </p:nvSpPr>
        <p:spPr>
          <a:xfrm rot="5400000">
            <a:off x="4787266" y="-2418078"/>
            <a:ext cx="109728" cy="8268660"/>
          </a:xfrm>
          <a:prstGeom prst="leftBracket">
            <a:avLst>
              <a:gd name="adj" fmla="val 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buNone/>
            </a:pPr>
            <a:endParaRPr/>
          </a:p>
        </p:txBody>
      </p:sp>
      <p:sp>
        <p:nvSpPr>
          <p:cNvPr id="59" name="Rectangle 58">
            <a:extLst>
              <a:ext uri="{FF2B5EF4-FFF2-40B4-BE49-F238E27FC236}">
                <a16:creationId xmlns:a16="http://schemas.microsoft.com/office/drawing/2014/main" id="{C88FAA90-8640-5E98-A17B-ED06CFE80177}"/>
              </a:ext>
            </a:extLst>
          </p:cNvPr>
          <p:cNvSpPr>
            <a:spLocks noGrp="1"/>
          </p:cNvSpPr>
          <p:nvPr/>
        </p:nvSpPr>
        <p:spPr>
          <a:xfrm>
            <a:off x="7045527" y="2621644"/>
            <a:ext cx="1929384" cy="5445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p>
            <a:pPr algn="ctr">
              <a:buNone/>
            </a:pPr>
            <a:r>
              <a:rPr lang="en-US" sz="1200" b="1">
                <a:solidFill>
                  <a:schemeClr val="tx1"/>
                </a:solidFill>
              </a:rPr>
              <a:t>MEASURE &amp;</a:t>
            </a:r>
          </a:p>
          <a:p>
            <a:pPr algn="ctr">
              <a:buNone/>
            </a:pPr>
            <a:r>
              <a:rPr lang="en-US" sz="1200" b="1">
                <a:solidFill>
                  <a:schemeClr val="tx1"/>
                </a:solidFill>
              </a:rPr>
              <a:t>ITERATE</a:t>
            </a:r>
          </a:p>
          <a:p>
            <a:pPr algn="ctr">
              <a:buNone/>
            </a:pPr>
            <a:r>
              <a:rPr lang="en-US" sz="800" i="1">
                <a:solidFill>
                  <a:schemeClr val="tx1"/>
                </a:solidFill>
              </a:rPr>
              <a:t>Weeks 3-6</a:t>
            </a:r>
            <a:endParaRPr sz="800" i="1">
              <a:solidFill>
                <a:schemeClr val="tx1"/>
              </a:solidFill>
            </a:endParaRPr>
          </a:p>
        </p:txBody>
      </p:sp>
      <p:sp>
        <p:nvSpPr>
          <p:cNvPr id="60" name="Rectangle 59">
            <a:extLst>
              <a:ext uri="{FF2B5EF4-FFF2-40B4-BE49-F238E27FC236}">
                <a16:creationId xmlns:a16="http://schemas.microsoft.com/office/drawing/2014/main" id="{02811ACD-60A9-B7E5-D1CF-F9BD48A19BC0}"/>
              </a:ext>
            </a:extLst>
          </p:cNvPr>
          <p:cNvSpPr>
            <a:spLocks noGrp="1"/>
          </p:cNvSpPr>
          <p:nvPr/>
        </p:nvSpPr>
        <p:spPr>
          <a:xfrm>
            <a:off x="9158104" y="2621644"/>
            <a:ext cx="1929384" cy="5445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p>
            <a:pPr algn="ctr">
              <a:buNone/>
            </a:pPr>
            <a:r>
              <a:rPr lang="en-US" sz="1200" b="1">
                <a:solidFill>
                  <a:schemeClr val="tx1"/>
                </a:solidFill>
              </a:rPr>
              <a:t>SCALE &amp; </a:t>
            </a:r>
          </a:p>
          <a:p>
            <a:pPr algn="ctr">
              <a:buNone/>
            </a:pPr>
            <a:r>
              <a:rPr lang="en-US" sz="1200" b="1">
                <a:solidFill>
                  <a:schemeClr val="tx1"/>
                </a:solidFill>
              </a:rPr>
              <a:t>HANDOFF</a:t>
            </a:r>
          </a:p>
          <a:p>
            <a:pPr algn="ctr">
              <a:buNone/>
            </a:pPr>
            <a:r>
              <a:rPr lang="en-US" sz="800" i="1">
                <a:solidFill>
                  <a:schemeClr val="tx1"/>
                </a:solidFill>
              </a:rPr>
              <a:t>Post-Phase 1</a:t>
            </a:r>
            <a:endParaRPr sz="800" i="1">
              <a:solidFill>
                <a:schemeClr val="tx1"/>
              </a:solidFill>
            </a:endParaRPr>
          </a:p>
        </p:txBody>
      </p:sp>
      <p:sp>
        <p:nvSpPr>
          <p:cNvPr id="81" name="Rectangle 80">
            <a:extLst>
              <a:ext uri="{FF2B5EF4-FFF2-40B4-BE49-F238E27FC236}">
                <a16:creationId xmlns:a16="http://schemas.microsoft.com/office/drawing/2014/main" id="{C394F132-467D-B2B6-6F43-C0C56B41D616}"/>
              </a:ext>
            </a:extLst>
          </p:cNvPr>
          <p:cNvSpPr>
            <a:spLocks noGrp="1"/>
          </p:cNvSpPr>
          <p:nvPr/>
        </p:nvSpPr>
        <p:spPr>
          <a:xfrm>
            <a:off x="3367840" y="1722376"/>
            <a:ext cx="833327" cy="827150"/>
          </a:xfrm>
          <a:prstGeom prst="rect">
            <a:avLst/>
          </a:prstGeom>
          <a:solidFill>
            <a:schemeClr val="tx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800" b="1">
                <a:solidFill>
                  <a:schemeClr val="accent1"/>
                </a:solidFill>
              </a:rPr>
              <a:t>0</a:t>
            </a:r>
            <a:r>
              <a:rPr lang="en-US" sz="2800" b="1">
                <a:solidFill>
                  <a:schemeClr val="accent1"/>
                </a:solidFill>
              </a:rPr>
              <a:t>1</a:t>
            </a:r>
            <a:endParaRPr sz="2800" b="1">
              <a:solidFill>
                <a:schemeClr val="accent1"/>
              </a:solidFill>
            </a:endParaRPr>
          </a:p>
        </p:txBody>
      </p:sp>
      <p:sp>
        <p:nvSpPr>
          <p:cNvPr id="82" name="Graphic 49">
            <a:extLst>
              <a:ext uri="{FF2B5EF4-FFF2-40B4-BE49-F238E27FC236}">
                <a16:creationId xmlns:a16="http://schemas.microsoft.com/office/drawing/2014/main" id="{05FCED3E-DD23-DEC1-B828-4A6676BE456A}"/>
              </a:ext>
            </a:extLst>
          </p:cNvPr>
          <p:cNvSpPr>
            <a:spLocks noGrp="1"/>
          </p:cNvSpPr>
          <p:nvPr/>
        </p:nvSpPr>
        <p:spPr>
          <a:xfrm>
            <a:off x="4787790" y="2076494"/>
            <a:ext cx="109307" cy="168773"/>
          </a:xfrm>
          <a:custGeom>
            <a:avLst/>
            <a:gdLst>
              <a:gd name="connsiteX0" fmla="*/ 1796297 w 1796297"/>
              <a:gd name="connsiteY0" fmla="*/ 1397120 h 2794239"/>
              <a:gd name="connsiteX1" fmla="*/ 0 w 1796297"/>
              <a:gd name="connsiteY1" fmla="*/ 0 h 2794239"/>
              <a:gd name="connsiteX2" fmla="*/ 0 w 1796297"/>
              <a:gd name="connsiteY2" fmla="*/ 2794240 h 2794239"/>
            </a:gdLst>
            <a:ahLst/>
            <a:cxnLst/>
            <a:rect l="l" t="t" r="r" b="b"/>
            <a:pathLst>
              <a:path w="1796297" h="2794239">
                <a:moveTo>
                  <a:pt x="1796297" y="1397120"/>
                </a:moveTo>
                <a:lnTo>
                  <a:pt x="0" y="0"/>
                </a:lnTo>
                <a:lnTo>
                  <a:pt x="0" y="2794240"/>
                </a:lnTo>
                <a:close/>
              </a:path>
            </a:pathLst>
          </a:custGeom>
          <a:solidFill>
            <a:schemeClr val="bg1"/>
          </a:solidFill>
          <a:ln w="31909">
            <a:noFill/>
            <a:prstDash val="solid"/>
          </a:ln>
        </p:spPr>
        <p:txBody>
          <a:bodyPr anchor="ctr"/>
          <a:lstStyle/>
          <a:p>
            <a:endParaRPr/>
          </a:p>
        </p:txBody>
      </p:sp>
      <p:sp>
        <p:nvSpPr>
          <p:cNvPr id="85" name="Rectangle 84">
            <a:extLst>
              <a:ext uri="{FF2B5EF4-FFF2-40B4-BE49-F238E27FC236}">
                <a16:creationId xmlns:a16="http://schemas.microsoft.com/office/drawing/2014/main" id="{B75AB85D-A58D-7A3C-EB0B-309D61B55E12}"/>
              </a:ext>
            </a:extLst>
          </p:cNvPr>
          <p:cNvSpPr>
            <a:spLocks noGrp="1"/>
          </p:cNvSpPr>
          <p:nvPr/>
        </p:nvSpPr>
        <p:spPr>
          <a:xfrm>
            <a:off x="5483721" y="1722148"/>
            <a:ext cx="833327" cy="827150"/>
          </a:xfrm>
          <a:prstGeom prst="rect">
            <a:avLst/>
          </a:prstGeom>
          <a:solidFill>
            <a:schemeClr val="tx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800" b="1">
                <a:solidFill>
                  <a:schemeClr val="accent1"/>
                </a:solidFill>
              </a:rPr>
              <a:t>0</a:t>
            </a:r>
            <a:r>
              <a:rPr lang="en-US" sz="2800" b="1">
                <a:solidFill>
                  <a:schemeClr val="accent1"/>
                </a:solidFill>
              </a:rPr>
              <a:t>2</a:t>
            </a:r>
            <a:endParaRPr sz="2800" b="1">
              <a:solidFill>
                <a:schemeClr val="accent1"/>
              </a:solidFill>
            </a:endParaRPr>
          </a:p>
        </p:txBody>
      </p:sp>
      <p:sp>
        <p:nvSpPr>
          <p:cNvPr id="91" name="Rectangle 90">
            <a:extLst>
              <a:ext uri="{FF2B5EF4-FFF2-40B4-BE49-F238E27FC236}">
                <a16:creationId xmlns:a16="http://schemas.microsoft.com/office/drawing/2014/main" id="{8CFDD1CD-2D7D-8687-35DF-C5D7C46DDF23}"/>
              </a:ext>
            </a:extLst>
          </p:cNvPr>
          <p:cNvSpPr>
            <a:spLocks noGrp="1"/>
          </p:cNvSpPr>
          <p:nvPr/>
        </p:nvSpPr>
        <p:spPr>
          <a:xfrm>
            <a:off x="9706133" y="1731401"/>
            <a:ext cx="833327" cy="827150"/>
          </a:xfrm>
          <a:prstGeom prst="rect">
            <a:avLst/>
          </a:prstGeom>
          <a:solidFill>
            <a:schemeClr val="accent2"/>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lang="en-US" sz="2800" b="1"/>
              <a:t>04</a:t>
            </a:r>
            <a:endParaRPr sz="2800" b="1"/>
          </a:p>
        </p:txBody>
      </p:sp>
      <p:sp>
        <p:nvSpPr>
          <p:cNvPr id="93" name="Rectangle 92">
            <a:extLst>
              <a:ext uri="{FF2B5EF4-FFF2-40B4-BE49-F238E27FC236}">
                <a16:creationId xmlns:a16="http://schemas.microsoft.com/office/drawing/2014/main" id="{8C0ED6D1-C12D-7363-B4BC-0CA4707D6D2B}"/>
              </a:ext>
            </a:extLst>
          </p:cNvPr>
          <p:cNvSpPr>
            <a:spLocks noGrp="1"/>
          </p:cNvSpPr>
          <p:nvPr/>
        </p:nvSpPr>
        <p:spPr>
          <a:xfrm>
            <a:off x="7593556" y="1722148"/>
            <a:ext cx="833327" cy="827150"/>
          </a:xfrm>
          <a:prstGeom prst="rect">
            <a:avLst/>
          </a:prstGeom>
          <a:solidFill>
            <a:schemeClr val="tx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2800" b="1">
                <a:solidFill>
                  <a:schemeClr val="accent1"/>
                </a:solidFill>
              </a:rPr>
              <a:t>03</a:t>
            </a:r>
            <a:endParaRPr sz="2800" b="1">
              <a:solidFill>
                <a:schemeClr val="accent1"/>
              </a:solidFill>
            </a:endParaRPr>
          </a:p>
        </p:txBody>
      </p:sp>
      <p:sp>
        <p:nvSpPr>
          <p:cNvPr id="9" name="Rectangle 8">
            <a:extLst>
              <a:ext uri="{FF2B5EF4-FFF2-40B4-BE49-F238E27FC236}">
                <a16:creationId xmlns:a16="http://schemas.microsoft.com/office/drawing/2014/main" id="{26BDC410-2D19-1224-F293-E3F91B62A395}"/>
              </a:ext>
            </a:extLst>
          </p:cNvPr>
          <p:cNvSpPr/>
          <p:nvPr/>
        </p:nvSpPr>
        <p:spPr bwMode="auto">
          <a:xfrm>
            <a:off x="3413256" y="2253434"/>
            <a:ext cx="5365487" cy="2489728"/>
          </a:xfrm>
          <a:prstGeom prst="rect">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rPr>
              <a:t>Update</a:t>
            </a:r>
          </a:p>
          <a:p>
            <a:pPr marL="9525" algn="ctr">
              <a:spcAft>
                <a:spcPts val="400"/>
              </a:spcAft>
            </a:pPr>
            <a:r>
              <a:rPr lang="en-US">
                <a:solidFill>
                  <a:schemeClr val="bg1"/>
                </a:solidFill>
              </a:rPr>
              <a:t>Integrated 12-month roadmap - How modernization and performance work progress together from baseline through production handoff.</a:t>
            </a: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graphicFrame>
        <p:nvGraphicFramePr>
          <p:cNvPr id="13" name="Table 12">
            <a:extLst>
              <a:ext uri="{FF2B5EF4-FFF2-40B4-BE49-F238E27FC236}">
                <a16:creationId xmlns:a16="http://schemas.microsoft.com/office/drawing/2014/main" id="{377990B4-39A6-208B-5C11-6FF73E294FDF}"/>
              </a:ext>
            </a:extLst>
          </p:cNvPr>
          <p:cNvGraphicFramePr>
            <a:graphicFrameLocks noGrp="1"/>
          </p:cNvGraphicFramePr>
          <p:nvPr>
            <p:extLst>
              <p:ext uri="{D42A27DB-BD31-4B8C-83A1-F6EECF244321}">
                <p14:modId xmlns:p14="http://schemas.microsoft.com/office/powerpoint/2010/main" val="70370647"/>
              </p:ext>
            </p:extLst>
          </p:nvPr>
        </p:nvGraphicFramePr>
        <p:xfrm>
          <a:off x="11841036" y="194314"/>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Name</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Tree>
    <p:extLst>
      <p:ext uri="{BB962C8B-B14F-4D97-AF65-F5344CB8AC3E}">
        <p14:creationId xmlns:p14="http://schemas.microsoft.com/office/powerpoint/2010/main" val="3782573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F47C2-9DF5-B964-83D9-2FE596C1AC6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2183519-EA96-A89E-3509-D94A415F4E4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22183519-EA96-A89E-3509-D94A415F4E4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C3D1CB1-1593-BEB4-D4D8-533775A33E26}"/>
              </a:ext>
            </a:extLst>
          </p:cNvPr>
          <p:cNvSpPr>
            <a:spLocks noGrp="1"/>
          </p:cNvSpPr>
          <p:nvPr>
            <p:ph type="title"/>
          </p:nvPr>
        </p:nvSpPr>
        <p:spPr/>
        <p:txBody>
          <a:bodyPr vert="horz" anchor="ctr"/>
          <a:lstStyle/>
          <a:p>
            <a:r>
              <a:rPr lang="en-US"/>
              <a:t>Execution, Evidence, and Commitment</a:t>
            </a:r>
          </a:p>
        </p:txBody>
      </p:sp>
      <p:sp>
        <p:nvSpPr>
          <p:cNvPr id="4" name="Footer Placeholder 3">
            <a:extLst>
              <a:ext uri="{FF2B5EF4-FFF2-40B4-BE49-F238E27FC236}">
                <a16:creationId xmlns:a16="http://schemas.microsoft.com/office/drawing/2014/main" id="{7D41730F-3B27-F13E-87F5-CB87B6B76F90}"/>
              </a:ext>
            </a:extLst>
          </p:cNvPr>
          <p:cNvSpPr>
            <a:spLocks noGrp="1"/>
          </p:cNvSpPr>
          <p:nvPr>
            <p:ph type="ftr" sz="quarter" idx="24"/>
          </p:nvPr>
        </p:nvSpPr>
        <p:spPr/>
        <p:txBody>
          <a:bodyPr/>
          <a:lstStyle/>
          <a:p>
            <a:r>
              <a:rPr lang="en-US"/>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9E851DAC-06B5-A393-B892-3EBAA463BCF5}"/>
              </a:ext>
            </a:extLst>
          </p:cNvPr>
          <p:cNvSpPr>
            <a:spLocks noGrp="1"/>
          </p:cNvSpPr>
          <p:nvPr>
            <p:ph type="sldNum" sz="quarter" idx="25"/>
          </p:nvPr>
        </p:nvSpPr>
        <p:spPr/>
        <p:txBody>
          <a:bodyPr/>
          <a:lstStyle/>
          <a:p>
            <a:fld id="{63DCA5C9-2E11-4C67-86EB-AE1DE127DC64}" type="slidenum">
              <a:rPr lang="en-US" smtClean="0"/>
              <a:pPr/>
              <a:t>18</a:t>
            </a:fld>
            <a:endParaRPr lang="en-US"/>
          </a:p>
        </p:txBody>
      </p:sp>
      <p:graphicFrame>
        <p:nvGraphicFramePr>
          <p:cNvPr id="9" name="Table 8">
            <a:extLst>
              <a:ext uri="{FF2B5EF4-FFF2-40B4-BE49-F238E27FC236}">
                <a16:creationId xmlns:a16="http://schemas.microsoft.com/office/drawing/2014/main" id="{D9310197-BB74-88E0-DCD0-6645567B47CC}"/>
              </a:ext>
            </a:extLst>
          </p:cNvPr>
          <p:cNvGraphicFramePr>
            <a:graphicFrameLocks noGrp="1"/>
          </p:cNvGraphicFramePr>
          <p:nvPr>
            <p:extLst>
              <p:ext uri="{D42A27DB-BD31-4B8C-83A1-F6EECF244321}">
                <p14:modId xmlns:p14="http://schemas.microsoft.com/office/powerpoint/2010/main" val="3294621468"/>
              </p:ext>
            </p:extLst>
          </p:nvPr>
        </p:nvGraphicFramePr>
        <p:xfrm>
          <a:off x="11841036" y="194314"/>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Name</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Tree>
    <p:extLst>
      <p:ext uri="{BB962C8B-B14F-4D97-AF65-F5344CB8AC3E}">
        <p14:creationId xmlns:p14="http://schemas.microsoft.com/office/powerpoint/2010/main" val="4000221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4714126-8F99-40F3-E4EA-6F53645E24B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C97BA2A-EF7A-29D0-BE75-E845CE63C1DD}"/>
              </a:ext>
            </a:extLst>
          </p:cNvPr>
          <p:cNvSpPr>
            <a:spLocks noGrp="1"/>
          </p:cNvSpPr>
          <p:nvPr>
            <p:ph type="ftr" sz="quarter" idx="10"/>
          </p:nvPr>
        </p:nvSpPr>
        <p:spPr/>
        <p:txBody>
          <a:body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124D0304-8E43-1169-6383-4EC963BABFA4}"/>
              </a:ext>
            </a:extLst>
          </p:cNvPr>
          <p:cNvSpPr>
            <a:spLocks noGrp="1"/>
          </p:cNvSpPr>
          <p:nvPr>
            <p:ph type="sldNum" sz="quarter" idx="11"/>
          </p:nvPr>
        </p:nvSpPr>
        <p:spPr/>
        <p:txBody>
          <a:bodyPr/>
          <a:lstStyle/>
          <a:p>
            <a:fld id="{63DCA5C9-2E11-4C67-86EB-AE1DE127DC64}" type="slidenum">
              <a:rPr lang="en-US" smtClean="0"/>
              <a:pPr/>
              <a:t>19</a:t>
            </a:fld>
            <a:endParaRPr lang="en-US"/>
          </a:p>
        </p:txBody>
      </p:sp>
      <p:graphicFrame>
        <p:nvGraphicFramePr>
          <p:cNvPr id="9" name="Table 8">
            <a:extLst>
              <a:ext uri="{FF2B5EF4-FFF2-40B4-BE49-F238E27FC236}">
                <a16:creationId xmlns:a16="http://schemas.microsoft.com/office/drawing/2014/main" id="{AD3A2F6B-8DA3-946E-A007-DDDAF47C9C2C}"/>
              </a:ext>
            </a:extLst>
          </p:cNvPr>
          <p:cNvGraphicFramePr>
            <a:graphicFrameLocks noGrp="1"/>
          </p:cNvGraphicFramePr>
          <p:nvPr/>
        </p:nvGraphicFramePr>
        <p:xfrm>
          <a:off x="11841036" y="194314"/>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Name</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
        <p:nvSpPr>
          <p:cNvPr id="7" name="TextBox 6">
            <a:extLst>
              <a:ext uri="{FF2B5EF4-FFF2-40B4-BE49-F238E27FC236}">
                <a16:creationId xmlns:a16="http://schemas.microsoft.com/office/drawing/2014/main" id="{6E7EE0B2-6E89-A941-A758-58B6631636F8}"/>
              </a:ext>
            </a:extLst>
          </p:cNvPr>
          <p:cNvSpPr txBox="1"/>
          <p:nvPr/>
        </p:nvSpPr>
        <p:spPr>
          <a:xfrm>
            <a:off x="469900" y="279400"/>
            <a:ext cx="1968500" cy="1905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950" b="1">
                <a:solidFill>
                  <a:srgbClr val="5D6B82"/>
                </a:solidFill>
                <a:latin typeface="Roboto"/>
                <a:ea typeface="Roboto"/>
                <a:cs typeface="Roboto"/>
              </a:rPr>
              <a:t>INITIAL PHASE</a:t>
            </a:r>
          </a:p>
        </p:txBody>
      </p:sp>
      <p:sp>
        <p:nvSpPr>
          <p:cNvPr id="8" name="TextBox 7">
            <a:extLst>
              <a:ext uri="{FF2B5EF4-FFF2-40B4-BE49-F238E27FC236}">
                <a16:creationId xmlns:a16="http://schemas.microsoft.com/office/drawing/2014/main" id="{CAB8F7EB-E35C-8F43-8B55-6EDA4580DAD6}"/>
              </a:ext>
            </a:extLst>
          </p:cNvPr>
          <p:cNvSpPr txBox="1"/>
          <p:nvPr/>
        </p:nvSpPr>
        <p:spPr>
          <a:xfrm>
            <a:off x="469900" y="533400"/>
            <a:ext cx="11049000" cy="4572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2200" b="1">
                <a:solidFill>
                  <a:srgbClr val="0B0A5B"/>
                </a:solidFill>
                <a:latin typeface="Roboto"/>
                <a:ea typeface="Roboto"/>
                <a:cs typeface="Roboto"/>
              </a:rPr>
              <a:t>Integrated initial phase for modernization and assurance</a:t>
            </a:r>
          </a:p>
        </p:txBody>
      </p:sp>
      <p:sp>
        <p:nvSpPr>
          <p:cNvPr id="10" name="TextBox 9">
            <a:extLst>
              <a:ext uri="{FF2B5EF4-FFF2-40B4-BE49-F238E27FC236}">
                <a16:creationId xmlns:a16="http://schemas.microsoft.com/office/drawing/2014/main" id="{8278D33C-DD00-F748-99D4-23C131A38455}"/>
              </a:ext>
            </a:extLst>
          </p:cNvPr>
          <p:cNvSpPr txBox="1"/>
          <p:nvPr/>
        </p:nvSpPr>
        <p:spPr>
          <a:xfrm>
            <a:off x="469900" y="1028700"/>
            <a:ext cx="10795000" cy="3048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1350">
                <a:solidFill>
                  <a:srgbClr val="0B0A5B"/>
                </a:solidFill>
                <a:latin typeface="Roboto"/>
                <a:ea typeface="Roboto"/>
                <a:cs typeface="Roboto"/>
              </a:rPr>
              <a:t>One journey inventory guides architecture decisions, early delivery planning, and testing investment.</a:t>
            </a:r>
          </a:p>
        </p:txBody>
      </p:sp>
      <p:sp>
        <p:nvSpPr>
          <p:cNvPr id="12" name="Rectangle 11">
            <a:extLst>
              <a:ext uri="{FF2B5EF4-FFF2-40B4-BE49-F238E27FC236}">
                <a16:creationId xmlns:a16="http://schemas.microsoft.com/office/drawing/2014/main" id="{1B679C7B-4128-9B48-B73B-E4D9C5836B79}"/>
              </a:ext>
            </a:extLst>
          </p:cNvPr>
          <p:cNvSpPr/>
          <p:nvPr/>
        </p:nvSpPr>
        <p:spPr bwMode="auto">
          <a:xfrm>
            <a:off x="3670300" y="1752600"/>
            <a:ext cx="3390900" cy="3505200"/>
          </a:xfrm>
          <a:prstGeom prst="rect">
            <a:avLst/>
          </a:prstGeom>
          <a:solidFill>
            <a:srgbClr val="F4F7F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3" name="Rectangle 12">
            <a:extLst>
              <a:ext uri="{FF2B5EF4-FFF2-40B4-BE49-F238E27FC236}">
                <a16:creationId xmlns:a16="http://schemas.microsoft.com/office/drawing/2014/main" id="{7B354C01-1819-744C-8930-EBF88C53D3DE}"/>
              </a:ext>
            </a:extLst>
          </p:cNvPr>
          <p:cNvSpPr/>
          <p:nvPr/>
        </p:nvSpPr>
        <p:spPr bwMode="auto">
          <a:xfrm>
            <a:off x="3670300" y="1752600"/>
            <a:ext cx="63500" cy="35052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4" name="TextBox 13">
            <a:extLst>
              <a:ext uri="{FF2B5EF4-FFF2-40B4-BE49-F238E27FC236}">
                <a16:creationId xmlns:a16="http://schemas.microsoft.com/office/drawing/2014/main" id="{51DF26F6-481A-CC49-BF06-FA6508568FE0}"/>
              </a:ext>
            </a:extLst>
          </p:cNvPr>
          <p:cNvSpPr txBox="1"/>
          <p:nvPr/>
        </p:nvSpPr>
        <p:spPr>
          <a:xfrm>
            <a:off x="3898900" y="1930400"/>
            <a:ext cx="2857500" cy="2667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1450" b="1">
                <a:solidFill>
                  <a:srgbClr val="0B0A5B"/>
                </a:solidFill>
                <a:latin typeface="Roboto"/>
                <a:ea typeface="Roboto"/>
                <a:cs typeface="Roboto"/>
              </a:rPr>
              <a:t>SHARED JOURNEY INVENTORY</a:t>
            </a:r>
          </a:p>
        </p:txBody>
      </p:sp>
      <p:sp>
        <p:nvSpPr>
          <p:cNvPr id="15" name="TextBox 14">
            <a:extLst>
              <a:ext uri="{FF2B5EF4-FFF2-40B4-BE49-F238E27FC236}">
                <a16:creationId xmlns:a16="http://schemas.microsoft.com/office/drawing/2014/main" id="{0F019599-16A7-DF4F-A78B-B12B0CD2464D}"/>
              </a:ext>
            </a:extLst>
          </p:cNvPr>
          <p:cNvSpPr txBox="1"/>
          <p:nvPr/>
        </p:nvSpPr>
        <p:spPr>
          <a:xfrm>
            <a:off x="3898900" y="2247900"/>
            <a:ext cx="2895600" cy="6731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1050">
                <a:solidFill>
                  <a:srgbClr val="0B0A5B"/>
                </a:solidFill>
                <a:latin typeface="Roboto"/>
                <a:ea typeface="Roboto"/>
                <a:cs typeface="Roboto"/>
              </a:rPr>
              <a:t>Connect every priority journey to its code and dependency chain, customer impact, release pain points, current test coverage, performance evidence, and deployment conditions.</a:t>
            </a:r>
          </a:p>
        </p:txBody>
      </p:sp>
      <p:sp>
        <p:nvSpPr>
          <p:cNvPr id="17" name="Rectangle 16">
            <a:extLst>
              <a:ext uri="{FF2B5EF4-FFF2-40B4-BE49-F238E27FC236}">
                <a16:creationId xmlns:a16="http://schemas.microsoft.com/office/drawing/2014/main" id="{AAB32BB1-4264-1343-A61A-7C1C24A9CC17}"/>
              </a:ext>
            </a:extLst>
          </p:cNvPr>
          <p:cNvSpPr/>
          <p:nvPr/>
        </p:nvSpPr>
        <p:spPr bwMode="auto">
          <a:xfrm>
            <a:off x="3860800" y="3048000"/>
            <a:ext cx="127000" cy="127000"/>
          </a:xfrm>
          <a:prstGeom prst="rect">
            <a:avLst/>
          </a:prstGeom>
          <a:solidFill>
            <a:srgbClr val="FFFFFF"/>
          </a:solidFill>
          <a:ln w="16510">
            <a:solidFill>
              <a:srgbClr val="0057FF"/>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8" name="TextBox 17">
            <a:extLst>
              <a:ext uri="{FF2B5EF4-FFF2-40B4-BE49-F238E27FC236}">
                <a16:creationId xmlns:a16="http://schemas.microsoft.com/office/drawing/2014/main" id="{AAEEBD08-1E45-D342-9809-8FFBA1995196}"/>
              </a:ext>
            </a:extLst>
          </p:cNvPr>
          <p:cNvSpPr txBox="1"/>
          <p:nvPr/>
        </p:nvSpPr>
        <p:spPr>
          <a:xfrm>
            <a:off x="4114800" y="3035300"/>
            <a:ext cx="2209800" cy="1905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950" b="1">
                <a:solidFill>
                  <a:srgbClr val="0B0A5B"/>
                </a:solidFill>
                <a:latin typeface="Roboto"/>
                <a:ea typeface="Roboto"/>
                <a:cs typeface="Roboto"/>
              </a:rPr>
              <a:t>CUSTOMER VALUE</a:t>
            </a:r>
          </a:p>
        </p:txBody>
      </p:sp>
      <p:sp>
        <p:nvSpPr>
          <p:cNvPr id="20" name="Rectangle 19">
            <a:extLst>
              <a:ext uri="{FF2B5EF4-FFF2-40B4-BE49-F238E27FC236}">
                <a16:creationId xmlns:a16="http://schemas.microsoft.com/office/drawing/2014/main" id="{B80BF911-C8B0-7E49-AD69-C9DD023C8A50}"/>
              </a:ext>
            </a:extLst>
          </p:cNvPr>
          <p:cNvSpPr/>
          <p:nvPr/>
        </p:nvSpPr>
        <p:spPr bwMode="auto">
          <a:xfrm>
            <a:off x="6718300" y="3175000"/>
            <a:ext cx="88900" cy="889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1" name="Rectangle 20">
            <a:extLst>
              <a:ext uri="{FF2B5EF4-FFF2-40B4-BE49-F238E27FC236}">
                <a16:creationId xmlns:a16="http://schemas.microsoft.com/office/drawing/2014/main" id="{F7B6A872-C89C-9A4B-A8F7-5B541D327A3C}"/>
              </a:ext>
            </a:extLst>
          </p:cNvPr>
          <p:cNvSpPr/>
          <p:nvPr/>
        </p:nvSpPr>
        <p:spPr bwMode="auto">
          <a:xfrm>
            <a:off x="3860800" y="3416300"/>
            <a:ext cx="127000" cy="127000"/>
          </a:xfrm>
          <a:prstGeom prst="rect">
            <a:avLst/>
          </a:prstGeom>
          <a:solidFill>
            <a:srgbClr val="FFFFFF"/>
          </a:solidFill>
          <a:ln w="16510">
            <a:solidFill>
              <a:srgbClr val="0057FF"/>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2" name="TextBox 21">
            <a:extLst>
              <a:ext uri="{FF2B5EF4-FFF2-40B4-BE49-F238E27FC236}">
                <a16:creationId xmlns:a16="http://schemas.microsoft.com/office/drawing/2014/main" id="{A4A31FB5-68AF-694D-B476-BDDCAFC93DED}"/>
              </a:ext>
            </a:extLst>
          </p:cNvPr>
          <p:cNvSpPr txBox="1"/>
          <p:nvPr/>
        </p:nvSpPr>
        <p:spPr>
          <a:xfrm>
            <a:off x="4114800" y="3403600"/>
            <a:ext cx="2209800" cy="1905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950" b="1">
                <a:solidFill>
                  <a:srgbClr val="0B0A5B"/>
                </a:solidFill>
                <a:latin typeface="Roboto"/>
                <a:ea typeface="Roboto"/>
                <a:cs typeface="Roboto"/>
              </a:rPr>
              <a:t>CODE + DEPENDENCIES</a:t>
            </a:r>
          </a:p>
        </p:txBody>
      </p:sp>
      <p:sp>
        <p:nvSpPr>
          <p:cNvPr id="24" name="Rectangle 23">
            <a:extLst>
              <a:ext uri="{FF2B5EF4-FFF2-40B4-BE49-F238E27FC236}">
                <a16:creationId xmlns:a16="http://schemas.microsoft.com/office/drawing/2014/main" id="{205CAAD5-4307-E147-94E8-27551C63F20C}"/>
              </a:ext>
            </a:extLst>
          </p:cNvPr>
          <p:cNvSpPr/>
          <p:nvPr/>
        </p:nvSpPr>
        <p:spPr bwMode="auto">
          <a:xfrm>
            <a:off x="6718300" y="3543300"/>
            <a:ext cx="88900" cy="889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5" name="Rectangle 24">
            <a:extLst>
              <a:ext uri="{FF2B5EF4-FFF2-40B4-BE49-F238E27FC236}">
                <a16:creationId xmlns:a16="http://schemas.microsoft.com/office/drawing/2014/main" id="{EF673F09-2C90-FB4E-90D2-1B5351CA6062}"/>
              </a:ext>
            </a:extLst>
          </p:cNvPr>
          <p:cNvSpPr/>
          <p:nvPr/>
        </p:nvSpPr>
        <p:spPr bwMode="auto">
          <a:xfrm>
            <a:off x="3860800" y="3784600"/>
            <a:ext cx="127000" cy="127000"/>
          </a:xfrm>
          <a:prstGeom prst="rect">
            <a:avLst/>
          </a:prstGeom>
          <a:solidFill>
            <a:srgbClr val="FFFFFF"/>
          </a:solidFill>
          <a:ln w="16510">
            <a:solidFill>
              <a:srgbClr val="0057FF"/>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6" name="TextBox 25">
            <a:extLst>
              <a:ext uri="{FF2B5EF4-FFF2-40B4-BE49-F238E27FC236}">
                <a16:creationId xmlns:a16="http://schemas.microsoft.com/office/drawing/2014/main" id="{7314F41A-269D-C944-88D6-68BED9A8B6E6}"/>
              </a:ext>
            </a:extLst>
          </p:cNvPr>
          <p:cNvSpPr txBox="1"/>
          <p:nvPr/>
        </p:nvSpPr>
        <p:spPr>
          <a:xfrm>
            <a:off x="4114800" y="3771900"/>
            <a:ext cx="2209800" cy="1905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1050" b="1">
                <a:solidFill>
                  <a:srgbClr val="0B0A5B"/>
                </a:solidFill>
                <a:latin typeface="Roboto"/>
                <a:ea typeface="Roboto"/>
                <a:cs typeface="Roboto"/>
              </a:rPr>
              <a:t>RELEASE PAIN POINTS</a:t>
            </a:r>
          </a:p>
        </p:txBody>
      </p:sp>
      <p:sp>
        <p:nvSpPr>
          <p:cNvPr id="28" name="Rectangle 27">
            <a:extLst>
              <a:ext uri="{FF2B5EF4-FFF2-40B4-BE49-F238E27FC236}">
                <a16:creationId xmlns:a16="http://schemas.microsoft.com/office/drawing/2014/main" id="{259F0AAB-42F4-4A44-AFBF-EA30A3732D6A}"/>
              </a:ext>
            </a:extLst>
          </p:cNvPr>
          <p:cNvSpPr/>
          <p:nvPr/>
        </p:nvSpPr>
        <p:spPr bwMode="auto">
          <a:xfrm>
            <a:off x="6718300" y="3911600"/>
            <a:ext cx="88900" cy="889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9" name="Rectangle 28">
            <a:extLst>
              <a:ext uri="{FF2B5EF4-FFF2-40B4-BE49-F238E27FC236}">
                <a16:creationId xmlns:a16="http://schemas.microsoft.com/office/drawing/2014/main" id="{3E154D31-BE14-BA40-BF28-7711D76EB831}"/>
              </a:ext>
            </a:extLst>
          </p:cNvPr>
          <p:cNvSpPr/>
          <p:nvPr/>
        </p:nvSpPr>
        <p:spPr bwMode="auto">
          <a:xfrm>
            <a:off x="3860800" y="4152900"/>
            <a:ext cx="127000" cy="127000"/>
          </a:xfrm>
          <a:prstGeom prst="rect">
            <a:avLst/>
          </a:prstGeom>
          <a:solidFill>
            <a:srgbClr val="FFFFFF"/>
          </a:solidFill>
          <a:ln w="16510">
            <a:solidFill>
              <a:srgbClr val="0057FF"/>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0" name="TextBox 29">
            <a:extLst>
              <a:ext uri="{FF2B5EF4-FFF2-40B4-BE49-F238E27FC236}">
                <a16:creationId xmlns:a16="http://schemas.microsoft.com/office/drawing/2014/main" id="{90E1F1C2-A0F6-834C-A3C1-FC4372759415}"/>
              </a:ext>
            </a:extLst>
          </p:cNvPr>
          <p:cNvSpPr txBox="1"/>
          <p:nvPr/>
        </p:nvSpPr>
        <p:spPr>
          <a:xfrm>
            <a:off x="4114800" y="4140200"/>
            <a:ext cx="2209800" cy="1905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950" b="1">
                <a:solidFill>
                  <a:srgbClr val="0B0A5B"/>
                </a:solidFill>
                <a:latin typeface="Roboto"/>
                <a:ea typeface="Roboto"/>
                <a:cs typeface="Roboto"/>
              </a:rPr>
              <a:t>TEST COVERAGE</a:t>
            </a:r>
          </a:p>
        </p:txBody>
      </p:sp>
      <p:sp>
        <p:nvSpPr>
          <p:cNvPr id="32" name="Rectangle 31">
            <a:extLst>
              <a:ext uri="{FF2B5EF4-FFF2-40B4-BE49-F238E27FC236}">
                <a16:creationId xmlns:a16="http://schemas.microsoft.com/office/drawing/2014/main" id="{3CE8828F-5BD9-054D-8911-B6B496CA1B49}"/>
              </a:ext>
            </a:extLst>
          </p:cNvPr>
          <p:cNvSpPr/>
          <p:nvPr/>
        </p:nvSpPr>
        <p:spPr bwMode="auto">
          <a:xfrm>
            <a:off x="6718300" y="4279900"/>
            <a:ext cx="88900" cy="889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3" name="Rectangle 32">
            <a:extLst>
              <a:ext uri="{FF2B5EF4-FFF2-40B4-BE49-F238E27FC236}">
                <a16:creationId xmlns:a16="http://schemas.microsoft.com/office/drawing/2014/main" id="{3BB132E2-B6E1-574F-81A5-B1188F8DFA74}"/>
              </a:ext>
            </a:extLst>
          </p:cNvPr>
          <p:cNvSpPr/>
          <p:nvPr/>
        </p:nvSpPr>
        <p:spPr bwMode="auto">
          <a:xfrm>
            <a:off x="3860800" y="4521200"/>
            <a:ext cx="127000" cy="127000"/>
          </a:xfrm>
          <a:prstGeom prst="rect">
            <a:avLst/>
          </a:prstGeom>
          <a:solidFill>
            <a:srgbClr val="FFFFFF"/>
          </a:solidFill>
          <a:ln w="16510">
            <a:solidFill>
              <a:srgbClr val="0057FF"/>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4" name="TextBox 33">
            <a:extLst>
              <a:ext uri="{FF2B5EF4-FFF2-40B4-BE49-F238E27FC236}">
                <a16:creationId xmlns:a16="http://schemas.microsoft.com/office/drawing/2014/main" id="{C4A688C9-9728-8743-BB50-14E1A7978513}"/>
              </a:ext>
            </a:extLst>
          </p:cNvPr>
          <p:cNvSpPr txBox="1"/>
          <p:nvPr/>
        </p:nvSpPr>
        <p:spPr>
          <a:xfrm>
            <a:off x="4114800" y="4508500"/>
            <a:ext cx="2209800" cy="1905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950" b="1">
                <a:solidFill>
                  <a:srgbClr val="0B0A5B"/>
                </a:solidFill>
                <a:latin typeface="Roboto"/>
                <a:ea typeface="Roboto"/>
                <a:cs typeface="Roboto"/>
              </a:rPr>
              <a:t>PERFORMANCE EVIDENCE</a:t>
            </a:r>
          </a:p>
        </p:txBody>
      </p:sp>
      <p:sp>
        <p:nvSpPr>
          <p:cNvPr id="36" name="Rectangle 35">
            <a:extLst>
              <a:ext uri="{FF2B5EF4-FFF2-40B4-BE49-F238E27FC236}">
                <a16:creationId xmlns:a16="http://schemas.microsoft.com/office/drawing/2014/main" id="{AA9752F0-043C-414B-B68A-1E68B35B39C8}"/>
              </a:ext>
            </a:extLst>
          </p:cNvPr>
          <p:cNvSpPr/>
          <p:nvPr/>
        </p:nvSpPr>
        <p:spPr bwMode="auto">
          <a:xfrm>
            <a:off x="6718300" y="4648200"/>
            <a:ext cx="88900" cy="889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7" name="Rectangle 36">
            <a:extLst>
              <a:ext uri="{FF2B5EF4-FFF2-40B4-BE49-F238E27FC236}">
                <a16:creationId xmlns:a16="http://schemas.microsoft.com/office/drawing/2014/main" id="{FE836522-4373-F240-BF78-0C9AFF0E653B}"/>
              </a:ext>
            </a:extLst>
          </p:cNvPr>
          <p:cNvSpPr/>
          <p:nvPr/>
        </p:nvSpPr>
        <p:spPr bwMode="auto">
          <a:xfrm>
            <a:off x="3860800" y="4889500"/>
            <a:ext cx="127000" cy="127000"/>
          </a:xfrm>
          <a:prstGeom prst="rect">
            <a:avLst/>
          </a:prstGeom>
          <a:solidFill>
            <a:srgbClr val="FFFFFF"/>
          </a:solidFill>
          <a:ln w="16510">
            <a:solidFill>
              <a:srgbClr val="0057FF"/>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8" name="TextBox 37">
            <a:extLst>
              <a:ext uri="{FF2B5EF4-FFF2-40B4-BE49-F238E27FC236}">
                <a16:creationId xmlns:a16="http://schemas.microsoft.com/office/drawing/2014/main" id="{17A1DC99-7362-1B4E-90D5-EE3EC0EC90DA}"/>
              </a:ext>
            </a:extLst>
          </p:cNvPr>
          <p:cNvSpPr txBox="1"/>
          <p:nvPr/>
        </p:nvSpPr>
        <p:spPr>
          <a:xfrm>
            <a:off x="4114800" y="4876800"/>
            <a:ext cx="2209800" cy="1905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950" b="1">
                <a:solidFill>
                  <a:srgbClr val="0B0A5B"/>
                </a:solidFill>
                <a:latin typeface="Roboto"/>
                <a:ea typeface="Roboto"/>
                <a:cs typeface="Roboto"/>
              </a:rPr>
              <a:t>DEPLOYMENT CONDITIONS</a:t>
            </a:r>
          </a:p>
        </p:txBody>
      </p:sp>
      <p:sp>
        <p:nvSpPr>
          <p:cNvPr id="40" name="Rectangle 39">
            <a:extLst>
              <a:ext uri="{FF2B5EF4-FFF2-40B4-BE49-F238E27FC236}">
                <a16:creationId xmlns:a16="http://schemas.microsoft.com/office/drawing/2014/main" id="{10542203-36D5-F340-A939-DBAF6B83FCF8}"/>
              </a:ext>
            </a:extLst>
          </p:cNvPr>
          <p:cNvSpPr/>
          <p:nvPr/>
        </p:nvSpPr>
        <p:spPr bwMode="auto">
          <a:xfrm>
            <a:off x="6718300" y="5016500"/>
            <a:ext cx="88900" cy="889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1" name="Rectangle 40">
            <a:extLst>
              <a:ext uri="{FF2B5EF4-FFF2-40B4-BE49-F238E27FC236}">
                <a16:creationId xmlns:a16="http://schemas.microsoft.com/office/drawing/2014/main" id="{8321B3A5-05D6-CC42-B707-B8FA94C1C56C}"/>
              </a:ext>
            </a:extLst>
          </p:cNvPr>
          <p:cNvSpPr/>
          <p:nvPr/>
        </p:nvSpPr>
        <p:spPr bwMode="auto">
          <a:xfrm>
            <a:off x="609600" y="1739900"/>
            <a:ext cx="228600" cy="2286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50" b="1" i="0" u="none" strike="noStrike" kern="1200" cap="none" spc="0" normalizeH="0" baseline="0" noProof="0">
                <a:ln>
                  <a:noFill/>
                </a:ln>
                <a:solidFill>
                  <a:srgbClr val="FFFFFF"/>
                </a:solidFill>
                <a:effectLst/>
                <a:uLnTx/>
                <a:uFillTx/>
                <a:latin typeface="Roboto"/>
                <a:ea typeface="Roboto"/>
                <a:cs typeface="Roboto"/>
              </a:rPr>
              <a:t>1</a:t>
            </a:r>
          </a:p>
        </p:txBody>
      </p:sp>
      <p:sp>
        <p:nvSpPr>
          <p:cNvPr id="42" name="TextBox 41">
            <a:extLst>
              <a:ext uri="{FF2B5EF4-FFF2-40B4-BE49-F238E27FC236}">
                <a16:creationId xmlns:a16="http://schemas.microsoft.com/office/drawing/2014/main" id="{406E94CC-6321-E54A-BCC0-B8DA0FEEA8A9}"/>
              </a:ext>
            </a:extLst>
          </p:cNvPr>
          <p:cNvSpPr txBox="1"/>
          <p:nvPr/>
        </p:nvSpPr>
        <p:spPr>
          <a:xfrm>
            <a:off x="939800" y="1727200"/>
            <a:ext cx="2540000" cy="4318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1350" b="1">
                <a:solidFill>
                  <a:srgbClr val="0B0A5B"/>
                </a:solidFill>
                <a:latin typeface="Roboto"/>
                <a:ea typeface="Roboto"/>
                <a:cs typeface="Roboto"/>
              </a:rPr>
              <a:t>Source and environment discovery</a:t>
            </a:r>
          </a:p>
        </p:txBody>
      </p:sp>
      <p:sp>
        <p:nvSpPr>
          <p:cNvPr id="43" name="TextBox 42">
            <a:extLst>
              <a:ext uri="{FF2B5EF4-FFF2-40B4-BE49-F238E27FC236}">
                <a16:creationId xmlns:a16="http://schemas.microsoft.com/office/drawing/2014/main" id="{92D5FDF3-D345-864C-8AD4-955A57B6F09E}"/>
              </a:ext>
            </a:extLst>
          </p:cNvPr>
          <p:cNvSpPr txBox="1"/>
          <p:nvPr/>
        </p:nvSpPr>
        <p:spPr>
          <a:xfrm>
            <a:off x="609600" y="2235200"/>
            <a:ext cx="2806700" cy="7874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1050">
                <a:solidFill>
                  <a:srgbClr val="0B0A5B"/>
                </a:solidFill>
                <a:latin typeface="Roboto"/>
                <a:ea typeface="Roboto"/>
                <a:cs typeface="Roboto"/>
              </a:rPr>
              <a:t>Scan the codebase and map dependencies with Intellio Evolve, Codex, and engineer review. Inspect test assets, environments, data, telemetry, and machine profiles.</a:t>
            </a:r>
          </a:p>
        </p:txBody>
      </p:sp>
      <p:sp>
        <p:nvSpPr>
          <p:cNvPr id="44" name="Rectangle 43">
            <a:extLst>
              <a:ext uri="{FF2B5EF4-FFF2-40B4-BE49-F238E27FC236}">
                <a16:creationId xmlns:a16="http://schemas.microsoft.com/office/drawing/2014/main" id="{D2262243-3A3C-AF46-8053-0C3E7DE05F12}"/>
              </a:ext>
            </a:extLst>
          </p:cNvPr>
          <p:cNvSpPr/>
          <p:nvPr/>
        </p:nvSpPr>
        <p:spPr bwMode="auto">
          <a:xfrm>
            <a:off x="609600" y="3073400"/>
            <a:ext cx="2806700" cy="368300"/>
          </a:xfrm>
          <a:prstGeom prst="rect">
            <a:avLst/>
          </a:prstGeom>
          <a:solidFill>
            <a:srgbClr val="E9EF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5" name="Rectangle 44">
            <a:extLst>
              <a:ext uri="{FF2B5EF4-FFF2-40B4-BE49-F238E27FC236}">
                <a16:creationId xmlns:a16="http://schemas.microsoft.com/office/drawing/2014/main" id="{A78B212B-E030-4D4B-B82C-5DB889C4C165}"/>
              </a:ext>
            </a:extLst>
          </p:cNvPr>
          <p:cNvSpPr/>
          <p:nvPr/>
        </p:nvSpPr>
        <p:spPr bwMode="auto">
          <a:xfrm>
            <a:off x="609600" y="3073400"/>
            <a:ext cx="50800" cy="3683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6" name="TextBox 45">
            <a:extLst>
              <a:ext uri="{FF2B5EF4-FFF2-40B4-BE49-F238E27FC236}">
                <a16:creationId xmlns:a16="http://schemas.microsoft.com/office/drawing/2014/main" id="{88C84FD3-C074-8F4E-B33C-A7A329339C6B}"/>
              </a:ext>
            </a:extLst>
          </p:cNvPr>
          <p:cNvSpPr txBox="1"/>
          <p:nvPr/>
        </p:nvSpPr>
        <p:spPr>
          <a:xfrm>
            <a:off x="749300" y="3136900"/>
            <a:ext cx="1143000" cy="1270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750" b="1">
                <a:solidFill>
                  <a:srgbClr val="5D6B82"/>
                </a:solidFill>
                <a:latin typeface="Roboto"/>
                <a:ea typeface="Roboto"/>
                <a:cs typeface="Roboto"/>
              </a:rPr>
              <a:t>TOOL-ASSISTED SCAN</a:t>
            </a:r>
          </a:p>
        </p:txBody>
      </p:sp>
      <p:sp>
        <p:nvSpPr>
          <p:cNvPr id="47" name="TextBox 46">
            <a:extLst>
              <a:ext uri="{FF2B5EF4-FFF2-40B4-BE49-F238E27FC236}">
                <a16:creationId xmlns:a16="http://schemas.microsoft.com/office/drawing/2014/main" id="{128C81BA-1EE4-774F-8B07-29D85C9A03F4}"/>
              </a:ext>
            </a:extLst>
          </p:cNvPr>
          <p:cNvSpPr txBox="1"/>
          <p:nvPr/>
        </p:nvSpPr>
        <p:spPr>
          <a:xfrm>
            <a:off x="1879600" y="3124200"/>
            <a:ext cx="1435100" cy="1778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900" b="1">
                <a:solidFill>
                  <a:srgbClr val="0B0A5B"/>
                </a:solidFill>
                <a:latin typeface="Roboto"/>
                <a:ea typeface="Roboto"/>
                <a:cs typeface="Roboto"/>
              </a:rPr>
              <a:t>Intellio Evolve + Codex</a:t>
            </a:r>
          </a:p>
        </p:txBody>
      </p:sp>
      <p:sp>
        <p:nvSpPr>
          <p:cNvPr id="48" name="Rectangle 47">
            <a:extLst>
              <a:ext uri="{FF2B5EF4-FFF2-40B4-BE49-F238E27FC236}">
                <a16:creationId xmlns:a16="http://schemas.microsoft.com/office/drawing/2014/main" id="{7BF19378-D138-AE4E-B783-5A807D14D4CB}"/>
              </a:ext>
            </a:extLst>
          </p:cNvPr>
          <p:cNvSpPr/>
          <p:nvPr/>
        </p:nvSpPr>
        <p:spPr bwMode="auto">
          <a:xfrm>
            <a:off x="698500" y="4165600"/>
            <a:ext cx="228600" cy="2286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50" b="1" i="0" u="none" strike="noStrike" kern="1200" cap="none" spc="0" normalizeH="0" baseline="0" noProof="0">
                <a:ln>
                  <a:noFill/>
                </a:ln>
                <a:solidFill>
                  <a:srgbClr val="FFFFFF"/>
                </a:solidFill>
                <a:effectLst/>
                <a:uLnTx/>
                <a:uFillTx/>
                <a:latin typeface="Roboto"/>
                <a:ea typeface="Roboto"/>
                <a:cs typeface="Roboto"/>
              </a:rPr>
              <a:t>2</a:t>
            </a:r>
          </a:p>
        </p:txBody>
      </p:sp>
      <p:sp>
        <p:nvSpPr>
          <p:cNvPr id="49" name="TextBox 48">
            <a:extLst>
              <a:ext uri="{FF2B5EF4-FFF2-40B4-BE49-F238E27FC236}">
                <a16:creationId xmlns:a16="http://schemas.microsoft.com/office/drawing/2014/main" id="{1E661680-0F5B-CC44-9E17-54A0B59EF526}"/>
              </a:ext>
            </a:extLst>
          </p:cNvPr>
          <p:cNvSpPr txBox="1"/>
          <p:nvPr/>
        </p:nvSpPr>
        <p:spPr>
          <a:xfrm>
            <a:off x="1028700" y="4152900"/>
            <a:ext cx="2540000" cy="4318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1350" b="1">
                <a:solidFill>
                  <a:srgbClr val="0B0A5B"/>
                </a:solidFill>
                <a:latin typeface="Roboto"/>
                <a:ea typeface="Roboto"/>
                <a:cs typeface="Roboto"/>
              </a:rPr>
              <a:t>Journey and release prioritization</a:t>
            </a:r>
          </a:p>
        </p:txBody>
      </p:sp>
      <p:sp>
        <p:nvSpPr>
          <p:cNvPr id="50" name="TextBox 49">
            <a:extLst>
              <a:ext uri="{FF2B5EF4-FFF2-40B4-BE49-F238E27FC236}">
                <a16:creationId xmlns:a16="http://schemas.microsoft.com/office/drawing/2014/main" id="{F2E30C15-43F7-B645-9B35-5D7199E43130}"/>
              </a:ext>
            </a:extLst>
          </p:cNvPr>
          <p:cNvSpPr txBox="1"/>
          <p:nvPr/>
        </p:nvSpPr>
        <p:spPr>
          <a:xfrm>
            <a:off x="698500" y="4660900"/>
            <a:ext cx="2844800" cy="7747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1050">
                <a:solidFill>
                  <a:srgbClr val="0B0A5B"/>
                </a:solidFill>
                <a:latin typeface="Roboto"/>
                <a:ea typeface="Roboto"/>
                <a:cs typeface="Roboto"/>
              </a:rPr>
              <a:t>Interview product, engineering, quality, and support. Rank journeys by customer value, release pain, risk, and dependency readiness.</a:t>
            </a:r>
          </a:p>
        </p:txBody>
      </p:sp>
      <p:sp>
        <p:nvSpPr>
          <p:cNvPr id="51" name="Rectangle 50">
            <a:extLst>
              <a:ext uri="{FF2B5EF4-FFF2-40B4-BE49-F238E27FC236}">
                <a16:creationId xmlns:a16="http://schemas.microsoft.com/office/drawing/2014/main" id="{3DA6D647-C656-244D-8EF2-707A26B832A2}"/>
              </a:ext>
            </a:extLst>
          </p:cNvPr>
          <p:cNvSpPr/>
          <p:nvPr/>
        </p:nvSpPr>
        <p:spPr bwMode="auto">
          <a:xfrm>
            <a:off x="7366000" y="1778000"/>
            <a:ext cx="228600" cy="2286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50" b="1" i="0" u="none" strike="noStrike" kern="1200" cap="none" spc="0" normalizeH="0" baseline="0" noProof="0">
                <a:ln>
                  <a:noFill/>
                </a:ln>
                <a:solidFill>
                  <a:srgbClr val="FFFFFF"/>
                </a:solidFill>
                <a:effectLst/>
                <a:uLnTx/>
                <a:uFillTx/>
                <a:latin typeface="Roboto"/>
                <a:ea typeface="Roboto"/>
                <a:cs typeface="Roboto"/>
              </a:rPr>
              <a:t>3</a:t>
            </a:r>
          </a:p>
        </p:txBody>
      </p:sp>
      <p:sp>
        <p:nvSpPr>
          <p:cNvPr id="52" name="TextBox 51">
            <a:extLst>
              <a:ext uri="{FF2B5EF4-FFF2-40B4-BE49-F238E27FC236}">
                <a16:creationId xmlns:a16="http://schemas.microsoft.com/office/drawing/2014/main" id="{AE050954-44E2-D247-BA01-8D21FDA74282}"/>
              </a:ext>
            </a:extLst>
          </p:cNvPr>
          <p:cNvSpPr txBox="1"/>
          <p:nvPr/>
        </p:nvSpPr>
        <p:spPr>
          <a:xfrm>
            <a:off x="7696200" y="1765300"/>
            <a:ext cx="2108200" cy="4318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1350" b="1">
                <a:solidFill>
                  <a:srgbClr val="0B0A5B"/>
                </a:solidFill>
                <a:latin typeface="Roboto"/>
                <a:ea typeface="Roboto"/>
                <a:cs typeface="Roboto"/>
              </a:rPr>
              <a:t>Target architecture validation</a:t>
            </a:r>
          </a:p>
        </p:txBody>
      </p:sp>
      <p:sp>
        <p:nvSpPr>
          <p:cNvPr id="53" name="TextBox 52">
            <a:extLst>
              <a:ext uri="{FF2B5EF4-FFF2-40B4-BE49-F238E27FC236}">
                <a16:creationId xmlns:a16="http://schemas.microsoft.com/office/drawing/2014/main" id="{53C88A2E-1B1E-6444-BBDD-17CFFA21D908}"/>
              </a:ext>
            </a:extLst>
          </p:cNvPr>
          <p:cNvSpPr txBox="1"/>
          <p:nvPr/>
        </p:nvSpPr>
        <p:spPr>
          <a:xfrm>
            <a:off x="7366000" y="2273300"/>
            <a:ext cx="2413000" cy="7747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1050">
                <a:solidFill>
                  <a:srgbClr val="0B0A5B"/>
                </a:solidFill>
                <a:latin typeface="Roboto"/>
                <a:ea typeface="Roboto"/>
                <a:cs typeface="Roboto"/>
              </a:rPr>
              <a:t>Confirm the on premise UI, service, data, deployment, and operational patterns. Test the fit on selected journey candidates.</a:t>
            </a:r>
          </a:p>
        </p:txBody>
      </p:sp>
      <p:sp>
        <p:nvSpPr>
          <p:cNvPr id="54" name="Rectangle 53">
            <a:extLst>
              <a:ext uri="{FF2B5EF4-FFF2-40B4-BE49-F238E27FC236}">
                <a16:creationId xmlns:a16="http://schemas.microsoft.com/office/drawing/2014/main" id="{CFF3A018-9B5A-C44C-A5CE-18E6EA9F6C0F}"/>
              </a:ext>
            </a:extLst>
          </p:cNvPr>
          <p:cNvSpPr/>
          <p:nvPr/>
        </p:nvSpPr>
        <p:spPr bwMode="auto">
          <a:xfrm>
            <a:off x="7239000" y="4152900"/>
            <a:ext cx="228600" cy="2286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50" b="1" i="0" u="none" strike="noStrike" kern="1200" cap="none" spc="0" normalizeH="0" baseline="0" noProof="0">
                <a:ln>
                  <a:noFill/>
                </a:ln>
                <a:solidFill>
                  <a:srgbClr val="FFFFFF"/>
                </a:solidFill>
                <a:effectLst/>
                <a:uLnTx/>
                <a:uFillTx/>
                <a:latin typeface="Roboto"/>
                <a:ea typeface="Roboto"/>
                <a:cs typeface="Roboto"/>
              </a:rPr>
              <a:t>4</a:t>
            </a:r>
          </a:p>
        </p:txBody>
      </p:sp>
      <p:sp>
        <p:nvSpPr>
          <p:cNvPr id="55" name="TextBox 54">
            <a:extLst>
              <a:ext uri="{FF2B5EF4-FFF2-40B4-BE49-F238E27FC236}">
                <a16:creationId xmlns:a16="http://schemas.microsoft.com/office/drawing/2014/main" id="{C423D69A-D813-C04A-8A61-EC71AA7106F6}"/>
              </a:ext>
            </a:extLst>
          </p:cNvPr>
          <p:cNvSpPr txBox="1"/>
          <p:nvPr/>
        </p:nvSpPr>
        <p:spPr>
          <a:xfrm>
            <a:off x="7569200" y="4140200"/>
            <a:ext cx="2247900" cy="4318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1350" b="1">
                <a:solidFill>
                  <a:srgbClr val="0B0A5B"/>
                </a:solidFill>
                <a:latin typeface="Roboto"/>
                <a:ea typeface="Roboto"/>
                <a:cs typeface="Roboto"/>
              </a:rPr>
              <a:t>Testing and performance pilot</a:t>
            </a:r>
          </a:p>
        </p:txBody>
      </p:sp>
      <p:sp>
        <p:nvSpPr>
          <p:cNvPr id="56" name="TextBox 55">
            <a:extLst>
              <a:ext uri="{FF2B5EF4-FFF2-40B4-BE49-F238E27FC236}">
                <a16:creationId xmlns:a16="http://schemas.microsoft.com/office/drawing/2014/main" id="{CE5CB2ED-CF9A-7944-A411-2AF61C4EE459}"/>
              </a:ext>
            </a:extLst>
          </p:cNvPr>
          <p:cNvSpPr txBox="1"/>
          <p:nvPr/>
        </p:nvSpPr>
        <p:spPr>
          <a:xfrm>
            <a:off x="7239000" y="4648200"/>
            <a:ext cx="2552700" cy="8890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1050">
                <a:solidFill>
                  <a:srgbClr val="0B0A5B"/>
                </a:solidFill>
                <a:latin typeface="Roboto"/>
                <a:ea typeface="Roboto"/>
                <a:cs typeface="Roboto"/>
              </a:rPr>
              <a:t>Reuse and strengthen existing automation. Establish a controlled baseline for a priority workflow and connect experience timing to technical evidence for diagnosis.</a:t>
            </a:r>
          </a:p>
        </p:txBody>
      </p:sp>
      <p:sp>
        <p:nvSpPr>
          <p:cNvPr id="61" name="Rectangle 60">
            <a:extLst>
              <a:ext uri="{FF2B5EF4-FFF2-40B4-BE49-F238E27FC236}">
                <a16:creationId xmlns:a16="http://schemas.microsoft.com/office/drawing/2014/main" id="{4A705D1F-A125-DD43-8998-50832C8960C0}"/>
              </a:ext>
            </a:extLst>
          </p:cNvPr>
          <p:cNvSpPr/>
          <p:nvPr/>
        </p:nvSpPr>
        <p:spPr bwMode="auto">
          <a:xfrm>
            <a:off x="3606800" y="2565400"/>
            <a:ext cx="127000" cy="1270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2" name="Rectangle 61">
            <a:extLst>
              <a:ext uri="{FF2B5EF4-FFF2-40B4-BE49-F238E27FC236}">
                <a16:creationId xmlns:a16="http://schemas.microsoft.com/office/drawing/2014/main" id="{7F8B8130-1458-AD41-B85C-762FB86E3491}"/>
              </a:ext>
            </a:extLst>
          </p:cNvPr>
          <p:cNvSpPr/>
          <p:nvPr/>
        </p:nvSpPr>
        <p:spPr bwMode="auto">
          <a:xfrm>
            <a:off x="3606800" y="4762500"/>
            <a:ext cx="127000" cy="1270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3" name="Rectangle 62">
            <a:extLst>
              <a:ext uri="{FF2B5EF4-FFF2-40B4-BE49-F238E27FC236}">
                <a16:creationId xmlns:a16="http://schemas.microsoft.com/office/drawing/2014/main" id="{55157C98-B590-F341-A6B3-BD1852F693A8}"/>
              </a:ext>
            </a:extLst>
          </p:cNvPr>
          <p:cNvSpPr/>
          <p:nvPr/>
        </p:nvSpPr>
        <p:spPr bwMode="auto">
          <a:xfrm>
            <a:off x="6997700" y="2565400"/>
            <a:ext cx="127000" cy="1270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4" name="Rectangle 63">
            <a:extLst>
              <a:ext uri="{FF2B5EF4-FFF2-40B4-BE49-F238E27FC236}">
                <a16:creationId xmlns:a16="http://schemas.microsoft.com/office/drawing/2014/main" id="{DACB28E9-D511-6F47-99EF-099D23B7AC48}"/>
              </a:ext>
            </a:extLst>
          </p:cNvPr>
          <p:cNvSpPr/>
          <p:nvPr/>
        </p:nvSpPr>
        <p:spPr bwMode="auto">
          <a:xfrm>
            <a:off x="6997700" y="4787900"/>
            <a:ext cx="127000" cy="1270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6" name="Rectangle 65">
            <a:extLst>
              <a:ext uri="{FF2B5EF4-FFF2-40B4-BE49-F238E27FC236}">
                <a16:creationId xmlns:a16="http://schemas.microsoft.com/office/drawing/2014/main" id="{F445A5DC-6A75-2649-8796-84F01CB9680E}"/>
              </a:ext>
            </a:extLst>
          </p:cNvPr>
          <p:cNvSpPr/>
          <p:nvPr/>
        </p:nvSpPr>
        <p:spPr bwMode="auto">
          <a:xfrm>
            <a:off x="7035800" y="3454400"/>
            <a:ext cx="127000" cy="127000"/>
          </a:xfrm>
          <a:prstGeom prst="rect">
            <a:avLst/>
          </a:prstGeom>
          <a:solidFill>
            <a:srgbClr val="0B0A5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7" name="Rectangle 66">
            <a:extLst>
              <a:ext uri="{FF2B5EF4-FFF2-40B4-BE49-F238E27FC236}">
                <a16:creationId xmlns:a16="http://schemas.microsoft.com/office/drawing/2014/main" id="{726E65BB-F5B5-264E-A55E-0103ED3C71AC}"/>
              </a:ext>
            </a:extLst>
          </p:cNvPr>
          <p:cNvSpPr/>
          <p:nvPr/>
        </p:nvSpPr>
        <p:spPr bwMode="auto">
          <a:xfrm>
            <a:off x="10045700" y="3429000"/>
            <a:ext cx="177800" cy="1778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8" name="TextBox 67">
            <a:extLst>
              <a:ext uri="{FF2B5EF4-FFF2-40B4-BE49-F238E27FC236}">
                <a16:creationId xmlns:a16="http://schemas.microsoft.com/office/drawing/2014/main" id="{C3143B58-A76D-154C-ACEE-2E51A997B6D1}"/>
              </a:ext>
            </a:extLst>
          </p:cNvPr>
          <p:cNvSpPr txBox="1"/>
          <p:nvPr/>
        </p:nvSpPr>
        <p:spPr>
          <a:xfrm>
            <a:off x="8191500" y="3263900"/>
            <a:ext cx="1168400" cy="1524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800" b="1">
                <a:solidFill>
                  <a:srgbClr val="5D6B82"/>
                </a:solidFill>
                <a:latin typeface="Roboto"/>
                <a:ea typeface="Roboto"/>
                <a:cs typeface="Roboto"/>
              </a:rPr>
              <a:t>COLLECTS INTO</a:t>
            </a:r>
          </a:p>
        </p:txBody>
      </p:sp>
      <p:sp>
        <p:nvSpPr>
          <p:cNvPr id="69" name="Rectangle 68">
            <a:extLst>
              <a:ext uri="{FF2B5EF4-FFF2-40B4-BE49-F238E27FC236}">
                <a16:creationId xmlns:a16="http://schemas.microsoft.com/office/drawing/2014/main" id="{148DCFC0-CD79-3B4A-918F-449CE4C729F5}"/>
              </a:ext>
            </a:extLst>
          </p:cNvPr>
          <p:cNvSpPr/>
          <p:nvPr/>
        </p:nvSpPr>
        <p:spPr bwMode="auto">
          <a:xfrm>
            <a:off x="10223500" y="1625600"/>
            <a:ext cx="1473200" cy="3987800"/>
          </a:xfrm>
          <a:prstGeom prst="rect">
            <a:avLst/>
          </a:prstGeom>
          <a:solidFill>
            <a:srgbClr val="E9EFF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0" name="Rectangle 69">
            <a:extLst>
              <a:ext uri="{FF2B5EF4-FFF2-40B4-BE49-F238E27FC236}">
                <a16:creationId xmlns:a16="http://schemas.microsoft.com/office/drawing/2014/main" id="{117A8E15-D43D-3A44-A815-AD50B6710BC9}"/>
              </a:ext>
            </a:extLst>
          </p:cNvPr>
          <p:cNvSpPr/>
          <p:nvPr/>
        </p:nvSpPr>
        <p:spPr bwMode="auto">
          <a:xfrm>
            <a:off x="10223500" y="1625600"/>
            <a:ext cx="1473200" cy="622300"/>
          </a:xfrm>
          <a:prstGeom prst="rect">
            <a:avLst/>
          </a:prstGeom>
          <a:solidFill>
            <a:srgbClr val="0B0A5B"/>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1" name="TextBox 70">
            <a:extLst>
              <a:ext uri="{FF2B5EF4-FFF2-40B4-BE49-F238E27FC236}">
                <a16:creationId xmlns:a16="http://schemas.microsoft.com/office/drawing/2014/main" id="{92D46F77-4766-144E-AC4B-075A59521351}"/>
              </a:ext>
            </a:extLst>
          </p:cNvPr>
          <p:cNvSpPr txBox="1"/>
          <p:nvPr/>
        </p:nvSpPr>
        <p:spPr>
          <a:xfrm>
            <a:off x="10350500" y="1752600"/>
            <a:ext cx="1219200" cy="3937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950" b="1">
                <a:solidFill>
                  <a:srgbClr val="FFFFFF"/>
                </a:solidFill>
                <a:latin typeface="Roboto"/>
                <a:ea typeface="Roboto"/>
                <a:cs typeface="Roboto"/>
              </a:rPr>
              <a:t>5  READY BACKLOG
AND DECISION PACKAGE</a:t>
            </a:r>
          </a:p>
        </p:txBody>
      </p:sp>
      <p:sp>
        <p:nvSpPr>
          <p:cNvPr id="72" name="TextBox 71">
            <a:extLst>
              <a:ext uri="{FF2B5EF4-FFF2-40B4-BE49-F238E27FC236}">
                <a16:creationId xmlns:a16="http://schemas.microsoft.com/office/drawing/2014/main" id="{ED0335AD-13C4-C849-BA0D-6DB4D183DB8E}"/>
              </a:ext>
            </a:extLst>
          </p:cNvPr>
          <p:cNvSpPr txBox="1"/>
          <p:nvPr/>
        </p:nvSpPr>
        <p:spPr>
          <a:xfrm>
            <a:off x="10350500" y="2463800"/>
            <a:ext cx="1193800" cy="3048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850" b="1">
                <a:solidFill>
                  <a:srgbClr val="5D6B82"/>
                </a:solidFill>
                <a:latin typeface="Roboto"/>
                <a:ea typeface="Roboto"/>
                <a:cs typeface="Roboto"/>
              </a:rPr>
              <a:t>PRIORITIZED ROADMAP</a:t>
            </a:r>
          </a:p>
        </p:txBody>
      </p:sp>
      <p:sp>
        <p:nvSpPr>
          <p:cNvPr id="74" name="TextBox 73">
            <a:extLst>
              <a:ext uri="{FF2B5EF4-FFF2-40B4-BE49-F238E27FC236}">
                <a16:creationId xmlns:a16="http://schemas.microsoft.com/office/drawing/2014/main" id="{B358D175-542E-5F49-B8DC-833DE4D6B519}"/>
              </a:ext>
            </a:extLst>
          </p:cNvPr>
          <p:cNvSpPr txBox="1"/>
          <p:nvPr/>
        </p:nvSpPr>
        <p:spPr>
          <a:xfrm>
            <a:off x="10350500" y="2933700"/>
            <a:ext cx="1193800" cy="3810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850" b="1">
                <a:solidFill>
                  <a:srgbClr val="0B0A5B"/>
                </a:solidFill>
                <a:latin typeface="Roboto"/>
                <a:ea typeface="Roboto"/>
                <a:cs typeface="Roboto"/>
              </a:rPr>
              <a:t>TWO-SPRINT READY BACKLOG</a:t>
            </a:r>
          </a:p>
        </p:txBody>
      </p:sp>
      <p:sp>
        <p:nvSpPr>
          <p:cNvPr id="76" name="TextBox 75">
            <a:extLst>
              <a:ext uri="{FF2B5EF4-FFF2-40B4-BE49-F238E27FC236}">
                <a16:creationId xmlns:a16="http://schemas.microsoft.com/office/drawing/2014/main" id="{CAF25AD3-B4BF-4141-AF39-9E5CCC7562DA}"/>
              </a:ext>
            </a:extLst>
          </p:cNvPr>
          <p:cNvSpPr txBox="1"/>
          <p:nvPr/>
        </p:nvSpPr>
        <p:spPr>
          <a:xfrm>
            <a:off x="10350500" y="3505200"/>
            <a:ext cx="1193800" cy="4064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850" b="1">
                <a:solidFill>
                  <a:srgbClr val="0B0A5B"/>
                </a:solidFill>
                <a:latin typeface="Roboto"/>
                <a:ea typeface="Roboto"/>
                <a:cs typeface="Roboto"/>
              </a:rPr>
              <a:t>STAFFING + DEPENDENCY ASSUMPTIONS</a:t>
            </a:r>
          </a:p>
        </p:txBody>
      </p:sp>
      <p:sp>
        <p:nvSpPr>
          <p:cNvPr id="78" name="TextBox 77">
            <a:extLst>
              <a:ext uri="{FF2B5EF4-FFF2-40B4-BE49-F238E27FC236}">
                <a16:creationId xmlns:a16="http://schemas.microsoft.com/office/drawing/2014/main" id="{F78B77E8-3265-DF42-AF73-76EB70E95DF6}"/>
              </a:ext>
            </a:extLst>
          </p:cNvPr>
          <p:cNvSpPr txBox="1"/>
          <p:nvPr/>
        </p:nvSpPr>
        <p:spPr>
          <a:xfrm>
            <a:off x="10350500" y="4102100"/>
            <a:ext cx="1193800" cy="4953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850" b="1">
                <a:solidFill>
                  <a:srgbClr val="0B0A5B"/>
                </a:solidFill>
                <a:latin typeface="Roboto"/>
                <a:ea typeface="Roboto"/>
                <a:cs typeface="Roboto"/>
              </a:rPr>
              <a:t>EVIDENCE TO PROCEED, RESCOPE, OR STOP</a:t>
            </a:r>
          </a:p>
        </p:txBody>
      </p:sp>
      <p:sp>
        <p:nvSpPr>
          <p:cNvPr id="79" name="Rectangle 78">
            <a:extLst>
              <a:ext uri="{FF2B5EF4-FFF2-40B4-BE49-F238E27FC236}">
                <a16:creationId xmlns:a16="http://schemas.microsoft.com/office/drawing/2014/main" id="{E4803193-DD97-8545-8B91-8F799E773EBF}"/>
              </a:ext>
            </a:extLst>
          </p:cNvPr>
          <p:cNvSpPr/>
          <p:nvPr/>
        </p:nvSpPr>
        <p:spPr bwMode="auto">
          <a:xfrm>
            <a:off x="10350500" y="4749800"/>
            <a:ext cx="1168400" cy="381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0" name="TextBox 79">
            <a:extLst>
              <a:ext uri="{FF2B5EF4-FFF2-40B4-BE49-F238E27FC236}">
                <a16:creationId xmlns:a16="http://schemas.microsoft.com/office/drawing/2014/main" id="{C330FC30-3B4D-5C4F-97D0-1AF2909187C3}"/>
              </a:ext>
            </a:extLst>
          </p:cNvPr>
          <p:cNvSpPr txBox="1"/>
          <p:nvPr/>
        </p:nvSpPr>
        <p:spPr>
          <a:xfrm>
            <a:off x="10350500" y="4914900"/>
            <a:ext cx="1193800" cy="5461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920" b="1">
                <a:solidFill>
                  <a:srgbClr val="0B0A5B"/>
                </a:solidFill>
                <a:latin typeface="Roboto"/>
                <a:ea typeface="Roboto"/>
                <a:cs typeface="Roboto"/>
              </a:rPr>
              <a:t>Patterson leaves the initial phase with a tested direction for the next delivery increments.</a:t>
            </a:r>
          </a:p>
        </p:txBody>
      </p:sp>
      <p:sp>
        <p:nvSpPr>
          <p:cNvPr id="81" name="Rectangle 80">
            <a:extLst>
              <a:ext uri="{FF2B5EF4-FFF2-40B4-BE49-F238E27FC236}">
                <a16:creationId xmlns:a16="http://schemas.microsoft.com/office/drawing/2014/main" id="{9822918A-F4F4-8445-B95C-BF52D8AD43EC}"/>
              </a:ext>
            </a:extLst>
          </p:cNvPr>
          <p:cNvSpPr/>
          <p:nvPr/>
        </p:nvSpPr>
        <p:spPr bwMode="auto">
          <a:xfrm>
            <a:off x="609600" y="5765800"/>
            <a:ext cx="11087100" cy="406400"/>
          </a:xfrm>
          <a:prstGeom prst="rect">
            <a:avLst/>
          </a:prstGeom>
          <a:solidFill>
            <a:srgbClr val="FFFFFF"/>
          </a:solidFill>
          <a:ln w="12700">
            <a:solidFill>
              <a:srgbClr val="0B0A5B"/>
            </a:solid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2" name="Rectangle 81">
            <a:extLst>
              <a:ext uri="{FF2B5EF4-FFF2-40B4-BE49-F238E27FC236}">
                <a16:creationId xmlns:a16="http://schemas.microsoft.com/office/drawing/2014/main" id="{E81512EB-ADB9-B04B-936E-D3FA3FDDA090}"/>
              </a:ext>
            </a:extLst>
          </p:cNvPr>
          <p:cNvSpPr/>
          <p:nvPr/>
        </p:nvSpPr>
        <p:spPr bwMode="auto">
          <a:xfrm>
            <a:off x="609600" y="5765800"/>
            <a:ext cx="63500" cy="406400"/>
          </a:xfrm>
          <a:prstGeom prst="rect">
            <a:avLst/>
          </a:prstGeom>
          <a:solidFill>
            <a:srgbClr val="0057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3" name="TextBox 82">
            <a:extLst>
              <a:ext uri="{FF2B5EF4-FFF2-40B4-BE49-F238E27FC236}">
                <a16:creationId xmlns:a16="http://schemas.microsoft.com/office/drawing/2014/main" id="{BB978AB1-3A04-7942-B852-B087CE54F7BE}"/>
              </a:ext>
            </a:extLst>
          </p:cNvPr>
          <p:cNvSpPr txBox="1"/>
          <p:nvPr/>
        </p:nvSpPr>
        <p:spPr>
          <a:xfrm>
            <a:off x="800100" y="5880100"/>
            <a:ext cx="10693400" cy="190500"/>
          </a:xfrm>
          <a:prstGeom prst="rect">
            <a:avLst/>
          </a:prstGeom>
          <a:noFill/>
        </p:spPr>
        <p:txBody>
          <a:bodyPr vertOverflow="overflow" vert="horz" wrap="square" lIns="0" tIns="0" rIns="0" bIns="0" rtlCol="0" anchor="t" anchorCtr="0">
            <a:noAutofit/>
          </a:bodyPr>
          <a:lstStyle/>
          <a:p>
            <a:pPr marL="0" indent="0" algn="l">
              <a:spcAft>
                <a:spcPts val="600"/>
              </a:spcAft>
              <a:tabLst/>
            </a:pPr>
            <a:r>
              <a:rPr lang="en-US" sz="1000" b="1">
                <a:solidFill>
                  <a:srgbClr val="0B0A5B"/>
                </a:solidFill>
                <a:latin typeface="Roboto"/>
                <a:ea typeface="Roboto"/>
                <a:cs typeface="Roboto"/>
              </a:rPr>
              <a:t>Tool assisted analysis speeds the work. Engineers and Patterson leaders retain design, quality, security, and release authority.</a:t>
            </a:r>
          </a:p>
        </p:txBody>
      </p:sp>
      <p:cxnSp>
        <p:nvCxnSpPr>
          <p:cNvPr id="116" name="Straight Arrow Connector 115">
            <a:extLst>
              <a:ext uri="{FF2B5EF4-FFF2-40B4-BE49-F238E27FC236}">
                <a16:creationId xmlns:a16="http://schemas.microsoft.com/office/drawing/2014/main" id="{7EE6E0F0-C888-904C-9EB9-7781FEEE784B}"/>
              </a:ext>
            </a:extLst>
          </p:cNvPr>
          <p:cNvCxnSpPr/>
          <p:nvPr/>
        </p:nvCxnSpPr>
        <p:spPr>
          <a:xfrm>
            <a:off x="469900" y="1409700"/>
            <a:ext cx="11214100" cy="127"/>
          </a:xfrm>
          <a:prstGeom prst="straightConnector1">
            <a:avLst/>
          </a:prstGeom>
          <a:ln w="12700" cap="flat" cmpd="sng" algn="ctr">
            <a:solidFill>
              <a:srgbClr val="D4DFEE"/>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552545CF-9A88-D54D-8A2E-5AFCE16F7B5B}"/>
              </a:ext>
            </a:extLst>
          </p:cNvPr>
          <p:cNvCxnSpPr/>
          <p:nvPr/>
        </p:nvCxnSpPr>
        <p:spPr>
          <a:xfrm>
            <a:off x="3924300" y="3124200"/>
            <a:ext cx="127" cy="1841500"/>
          </a:xfrm>
          <a:prstGeom prst="straightConnector1">
            <a:avLst/>
          </a:prstGeom>
          <a:ln w="16510" cap="flat" cmpd="sng" algn="ctr">
            <a:solidFill>
              <a:srgbClr val="0057FF"/>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69B33139-7C08-2241-8485-AFD79B07970E}"/>
              </a:ext>
            </a:extLst>
          </p:cNvPr>
          <p:cNvCxnSpPr/>
          <p:nvPr/>
        </p:nvCxnSpPr>
        <p:spPr>
          <a:xfrm>
            <a:off x="4114800" y="3225800"/>
            <a:ext cx="2679700" cy="127"/>
          </a:xfrm>
          <a:prstGeom prst="straightConnector1">
            <a:avLst/>
          </a:prstGeom>
          <a:ln w="10160" cap="flat" cmpd="sng" algn="ctr">
            <a:solidFill>
              <a:srgbClr val="D4DFEE"/>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A16866EB-2655-F34B-B10A-FF0AAABA3539}"/>
              </a:ext>
            </a:extLst>
          </p:cNvPr>
          <p:cNvCxnSpPr/>
          <p:nvPr/>
        </p:nvCxnSpPr>
        <p:spPr>
          <a:xfrm>
            <a:off x="4114800" y="3594100"/>
            <a:ext cx="2679700" cy="127"/>
          </a:xfrm>
          <a:prstGeom prst="straightConnector1">
            <a:avLst/>
          </a:prstGeom>
          <a:ln w="10160" cap="flat" cmpd="sng" algn="ctr">
            <a:solidFill>
              <a:srgbClr val="D4DFEE"/>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A37872A6-A741-0242-B27B-0B5AD71809E5}"/>
              </a:ext>
            </a:extLst>
          </p:cNvPr>
          <p:cNvCxnSpPr/>
          <p:nvPr/>
        </p:nvCxnSpPr>
        <p:spPr>
          <a:xfrm>
            <a:off x="4114800" y="3962400"/>
            <a:ext cx="2679700" cy="127"/>
          </a:xfrm>
          <a:prstGeom prst="straightConnector1">
            <a:avLst/>
          </a:prstGeom>
          <a:ln w="10160" cap="flat" cmpd="sng" algn="ctr">
            <a:solidFill>
              <a:srgbClr val="D4DFEE"/>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4ADB856E-B1BD-A841-947A-ECB070083DBE}"/>
              </a:ext>
            </a:extLst>
          </p:cNvPr>
          <p:cNvCxnSpPr/>
          <p:nvPr/>
        </p:nvCxnSpPr>
        <p:spPr>
          <a:xfrm>
            <a:off x="4114800" y="4330700"/>
            <a:ext cx="2679700" cy="127"/>
          </a:xfrm>
          <a:prstGeom prst="straightConnector1">
            <a:avLst/>
          </a:prstGeom>
          <a:ln w="10160" cap="flat" cmpd="sng" algn="ctr">
            <a:solidFill>
              <a:srgbClr val="D4DFEE"/>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4542C9FD-D6AE-1548-ADA4-FFCCC801AF50}"/>
              </a:ext>
            </a:extLst>
          </p:cNvPr>
          <p:cNvCxnSpPr/>
          <p:nvPr/>
        </p:nvCxnSpPr>
        <p:spPr>
          <a:xfrm>
            <a:off x="4114800" y="4699000"/>
            <a:ext cx="2679700" cy="127"/>
          </a:xfrm>
          <a:prstGeom prst="straightConnector1">
            <a:avLst/>
          </a:prstGeom>
          <a:ln w="10160" cap="flat" cmpd="sng" algn="ctr">
            <a:solidFill>
              <a:srgbClr val="D4DFEE"/>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BC54CFD8-78CF-EB41-BFDE-82B4B6296657}"/>
              </a:ext>
            </a:extLst>
          </p:cNvPr>
          <p:cNvCxnSpPr/>
          <p:nvPr/>
        </p:nvCxnSpPr>
        <p:spPr>
          <a:xfrm>
            <a:off x="4114800" y="5067300"/>
            <a:ext cx="2679700" cy="127"/>
          </a:xfrm>
          <a:prstGeom prst="straightConnector1">
            <a:avLst/>
          </a:prstGeom>
          <a:ln w="10160" cap="flat" cmpd="sng" algn="ctr">
            <a:solidFill>
              <a:srgbClr val="D4DFEE"/>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125AA77C-1B28-D04A-B883-674CDEEA31A5}"/>
              </a:ext>
            </a:extLst>
          </p:cNvPr>
          <p:cNvCxnSpPr/>
          <p:nvPr/>
        </p:nvCxnSpPr>
        <p:spPr>
          <a:xfrm>
            <a:off x="3416300" y="2628900"/>
            <a:ext cx="254000" cy="127"/>
          </a:xfrm>
          <a:prstGeom prst="straightConnector1">
            <a:avLst/>
          </a:prstGeom>
          <a:ln w="19050" cap="flat" cmpd="sng" algn="ctr">
            <a:solidFill>
              <a:srgbClr val="0057FF"/>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BEF512CA-55EA-DD47-9017-E8619C3277E2}"/>
              </a:ext>
            </a:extLst>
          </p:cNvPr>
          <p:cNvCxnSpPr/>
          <p:nvPr/>
        </p:nvCxnSpPr>
        <p:spPr>
          <a:xfrm>
            <a:off x="3543300" y="4826000"/>
            <a:ext cx="127000" cy="127"/>
          </a:xfrm>
          <a:prstGeom prst="straightConnector1">
            <a:avLst/>
          </a:prstGeom>
          <a:ln w="19050" cap="flat" cmpd="sng" algn="ctr">
            <a:solidFill>
              <a:srgbClr val="0057FF"/>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2812BD5A-1E6C-3541-9A05-84CAF8EB24CF}"/>
              </a:ext>
            </a:extLst>
          </p:cNvPr>
          <p:cNvCxnSpPr/>
          <p:nvPr/>
        </p:nvCxnSpPr>
        <p:spPr>
          <a:xfrm>
            <a:off x="7061200" y="2628900"/>
            <a:ext cx="304800" cy="127"/>
          </a:xfrm>
          <a:prstGeom prst="straightConnector1">
            <a:avLst/>
          </a:prstGeom>
          <a:ln w="19050" cap="flat" cmpd="sng" algn="ctr">
            <a:solidFill>
              <a:srgbClr val="0057FF"/>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91BA59F1-3311-CC43-9AC2-C945BC98116D}"/>
              </a:ext>
            </a:extLst>
          </p:cNvPr>
          <p:cNvCxnSpPr/>
          <p:nvPr/>
        </p:nvCxnSpPr>
        <p:spPr>
          <a:xfrm>
            <a:off x="7061200" y="4851400"/>
            <a:ext cx="177800" cy="127"/>
          </a:xfrm>
          <a:prstGeom prst="straightConnector1">
            <a:avLst/>
          </a:prstGeom>
          <a:ln w="19050" cap="flat" cmpd="sng" algn="ctr">
            <a:solidFill>
              <a:srgbClr val="0057FF"/>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8BD3CD42-0308-FC47-A4E6-1FCD076DFE93}"/>
              </a:ext>
            </a:extLst>
          </p:cNvPr>
          <p:cNvCxnSpPr/>
          <p:nvPr/>
        </p:nvCxnSpPr>
        <p:spPr>
          <a:xfrm>
            <a:off x="7061200" y="3517900"/>
            <a:ext cx="3060700" cy="127"/>
          </a:xfrm>
          <a:prstGeom prst="straightConnector1">
            <a:avLst/>
          </a:prstGeom>
          <a:ln w="22860" cap="flat" cmpd="sng" algn="ctr">
            <a:solidFill>
              <a:srgbClr val="0B0A5B"/>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B101C6CD-A919-234D-B4C0-2EED28E95DBC}"/>
              </a:ext>
            </a:extLst>
          </p:cNvPr>
          <p:cNvCxnSpPr/>
          <p:nvPr/>
        </p:nvCxnSpPr>
        <p:spPr>
          <a:xfrm>
            <a:off x="10350500" y="2781300"/>
            <a:ext cx="1181100" cy="127"/>
          </a:xfrm>
          <a:prstGeom prst="straightConnector1">
            <a:avLst/>
          </a:prstGeom>
          <a:ln w="10160" cap="flat" cmpd="sng" algn="ctr">
            <a:solidFill>
              <a:srgbClr val="D4DFEE"/>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8417AB30-41EF-2E43-AC4F-2F6BD0E7FD7D}"/>
              </a:ext>
            </a:extLst>
          </p:cNvPr>
          <p:cNvCxnSpPr/>
          <p:nvPr/>
        </p:nvCxnSpPr>
        <p:spPr>
          <a:xfrm>
            <a:off x="10350500" y="3340100"/>
            <a:ext cx="1181100" cy="127"/>
          </a:xfrm>
          <a:prstGeom prst="straightConnector1">
            <a:avLst/>
          </a:prstGeom>
          <a:ln w="10160" cap="flat" cmpd="sng" algn="ctr">
            <a:solidFill>
              <a:srgbClr val="D4DFEE"/>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65E652BB-8A2B-924F-8E02-477807AB5943}"/>
              </a:ext>
            </a:extLst>
          </p:cNvPr>
          <p:cNvCxnSpPr/>
          <p:nvPr/>
        </p:nvCxnSpPr>
        <p:spPr>
          <a:xfrm>
            <a:off x="10350500" y="3937000"/>
            <a:ext cx="1181100" cy="127"/>
          </a:xfrm>
          <a:prstGeom prst="straightConnector1">
            <a:avLst/>
          </a:prstGeom>
          <a:ln w="10160" cap="flat" cmpd="sng" algn="ctr">
            <a:solidFill>
              <a:srgbClr val="D4DFEE"/>
            </a:solidFill>
            <a:prstDash val="solid"/>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703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20DDE-0379-8230-B7FB-0CE0E756E830}"/>
            </a:ext>
          </a:extLst>
        </p:cNvPr>
        <p:cNvGrpSpPr/>
        <p:nvPr/>
      </p:nvGrpSpPr>
      <p:grpSpPr>
        <a:xfrm>
          <a:off x="0" y="0"/>
          <a:ext cx="0" cy="0"/>
          <a:chOff x="0" y="0"/>
          <a:chExt cx="0" cy="0"/>
        </a:xfrm>
      </p:grpSpPr>
      <p:sp>
        <p:nvSpPr>
          <p:cNvPr id="104" name="Rectangle 103">
            <a:extLst>
              <a:ext uri="{FF2B5EF4-FFF2-40B4-BE49-F238E27FC236}">
                <a16:creationId xmlns:a16="http://schemas.microsoft.com/office/drawing/2014/main" id="{19C83EE4-6B64-0E64-3FF1-2ED095B8BC8F}"/>
              </a:ext>
            </a:extLst>
          </p:cNvPr>
          <p:cNvSpPr>
            <a:spLocks noGrp="1"/>
          </p:cNvSpPr>
          <p:nvPr/>
        </p:nvSpPr>
        <p:spPr>
          <a:xfrm>
            <a:off x="2819036" y="4966078"/>
            <a:ext cx="1929384" cy="107899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a:ln>
                  <a:noFill/>
                </a:ln>
                <a:solidFill>
                  <a:srgbClr val="0047FF"/>
                </a:solidFill>
                <a:effectLst/>
                <a:uLnTx/>
                <a:uFillTx/>
                <a:latin typeface="Arial"/>
                <a:ea typeface="+mn-ea"/>
                <a:cs typeface="+mn-cs"/>
              </a:rPr>
              <a:t>Output:</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70154">
                    <a:lumMod val="75000"/>
                  </a:srgbClr>
                </a:solidFill>
                <a:effectLst/>
                <a:uLnTx/>
                <a:uFillTx/>
                <a:latin typeface="Arial"/>
                <a:ea typeface="+mn-ea"/>
                <a:cs typeface="+mn-cs"/>
              </a:rPr>
              <a:t>Prioritized journeys linked to value, release pain, risk, and readiness</a:t>
            </a:r>
          </a:p>
        </p:txBody>
      </p:sp>
      <p:sp>
        <p:nvSpPr>
          <p:cNvPr id="105" name="Rectangle 104">
            <a:extLst>
              <a:ext uri="{FF2B5EF4-FFF2-40B4-BE49-F238E27FC236}">
                <a16:creationId xmlns:a16="http://schemas.microsoft.com/office/drawing/2014/main" id="{056A42CA-6355-AC6D-FFDF-4C25A373E804}"/>
              </a:ext>
            </a:extLst>
          </p:cNvPr>
          <p:cNvSpPr>
            <a:spLocks noGrp="1"/>
          </p:cNvSpPr>
          <p:nvPr/>
        </p:nvSpPr>
        <p:spPr>
          <a:xfrm>
            <a:off x="4934917" y="4966078"/>
            <a:ext cx="1929384" cy="107899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a:ln>
                  <a:noFill/>
                </a:ln>
                <a:solidFill>
                  <a:srgbClr val="0047FF"/>
                </a:solidFill>
                <a:effectLst/>
                <a:uLnTx/>
                <a:uFillTx/>
                <a:latin typeface="Arial"/>
                <a:ea typeface="+mn-ea"/>
                <a:cs typeface="+mn-cs"/>
              </a:rPr>
              <a:t>Output:</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70154">
                    <a:lumMod val="75000"/>
                  </a:srgbClr>
                </a:solidFill>
                <a:effectLst/>
                <a:uLnTx/>
                <a:uFillTx/>
                <a:latin typeface="Arial"/>
                <a:ea typeface="+mn-ea"/>
                <a:cs typeface="+mn-cs"/>
              </a:rPr>
              <a:t>Validated on premise target patterns and selected pilot candidates</a:t>
            </a:r>
          </a:p>
        </p:txBody>
      </p:sp>
      <p:sp>
        <p:nvSpPr>
          <p:cNvPr id="107" name="Rectangle 106">
            <a:extLst>
              <a:ext uri="{FF2B5EF4-FFF2-40B4-BE49-F238E27FC236}">
                <a16:creationId xmlns:a16="http://schemas.microsoft.com/office/drawing/2014/main" id="{4681DEC6-5EF0-9301-1D7A-55C039930AC7}"/>
              </a:ext>
            </a:extLst>
          </p:cNvPr>
          <p:cNvSpPr>
            <a:spLocks noGrp="1"/>
          </p:cNvSpPr>
          <p:nvPr/>
        </p:nvSpPr>
        <p:spPr>
          <a:xfrm>
            <a:off x="7043977" y="4966078"/>
            <a:ext cx="1930934" cy="107899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a:ln>
                  <a:noFill/>
                </a:ln>
                <a:solidFill>
                  <a:srgbClr val="0047FF"/>
                </a:solidFill>
                <a:effectLst/>
                <a:uLnTx/>
                <a:uFillTx/>
                <a:latin typeface="Arial"/>
                <a:ea typeface="+mn-ea"/>
                <a:cs typeface="+mn-cs"/>
              </a:rPr>
              <a:t>Output:</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70154">
                    <a:lumMod val="75000"/>
                  </a:srgbClr>
                </a:solidFill>
                <a:effectLst/>
                <a:uLnTx/>
                <a:uFillTx/>
                <a:latin typeface="Arial"/>
                <a:ea typeface="+mn-ea"/>
                <a:cs typeface="+mn-cs"/>
              </a:rPr>
              <a:t>Controlled performance baseline and a pilot use case that can endure</a:t>
            </a:r>
          </a:p>
        </p:txBody>
      </p:sp>
      <p:sp>
        <p:nvSpPr>
          <p:cNvPr id="108" name="Rectangle 107">
            <a:extLst>
              <a:ext uri="{FF2B5EF4-FFF2-40B4-BE49-F238E27FC236}">
                <a16:creationId xmlns:a16="http://schemas.microsoft.com/office/drawing/2014/main" id="{006979DF-83CB-B034-BF29-48C6D1DC6FED}"/>
              </a:ext>
            </a:extLst>
          </p:cNvPr>
          <p:cNvSpPr>
            <a:spLocks noGrp="1"/>
          </p:cNvSpPr>
          <p:nvPr/>
        </p:nvSpPr>
        <p:spPr>
          <a:xfrm>
            <a:off x="9156554" y="4966078"/>
            <a:ext cx="1930934" cy="107899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a:ln>
                  <a:noFill/>
                </a:ln>
                <a:solidFill>
                  <a:srgbClr val="0047FF"/>
                </a:solidFill>
                <a:effectLst/>
                <a:uLnTx/>
                <a:uFillTx/>
                <a:latin typeface="Arial"/>
                <a:ea typeface="+mn-ea"/>
                <a:cs typeface="+mn-cs"/>
              </a:rPr>
              <a:t>Output:</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70154">
                    <a:lumMod val="75000"/>
                  </a:srgbClr>
                </a:solidFill>
                <a:effectLst/>
                <a:uLnTx/>
                <a:uFillTx/>
                <a:latin typeface="Arial"/>
                <a:ea typeface="+mn-ea"/>
                <a:cs typeface="+mn-cs"/>
              </a:rPr>
              <a:t>Roadmap, two-sprint ready backlog, assumptions, and evidence to proceed, rescope, or stop</a:t>
            </a:r>
          </a:p>
        </p:txBody>
      </p:sp>
      <p:sp>
        <p:nvSpPr>
          <p:cNvPr id="103" name="Rectangle 102">
            <a:extLst>
              <a:ext uri="{FF2B5EF4-FFF2-40B4-BE49-F238E27FC236}">
                <a16:creationId xmlns:a16="http://schemas.microsoft.com/office/drawing/2014/main" id="{3821A737-6FB8-B9FB-2877-1A3B90713902}"/>
              </a:ext>
            </a:extLst>
          </p:cNvPr>
          <p:cNvSpPr>
            <a:spLocks noGrp="1"/>
          </p:cNvSpPr>
          <p:nvPr/>
        </p:nvSpPr>
        <p:spPr>
          <a:xfrm>
            <a:off x="707024" y="4966078"/>
            <a:ext cx="1929384" cy="107899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a:ln>
                  <a:noFill/>
                </a:ln>
                <a:solidFill>
                  <a:srgbClr val="0047FF"/>
                </a:solidFill>
                <a:effectLst/>
                <a:uLnTx/>
                <a:uFillTx/>
                <a:latin typeface="Arial"/>
                <a:ea typeface="+mn-ea"/>
                <a:cs typeface="+mn-cs"/>
              </a:rPr>
              <a:t>Output:</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70154">
                    <a:lumMod val="75000"/>
                  </a:srgbClr>
                </a:solidFill>
                <a:effectLst/>
                <a:uLnTx/>
                <a:uFillTx/>
                <a:latin typeface="Arial"/>
                <a:ea typeface="+mn-ea"/>
                <a:cs typeface="+mn-cs"/>
              </a:rPr>
              <a:t>Validated source inventory, dependency patterns, reusable tests, and environment baseline</a:t>
            </a:r>
          </a:p>
        </p:txBody>
      </p:sp>
      <p:sp>
        <p:nvSpPr>
          <p:cNvPr id="48" name="Rectangle 47">
            <a:extLst>
              <a:ext uri="{FF2B5EF4-FFF2-40B4-BE49-F238E27FC236}">
                <a16:creationId xmlns:a16="http://schemas.microsoft.com/office/drawing/2014/main" id="{795F5AE7-C2A8-0199-23BF-A1A37FEC1F50}"/>
              </a:ext>
            </a:extLst>
          </p:cNvPr>
          <p:cNvSpPr>
            <a:spLocks noGrp="1"/>
          </p:cNvSpPr>
          <p:nvPr/>
        </p:nvSpPr>
        <p:spPr>
          <a:xfrm>
            <a:off x="9157329" y="2222878"/>
            <a:ext cx="1930934" cy="2743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a:ln>
                  <a:noFill/>
                </a:ln>
                <a:solidFill>
                  <a:srgbClr val="070154">
                    <a:lumMod val="75000"/>
                  </a:srgbClr>
                </a:solidFill>
                <a:effectLst/>
                <a:uLnTx/>
                <a:uFillTx/>
                <a:latin typeface="Arial"/>
                <a:ea typeface="+mn-ea"/>
                <a:cs typeface="+mn-cs"/>
              </a:rPr>
              <a:t>Activity: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lumMod val="75000"/>
                  </a:srgbClr>
                </a:solidFill>
                <a:effectLst/>
                <a:uLnTx/>
                <a:uFillTx/>
                <a:latin typeface="Arial"/>
                <a:ea typeface="+mn-ea"/>
                <a:cs typeface="+mn-cs"/>
              </a:rPr>
              <a:t>Prepare the roadmap and two-sprint ready backlog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lumMod val="75000"/>
                  </a:srgbClr>
                </a:solidFill>
                <a:effectLst/>
                <a:uLnTx/>
                <a:uFillTx/>
                <a:latin typeface="Arial"/>
                <a:ea typeface="+mn-ea"/>
                <a:cs typeface="+mn-cs"/>
              </a:rPr>
              <a:t>Confirm staffing, dependencies, and delivery sequence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lumMod val="75000"/>
                  </a:srgbClr>
                </a:solidFill>
                <a:effectLst/>
                <a:uLnTx/>
                <a:uFillTx/>
                <a:latin typeface="Arial"/>
                <a:ea typeface="+mn-ea"/>
                <a:cs typeface="+mn-cs"/>
              </a:rPr>
              <a:t>Retain Patterson authority over design, quality, security, and release</a:t>
            </a:r>
          </a:p>
        </p:txBody>
      </p:sp>
      <p:sp>
        <p:nvSpPr>
          <p:cNvPr id="4" name="Slide Number Placeholder 3">
            <a:extLst>
              <a:ext uri="{FF2B5EF4-FFF2-40B4-BE49-F238E27FC236}">
                <a16:creationId xmlns:a16="http://schemas.microsoft.com/office/drawing/2014/main" id="{0FD248E0-CE3C-471D-491E-3129A10C8CA2}"/>
              </a:ext>
            </a:extLst>
          </p:cNvPr>
          <p:cNvSpPr>
            <a:spLocks noGrp="1"/>
          </p:cNvSpPr>
          <p:nvPr>
            <p:ph type="sldNum"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DCA5C9-2E11-4C67-86EB-AE1DE127DC64}" type="slidenum">
              <a:rPr kumimoji="0" sz="900" b="0" i="0" u="none" strike="noStrike" kern="1200" cap="none" spc="0" normalizeH="0" baseline="0" noProof="0">
                <a:ln>
                  <a:noFill/>
                </a:ln>
                <a:solidFill>
                  <a:srgbClr val="070154"/>
                </a:solidFill>
                <a:effectLst/>
                <a:uLnTx/>
                <a:uFillTx/>
                <a:latin typeface="Arial"/>
                <a:cs typeface="Arial"/>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sz="900" b="0" i="0" u="none" strike="noStrike" kern="1200" cap="none" spc="0" normalizeH="0" baseline="0" noProof="0">
              <a:ln>
                <a:noFill/>
              </a:ln>
              <a:solidFill>
                <a:srgbClr val="070154"/>
              </a:solidFill>
              <a:effectLst/>
              <a:uLnTx/>
              <a:uFillTx/>
              <a:latin typeface="Arial"/>
              <a:cs typeface="Arial"/>
            </a:endParaRPr>
          </a:p>
        </p:txBody>
      </p:sp>
      <p:sp>
        <p:nvSpPr>
          <p:cNvPr id="5" name="Title 4">
            <a:extLst>
              <a:ext uri="{FF2B5EF4-FFF2-40B4-BE49-F238E27FC236}">
                <a16:creationId xmlns:a16="http://schemas.microsoft.com/office/drawing/2014/main" id="{C537C34E-3AA4-ACA1-3E14-253FD1FC5BB1}"/>
              </a:ext>
            </a:extLst>
          </p:cNvPr>
          <p:cNvSpPr>
            <a:spLocks noGrp="1"/>
          </p:cNvSpPr>
          <p:nvPr>
            <p:ph type="title"/>
          </p:nvPr>
        </p:nvSpPr>
        <p:spPr/>
        <p:txBody>
          <a:bodyPr vert="horz" rIns="0"/>
          <a:lstStyle/>
          <a:p>
            <a:r>
              <a:rPr lang="en-US"/>
              <a:t>One shared journey inventory directs Eaglesoft’s next delivery increments</a:t>
            </a:r>
            <a:endParaRPr/>
          </a:p>
        </p:txBody>
      </p:sp>
      <p:sp>
        <p:nvSpPr>
          <p:cNvPr id="2" name="Text Placeholder 1">
            <a:extLst>
              <a:ext uri="{FF2B5EF4-FFF2-40B4-BE49-F238E27FC236}">
                <a16:creationId xmlns:a16="http://schemas.microsoft.com/office/drawing/2014/main" id="{E5D18340-4D65-D3BE-6A27-5B85E4A42A58}"/>
              </a:ext>
            </a:extLst>
          </p:cNvPr>
          <p:cNvSpPr>
            <a:spLocks noGrp="1"/>
          </p:cNvSpPr>
          <p:nvPr>
            <p:ph type="body" idx="19"/>
          </p:nvPr>
        </p:nvSpPr>
        <p:spPr>
          <a:xfrm>
            <a:off x="465137" y="0"/>
            <a:ext cx="5928594" cy="556953"/>
          </a:xfrm>
        </p:spPr>
        <p:txBody>
          <a:bodyPr/>
          <a:lstStyle/>
          <a:p>
            <a:r>
              <a:rPr lang="en-US"/>
              <a:t>INTEGRATED INITIAL PHASE</a:t>
            </a:r>
          </a:p>
        </p:txBody>
      </p:sp>
      <p:sp>
        <p:nvSpPr>
          <p:cNvPr id="3" name="Footer Placeholder 8">
            <a:extLst>
              <a:ext uri="{FF2B5EF4-FFF2-40B4-BE49-F238E27FC236}">
                <a16:creationId xmlns:a16="http://schemas.microsoft.com/office/drawing/2014/main" id="{0D98BE62-5E46-8116-F206-B39F1B8941C8}"/>
              </a:ext>
            </a:extLst>
          </p:cNvPr>
          <p:cNvSpPr>
            <a:spLocks noGrp="1"/>
          </p:cNvSpPr>
          <p:nvPr/>
        </p:nvSpPr>
        <p:spPr>
          <a:xfrm>
            <a:off x="4321019" y="6400798"/>
            <a:ext cx="7102834" cy="167949"/>
          </a:xfrm>
          <a:prstGeom prst="rect">
            <a:avLst/>
          </a:prstGeom>
        </p:spPr>
        <p:txBody>
          <a:bodyPr tIns="0" rIns="0" bIns="0" anchor="ctr"/>
          <a:lstStyle>
            <a:lvl1pPr marL="0" indent="0" algn="l" defTabSz="914400">
              <a:lnSpc>
                <a:spcPct val="100000"/>
              </a:lnSpc>
              <a:spcBef>
                <a:spcPts val="0"/>
              </a:spcBef>
              <a:spcAft>
                <a:spcPts val="1600"/>
              </a:spcAft>
              <a:buFont typeface="Arial"/>
              <a:buNone/>
              <a:defRPr sz="1600" b="0" i="0" kern="1200">
                <a:solidFill>
                  <a:schemeClr val="tx1"/>
                </a:solidFill>
                <a:latin typeface="+mn-lt"/>
                <a:ea typeface="+mn-lt"/>
                <a:cs typeface="+mn-lt"/>
              </a:defRPr>
            </a:lvl1pPr>
            <a:lvl2pPr marL="0" indent="0" algn="l" defTabSz="914400">
              <a:lnSpc>
                <a:spcPct val="100000"/>
              </a:lnSpc>
              <a:spcBef>
                <a:spcPts val="0"/>
              </a:spcBef>
              <a:spcAft>
                <a:spcPts val="600"/>
              </a:spcAft>
              <a:buClr>
                <a:schemeClr val="accent1"/>
              </a:buClr>
              <a:buFontTx/>
              <a:buNone/>
              <a:tabLst>
                <a:tab pos="280988" algn="l"/>
              </a:tabLst>
              <a:defRPr sz="1800" b="1" i="0" kern="1200">
                <a:solidFill>
                  <a:schemeClr val="tx2"/>
                </a:solidFill>
                <a:latin typeface="+mn-lt"/>
                <a:ea typeface="+mn-lt"/>
                <a:cs typeface="+mn-lt"/>
              </a:defRPr>
            </a:lvl2pPr>
            <a:lvl3pPr marL="228600" indent="-228600" algn="l" defTabSz="292608">
              <a:lnSpc>
                <a:spcPct val="100000"/>
              </a:lnSpc>
              <a:spcBef>
                <a:spcPts val="0"/>
              </a:spcBef>
              <a:spcAft>
                <a:spcPts val="600"/>
              </a:spcAft>
              <a:buClr>
                <a:schemeClr val="tx1"/>
              </a:buClr>
              <a:buFont typeface="Arial"/>
              <a:buChar char="•"/>
              <a:tabLst>
                <a:tab pos="276225" algn="l"/>
                <a:tab pos="584200" algn="l"/>
              </a:tabLst>
              <a:defRPr sz="1600" b="0" i="0" kern="1200">
                <a:solidFill>
                  <a:schemeClr val="tx1"/>
                </a:solidFill>
                <a:latin typeface="+mn-lt"/>
                <a:ea typeface="+mn-lt"/>
                <a:cs typeface="+mn-lt"/>
              </a:defRPr>
            </a:lvl3pPr>
            <a:lvl4pPr marL="457200" marR="0" indent="-228600" algn="l" defTabSz="292608">
              <a:lnSpc>
                <a:spcPct val="100000"/>
              </a:lnSpc>
              <a:spcBef>
                <a:spcPts val="0"/>
              </a:spcBef>
              <a:spcAft>
                <a:spcPts val="600"/>
              </a:spcAft>
              <a:buClr>
                <a:schemeClr val="tx1"/>
              </a:buClr>
              <a:buSzPct val="100000"/>
              <a:buFont typeface="Arial"/>
              <a:buChar char="•"/>
              <a:defRPr sz="1600" b="0" i="0" kern="1200">
                <a:solidFill>
                  <a:schemeClr val="tx1"/>
                </a:solidFill>
                <a:latin typeface="+mn-lt"/>
                <a:ea typeface="+mn-lt"/>
                <a:cs typeface="+mn-lt"/>
              </a:defRPr>
            </a:lvl4pPr>
            <a:lvl5pPr marL="685800" indent="-228600" algn="l" defTabSz="292608">
              <a:lnSpc>
                <a:spcPct val="100000"/>
              </a:lnSpc>
              <a:spcBef>
                <a:spcPts val="0"/>
              </a:spcBef>
              <a:spcAft>
                <a:spcPts val="600"/>
              </a:spcAft>
              <a:buClr>
                <a:schemeClr val="tx1"/>
              </a:buClr>
              <a:buSzPct val="100000"/>
              <a:buFont typeface="Arial"/>
              <a:buChar char="•"/>
              <a:tabLst>
                <a:tab pos="292608" algn="l"/>
                <a:tab pos="585216" algn="l"/>
              </a:tabLst>
              <a:defRPr sz="1600" b="0" i="0" kern="1200">
                <a:solidFill>
                  <a:schemeClr val="tx1"/>
                </a:solidFill>
                <a:latin typeface="+mn-lt"/>
                <a:ea typeface="+mn-lt"/>
                <a:cs typeface="+mn-lt"/>
              </a:defRPr>
            </a:lvl5pPr>
            <a:lvl6pPr marL="283464" indent="-283464" algn="l" defTabSz="914400">
              <a:lnSpc>
                <a:spcPct val="100000"/>
              </a:lnSpc>
              <a:spcBef>
                <a:spcPts val="0"/>
              </a:spcBef>
              <a:spcAft>
                <a:spcPts val="600"/>
              </a:spcAft>
              <a:buClr>
                <a:schemeClr val="tx1"/>
              </a:buClr>
              <a:buSzPct val="100000"/>
              <a:buFont typeface="+mj-lt"/>
              <a:buAutoNum type="arabicPeriod"/>
              <a:defRPr sz="1600" b="0" i="0" kern="1200">
                <a:solidFill>
                  <a:schemeClr val="tx1"/>
                </a:solidFill>
                <a:latin typeface="+mn-lt"/>
                <a:ea typeface="+mn-lt"/>
                <a:cs typeface="+mn-lt"/>
              </a:defRPr>
            </a:lvl6pPr>
            <a:lvl7pPr marL="566928" indent="-283464" algn="l" defTabSz="914400">
              <a:lnSpc>
                <a:spcPct val="100000"/>
              </a:lnSpc>
              <a:spcBef>
                <a:spcPts val="0"/>
              </a:spcBef>
              <a:spcAft>
                <a:spcPts val="600"/>
              </a:spcAft>
              <a:buClr>
                <a:schemeClr val="tx1"/>
              </a:buClr>
              <a:buSzPct val="100000"/>
              <a:buFont typeface="+mj-lt"/>
              <a:buAutoNum type="arabicPeriod"/>
              <a:defRPr sz="1600" b="0" i="0" kern="1200">
                <a:solidFill>
                  <a:schemeClr val="tx1"/>
                </a:solidFill>
                <a:latin typeface="+mn-lt"/>
                <a:ea typeface="+mn-lt"/>
                <a:cs typeface="+mn-lt"/>
              </a:defRPr>
            </a:lvl7pPr>
            <a:lvl8pPr marL="850392" indent="-283464" algn="l" defTabSz="914400">
              <a:lnSpc>
                <a:spcPct val="100000"/>
              </a:lnSpc>
              <a:spcBef>
                <a:spcPts val="0"/>
              </a:spcBef>
              <a:spcAft>
                <a:spcPts val="600"/>
              </a:spcAft>
              <a:buClr>
                <a:schemeClr val="tx1"/>
              </a:buClr>
              <a:buSzPct val="100000"/>
              <a:buFont typeface="+mj-lt"/>
              <a:buAutoNum type="arabicPeriod"/>
              <a:defRPr sz="1600" b="0" i="0" kern="1200">
                <a:solidFill>
                  <a:schemeClr val="tx1"/>
                </a:solidFill>
                <a:latin typeface="+mn-lt"/>
                <a:ea typeface="+mn-lt"/>
                <a:cs typeface="+mn-lt"/>
              </a:defRPr>
            </a:lvl8pPr>
            <a:lvl9pPr marL="0" indent="0" algn="l" defTabSz="914400">
              <a:lnSpc>
                <a:spcPct val="100000"/>
              </a:lnSpc>
              <a:spcBef>
                <a:spcPts val="0"/>
              </a:spcBef>
              <a:spcAft>
                <a:spcPts val="600"/>
              </a:spcAft>
              <a:buClr>
                <a:schemeClr val="accent1"/>
              </a:buClr>
              <a:buSzPct val="100000"/>
              <a:buFontTx/>
              <a:buNone/>
              <a:defRPr sz="2800" b="1" i="0" kern="1200">
                <a:solidFill>
                  <a:schemeClr val="tx1"/>
                </a:solidFill>
                <a:latin typeface="+mn-lt"/>
                <a:ea typeface="+mn-lt"/>
                <a:cs typeface="+mn-lt"/>
              </a:defRPr>
            </a:lvl9pPr>
          </a:lstStyle>
          <a:p>
            <a:pPr marL="0" marR="0" lvl="0" indent="9525" algn="r" defTabSz="914400" rtl="0" eaLnBrk="1" fontAlgn="auto" latinLnBrk="0" hangingPunct="1">
              <a:lnSpc>
                <a:spcPct val="100000"/>
              </a:lnSpc>
              <a:spcBef>
                <a:spcPts val="0"/>
              </a:spcBef>
              <a:spcAft>
                <a:spcPts val="600"/>
              </a:spcAft>
              <a:buClrTx/>
              <a:buSzTx/>
              <a:buFont typeface="Arial"/>
              <a:buNone/>
              <a:tabLst/>
              <a:defRPr/>
            </a:pPr>
            <a:r>
              <a:rPr kumimoji="0" sz="900" b="0" i="0" u="none" strike="noStrike" kern="1200" cap="none" spc="0" normalizeH="0" baseline="0" noProof="0">
                <a:ln>
                  <a:noFill/>
                </a:ln>
                <a:solidFill>
                  <a:srgbClr val="070154"/>
                </a:solidFill>
                <a:effectLst/>
                <a:uLnTx/>
                <a:uFillTx/>
                <a:latin typeface="Arial"/>
                <a:ea typeface="Arial"/>
                <a:cs typeface="Arial"/>
              </a:rPr>
              <a:t>© 2026 West Monroe Partners | Reproduction and/or distribution without West Monroe Partners’ prior consent is prohibited.</a:t>
            </a:r>
          </a:p>
        </p:txBody>
      </p:sp>
      <p:sp>
        <p:nvSpPr>
          <p:cNvPr id="6" name="Rectangle 5">
            <a:extLst>
              <a:ext uri="{FF2B5EF4-FFF2-40B4-BE49-F238E27FC236}">
                <a16:creationId xmlns:a16="http://schemas.microsoft.com/office/drawing/2014/main" id="{BA7DCA9E-0D71-AF61-FE9A-60B9F9127893}"/>
              </a:ext>
            </a:extLst>
          </p:cNvPr>
          <p:cNvSpPr>
            <a:spLocks noGrp="1"/>
          </p:cNvSpPr>
          <p:nvPr/>
        </p:nvSpPr>
        <p:spPr>
          <a:xfrm>
            <a:off x="2819036" y="2222878"/>
            <a:ext cx="1930934" cy="2743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a:ln>
                  <a:noFill/>
                </a:ln>
                <a:solidFill>
                  <a:srgbClr val="070154">
                    <a:lumMod val="75000"/>
                  </a:srgbClr>
                </a:solidFill>
                <a:effectLst/>
                <a:uLnTx/>
                <a:uFillTx/>
                <a:latin typeface="Arial"/>
                <a:ea typeface="+mn-ea"/>
                <a:cs typeface="+mn-cs"/>
              </a:rPr>
              <a:t>Activity: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lumMod val="75000"/>
                  </a:srgbClr>
                </a:solidFill>
                <a:effectLst/>
                <a:uLnTx/>
                <a:uFillTx/>
                <a:latin typeface="Arial"/>
                <a:ea typeface="+mn-ea"/>
                <a:cs typeface="+mn-cs"/>
              </a:rPr>
              <a:t>Interview product, engineering, quality, and support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lumMod val="75000"/>
                  </a:srgbClr>
                </a:solidFill>
                <a:effectLst/>
                <a:uLnTx/>
                <a:uFillTx/>
                <a:latin typeface="Arial"/>
                <a:ea typeface="+mn-ea"/>
                <a:cs typeface="+mn-cs"/>
              </a:rPr>
              <a:t>Rank journeys by value, release pain, risk, and dependency readiness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lumMod val="75000"/>
                  </a:srgbClr>
                </a:solidFill>
                <a:effectLst/>
                <a:uLnTx/>
                <a:uFillTx/>
                <a:latin typeface="Arial"/>
                <a:ea typeface="+mn-ea"/>
                <a:cs typeface="+mn-cs"/>
              </a:rPr>
              <a:t>Trace priority journeys through the shared inventory</a:t>
            </a:r>
          </a:p>
        </p:txBody>
      </p:sp>
      <p:sp>
        <p:nvSpPr>
          <p:cNvPr id="8" name="Rectangle 7">
            <a:extLst>
              <a:ext uri="{FF2B5EF4-FFF2-40B4-BE49-F238E27FC236}">
                <a16:creationId xmlns:a16="http://schemas.microsoft.com/office/drawing/2014/main" id="{76306D47-7EDD-8DC3-1026-6D54106ED4A6}"/>
              </a:ext>
            </a:extLst>
          </p:cNvPr>
          <p:cNvSpPr>
            <a:spLocks noGrp="1"/>
          </p:cNvSpPr>
          <p:nvPr/>
        </p:nvSpPr>
        <p:spPr>
          <a:xfrm>
            <a:off x="4934917" y="2222878"/>
            <a:ext cx="1930934" cy="2743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a:ln>
                  <a:noFill/>
                </a:ln>
                <a:solidFill>
                  <a:srgbClr val="070154">
                    <a:lumMod val="75000"/>
                  </a:srgbClr>
                </a:solidFill>
                <a:effectLst/>
                <a:uLnTx/>
                <a:uFillTx/>
                <a:latin typeface="Arial"/>
                <a:ea typeface="+mn-ea"/>
                <a:cs typeface="+mn-cs"/>
              </a:rPr>
              <a:t>Activity: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lumMod val="75000"/>
                  </a:srgbClr>
                </a:solidFill>
                <a:effectLst/>
                <a:uLnTx/>
                <a:uFillTx/>
                <a:latin typeface="Arial"/>
                <a:ea typeface="+mn-ea"/>
                <a:cs typeface="+mn-cs"/>
              </a:rPr>
              <a:t>Confirm on premise UI, service, data, deployment, and operating patterns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lumMod val="75000"/>
                  </a:srgbClr>
                </a:solidFill>
                <a:effectLst/>
                <a:uLnTx/>
                <a:uFillTx/>
                <a:latin typeface="Arial"/>
                <a:ea typeface="+mn-ea"/>
                <a:cs typeface="+mn-cs"/>
              </a:rPr>
              <a:t>Test selected journey candidates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lumMod val="75000"/>
                  </a:srgbClr>
                </a:solidFill>
                <a:effectLst/>
                <a:uLnTx/>
                <a:uFillTx/>
                <a:latin typeface="Arial"/>
                <a:ea typeface="+mn-ea"/>
                <a:cs typeface="+mn-cs"/>
              </a:rPr>
              <a:t>Record architecture decisions and open questions</a:t>
            </a:r>
          </a:p>
        </p:txBody>
      </p:sp>
      <p:sp>
        <p:nvSpPr>
          <p:cNvPr id="10" name="Rectangle 9">
            <a:extLst>
              <a:ext uri="{FF2B5EF4-FFF2-40B4-BE49-F238E27FC236}">
                <a16:creationId xmlns:a16="http://schemas.microsoft.com/office/drawing/2014/main" id="{9AB96C27-6AFB-0C4F-C003-B21574FC0674}"/>
              </a:ext>
            </a:extLst>
          </p:cNvPr>
          <p:cNvSpPr>
            <a:spLocks noGrp="1"/>
          </p:cNvSpPr>
          <p:nvPr/>
        </p:nvSpPr>
        <p:spPr>
          <a:xfrm>
            <a:off x="707024" y="2222878"/>
            <a:ext cx="1930934" cy="2743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a:ln>
                  <a:noFill/>
                </a:ln>
                <a:solidFill>
                  <a:srgbClr val="070154">
                    <a:lumMod val="75000"/>
                  </a:srgbClr>
                </a:solidFill>
                <a:effectLst/>
                <a:uLnTx/>
                <a:uFillTx/>
                <a:latin typeface="Arial"/>
                <a:ea typeface="+mn-ea"/>
                <a:cs typeface="+mn-cs"/>
              </a:rPr>
              <a:t>Activity: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lumMod val="75000"/>
                  </a:srgbClr>
                </a:solidFill>
                <a:effectLst/>
                <a:uLnTx/>
                <a:uFillTx/>
                <a:latin typeface="Arial"/>
                <a:ea typeface="+mn-ea"/>
                <a:cs typeface="+mn-cs"/>
              </a:rPr>
              <a:t>Map the codebase and PowerBuilder dependencies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lumMod val="75000"/>
                  </a:srgbClr>
                </a:solidFill>
                <a:effectLst/>
                <a:uLnTx/>
                <a:uFillTx/>
                <a:latin typeface="Arial"/>
                <a:ea typeface="+mn-ea"/>
                <a:cs typeface="+mn-cs"/>
              </a:rPr>
              <a:t>Inspect reusable tests, environments, data, telemetry, and machine profiles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lumMod val="75000"/>
                  </a:srgbClr>
                </a:solidFill>
                <a:effectLst/>
                <a:uLnTx/>
                <a:uFillTx/>
                <a:latin typeface="Arial"/>
                <a:ea typeface="+mn-ea"/>
                <a:cs typeface="+mn-cs"/>
              </a:rPr>
              <a:t>Accelerate source understanding with approved tools and engineer review</a:t>
            </a:r>
          </a:p>
        </p:txBody>
      </p:sp>
      <p:sp>
        <p:nvSpPr>
          <p:cNvPr id="11" name="Rectangle 10">
            <a:extLst>
              <a:ext uri="{FF2B5EF4-FFF2-40B4-BE49-F238E27FC236}">
                <a16:creationId xmlns:a16="http://schemas.microsoft.com/office/drawing/2014/main" id="{290B8632-0952-7814-A0CA-27088CCA4BF6}"/>
              </a:ext>
            </a:extLst>
          </p:cNvPr>
          <p:cNvSpPr>
            <a:spLocks noGrp="1"/>
          </p:cNvSpPr>
          <p:nvPr/>
        </p:nvSpPr>
        <p:spPr>
          <a:xfrm>
            <a:off x="7044752" y="2222878"/>
            <a:ext cx="1930934" cy="27432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a:ln>
                  <a:noFill/>
                </a:ln>
                <a:solidFill>
                  <a:srgbClr val="070154">
                    <a:lumMod val="75000"/>
                  </a:srgbClr>
                </a:solidFill>
                <a:effectLst/>
                <a:uLnTx/>
                <a:uFillTx/>
                <a:latin typeface="Arial"/>
                <a:ea typeface="+mn-ea"/>
                <a:cs typeface="+mn-cs"/>
              </a:rPr>
              <a:t>Activity: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lumMod val="75000"/>
                  </a:srgbClr>
                </a:solidFill>
                <a:effectLst/>
                <a:uLnTx/>
                <a:uFillTx/>
                <a:latin typeface="Arial"/>
                <a:ea typeface="+mn-ea"/>
                <a:cs typeface="+mn-cs"/>
              </a:rPr>
              <a:t>Reuse and strengthen testing automation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lumMod val="75000"/>
                  </a:srgbClr>
                </a:solidFill>
                <a:effectLst/>
                <a:uLnTx/>
                <a:uFillTx/>
                <a:latin typeface="Arial"/>
                <a:ea typeface="+mn-ea"/>
                <a:cs typeface="+mn-cs"/>
              </a:rPr>
              <a:t>Baseline one priority workflow under controlled conditions for performance testing spike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70154">
                    <a:lumMod val="75000"/>
                  </a:srgbClr>
                </a:solidFill>
                <a:effectLst/>
                <a:uLnTx/>
                <a:uFillTx/>
                <a:latin typeface="Arial"/>
                <a:ea typeface="+mn-ea"/>
                <a:cs typeface="+mn-cs"/>
              </a:rPr>
              <a:t>Link experience timing to diagnostic evidence</a:t>
            </a:r>
          </a:p>
        </p:txBody>
      </p:sp>
      <p:sp>
        <p:nvSpPr>
          <p:cNvPr id="15" name="Rectangle 14">
            <a:extLst>
              <a:ext uri="{FF2B5EF4-FFF2-40B4-BE49-F238E27FC236}">
                <a16:creationId xmlns:a16="http://schemas.microsoft.com/office/drawing/2014/main" id="{070B7978-980F-91A9-2136-2CB522DE25BD}"/>
              </a:ext>
            </a:extLst>
          </p:cNvPr>
          <p:cNvSpPr>
            <a:spLocks noGrp="1"/>
          </p:cNvSpPr>
          <p:nvPr/>
        </p:nvSpPr>
        <p:spPr>
          <a:xfrm>
            <a:off x="2820375" y="2621644"/>
            <a:ext cx="1929384" cy="5445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70154"/>
                </a:solidFill>
                <a:effectLst/>
                <a:uLnTx/>
                <a:uFillTx/>
                <a:latin typeface="Arial"/>
                <a:ea typeface="+mn-ea"/>
                <a:cs typeface="+mn-cs"/>
              </a:rPr>
              <a:t>JOURNEY &amp; RELEASE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70154"/>
                </a:solidFill>
                <a:effectLst/>
                <a:uLnTx/>
                <a:uFillTx/>
                <a:latin typeface="Arial"/>
                <a:ea typeface="+mn-ea"/>
                <a:cs typeface="+mn-cs"/>
              </a:rPr>
              <a:t>PRIORITIZATION</a:t>
            </a:r>
          </a:p>
        </p:txBody>
      </p:sp>
      <p:sp>
        <p:nvSpPr>
          <p:cNvPr id="17" name="Rectangle 16">
            <a:extLst>
              <a:ext uri="{FF2B5EF4-FFF2-40B4-BE49-F238E27FC236}">
                <a16:creationId xmlns:a16="http://schemas.microsoft.com/office/drawing/2014/main" id="{1C764541-9A52-15E8-FD0E-4D6AEE28D6B1}"/>
              </a:ext>
            </a:extLst>
          </p:cNvPr>
          <p:cNvSpPr>
            <a:spLocks noGrp="1"/>
          </p:cNvSpPr>
          <p:nvPr/>
        </p:nvSpPr>
        <p:spPr>
          <a:xfrm>
            <a:off x="4932951" y="2621644"/>
            <a:ext cx="1929384" cy="5445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70154"/>
                </a:solidFill>
                <a:effectLst/>
                <a:uLnTx/>
                <a:uFillTx/>
                <a:latin typeface="Arial"/>
                <a:ea typeface="+mn-ea"/>
                <a:cs typeface="+mn-cs"/>
              </a:rPr>
              <a:t>TARGET ARCHITECTURE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70154"/>
                </a:solidFill>
                <a:effectLst/>
                <a:uLnTx/>
                <a:uFillTx/>
                <a:latin typeface="Arial"/>
                <a:ea typeface="+mn-ea"/>
                <a:cs typeface="+mn-cs"/>
              </a:rPr>
              <a:t>VALIDATION</a:t>
            </a:r>
          </a:p>
        </p:txBody>
      </p:sp>
      <p:sp>
        <p:nvSpPr>
          <p:cNvPr id="18" name="Rectangle 17">
            <a:extLst>
              <a:ext uri="{FF2B5EF4-FFF2-40B4-BE49-F238E27FC236}">
                <a16:creationId xmlns:a16="http://schemas.microsoft.com/office/drawing/2014/main" id="{6E42F0C9-6BF8-A51C-6578-291F874E3B89}"/>
              </a:ext>
            </a:extLst>
          </p:cNvPr>
          <p:cNvSpPr>
            <a:spLocks noGrp="1"/>
          </p:cNvSpPr>
          <p:nvPr/>
        </p:nvSpPr>
        <p:spPr>
          <a:xfrm>
            <a:off x="707799" y="2621644"/>
            <a:ext cx="1929384" cy="5445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70154"/>
                </a:solidFill>
                <a:effectLst/>
                <a:uLnTx/>
                <a:uFillTx/>
                <a:latin typeface="Arial"/>
                <a:ea typeface="+mn-ea"/>
                <a:cs typeface="+mn-cs"/>
              </a:rPr>
              <a:t>SOURCE &amp; ENVIRONMENT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70154"/>
                </a:solidFill>
                <a:effectLst/>
                <a:uLnTx/>
                <a:uFillTx/>
                <a:latin typeface="Arial"/>
                <a:ea typeface="+mn-ea"/>
                <a:cs typeface="+mn-cs"/>
              </a:rPr>
              <a:t>DISCOVERY</a:t>
            </a:r>
          </a:p>
        </p:txBody>
      </p:sp>
      <p:sp>
        <p:nvSpPr>
          <p:cNvPr id="24" name="Pentagon 32">
            <a:extLst>
              <a:ext uri="{FF2B5EF4-FFF2-40B4-BE49-F238E27FC236}">
                <a16:creationId xmlns:a16="http://schemas.microsoft.com/office/drawing/2014/main" id="{974079F8-120C-0D99-2149-850E40080E55}"/>
              </a:ext>
            </a:extLst>
          </p:cNvPr>
          <p:cNvSpPr>
            <a:spLocks noGrp="1"/>
          </p:cNvSpPr>
          <p:nvPr/>
        </p:nvSpPr>
        <p:spPr>
          <a:xfrm>
            <a:off x="8685617" y="1888602"/>
            <a:ext cx="2827131" cy="544556"/>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25" name="Pentagon 3225">
            <a:extLst>
              <a:ext uri="{FF2B5EF4-FFF2-40B4-BE49-F238E27FC236}">
                <a16:creationId xmlns:a16="http://schemas.microsoft.com/office/drawing/2014/main" id="{1FD5C279-836F-9934-3231-A31E7C017728}"/>
              </a:ext>
            </a:extLst>
          </p:cNvPr>
          <p:cNvSpPr>
            <a:spLocks noGrp="1"/>
          </p:cNvSpPr>
          <p:nvPr/>
        </p:nvSpPr>
        <p:spPr>
          <a:xfrm>
            <a:off x="567634" y="1888602"/>
            <a:ext cx="8653329" cy="544556"/>
          </a:xfrm>
          <a:prstGeom prst="homePlat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27" name="Rectangle 26">
            <a:extLst>
              <a:ext uri="{FF2B5EF4-FFF2-40B4-BE49-F238E27FC236}">
                <a16:creationId xmlns:a16="http://schemas.microsoft.com/office/drawing/2014/main" id="{0C2E026E-EBE5-E242-EB7E-936A2EDCBD56}"/>
              </a:ext>
            </a:extLst>
          </p:cNvPr>
          <p:cNvSpPr>
            <a:spLocks noGrp="1"/>
          </p:cNvSpPr>
          <p:nvPr/>
        </p:nvSpPr>
        <p:spPr>
          <a:xfrm>
            <a:off x="1255828" y="1759588"/>
            <a:ext cx="833327" cy="827150"/>
          </a:xfrm>
          <a:prstGeom prst="rect">
            <a:avLst/>
          </a:prstGeom>
          <a:solidFill>
            <a:schemeClr val="tx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F900D3"/>
                </a:solidFill>
                <a:effectLst/>
                <a:uLnTx/>
                <a:uFillTx/>
                <a:latin typeface="Arial"/>
                <a:ea typeface="+mn-ea"/>
                <a:cs typeface="+mn-cs"/>
              </a:rPr>
              <a:t>01</a:t>
            </a:r>
          </a:p>
        </p:txBody>
      </p:sp>
      <p:sp>
        <p:nvSpPr>
          <p:cNvPr id="32" name="Graphic 49">
            <a:extLst>
              <a:ext uri="{FF2B5EF4-FFF2-40B4-BE49-F238E27FC236}">
                <a16:creationId xmlns:a16="http://schemas.microsoft.com/office/drawing/2014/main" id="{3AB4F263-9F7C-E4F2-B8DC-61C7FF348376}"/>
              </a:ext>
            </a:extLst>
          </p:cNvPr>
          <p:cNvSpPr>
            <a:spLocks noGrp="1"/>
          </p:cNvSpPr>
          <p:nvPr/>
        </p:nvSpPr>
        <p:spPr>
          <a:xfrm>
            <a:off x="2673844" y="2076494"/>
            <a:ext cx="109307" cy="168773"/>
          </a:xfrm>
          <a:custGeom>
            <a:avLst/>
            <a:gdLst>
              <a:gd name="connsiteX0" fmla="*/ 1796297 w 1796297"/>
              <a:gd name="connsiteY0" fmla="*/ 1397120 h 2794239"/>
              <a:gd name="connsiteX1" fmla="*/ 0 w 1796297"/>
              <a:gd name="connsiteY1" fmla="*/ 0 h 2794239"/>
              <a:gd name="connsiteX2" fmla="*/ 0 w 1796297"/>
              <a:gd name="connsiteY2" fmla="*/ 2794240 h 2794239"/>
            </a:gdLst>
            <a:ahLst/>
            <a:cxnLst/>
            <a:rect l="l" t="t" r="r" b="b"/>
            <a:pathLst>
              <a:path w="1796297" h="2794239">
                <a:moveTo>
                  <a:pt x="1796297" y="1397120"/>
                </a:moveTo>
                <a:lnTo>
                  <a:pt x="0" y="0"/>
                </a:lnTo>
                <a:lnTo>
                  <a:pt x="0" y="2794240"/>
                </a:lnTo>
                <a:close/>
              </a:path>
            </a:pathLst>
          </a:custGeom>
          <a:solidFill>
            <a:schemeClr val="bg1"/>
          </a:solidFill>
          <a:ln w="31909">
            <a:noFill/>
            <a:prstDash val="solid"/>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70154"/>
              </a:solidFill>
              <a:effectLst/>
              <a:uLnTx/>
              <a:uFillTx/>
              <a:latin typeface="Arial"/>
              <a:ea typeface="+mn-ea"/>
              <a:cs typeface="+mn-cs"/>
            </a:endParaRPr>
          </a:p>
        </p:txBody>
      </p:sp>
      <p:sp>
        <p:nvSpPr>
          <p:cNvPr id="37" name="Rectangle 36">
            <a:extLst>
              <a:ext uri="{FF2B5EF4-FFF2-40B4-BE49-F238E27FC236}">
                <a16:creationId xmlns:a16="http://schemas.microsoft.com/office/drawing/2014/main" id="{F4408C57-21EE-36C6-AC89-13B4AC234154}"/>
              </a:ext>
            </a:extLst>
          </p:cNvPr>
          <p:cNvSpPr>
            <a:spLocks noGrp="1"/>
          </p:cNvSpPr>
          <p:nvPr/>
        </p:nvSpPr>
        <p:spPr>
          <a:xfrm>
            <a:off x="707799" y="1369535"/>
            <a:ext cx="8268659" cy="3125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70154"/>
                </a:solidFill>
                <a:effectLst/>
                <a:uLnTx/>
                <a:uFillTx/>
                <a:latin typeface="Arial"/>
                <a:ea typeface="+mn-ea"/>
                <a:cs typeface="+mn-cs"/>
              </a:rPr>
              <a:t>SHARED JOURNEY INVENTORY</a:t>
            </a:r>
          </a:p>
        </p:txBody>
      </p:sp>
      <p:sp>
        <p:nvSpPr>
          <p:cNvPr id="38" name="Left Bracket 37">
            <a:extLst>
              <a:ext uri="{FF2B5EF4-FFF2-40B4-BE49-F238E27FC236}">
                <a16:creationId xmlns:a16="http://schemas.microsoft.com/office/drawing/2014/main" id="{7319A290-E9AD-43C4-3091-5B33B3512172}"/>
              </a:ext>
            </a:extLst>
          </p:cNvPr>
          <p:cNvSpPr>
            <a:spLocks noGrp="1"/>
          </p:cNvSpPr>
          <p:nvPr/>
        </p:nvSpPr>
        <p:spPr>
          <a:xfrm rot="5400000">
            <a:off x="4787266" y="-2418078"/>
            <a:ext cx="109728" cy="8268660"/>
          </a:xfrm>
          <a:prstGeom prst="leftBracket">
            <a:avLst>
              <a:gd name="adj" fmla="val 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70154"/>
              </a:solidFill>
              <a:effectLst/>
              <a:uLnTx/>
              <a:uFillTx/>
              <a:latin typeface="Arial"/>
              <a:ea typeface="+mn-ea"/>
              <a:cs typeface="+mn-cs"/>
            </a:endParaRPr>
          </a:p>
        </p:txBody>
      </p:sp>
      <p:sp>
        <p:nvSpPr>
          <p:cNvPr id="59" name="Rectangle 58">
            <a:extLst>
              <a:ext uri="{FF2B5EF4-FFF2-40B4-BE49-F238E27FC236}">
                <a16:creationId xmlns:a16="http://schemas.microsoft.com/office/drawing/2014/main" id="{E71E8639-7B39-6314-E07E-4F98A9101421}"/>
              </a:ext>
            </a:extLst>
          </p:cNvPr>
          <p:cNvSpPr>
            <a:spLocks noGrp="1"/>
          </p:cNvSpPr>
          <p:nvPr/>
        </p:nvSpPr>
        <p:spPr>
          <a:xfrm>
            <a:off x="7045527" y="2621644"/>
            <a:ext cx="1929384" cy="5445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70154"/>
                </a:solidFill>
                <a:effectLst/>
                <a:uLnTx/>
                <a:uFillTx/>
                <a:latin typeface="Arial"/>
                <a:ea typeface="+mn-ea"/>
                <a:cs typeface="+mn-cs"/>
              </a:rPr>
              <a:t>TESTING &amp; PERFORMANCE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70154"/>
                </a:solidFill>
                <a:effectLst/>
                <a:uLnTx/>
                <a:uFillTx/>
                <a:latin typeface="Arial"/>
                <a:ea typeface="+mn-ea"/>
                <a:cs typeface="+mn-cs"/>
              </a:rPr>
              <a:t>PILOT</a:t>
            </a:r>
          </a:p>
        </p:txBody>
      </p:sp>
      <p:sp>
        <p:nvSpPr>
          <p:cNvPr id="60" name="Rectangle 59">
            <a:extLst>
              <a:ext uri="{FF2B5EF4-FFF2-40B4-BE49-F238E27FC236}">
                <a16:creationId xmlns:a16="http://schemas.microsoft.com/office/drawing/2014/main" id="{31EE6520-F06D-02CF-0D65-A5616EB81049}"/>
              </a:ext>
            </a:extLst>
          </p:cNvPr>
          <p:cNvSpPr>
            <a:spLocks noGrp="1"/>
          </p:cNvSpPr>
          <p:nvPr/>
        </p:nvSpPr>
        <p:spPr>
          <a:xfrm>
            <a:off x="9158104" y="2621644"/>
            <a:ext cx="1929384" cy="5445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70154"/>
                </a:solidFill>
                <a:effectLst/>
                <a:uLnTx/>
                <a:uFillTx/>
                <a:latin typeface="Arial"/>
                <a:ea typeface="+mn-ea"/>
                <a:cs typeface="+mn-cs"/>
              </a:rPr>
              <a:t>READY BACKLOG &amp;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70154"/>
                </a:solidFill>
                <a:effectLst/>
                <a:uLnTx/>
                <a:uFillTx/>
                <a:latin typeface="Arial"/>
                <a:ea typeface="+mn-ea"/>
                <a:cs typeface="+mn-cs"/>
              </a:rPr>
              <a:t>DECISION PACKAGE</a:t>
            </a:r>
          </a:p>
        </p:txBody>
      </p:sp>
      <p:sp>
        <p:nvSpPr>
          <p:cNvPr id="81" name="Rectangle 80">
            <a:extLst>
              <a:ext uri="{FF2B5EF4-FFF2-40B4-BE49-F238E27FC236}">
                <a16:creationId xmlns:a16="http://schemas.microsoft.com/office/drawing/2014/main" id="{90C9E419-047E-665E-ACC9-519CE6A65553}"/>
              </a:ext>
            </a:extLst>
          </p:cNvPr>
          <p:cNvSpPr>
            <a:spLocks noGrp="1"/>
          </p:cNvSpPr>
          <p:nvPr/>
        </p:nvSpPr>
        <p:spPr>
          <a:xfrm>
            <a:off x="3367840" y="1722376"/>
            <a:ext cx="833327" cy="827150"/>
          </a:xfrm>
          <a:prstGeom prst="rect">
            <a:avLst/>
          </a:prstGeom>
          <a:solidFill>
            <a:schemeClr val="tx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F900D3"/>
                </a:solidFill>
                <a:effectLst/>
                <a:uLnTx/>
                <a:uFillTx/>
                <a:latin typeface="Arial"/>
                <a:ea typeface="+mn-ea"/>
                <a:cs typeface="+mn-cs"/>
              </a:rPr>
              <a:t>02</a:t>
            </a:r>
          </a:p>
        </p:txBody>
      </p:sp>
      <p:sp>
        <p:nvSpPr>
          <p:cNvPr id="82" name="Graphic 49">
            <a:extLst>
              <a:ext uri="{FF2B5EF4-FFF2-40B4-BE49-F238E27FC236}">
                <a16:creationId xmlns:a16="http://schemas.microsoft.com/office/drawing/2014/main" id="{3F5664D1-27D0-A2C0-D319-E6E7D5277D00}"/>
              </a:ext>
            </a:extLst>
          </p:cNvPr>
          <p:cNvSpPr>
            <a:spLocks noGrp="1"/>
          </p:cNvSpPr>
          <p:nvPr/>
        </p:nvSpPr>
        <p:spPr>
          <a:xfrm>
            <a:off x="4787790" y="2076494"/>
            <a:ext cx="109307" cy="168773"/>
          </a:xfrm>
          <a:custGeom>
            <a:avLst/>
            <a:gdLst>
              <a:gd name="connsiteX0" fmla="*/ 1796297 w 1796297"/>
              <a:gd name="connsiteY0" fmla="*/ 1397120 h 2794239"/>
              <a:gd name="connsiteX1" fmla="*/ 0 w 1796297"/>
              <a:gd name="connsiteY1" fmla="*/ 0 h 2794239"/>
              <a:gd name="connsiteX2" fmla="*/ 0 w 1796297"/>
              <a:gd name="connsiteY2" fmla="*/ 2794240 h 2794239"/>
            </a:gdLst>
            <a:ahLst/>
            <a:cxnLst/>
            <a:rect l="l" t="t" r="r" b="b"/>
            <a:pathLst>
              <a:path w="1796297" h="2794239">
                <a:moveTo>
                  <a:pt x="1796297" y="1397120"/>
                </a:moveTo>
                <a:lnTo>
                  <a:pt x="0" y="0"/>
                </a:lnTo>
                <a:lnTo>
                  <a:pt x="0" y="2794240"/>
                </a:lnTo>
                <a:close/>
              </a:path>
            </a:pathLst>
          </a:custGeom>
          <a:solidFill>
            <a:schemeClr val="bg1"/>
          </a:solidFill>
          <a:ln w="31909">
            <a:noFill/>
            <a:prstDash val="solid"/>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70154"/>
              </a:solidFill>
              <a:effectLst/>
              <a:uLnTx/>
              <a:uFillTx/>
              <a:latin typeface="Arial"/>
              <a:ea typeface="+mn-ea"/>
              <a:cs typeface="+mn-cs"/>
            </a:endParaRPr>
          </a:p>
        </p:txBody>
      </p:sp>
      <p:sp>
        <p:nvSpPr>
          <p:cNvPr id="85" name="Rectangle 84">
            <a:extLst>
              <a:ext uri="{FF2B5EF4-FFF2-40B4-BE49-F238E27FC236}">
                <a16:creationId xmlns:a16="http://schemas.microsoft.com/office/drawing/2014/main" id="{257D7215-9AE4-B0E5-8F75-ACDAF9CE2800}"/>
              </a:ext>
            </a:extLst>
          </p:cNvPr>
          <p:cNvSpPr>
            <a:spLocks noGrp="1"/>
          </p:cNvSpPr>
          <p:nvPr/>
        </p:nvSpPr>
        <p:spPr>
          <a:xfrm>
            <a:off x="5483721" y="1722148"/>
            <a:ext cx="833327" cy="827150"/>
          </a:xfrm>
          <a:prstGeom prst="rect">
            <a:avLst/>
          </a:prstGeom>
          <a:solidFill>
            <a:schemeClr val="tx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F900D3"/>
                </a:solidFill>
                <a:effectLst/>
                <a:uLnTx/>
                <a:uFillTx/>
                <a:latin typeface="Arial"/>
                <a:ea typeface="+mn-ea"/>
                <a:cs typeface="+mn-cs"/>
              </a:rPr>
              <a:t>03</a:t>
            </a:r>
          </a:p>
        </p:txBody>
      </p:sp>
      <p:sp>
        <p:nvSpPr>
          <p:cNvPr id="91" name="Rectangle 90">
            <a:extLst>
              <a:ext uri="{FF2B5EF4-FFF2-40B4-BE49-F238E27FC236}">
                <a16:creationId xmlns:a16="http://schemas.microsoft.com/office/drawing/2014/main" id="{4E5880AA-7AE9-9C28-8BB1-103F7E471D53}"/>
              </a:ext>
            </a:extLst>
          </p:cNvPr>
          <p:cNvSpPr>
            <a:spLocks noGrp="1"/>
          </p:cNvSpPr>
          <p:nvPr/>
        </p:nvSpPr>
        <p:spPr>
          <a:xfrm>
            <a:off x="9706133" y="1731401"/>
            <a:ext cx="833327" cy="827150"/>
          </a:xfrm>
          <a:prstGeom prst="rect">
            <a:avLst/>
          </a:prstGeom>
          <a:solidFill>
            <a:schemeClr val="accent2"/>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Arial"/>
                <a:ea typeface="+mn-ea"/>
                <a:cs typeface="+mn-cs"/>
              </a:rPr>
              <a:t>05</a:t>
            </a:r>
            <a:endParaRPr kumimoji="0" sz="2800" b="1" i="0" u="none" strike="noStrike" kern="1200" cap="none" spc="0" normalizeH="0" baseline="0" noProof="0">
              <a:ln>
                <a:noFill/>
              </a:ln>
              <a:solidFill>
                <a:srgbClr val="FFFFFF"/>
              </a:solidFill>
              <a:effectLst/>
              <a:uLnTx/>
              <a:uFillTx/>
              <a:latin typeface="Arial"/>
              <a:ea typeface="+mn-ea"/>
              <a:cs typeface="+mn-cs"/>
            </a:endParaRPr>
          </a:p>
        </p:txBody>
      </p:sp>
      <p:sp>
        <p:nvSpPr>
          <p:cNvPr id="93" name="Rectangle 92">
            <a:extLst>
              <a:ext uri="{FF2B5EF4-FFF2-40B4-BE49-F238E27FC236}">
                <a16:creationId xmlns:a16="http://schemas.microsoft.com/office/drawing/2014/main" id="{5FFCD848-B3D0-3FA6-288B-2AEF0E45B948}"/>
              </a:ext>
            </a:extLst>
          </p:cNvPr>
          <p:cNvSpPr>
            <a:spLocks noGrp="1"/>
          </p:cNvSpPr>
          <p:nvPr/>
        </p:nvSpPr>
        <p:spPr>
          <a:xfrm>
            <a:off x="7593556" y="1722148"/>
            <a:ext cx="833327" cy="827150"/>
          </a:xfrm>
          <a:prstGeom prst="rect">
            <a:avLst/>
          </a:prstGeom>
          <a:solidFill>
            <a:schemeClr val="tx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900D3"/>
                </a:solidFill>
                <a:effectLst/>
                <a:uLnTx/>
                <a:uFillTx/>
                <a:latin typeface="Arial"/>
                <a:ea typeface="+mn-ea"/>
                <a:cs typeface="+mn-cs"/>
              </a:rPr>
              <a:t>04</a:t>
            </a:r>
            <a:endParaRPr kumimoji="0" sz="2800" b="1" i="0" u="none" strike="noStrike" kern="1200" cap="none" spc="0" normalizeH="0" baseline="0" noProof="0">
              <a:ln>
                <a:noFill/>
              </a:ln>
              <a:solidFill>
                <a:srgbClr val="F900D3"/>
              </a:solidFill>
              <a:effectLst/>
              <a:uLnTx/>
              <a:uFillTx/>
              <a:latin typeface="Arial"/>
              <a:ea typeface="+mn-ea"/>
              <a:cs typeface="+mn-cs"/>
            </a:endParaRPr>
          </a:p>
        </p:txBody>
      </p:sp>
      <p:graphicFrame>
        <p:nvGraphicFramePr>
          <p:cNvPr id="7" name="Table 6">
            <a:extLst>
              <a:ext uri="{FF2B5EF4-FFF2-40B4-BE49-F238E27FC236}">
                <a16:creationId xmlns:a16="http://schemas.microsoft.com/office/drawing/2014/main" id="{BA29DFF4-4071-B832-C3B9-BDE2B091807F}"/>
              </a:ext>
            </a:extLst>
          </p:cNvPr>
          <p:cNvGraphicFramePr>
            <a:graphicFrameLocks noGrp="1"/>
          </p:cNvGraphicFramePr>
          <p:nvPr>
            <p:extLst>
              <p:ext uri="{D42A27DB-BD31-4B8C-83A1-F6EECF244321}">
                <p14:modId xmlns:p14="http://schemas.microsoft.com/office/powerpoint/2010/main" val="3337557920"/>
              </p:ext>
            </p:extLst>
          </p:nvPr>
        </p:nvGraphicFramePr>
        <p:xfrm>
          <a:off x="11841036" y="194314"/>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Ri </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Tree>
    <p:extLst>
      <p:ext uri="{BB962C8B-B14F-4D97-AF65-F5344CB8AC3E}">
        <p14:creationId xmlns:p14="http://schemas.microsoft.com/office/powerpoint/2010/main" val="3245673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F4B96-3BD4-F0F7-F97F-98FC367055A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19F309-D94A-36DC-C52D-C6F48455841B}"/>
              </a:ext>
            </a:extLst>
          </p:cNvPr>
          <p:cNvSpPr>
            <a:spLocks noGrp="1"/>
          </p:cNvSpPr>
          <p:nvPr>
            <p:ph idx="1"/>
          </p:nvPr>
        </p:nvSpPr>
        <p:spPr/>
        <p:txBody>
          <a:bodyPr/>
          <a:lstStyle/>
          <a:p>
            <a:endParaRPr lang="en-US"/>
          </a:p>
        </p:txBody>
      </p:sp>
      <p:sp>
        <p:nvSpPr>
          <p:cNvPr id="3" name="Footer Placeholder 2">
            <a:extLst>
              <a:ext uri="{FF2B5EF4-FFF2-40B4-BE49-F238E27FC236}">
                <a16:creationId xmlns:a16="http://schemas.microsoft.com/office/drawing/2014/main" id="{7D454E6C-1117-C366-C5BA-C62116181D27}"/>
              </a:ext>
            </a:extLst>
          </p:cNvPr>
          <p:cNvSpPr>
            <a:spLocks noGrp="1"/>
          </p:cNvSpPr>
          <p:nvPr>
            <p:ph type="ftr" sz="quarter" idx="10"/>
          </p:nvPr>
        </p:nvSpPr>
        <p:spPr/>
        <p:txBody>
          <a:body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C511796B-0988-494F-419E-F9E36F8C1E4A}"/>
              </a:ext>
            </a:extLst>
          </p:cNvPr>
          <p:cNvSpPr>
            <a:spLocks noGrp="1"/>
          </p:cNvSpPr>
          <p:nvPr>
            <p:ph type="sldNum" sz="quarter" idx="11"/>
          </p:nvPr>
        </p:nvSpPr>
        <p:spPr/>
        <p:txBody>
          <a:bodyPr/>
          <a:lstStyle/>
          <a:p>
            <a:fld id="{63DCA5C9-2E11-4C67-86EB-AE1DE127DC64}" type="slidenum">
              <a:rPr lang="en-US" smtClean="0"/>
              <a:pPr/>
              <a:t>21</a:t>
            </a:fld>
            <a:endParaRPr lang="en-US"/>
          </a:p>
        </p:txBody>
      </p:sp>
      <p:sp>
        <p:nvSpPr>
          <p:cNvPr id="5" name="Title 4">
            <a:extLst>
              <a:ext uri="{FF2B5EF4-FFF2-40B4-BE49-F238E27FC236}">
                <a16:creationId xmlns:a16="http://schemas.microsoft.com/office/drawing/2014/main" id="{3D54554E-CC25-4352-DFE1-ADA73BBDDDD9}"/>
              </a:ext>
            </a:extLst>
          </p:cNvPr>
          <p:cNvSpPr>
            <a:spLocks noGrp="1"/>
          </p:cNvSpPr>
          <p:nvPr>
            <p:ph type="title"/>
          </p:nvPr>
        </p:nvSpPr>
        <p:spPr/>
        <p:txBody>
          <a:bodyPr/>
          <a:lstStyle/>
          <a:p>
            <a:endParaRPr lang="en-US"/>
          </a:p>
        </p:txBody>
      </p:sp>
      <p:sp>
        <p:nvSpPr>
          <p:cNvPr id="6" name="Text Placeholder 5">
            <a:extLst>
              <a:ext uri="{FF2B5EF4-FFF2-40B4-BE49-F238E27FC236}">
                <a16:creationId xmlns:a16="http://schemas.microsoft.com/office/drawing/2014/main" id="{C979CCD0-6105-5C39-D573-4E5BD7BB448D}"/>
              </a:ext>
            </a:extLst>
          </p:cNvPr>
          <p:cNvSpPr>
            <a:spLocks noGrp="1"/>
          </p:cNvSpPr>
          <p:nvPr>
            <p:ph type="body" sz="quarter" idx="19"/>
          </p:nvPr>
        </p:nvSpPr>
        <p:spPr/>
        <p:txBody>
          <a:bodyPr/>
          <a:lstStyle/>
          <a:p>
            <a:endParaRPr lang="en-US"/>
          </a:p>
        </p:txBody>
      </p:sp>
      <p:sp>
        <p:nvSpPr>
          <p:cNvPr id="7" name="Rectangle 6">
            <a:extLst>
              <a:ext uri="{FF2B5EF4-FFF2-40B4-BE49-F238E27FC236}">
                <a16:creationId xmlns:a16="http://schemas.microsoft.com/office/drawing/2014/main" id="{DBDFAD05-D37D-C103-E3F5-5B05090A4D6D}"/>
              </a:ext>
            </a:extLst>
          </p:cNvPr>
          <p:cNvSpPr/>
          <p:nvPr/>
        </p:nvSpPr>
        <p:spPr bwMode="auto">
          <a:xfrm>
            <a:off x="2702011" y="1793872"/>
            <a:ext cx="5659394" cy="3122141"/>
          </a:xfrm>
          <a:prstGeom prst="rect">
            <a:avLst/>
          </a:prstGeom>
          <a:solidFill>
            <a:schemeClr val="accent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rPr>
              <a:t>Tyler to add slide</a:t>
            </a:r>
          </a:p>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lang="en-US" sz="1400">
              <a:solidFill>
                <a:schemeClr val="bg1"/>
              </a:solidFill>
              <a:latin typeface="Arial" panose="020B0604020202020204"/>
              <a:ea typeface="Roboto" panose="02000000000000000000" pitchFamily="2" charset="0"/>
              <a:cs typeface="Segoe UI" panose="020B0502040204020203" pitchFamily="34" charset="0"/>
            </a:endParaRPr>
          </a:p>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rPr>
              <a:t>POV on migration…decision matrix? Ways to think about migration…lessons learned from others, etc.</a:t>
            </a:r>
          </a:p>
        </p:txBody>
      </p:sp>
    </p:spTree>
    <p:extLst>
      <p:ext uri="{BB962C8B-B14F-4D97-AF65-F5344CB8AC3E}">
        <p14:creationId xmlns:p14="http://schemas.microsoft.com/office/powerpoint/2010/main" val="20908795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A5540-E850-6FA8-4F19-7C1C14BA2755}"/>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F9761829-F4F3-C67E-B8B8-5EA787CEA266}"/>
              </a:ext>
            </a:extLst>
          </p:cNvPr>
          <p:cNvSpPr>
            <a:spLocks noGrp="1"/>
          </p:cNvSpPr>
          <p:nvPr>
            <p:ph type="body" sz="quarter" idx="19"/>
          </p:nvPr>
        </p:nvSpPr>
        <p:spPr/>
        <p:txBody>
          <a:bodyPr/>
          <a:lstStyle/>
          <a:p>
            <a:r>
              <a:rPr lang="en-US"/>
              <a:t>WORKPLAN</a:t>
            </a:r>
          </a:p>
        </p:txBody>
      </p:sp>
      <p:graphicFrame>
        <p:nvGraphicFramePr>
          <p:cNvPr id="51" name="Table 22">
            <a:extLst>
              <a:ext uri="{FF2B5EF4-FFF2-40B4-BE49-F238E27FC236}">
                <a16:creationId xmlns:a16="http://schemas.microsoft.com/office/drawing/2014/main" id="{BDD7F8E9-6315-E103-B543-57FCF1C8A0A0}"/>
              </a:ext>
            </a:extLst>
          </p:cNvPr>
          <p:cNvGraphicFramePr>
            <a:graphicFrameLocks noGrp="1"/>
          </p:cNvGraphicFramePr>
          <p:nvPr/>
        </p:nvGraphicFramePr>
        <p:xfrm>
          <a:off x="469955" y="1246417"/>
          <a:ext cx="10678586" cy="4609574"/>
        </p:xfrm>
        <a:graphic>
          <a:graphicData uri="http://schemas.openxmlformats.org/drawingml/2006/table">
            <a:tbl>
              <a:tblPr firstRow="1" bandRow="1">
                <a:tableStyleId>{073A0DAA-6AF3-43AB-8588-CEC1D06C72B9}</a:tableStyleId>
              </a:tblPr>
              <a:tblGrid>
                <a:gridCol w="4903978">
                  <a:extLst>
                    <a:ext uri="{9D8B030D-6E8A-4147-A177-3AD203B41FA5}">
                      <a16:colId xmlns:a16="http://schemas.microsoft.com/office/drawing/2014/main" val="20001"/>
                    </a:ext>
                  </a:extLst>
                </a:gridCol>
                <a:gridCol w="721826">
                  <a:extLst>
                    <a:ext uri="{9D8B030D-6E8A-4147-A177-3AD203B41FA5}">
                      <a16:colId xmlns:a16="http://schemas.microsoft.com/office/drawing/2014/main" val="4215131770"/>
                    </a:ext>
                  </a:extLst>
                </a:gridCol>
                <a:gridCol w="721826">
                  <a:extLst>
                    <a:ext uri="{9D8B030D-6E8A-4147-A177-3AD203B41FA5}">
                      <a16:colId xmlns:a16="http://schemas.microsoft.com/office/drawing/2014/main" val="1025973848"/>
                    </a:ext>
                  </a:extLst>
                </a:gridCol>
                <a:gridCol w="721826">
                  <a:extLst>
                    <a:ext uri="{9D8B030D-6E8A-4147-A177-3AD203B41FA5}">
                      <a16:colId xmlns:a16="http://schemas.microsoft.com/office/drawing/2014/main" val="463100971"/>
                    </a:ext>
                  </a:extLst>
                </a:gridCol>
                <a:gridCol w="721826">
                  <a:extLst>
                    <a:ext uri="{9D8B030D-6E8A-4147-A177-3AD203B41FA5}">
                      <a16:colId xmlns:a16="http://schemas.microsoft.com/office/drawing/2014/main" val="3646101724"/>
                    </a:ext>
                  </a:extLst>
                </a:gridCol>
                <a:gridCol w="721826">
                  <a:extLst>
                    <a:ext uri="{9D8B030D-6E8A-4147-A177-3AD203B41FA5}">
                      <a16:colId xmlns:a16="http://schemas.microsoft.com/office/drawing/2014/main" val="2149962264"/>
                    </a:ext>
                  </a:extLst>
                </a:gridCol>
                <a:gridCol w="721826">
                  <a:extLst>
                    <a:ext uri="{9D8B030D-6E8A-4147-A177-3AD203B41FA5}">
                      <a16:colId xmlns:a16="http://schemas.microsoft.com/office/drawing/2014/main" val="113472623"/>
                    </a:ext>
                  </a:extLst>
                </a:gridCol>
                <a:gridCol w="721826">
                  <a:extLst>
                    <a:ext uri="{9D8B030D-6E8A-4147-A177-3AD203B41FA5}">
                      <a16:colId xmlns:a16="http://schemas.microsoft.com/office/drawing/2014/main" val="2031707536"/>
                    </a:ext>
                  </a:extLst>
                </a:gridCol>
                <a:gridCol w="721826">
                  <a:extLst>
                    <a:ext uri="{9D8B030D-6E8A-4147-A177-3AD203B41FA5}">
                      <a16:colId xmlns:a16="http://schemas.microsoft.com/office/drawing/2014/main" val="2081114298"/>
                    </a:ext>
                  </a:extLst>
                </a:gridCol>
              </a:tblGrid>
              <a:tr h="221868">
                <a:tc>
                  <a:txBody>
                    <a:bodyPr/>
                    <a:lstStyle/>
                    <a:p>
                      <a:pPr algn="ctr"/>
                      <a:r>
                        <a:rPr lang="en-US" sz="1000" b="1">
                          <a:solidFill>
                            <a:schemeClr val="bg1"/>
                          </a:solidFill>
                          <a:latin typeface="+mn-lt"/>
                        </a:rPr>
                        <a:t>Week</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tc>
                  <a:txBody>
                    <a:bodyPr/>
                    <a:lstStyle/>
                    <a:p>
                      <a:pPr algn="ctr"/>
                      <a:r>
                        <a:rPr lang="en-US" sz="1000" b="1" i="0">
                          <a:solidFill>
                            <a:schemeClr val="bg1"/>
                          </a:solidFill>
                          <a:latin typeface="+mn-lt"/>
                        </a:rPr>
                        <a:t>Pre</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tc>
                  <a:txBody>
                    <a:bodyPr/>
                    <a:lstStyle/>
                    <a:p>
                      <a:pPr algn="ctr"/>
                      <a:r>
                        <a:rPr lang="en-US" sz="1000" b="1" i="0">
                          <a:solidFill>
                            <a:schemeClr val="bg1"/>
                          </a:solidFill>
                          <a:latin typeface="+mn-lt"/>
                        </a:rPr>
                        <a:t>1</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tc>
                  <a:txBody>
                    <a:bodyPr/>
                    <a:lstStyle/>
                    <a:p>
                      <a:pPr marL="0" algn="ctr" defTabSz="914400" rtl="0" eaLnBrk="1" latinLnBrk="0" hangingPunct="1"/>
                      <a:r>
                        <a:rPr lang="en-US" sz="1000" b="1" kern="1200">
                          <a:solidFill>
                            <a:schemeClr val="bg1"/>
                          </a:solidFill>
                          <a:latin typeface="+mn-lt"/>
                          <a:ea typeface="+mn-ea"/>
                          <a:cs typeface="+mn-cs"/>
                        </a:rPr>
                        <a:t>2</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tc>
                  <a:txBody>
                    <a:bodyPr/>
                    <a:lstStyle/>
                    <a:p>
                      <a:pPr algn="ctr"/>
                      <a:r>
                        <a:rPr kumimoji="0" lang="en-US" sz="1000" b="1" i="0" u="none" strike="noStrike" kern="1200" cap="none" spc="0" normalizeH="0" baseline="0" noProof="0">
                          <a:ln>
                            <a:noFill/>
                          </a:ln>
                          <a:solidFill>
                            <a:schemeClr val="bg1"/>
                          </a:solidFill>
                          <a:effectLst/>
                          <a:uLnTx/>
                          <a:uFillTx/>
                          <a:latin typeface="+mn-lt"/>
                          <a:ea typeface="+mn-ea"/>
                          <a:cs typeface="+mn-cs"/>
                        </a:rPr>
                        <a:t>3</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tc>
                  <a:txBody>
                    <a:bodyPr/>
                    <a:lstStyle/>
                    <a:p>
                      <a:pPr algn="ctr"/>
                      <a:r>
                        <a:rPr kumimoji="0" lang="en-US" sz="1000" b="1" i="0" u="none" strike="noStrike" kern="1200" cap="none" spc="0" normalizeH="0" baseline="0" noProof="0">
                          <a:ln>
                            <a:noFill/>
                          </a:ln>
                          <a:solidFill>
                            <a:schemeClr val="bg1"/>
                          </a:solidFill>
                          <a:effectLst/>
                          <a:uLnTx/>
                          <a:uFillTx/>
                          <a:latin typeface="+mn-lt"/>
                          <a:ea typeface="+mn-ea"/>
                          <a:cs typeface="+mn-cs"/>
                        </a:rPr>
                        <a:t>4</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tc>
                  <a:txBody>
                    <a:bodyPr/>
                    <a:lstStyle/>
                    <a:p>
                      <a:pPr algn="ctr"/>
                      <a:r>
                        <a:rPr kumimoji="0" lang="en-US" sz="1000" b="1" i="0" u="none" strike="noStrike" kern="1200" cap="none" spc="0" normalizeH="0" baseline="0" noProof="0">
                          <a:ln>
                            <a:noFill/>
                          </a:ln>
                          <a:solidFill>
                            <a:schemeClr val="bg1"/>
                          </a:solidFill>
                          <a:effectLst/>
                          <a:uLnTx/>
                          <a:uFillTx/>
                          <a:latin typeface="+mn-lt"/>
                          <a:ea typeface="+mn-ea"/>
                          <a:cs typeface="+mn-cs"/>
                        </a:rPr>
                        <a:t>5</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tc>
                  <a:txBody>
                    <a:bodyPr/>
                    <a:lstStyle/>
                    <a:p>
                      <a:pPr algn="ctr"/>
                      <a:r>
                        <a:rPr lang="en-US" sz="1000" b="1">
                          <a:solidFill>
                            <a:schemeClr val="bg1"/>
                          </a:solidFill>
                          <a:latin typeface="+mn-lt"/>
                        </a:rPr>
                        <a:t>6</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tc>
                  <a:txBody>
                    <a:bodyPr/>
                    <a:lstStyle/>
                    <a:p>
                      <a:pPr algn="ctr"/>
                      <a:r>
                        <a:rPr lang="en-US" sz="1000" b="1">
                          <a:solidFill>
                            <a:schemeClr val="bg1"/>
                          </a:solidFill>
                          <a:latin typeface="+mn-lt"/>
                        </a:rPr>
                        <a:t>7</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4060337770"/>
                  </a:ext>
                </a:extLst>
              </a:tr>
              <a:tr h="231997">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00" b="1">
                          <a:solidFill>
                            <a:schemeClr val="bg1"/>
                          </a:solidFill>
                          <a:latin typeface="+mn-lt"/>
                        </a:rPr>
                        <a:t>00: Access, Onboarding &amp; Mobilize</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solidFill>
                  </a:tcPr>
                </a:tc>
                <a:tc gridSpan="8">
                  <a:txBody>
                    <a:bodyPr/>
                    <a:lstStyle/>
                    <a:p>
                      <a:endParaRPr lang="en-US" sz="1000" b="1">
                        <a:latin typeface="+mn-lt"/>
                      </a:endParaRPr>
                    </a:p>
                  </a:txBody>
                  <a:tcPr marL="54864" marR="54864" marT="36576" marB="36576">
                    <a:lnL w="28575" cap="flat" cmpd="sng" algn="ctr">
                      <a:solidFill>
                        <a:schemeClr val="bg1"/>
                      </a:solidFill>
                      <a:prstDash val="solid"/>
                      <a:round/>
                      <a:headEnd type="none" w="med" len="med"/>
                      <a:tailEnd type="none" w="med" len="med"/>
                    </a:lnL>
                    <a:lnT w="28575" cap="flat" cmpd="sng" algn="ctr">
                      <a:solidFill>
                        <a:schemeClr val="bg1"/>
                      </a:solidFill>
                      <a:prstDash val="solid"/>
                      <a:round/>
                      <a:headEnd type="none" w="med" len="med"/>
                      <a:tailEnd type="none" w="med" len="med"/>
                    </a:lnT>
                    <a:solidFill>
                      <a:schemeClr val="bg1">
                        <a:lumMod val="7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37802638"/>
                  </a:ext>
                </a:extLst>
              </a:tr>
              <a:tr h="338328">
                <a:tc>
                  <a:txBody>
                    <a:bodyPr/>
                    <a:lstStyle/>
                    <a:p>
                      <a:pPr marL="182880" marR="0" lvl="0" indent="0" algn="l" defTabSz="914400" rtl="0" eaLnBrk="1" fontAlgn="ctr" latinLnBrk="0" hangingPunct="1">
                        <a:lnSpc>
                          <a:spcPct val="100000"/>
                        </a:lnSpc>
                        <a:spcBef>
                          <a:spcPts val="0"/>
                        </a:spcBef>
                        <a:spcAft>
                          <a:spcPts val="0"/>
                        </a:spcAft>
                        <a:buClrTx/>
                        <a:buSzTx/>
                        <a:buFontTx/>
                        <a:buNone/>
                        <a:tabLst/>
                        <a:defRPr/>
                      </a:pPr>
                      <a:r>
                        <a:rPr lang="en-US" sz="900" kern="1200">
                          <a:solidFill>
                            <a:schemeClr val="dk1"/>
                          </a:solidFill>
                          <a:latin typeface="+mn-lt"/>
                          <a:ea typeface="+mn-ea"/>
                          <a:cs typeface="+mn-cs"/>
                        </a:rPr>
                        <a:t>Confirm system access, environments, tooling, and data; conduct onboarding and kickoff workshop</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endParaRPr lang="en-US" sz="1000" b="1">
                        <a:latin typeface="+mn-lt"/>
                      </a:endParaRPr>
                    </a:p>
                  </a:txBody>
                  <a:tcPr marL="54864" marR="54864" marT="36576" marB="36576">
                    <a:lnL w="28575" cap="flat" cmpd="sng" algn="ctr">
                      <a:solidFill>
                        <a:schemeClr val="bg1"/>
                      </a:solidFill>
                      <a:prstDash val="solid"/>
                      <a:round/>
                      <a:headEnd type="none" w="med" len="med"/>
                      <a:tailEnd type="none" w="med" len="med"/>
                    </a:lnL>
                    <a:solidFill>
                      <a:srgbClr val="0057FF"/>
                    </a:solidFill>
                  </a:tcPr>
                </a:tc>
                <a:tc>
                  <a:txBody>
                    <a:bodyPr/>
                    <a:lstStyle/>
                    <a:p>
                      <a:endParaRPr lang="en-US" sz="1000" b="1">
                        <a:latin typeface="+mn-lt"/>
                      </a:endParaRPr>
                    </a:p>
                  </a:txBody>
                  <a:tcPr marL="54864" marR="54864" marT="36576" marB="36576">
                    <a:solidFill>
                      <a:srgbClr val="F2F2F2"/>
                    </a:solidFill>
                  </a:tcPr>
                </a:tc>
                <a:tc>
                  <a:txBody>
                    <a:bodyPr/>
                    <a:lstStyle/>
                    <a:p>
                      <a:endParaRPr lang="en-US" sz="1000" b="1">
                        <a:latin typeface="+mn-lt"/>
                      </a:endParaRPr>
                    </a:p>
                  </a:txBody>
                  <a:tcPr marL="54864" marR="54864" marT="36576" marB="36576">
                    <a:solidFill>
                      <a:srgbClr val="F2F2F2"/>
                    </a:solidFill>
                  </a:tcPr>
                </a:tc>
                <a:tc>
                  <a:txBody>
                    <a:bodyPr/>
                    <a:lstStyle/>
                    <a:p>
                      <a:endParaRPr lang="en-US" sz="1000" b="1">
                        <a:latin typeface="+mn-lt"/>
                      </a:endParaRPr>
                    </a:p>
                  </a:txBody>
                  <a:tcPr marL="54864" marR="54864" marT="36576" marB="36576">
                    <a:solidFill>
                      <a:srgbClr val="F2F2F2"/>
                    </a:solidFill>
                  </a:tcPr>
                </a:tc>
                <a:tc>
                  <a:txBody>
                    <a:bodyPr/>
                    <a:lstStyle/>
                    <a:p>
                      <a:endParaRPr lang="en-US" sz="1000" b="1">
                        <a:latin typeface="+mn-lt"/>
                      </a:endParaRPr>
                    </a:p>
                  </a:txBody>
                  <a:tcPr marL="54864" marR="54864" marT="36576" marB="36576">
                    <a:solidFill>
                      <a:srgbClr val="F2F2F2"/>
                    </a:solidFill>
                  </a:tcPr>
                </a:tc>
                <a:tc>
                  <a:txBody>
                    <a:bodyPr/>
                    <a:lstStyle/>
                    <a:p>
                      <a:endParaRPr lang="en-US" sz="1000" b="1">
                        <a:latin typeface="+mn-lt"/>
                      </a:endParaRPr>
                    </a:p>
                  </a:txBody>
                  <a:tcPr marL="54864" marR="54864" marT="36576" marB="36576">
                    <a:solidFill>
                      <a:srgbClr val="F2F2F2"/>
                    </a:solidFill>
                  </a:tcPr>
                </a:tc>
                <a:tc>
                  <a:txBody>
                    <a:bodyPr/>
                    <a:lstStyle/>
                    <a:p>
                      <a:endParaRPr lang="en-US" sz="1000" b="1">
                        <a:latin typeface="+mn-lt"/>
                      </a:endParaRPr>
                    </a:p>
                  </a:txBody>
                  <a:tcPr marL="54864" marR="54864" marT="36576" marB="36576">
                    <a:solidFill>
                      <a:srgbClr val="F2F2F2"/>
                    </a:solidFill>
                  </a:tcPr>
                </a:tc>
                <a:tc>
                  <a:txBody>
                    <a:bodyPr/>
                    <a:lstStyle/>
                    <a:p>
                      <a:endParaRPr lang="en-US" sz="1000" b="1">
                        <a:latin typeface="+mn-lt"/>
                      </a:endParaRPr>
                    </a:p>
                  </a:txBody>
                  <a:tcPr marL="54864" marR="54864" marT="36576" marB="36576">
                    <a:solidFill>
                      <a:srgbClr val="F2F2F2"/>
                    </a:solidFill>
                  </a:tcPr>
                </a:tc>
                <a:extLst>
                  <a:ext uri="{0D108BD9-81ED-4DB2-BD59-A6C34878D82A}">
                    <a16:rowId xmlns:a16="http://schemas.microsoft.com/office/drawing/2014/main" val="1122045388"/>
                  </a:ext>
                </a:extLst>
              </a:tr>
              <a:tr h="231997">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00" b="1">
                          <a:solidFill>
                            <a:schemeClr val="bg1"/>
                          </a:solidFill>
                          <a:latin typeface="+mn-lt"/>
                        </a:rPr>
                        <a:t>01: Current State &amp; Journey Inventory</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solidFill>
                  </a:tcPr>
                </a:tc>
                <a:tc gridSpan="8">
                  <a:txBody>
                    <a:bodyPr/>
                    <a:lstStyle/>
                    <a:p>
                      <a:endParaRPr lang="en-US" sz="1000" b="1">
                        <a:latin typeface="+mn-lt"/>
                      </a:endParaRPr>
                    </a:p>
                  </a:txBody>
                  <a:tcPr marL="54864" marR="54864" marT="36576" marB="36576">
                    <a:lnL w="28575" cap="flat" cmpd="sng" algn="ctr">
                      <a:solidFill>
                        <a:schemeClr val="bg1"/>
                      </a:solidFill>
                      <a:prstDash val="solid"/>
                      <a:round/>
                      <a:headEnd type="none" w="med" len="med"/>
                      <a:tailEnd type="none" w="med" len="med"/>
                    </a:lnL>
                    <a:solidFill>
                      <a:schemeClr val="bg1">
                        <a:lumMod val="7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sz="1000">
                        <a:latin typeface="+mn-lt"/>
                      </a:endParaRPr>
                    </a:p>
                  </a:txBody>
                  <a:tcPr>
                    <a:solidFill>
                      <a:schemeClr val="bg1">
                        <a:lumMod val="75000"/>
                      </a:schemeClr>
                    </a:solidFill>
                  </a:tcPr>
                </a:tc>
                <a:extLst>
                  <a:ext uri="{0D108BD9-81ED-4DB2-BD59-A6C34878D82A}">
                    <a16:rowId xmlns:a16="http://schemas.microsoft.com/office/drawing/2014/main" val="2944989208"/>
                  </a:ext>
                </a:extLst>
              </a:tr>
              <a:tr h="256032">
                <a:tc>
                  <a:txBody>
                    <a:bodyPr/>
                    <a:lstStyle/>
                    <a:p>
                      <a:pPr marL="182880" marR="0" lvl="1" indent="0" algn="l" defTabSz="783964" rtl="0" eaLnBrk="1" fontAlgn="ctr" latinLnBrk="0" hangingPunct="1">
                        <a:lnSpc>
                          <a:spcPct val="100000"/>
                        </a:lnSpc>
                        <a:spcBef>
                          <a:spcPts val="0"/>
                        </a:spcBef>
                        <a:spcAft>
                          <a:spcPts val="0"/>
                        </a:spcAft>
                        <a:buClrTx/>
                        <a:buSzTx/>
                        <a:buFontTx/>
                        <a:buNone/>
                        <a:tabLst/>
                        <a:defRPr/>
                      </a:pPr>
                      <a:r>
                        <a:rPr lang="en-US" sz="900">
                          <a:latin typeface="+mn-lt"/>
                        </a:rPr>
                        <a:t>Assess the current architecture and active modernization initiatives</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274320" marR="0" lvl="1"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tx1"/>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0057FF"/>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extLst>
                  <a:ext uri="{0D108BD9-81ED-4DB2-BD59-A6C34878D82A}">
                    <a16:rowId xmlns:a16="http://schemas.microsoft.com/office/drawing/2014/main" val="2494420606"/>
                  </a:ext>
                </a:extLst>
              </a:tr>
              <a:tr h="274320">
                <a:tc>
                  <a:txBody>
                    <a:bodyPr/>
                    <a:lstStyle/>
                    <a:p>
                      <a:pPr marL="182880" marR="0" lvl="1" indent="0" algn="l" defTabSz="783964"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Inventory user journeys, queries, PowerBuilder screens, dependencies, reusable tests, and data</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274320" marR="0" lvl="1"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tx1"/>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0057FF"/>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0057FF"/>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extLst>
                  <a:ext uri="{0D108BD9-81ED-4DB2-BD59-A6C34878D82A}">
                    <a16:rowId xmlns:a16="http://schemas.microsoft.com/office/drawing/2014/main" val="3322232609"/>
                  </a:ext>
                </a:extLst>
              </a:tr>
              <a:tr h="228600">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000" b="1" u="none" strike="noStrike" kern="1200">
                          <a:solidFill>
                            <a:schemeClr val="bg1"/>
                          </a:solidFill>
                          <a:effectLst/>
                          <a:latin typeface="+mn-lt"/>
                          <a:ea typeface="+mn-ea"/>
                          <a:cs typeface="+mn-cs"/>
                        </a:rPr>
                        <a:t>02: Prioritize, Design &amp; Prepare</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solidFill>
                  </a:tcPr>
                </a:tc>
                <a:tc gridSpan="8">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000" b="1">
                        <a:latin typeface="+mn-lt"/>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B w="28575" cap="flat" cmpd="sng" algn="ctr">
                      <a:solidFill>
                        <a:schemeClr val="bg1"/>
                      </a:solidFill>
                      <a:prstDash val="solid"/>
                      <a:round/>
                      <a:headEnd type="none" w="med" len="med"/>
                      <a:tailEnd type="none" w="med" len="med"/>
                    </a:lnB>
                    <a:solidFill>
                      <a:schemeClr val="bg1">
                        <a:lumMod val="75000"/>
                      </a:schemeClr>
                    </a:solidFill>
                  </a:tcPr>
                </a:tc>
                <a:tc hMerge="1">
                  <a:txBody>
                    <a:bodyPr/>
                    <a:lstStyle/>
                    <a:p>
                      <a:pPr algn="l" fontAlgn="ctr"/>
                      <a:endParaRPr lang="en-US" sz="1100" u="none" strike="noStrike" kern="1200">
                        <a:solidFill>
                          <a:schemeClr val="dk1"/>
                        </a:solidFill>
                        <a:effectLst/>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solidFill>
                  </a:tcPr>
                </a:tc>
                <a:tc hMerge="1">
                  <a:txBody>
                    <a:bodyPr/>
                    <a:lstStyle/>
                    <a:p>
                      <a:pPr algn="l" fontAlgn="ctr"/>
                      <a:endParaRPr lang="en-US" sz="1100" u="none" strike="noStrike" kern="1200">
                        <a:solidFill>
                          <a:schemeClr val="dk1"/>
                        </a:solidFill>
                        <a:effectLst/>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solidFill>
                  </a:tcPr>
                </a:tc>
                <a:tc hMerge="1">
                  <a:txBody>
                    <a:bodyPr/>
                    <a:lstStyle/>
                    <a:p>
                      <a:pPr algn="l" fontAlgn="ctr"/>
                      <a:endParaRPr lang="en-US" sz="1100" u="none" strike="noStrike" kern="1200">
                        <a:solidFill>
                          <a:schemeClr val="dk1"/>
                        </a:solidFill>
                        <a:effectLst/>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solidFill>
                  </a:tcPr>
                </a:tc>
                <a:tc hMerge="1">
                  <a:txBody>
                    <a:bodyPr/>
                    <a:lstStyle/>
                    <a:p>
                      <a:pPr algn="l" fontAlgn="ctr"/>
                      <a:endParaRPr lang="en-US" sz="1100" u="none" strike="noStrike" kern="1200">
                        <a:solidFill>
                          <a:schemeClr val="dk1"/>
                        </a:solidFill>
                        <a:effectLst/>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solidFill>
                  </a:tcPr>
                </a:tc>
                <a:tc hMerge="1">
                  <a:txBody>
                    <a:bodyPr/>
                    <a:lstStyle/>
                    <a:p>
                      <a:pPr algn="l" fontAlgn="ctr"/>
                      <a:endParaRPr lang="en-US" sz="1100" u="none" strike="noStrike" kern="1200">
                        <a:solidFill>
                          <a:schemeClr val="dk1"/>
                        </a:solidFill>
                        <a:effectLst/>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solidFill>
                  </a:tcPr>
                </a:tc>
                <a:tc hMerge="1">
                  <a:txBody>
                    <a:bodyPr/>
                    <a:lstStyle/>
                    <a:p>
                      <a:endParaRPr lang="en-US"/>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h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000" b="1">
                        <a:latin typeface="+mn-lt"/>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817194674"/>
                  </a:ext>
                </a:extLst>
              </a:tr>
              <a:tr h="256032">
                <a:tc>
                  <a:txBody>
                    <a:bodyPr/>
                    <a:lstStyle/>
                    <a:p>
                      <a:pPr marL="182880" marR="0" lvl="1" indent="0" algn="l" defTabSz="783964"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Prioritize the catalog and select the pilot journey</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274320" marR="0" lvl="1"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tx1"/>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T w="28575" cap="flat" cmpd="sng" algn="ctr">
                      <a:solidFill>
                        <a:schemeClr val="bg1"/>
                      </a:solidFill>
                      <a:prstDash val="solid"/>
                      <a:round/>
                      <a:headEnd type="none" w="med" len="med"/>
                      <a:tailEnd type="none" w="med" len="med"/>
                    </a:lnT>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0057FF"/>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extLst>
                  <a:ext uri="{0D108BD9-81ED-4DB2-BD59-A6C34878D82A}">
                    <a16:rowId xmlns:a16="http://schemas.microsoft.com/office/drawing/2014/main" val="2811862570"/>
                  </a:ext>
                </a:extLst>
              </a:tr>
              <a:tr h="338328">
                <a:tc>
                  <a:txBody>
                    <a:bodyPr/>
                    <a:lstStyle/>
                    <a:p>
                      <a:pPr marL="182880" marR="0" lvl="1" indent="0" algn="l" defTabSz="783964"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a:ln>
                            <a:noFill/>
                          </a:ln>
                          <a:solidFill>
                            <a:schemeClr val="tx1"/>
                          </a:solidFill>
                          <a:effectLst/>
                          <a:uLnTx/>
                          <a:uFillTx/>
                          <a:latin typeface="+mn-lt"/>
                          <a:ea typeface="+mn-ea"/>
                          <a:cs typeface="+mn-cs"/>
                        </a:rPr>
                        <a:t>Finalize target architecture, implementation plan, and acceptable test standard</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274320" marR="0" lvl="1"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tx1"/>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0057FF"/>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0057FF"/>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extLst>
                  <a:ext uri="{0D108BD9-81ED-4DB2-BD59-A6C34878D82A}">
                    <a16:rowId xmlns:a16="http://schemas.microsoft.com/office/drawing/2014/main" val="1307061076"/>
                  </a:ext>
                </a:extLst>
              </a:tr>
              <a:tr h="228600">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r>
                        <a:rPr lang="en-US" sz="1000" b="1" kern="1200" noProof="0">
                          <a:solidFill>
                            <a:schemeClr val="bg1"/>
                          </a:solidFill>
                          <a:latin typeface="+mn-lt"/>
                          <a:ea typeface="+mn-ea"/>
                          <a:cs typeface="+mn-cs"/>
                        </a:rPr>
                        <a:t>03: Integrated Two-Week Pilot</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solidFill>
                  </a:tcPr>
                </a:tc>
                <a:tc gridSpan="8">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chemeClr val="accent1"/>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B w="28575" cap="flat" cmpd="sng" algn="ctr">
                      <a:solidFill>
                        <a:schemeClr val="bg1"/>
                      </a:solidFill>
                      <a:prstDash val="solid"/>
                      <a:round/>
                      <a:headEnd type="none" w="med" len="med"/>
                      <a:tailEnd type="none" w="med" len="med"/>
                    </a:lnB>
                    <a:solidFill>
                      <a:schemeClr val="bg1">
                        <a:lumMod val="75000"/>
                      </a:schemeClr>
                    </a:solidFill>
                  </a:tcPr>
                </a:tc>
                <a:tc hMerge="1">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solidFill>
                  </a:tcPr>
                </a:tc>
                <a:tc hMerge="1">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solidFill>
                  </a:tcPr>
                </a:tc>
                <a:tc hMerge="1">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solidFill>
                  </a:tcPr>
                </a:tc>
                <a:tc hMerge="1">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solidFill>
                  </a:tcPr>
                </a:tc>
                <a:tc hMerge="1">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solidFill>
                  </a:tcPr>
                </a:tc>
                <a:tc hMerge="1">
                  <a:txBody>
                    <a:bodyPr/>
                    <a:lstStyle/>
                    <a:p>
                      <a:endParaRPr lang="en-US"/>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hMerge="1">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chemeClr val="accent1"/>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638606143"/>
                  </a:ext>
                </a:extLst>
              </a:tr>
              <a:tr h="256032">
                <a:tc>
                  <a:txBody>
                    <a:bodyPr/>
                    <a:lstStyle/>
                    <a:p>
                      <a:pPr marL="182880" marR="0" lvl="1" indent="0" algn="l" defTabSz="914400" rtl="0" eaLnBrk="1" fontAlgn="ctr" latinLnBrk="0" hangingPunct="1">
                        <a:lnSpc>
                          <a:spcPct val="100000"/>
                        </a:lnSpc>
                        <a:spcBef>
                          <a:spcPts val="0"/>
                        </a:spcBef>
                        <a:spcAft>
                          <a:spcPts val="0"/>
                        </a:spcAft>
                        <a:buClrTx/>
                        <a:buSzTx/>
                        <a:buFontTx/>
                        <a:buNone/>
                        <a:tabLst/>
                        <a:defRPr/>
                      </a:pPr>
                      <a:r>
                        <a:rPr lang="en-US" sz="900" b="0" i="0" kern="1200">
                          <a:solidFill>
                            <a:schemeClr val="dk1"/>
                          </a:solidFill>
                          <a:effectLst/>
                          <a:latin typeface="+mn-lt"/>
                          <a:ea typeface="+mn-ea"/>
                          <a:cs typeface="+mn-cs"/>
                        </a:rPr>
                        <a:t>Prepare pilot backlog, environments, baseline data, instrumentation, and regression harness</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274320" marR="0" lvl="1"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accent1"/>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T w="28575" cap="flat" cmpd="sng" algn="ctr">
                      <a:solidFill>
                        <a:schemeClr val="bg1"/>
                      </a:solidFill>
                      <a:prstDash val="solid"/>
                      <a:round/>
                      <a:headEnd type="none" w="med" len="med"/>
                      <a:tailEnd type="none" w="med" len="med"/>
                    </a:lnT>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0057FF"/>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extLst>
                  <a:ext uri="{0D108BD9-81ED-4DB2-BD59-A6C34878D82A}">
                    <a16:rowId xmlns:a16="http://schemas.microsoft.com/office/drawing/2014/main" val="540049106"/>
                  </a:ext>
                </a:extLst>
              </a:tr>
              <a:tr h="338328">
                <a:tc>
                  <a:txBody>
                    <a:bodyPr/>
                    <a:lstStyle/>
                    <a:p>
                      <a:pPr marL="182880" marR="0" lvl="1" indent="0" algn="l"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Modernize the selected journey on the target architecture; build, test, and iterate</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274320" marR="0" lvl="1"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accent1"/>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0057FF"/>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0057FF"/>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extLst>
                  <a:ext uri="{0D108BD9-81ED-4DB2-BD59-A6C34878D82A}">
                    <a16:rowId xmlns:a16="http://schemas.microsoft.com/office/drawing/2014/main" val="2012800045"/>
                  </a:ext>
                </a:extLst>
              </a:tr>
              <a:tr h="256032">
                <a:tc>
                  <a:txBody>
                    <a:bodyPr/>
                    <a:lstStyle/>
                    <a:p>
                      <a:pPr marL="182880" marR="0" lvl="1" indent="0" algn="l"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Run performance baseline/pilot and regression testing against the selected journey</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274320" marR="0" lvl="1"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accent1"/>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0057FF"/>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0057FF"/>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0057FF"/>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extLst>
                  <a:ext uri="{0D108BD9-81ED-4DB2-BD59-A6C34878D82A}">
                    <a16:rowId xmlns:a16="http://schemas.microsoft.com/office/drawing/2014/main" val="1068432546"/>
                  </a:ext>
                </a:extLst>
              </a:tr>
              <a:tr h="228600">
                <a:tc>
                  <a:txBody>
                    <a:bodyPr/>
                    <a:lstStyle/>
                    <a:p>
                      <a:pPr marL="0" marR="0" lvl="0" indent="-274320" algn="l" defTabSz="783964"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mn-lt"/>
                          <a:ea typeface="+mn-ea"/>
                          <a:cs typeface="+mn-cs"/>
                        </a:rPr>
                        <a:t>04: Roadmap &amp; Pod Transition</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lumMod val="60000"/>
                        <a:lumOff val="40000"/>
                      </a:schemeClr>
                    </a:solidFill>
                  </a:tcPr>
                </a:tc>
                <a:tc gridSpan="8">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000" b="1">
                        <a:latin typeface="+mn-lt"/>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B w="28575" cap="flat" cmpd="sng" algn="ctr">
                      <a:solidFill>
                        <a:schemeClr val="bg1"/>
                      </a:solidFill>
                      <a:prstDash val="solid"/>
                      <a:round/>
                      <a:headEnd type="none" w="med" len="med"/>
                      <a:tailEnd type="none" w="med" len="med"/>
                    </a:lnB>
                    <a:solidFill>
                      <a:schemeClr val="bg1">
                        <a:lumMod val="75000"/>
                      </a:schemeClr>
                    </a:solidFill>
                  </a:tcPr>
                </a:tc>
                <a:tc hMerge="1">
                  <a:txBody>
                    <a:bodyPr/>
                    <a:lstStyle/>
                    <a:p>
                      <a:pPr algn="l" fontAlgn="ctr"/>
                      <a:endParaRPr lang="en-US" sz="1100" u="none" strike="noStrike" kern="1200">
                        <a:solidFill>
                          <a:schemeClr val="dk1"/>
                        </a:solidFill>
                        <a:effectLst/>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hMerge="1">
                  <a:txBody>
                    <a:bodyPr/>
                    <a:lstStyle/>
                    <a:p>
                      <a:pPr algn="l" fontAlgn="ctr"/>
                      <a:endParaRPr lang="en-US" sz="1100" u="none" strike="noStrike" kern="1200">
                        <a:solidFill>
                          <a:schemeClr val="dk1"/>
                        </a:solidFill>
                        <a:effectLst/>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66C8FF"/>
                    </a:solidFill>
                  </a:tcPr>
                </a:tc>
                <a:tc hMerge="1">
                  <a:txBody>
                    <a:bodyPr/>
                    <a:lstStyle/>
                    <a:p>
                      <a:pPr algn="l" fontAlgn="ctr"/>
                      <a:endParaRPr lang="en-US" sz="1100" u="none" strike="noStrike" kern="1200">
                        <a:solidFill>
                          <a:schemeClr val="dk1"/>
                        </a:solidFill>
                        <a:effectLst/>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66C8FF"/>
                    </a:solidFill>
                  </a:tcPr>
                </a:tc>
                <a:tc hMerge="1">
                  <a:txBody>
                    <a:bodyPr/>
                    <a:lstStyle/>
                    <a:p>
                      <a:pPr algn="l" fontAlgn="ctr"/>
                      <a:endParaRPr lang="en-US" sz="1100" u="none" strike="noStrike" kern="1200">
                        <a:solidFill>
                          <a:schemeClr val="dk1"/>
                        </a:solidFill>
                        <a:effectLst/>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hMerge="1">
                  <a:txBody>
                    <a:bodyPr/>
                    <a:lstStyle/>
                    <a:p>
                      <a:pPr algn="l" fontAlgn="ctr"/>
                      <a:endParaRPr lang="en-US" sz="1100" u="none" strike="noStrike" kern="1200">
                        <a:solidFill>
                          <a:schemeClr val="dk1"/>
                        </a:solidFill>
                        <a:effectLst/>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hMerge="1">
                  <a:txBody>
                    <a:bodyPr/>
                    <a:lstStyle/>
                    <a:p>
                      <a:endParaRPr lang="en-US"/>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h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000" b="1">
                        <a:latin typeface="+mn-lt"/>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486351678"/>
                  </a:ext>
                </a:extLst>
              </a:tr>
              <a:tr h="274320">
                <a:tc>
                  <a:txBody>
                    <a:bodyPr/>
                    <a:lstStyle/>
                    <a:p>
                      <a:pPr marL="182880" marR="0" lvl="1" indent="0" algn="l" defTabSz="783964"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Roadmap and prioritize the remaining journey catalog into implementation waves</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endParaRPr lang="en-US">
                        <a:latin typeface="+mn-lt"/>
                      </a:endParaRPr>
                    </a:p>
                  </a:txBody>
                  <a:tcPr marL="52754" marR="52754" marT="31652" marB="31652" anchor="ctr">
                    <a:lnL w="28575" cap="flat" cmpd="sng" algn="ctr">
                      <a:solidFill>
                        <a:schemeClr val="bg1"/>
                      </a:solidFill>
                      <a:prstDash val="solid"/>
                      <a:round/>
                      <a:headEnd type="none" w="med" len="med"/>
                      <a:tailEnd type="none" w="med" len="med"/>
                    </a:lnL>
                    <a:lnT w="28575" cap="flat" cmpd="sng" algn="ctr">
                      <a:solidFill>
                        <a:schemeClr val="bg1"/>
                      </a:solidFill>
                      <a:prstDash val="solid"/>
                      <a:round/>
                      <a:headEnd type="none" w="med" len="med"/>
                      <a:tailEnd type="none" w="med" len="med"/>
                    </a:lnT>
                    <a:solidFill>
                      <a:srgbClr val="F2F2F2"/>
                    </a:solidFill>
                  </a:tcPr>
                </a:tc>
                <a:tc>
                  <a:txBody>
                    <a:bodyPr/>
                    <a:lstStyle/>
                    <a:p>
                      <a:endParaRPr lang="en-US">
                        <a:latin typeface="+mn-lt"/>
                      </a:endParaRPr>
                    </a:p>
                  </a:txBody>
                  <a:tcPr marL="52754" marR="52754" marT="31652" marB="31652" anchor="ctr">
                    <a:solidFill>
                      <a:srgbClr val="F2F2F2"/>
                    </a:solidFill>
                  </a:tcPr>
                </a:tc>
                <a:tc>
                  <a:txBody>
                    <a:bodyPr/>
                    <a:lstStyle/>
                    <a:p>
                      <a:endParaRPr lang="en-US">
                        <a:latin typeface="+mn-lt"/>
                      </a:endParaRPr>
                    </a:p>
                  </a:txBody>
                  <a:tcPr marL="52754" marR="52754" marT="31652" marB="31652" anchor="ctr">
                    <a:solidFill>
                      <a:srgbClr val="F2F2F2"/>
                    </a:solidFill>
                  </a:tcPr>
                </a:tc>
                <a:tc>
                  <a:txBody>
                    <a:bodyPr/>
                    <a:lstStyle/>
                    <a:p>
                      <a:endParaRPr lang="en-US">
                        <a:latin typeface="+mn-lt"/>
                      </a:endParaRPr>
                    </a:p>
                  </a:txBody>
                  <a:tcPr marL="52754" marR="52754" marT="31652" marB="31652" anchor="ctr">
                    <a:solidFill>
                      <a:srgbClr val="F2F2F2"/>
                    </a:solidFill>
                  </a:tcPr>
                </a:tc>
                <a:tc>
                  <a:txBody>
                    <a:bodyPr/>
                    <a:lstStyle/>
                    <a:p>
                      <a:endParaRPr lang="en-US">
                        <a:latin typeface="+mn-lt"/>
                      </a:endParaRPr>
                    </a:p>
                  </a:txBody>
                  <a:tcPr marL="52754" marR="52754" marT="31652" marB="31652" anchor="ctr">
                    <a:solidFill>
                      <a:srgbClr val="F2F2F2"/>
                    </a:solidFill>
                  </a:tcPr>
                </a:tc>
                <a:tc>
                  <a:txBody>
                    <a:bodyPr/>
                    <a:lstStyle/>
                    <a:p>
                      <a:endParaRPr lang="en-US">
                        <a:latin typeface="+mn-lt"/>
                      </a:endParaRPr>
                    </a:p>
                  </a:txBody>
                  <a:tcPr marL="52754" marR="52754" marT="31652" marB="31652" anchor="ctr">
                    <a:solidFill>
                      <a:srgbClr val="F2F2F2"/>
                    </a:solidFill>
                  </a:tcPr>
                </a:tc>
                <a:tc>
                  <a:txBody>
                    <a:bodyPr/>
                    <a:lstStyle/>
                    <a:p>
                      <a:endParaRPr lang="en-US">
                        <a:latin typeface="+mn-lt"/>
                      </a:endParaRPr>
                    </a:p>
                  </a:txBody>
                  <a:tcPr marL="52754" marR="52754" marT="31652" marB="31652" anchor="ctr">
                    <a:solidFill>
                      <a:srgbClr val="0057FF"/>
                    </a:solidFill>
                  </a:tcPr>
                </a:tc>
                <a:tc>
                  <a:txBody>
                    <a:bodyPr/>
                    <a:lstStyle/>
                    <a:p>
                      <a:endParaRPr lang="en-US">
                        <a:latin typeface="+mn-lt"/>
                      </a:endParaRPr>
                    </a:p>
                  </a:txBody>
                  <a:tcPr marL="52754" marR="52754" marT="31652" marB="31652" anchor="ctr">
                    <a:solidFill>
                      <a:srgbClr val="F2F2F2"/>
                    </a:solidFill>
                  </a:tcPr>
                </a:tc>
                <a:extLst>
                  <a:ext uri="{0D108BD9-81ED-4DB2-BD59-A6C34878D82A}">
                    <a16:rowId xmlns:a16="http://schemas.microsoft.com/office/drawing/2014/main" val="1265154829"/>
                  </a:ext>
                </a:extLst>
              </a:tr>
              <a:tr h="274320">
                <a:tc>
                  <a:txBody>
                    <a:bodyPr/>
                    <a:lstStyle/>
                    <a:p>
                      <a:pPr marL="182880" marR="0" lvl="1" indent="0" algn="l" defTabSz="783964"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Prepare pod onboarding documentation, backlog, dependencies, and technical plans</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274320" marR="0" lvl="1"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accent1"/>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F2F2F2"/>
                    </a:solidFill>
                  </a:tcPr>
                </a:tc>
                <a:tc>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solidFill>
                      <a:srgbClr val="0057FF"/>
                    </a:solidFill>
                  </a:tcPr>
                </a:tc>
                <a:extLst>
                  <a:ext uri="{0D108BD9-81ED-4DB2-BD59-A6C34878D82A}">
                    <a16:rowId xmlns:a16="http://schemas.microsoft.com/office/drawing/2014/main" val="331834708"/>
                  </a:ext>
                </a:extLst>
              </a:tr>
              <a:tr h="228600">
                <a:tc gridSpan="9">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mn-lt"/>
                          <a:ea typeface="+mn-ea"/>
                          <a:cs typeface="+mn-cs"/>
                        </a:rPr>
                        <a:t>Recurring: Governance, architecture/test decisions, risk management, and stakeholder readouts</a:t>
                      </a: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10000"/>
                      </a:schemeClr>
                    </a:solidFill>
                  </a:tcPr>
                </a:tc>
                <a:tc hMerge="1">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chemeClr val="accent3"/>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solidFill>
                  </a:tcPr>
                </a:tc>
                <a:tc hMerge="1">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solidFill>
                  </a:tcPr>
                </a:tc>
                <a:tc hMerge="1">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solidFill>
                  </a:tcPr>
                </a:tc>
                <a:tc hMerge="1">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solidFill>
                  </a:tcPr>
                </a:tc>
                <a:tc hMerge="1">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solidFill>
                  </a:tcPr>
                </a:tc>
                <a:tc hMerge="1">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61686D"/>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solidFill>
                  </a:tcPr>
                </a:tc>
                <a:tc hMerge="1">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chemeClr val="bg1"/>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10000"/>
                      </a:schemeClr>
                    </a:solidFill>
                  </a:tcPr>
                </a:tc>
                <a:tc hMerge="1">
                  <a:txBody>
                    <a:bodyPr/>
                    <a:lstStyle/>
                    <a:p>
                      <a:pPr marL="0" marR="0" lvl="0" indent="0" algn="l" defTabSz="783964" rtl="0" eaLnBrk="1" fontAlgn="ctr"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chemeClr val="bg1"/>
                        </a:solidFill>
                        <a:effectLst/>
                        <a:uLnTx/>
                        <a:uFillTx/>
                        <a:latin typeface="+mn-lt"/>
                        <a:ea typeface="+mn-ea"/>
                        <a:cs typeface="+mn-cs"/>
                      </a:endParaRPr>
                    </a:p>
                  </a:txBody>
                  <a:tcPr marL="52754" marR="52754" marT="31652" marB="31652"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10000"/>
                      </a:schemeClr>
                    </a:solidFill>
                  </a:tcPr>
                </a:tc>
                <a:extLst>
                  <a:ext uri="{0D108BD9-81ED-4DB2-BD59-A6C34878D82A}">
                    <a16:rowId xmlns:a16="http://schemas.microsoft.com/office/drawing/2014/main" val="2157080350"/>
                  </a:ext>
                </a:extLst>
              </a:tr>
            </a:tbl>
          </a:graphicData>
        </a:graphic>
      </p:graphicFrame>
      <p:sp>
        <p:nvSpPr>
          <p:cNvPr id="88" name="5-Point Star 54">
            <a:extLst>
              <a:ext uri="{FF2B5EF4-FFF2-40B4-BE49-F238E27FC236}">
                <a16:creationId xmlns:a16="http://schemas.microsoft.com/office/drawing/2014/main" id="{00648DA8-DFB8-2304-A7C2-17C9D815E792}"/>
              </a:ext>
            </a:extLst>
          </p:cNvPr>
          <p:cNvSpPr/>
          <p:nvPr/>
        </p:nvSpPr>
        <p:spPr bwMode="auto">
          <a:xfrm>
            <a:off x="8004810" y="3402330"/>
            <a:ext cx="232410" cy="228600"/>
          </a:xfrm>
          <a:prstGeom prst="star5">
            <a:avLst>
              <a:gd name="adj" fmla="val 19098"/>
              <a:gd name="hf" fmla="val 105146"/>
              <a:gd name="vf" fmla="val 110557"/>
            </a:avLst>
          </a:prstGeom>
          <a:solidFill>
            <a:srgbClr val="FFC000"/>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lvl="0" indent="0" algn="l" defTabSz="791276" rtl="0" eaLnBrk="0" fontAlgn="base" latinLnBrk="0" hangingPunct="0">
              <a:lnSpc>
                <a:spcPct val="80000"/>
              </a:lnSpc>
              <a:spcBef>
                <a:spcPct val="0"/>
              </a:spcBef>
              <a:spcAft>
                <a:spcPct val="0"/>
              </a:spcAft>
              <a:buClrTx/>
              <a:buSzTx/>
              <a:buFontTx/>
              <a:buNone/>
              <a:tabLst/>
              <a:defRPr/>
            </a:pPr>
            <a:endParaRPr kumimoji="0" lang="en-US" sz="2769" b="1" i="0" u="none" strike="noStrike" kern="0" cap="none" spc="0" normalizeH="0" baseline="0" noProof="0">
              <a:ln>
                <a:noFill/>
              </a:ln>
              <a:solidFill>
                <a:srgbClr val="000000"/>
              </a:solidFill>
              <a:effectLst/>
              <a:uLnTx/>
              <a:uFillTx/>
              <a:latin typeface="Arial" charset="0"/>
              <a:ea typeface="+mn-ea"/>
              <a:cs typeface="+mn-cs"/>
            </a:endParaRPr>
          </a:p>
        </p:txBody>
      </p:sp>
      <p:sp>
        <p:nvSpPr>
          <p:cNvPr id="3" name="Rectangle 2">
            <a:extLst>
              <a:ext uri="{FF2B5EF4-FFF2-40B4-BE49-F238E27FC236}">
                <a16:creationId xmlns:a16="http://schemas.microsoft.com/office/drawing/2014/main" id="{AD612EC8-E9CD-6C85-96D4-A129557561C1}"/>
              </a:ext>
            </a:extLst>
          </p:cNvPr>
          <p:cNvSpPr/>
          <p:nvPr/>
        </p:nvSpPr>
        <p:spPr bwMode="auto">
          <a:xfrm>
            <a:off x="8154670" y="3380105"/>
            <a:ext cx="1917700" cy="272923"/>
          </a:xfrm>
          <a:prstGeom prst="rect">
            <a:avLst/>
          </a:prstGeom>
          <a:no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Architecture + test</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standard locked</a:t>
            </a:r>
          </a:p>
        </p:txBody>
      </p:sp>
      <p:sp>
        <p:nvSpPr>
          <p:cNvPr id="11" name="5-Point Star 54">
            <a:extLst>
              <a:ext uri="{FF2B5EF4-FFF2-40B4-BE49-F238E27FC236}">
                <a16:creationId xmlns:a16="http://schemas.microsoft.com/office/drawing/2014/main" id="{3F2A85DC-E099-F9A4-D60B-27A5CB3B8C2E}"/>
              </a:ext>
            </a:extLst>
          </p:cNvPr>
          <p:cNvSpPr/>
          <p:nvPr/>
        </p:nvSpPr>
        <p:spPr bwMode="auto">
          <a:xfrm>
            <a:off x="9448800" y="4524756"/>
            <a:ext cx="228600" cy="228600"/>
          </a:xfrm>
          <a:prstGeom prst="star5">
            <a:avLst>
              <a:gd name="adj" fmla="val 19098"/>
              <a:gd name="hf" fmla="val 105146"/>
              <a:gd name="vf" fmla="val 110557"/>
            </a:avLst>
          </a:prstGeom>
          <a:solidFill>
            <a:srgbClr val="FFC000"/>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lvl="0" indent="0" algn="l" defTabSz="791276" rtl="0" eaLnBrk="0" fontAlgn="base" latinLnBrk="0" hangingPunct="0">
              <a:lnSpc>
                <a:spcPct val="80000"/>
              </a:lnSpc>
              <a:spcBef>
                <a:spcPct val="0"/>
              </a:spcBef>
              <a:spcAft>
                <a:spcPct val="0"/>
              </a:spcAft>
              <a:buClrTx/>
              <a:buSzTx/>
              <a:buFontTx/>
              <a:buNone/>
              <a:tabLst/>
              <a:defRPr/>
            </a:pPr>
            <a:endParaRPr kumimoji="0" lang="en-US" sz="2769" b="1" i="0" u="none" strike="noStrike" kern="0" cap="none" spc="0" normalizeH="0" baseline="0" noProof="0">
              <a:ln>
                <a:noFill/>
              </a:ln>
              <a:solidFill>
                <a:srgbClr val="000000"/>
              </a:solidFill>
              <a:effectLst/>
              <a:uLnTx/>
              <a:uFillTx/>
              <a:latin typeface="Arial" charset="0"/>
              <a:ea typeface="+mn-ea"/>
              <a:cs typeface="+mn-cs"/>
            </a:endParaRPr>
          </a:p>
        </p:txBody>
      </p:sp>
      <p:sp>
        <p:nvSpPr>
          <p:cNvPr id="12" name="Rectangle 11">
            <a:extLst>
              <a:ext uri="{FF2B5EF4-FFF2-40B4-BE49-F238E27FC236}">
                <a16:creationId xmlns:a16="http://schemas.microsoft.com/office/drawing/2014/main" id="{7C192285-55B4-5659-ED36-C0263A4490B5}"/>
              </a:ext>
            </a:extLst>
          </p:cNvPr>
          <p:cNvSpPr/>
          <p:nvPr/>
        </p:nvSpPr>
        <p:spPr bwMode="auto">
          <a:xfrm>
            <a:off x="9598660" y="4502531"/>
            <a:ext cx="1689100" cy="272923"/>
          </a:xfrm>
          <a:solidFill>
            <a:srgbClr val="0057FF"/>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Segoe UI" panose="020B0502040204020203" pitchFamily="34" charset="0"/>
              </a:rPr>
              <a:t>Two-week pilot readout</a:t>
            </a:r>
          </a:p>
        </p:txBody>
      </p:sp>
      <p:sp>
        <p:nvSpPr>
          <p:cNvPr id="15" name="Rectangle 14">
            <a:extLst>
              <a:ext uri="{FF2B5EF4-FFF2-40B4-BE49-F238E27FC236}">
                <a16:creationId xmlns:a16="http://schemas.microsoft.com/office/drawing/2014/main" id="{3315B5C3-3036-4135-BDD1-B4DDBED5B6A3}"/>
              </a:ext>
            </a:extLst>
          </p:cNvPr>
          <p:cNvSpPr/>
          <p:nvPr/>
        </p:nvSpPr>
        <p:spPr bwMode="auto">
          <a:xfrm>
            <a:off x="11077829" y="5364480"/>
            <a:ext cx="1013460" cy="272923"/>
          </a:xfrm>
          <a:prstGeom prst="rect">
            <a:avLst/>
          </a:prstGeom>
          <a:no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Pods ready</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to launch</a:t>
            </a:r>
          </a:p>
        </p:txBody>
      </p:sp>
      <p:sp>
        <p:nvSpPr>
          <p:cNvPr id="22" name="5-Point Star 54">
            <a:extLst>
              <a:ext uri="{FF2B5EF4-FFF2-40B4-BE49-F238E27FC236}">
                <a16:creationId xmlns:a16="http://schemas.microsoft.com/office/drawing/2014/main" id="{B100F5EC-96FC-14A1-99C1-5B0A1F91D01F}"/>
              </a:ext>
            </a:extLst>
          </p:cNvPr>
          <p:cNvSpPr/>
          <p:nvPr/>
        </p:nvSpPr>
        <p:spPr bwMode="auto">
          <a:xfrm>
            <a:off x="7289165" y="2581529"/>
            <a:ext cx="228600" cy="228600"/>
          </a:xfrm>
          <a:prstGeom prst="star5">
            <a:avLst>
              <a:gd name="adj" fmla="val 19098"/>
              <a:gd name="hf" fmla="val 105146"/>
              <a:gd name="vf" fmla="val 110557"/>
            </a:avLst>
          </a:prstGeom>
          <a:solidFill>
            <a:srgbClr val="FFC000"/>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lvl="0" indent="0" algn="l" defTabSz="791276" rtl="0" eaLnBrk="0" fontAlgn="base" latinLnBrk="0" hangingPunct="0">
              <a:lnSpc>
                <a:spcPct val="80000"/>
              </a:lnSpc>
              <a:spcBef>
                <a:spcPct val="0"/>
              </a:spcBef>
              <a:spcAft>
                <a:spcPct val="0"/>
              </a:spcAft>
              <a:buClrTx/>
              <a:buSzTx/>
              <a:buFontTx/>
              <a:buNone/>
              <a:tabLst/>
              <a:defRPr/>
            </a:pPr>
            <a:endParaRPr kumimoji="0" lang="en-US" sz="2769" b="1" i="0" u="none" strike="noStrike" kern="0" cap="none" spc="0" normalizeH="0" baseline="0" noProof="0">
              <a:ln>
                <a:noFill/>
              </a:ln>
              <a:solidFill>
                <a:srgbClr val="000000"/>
              </a:solidFill>
              <a:effectLst/>
              <a:uLnTx/>
              <a:uFillTx/>
              <a:latin typeface="Arial" charset="0"/>
              <a:ea typeface="+mn-ea"/>
              <a:cs typeface="+mn-cs"/>
            </a:endParaRPr>
          </a:p>
        </p:txBody>
      </p:sp>
      <p:sp>
        <p:nvSpPr>
          <p:cNvPr id="23" name="Rectangle 22">
            <a:extLst>
              <a:ext uri="{FF2B5EF4-FFF2-40B4-BE49-F238E27FC236}">
                <a16:creationId xmlns:a16="http://schemas.microsoft.com/office/drawing/2014/main" id="{66F32F63-5D77-383F-A9CC-24D2625690F3}"/>
              </a:ext>
            </a:extLst>
          </p:cNvPr>
          <p:cNvSpPr/>
          <p:nvPr/>
        </p:nvSpPr>
        <p:spPr bwMode="auto">
          <a:xfrm>
            <a:off x="7464425" y="2559304"/>
            <a:ext cx="1557020" cy="272923"/>
          </a:xfrm>
          <a:prstGeom prst="rect">
            <a:avLst/>
          </a:prstGeom>
          <a:no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Segoe UI" panose="020B0502040204020203" pitchFamily="34" charset="0"/>
              </a:rPr>
              <a:t>Pilot journey selected</a:t>
            </a:r>
          </a:p>
        </p:txBody>
      </p:sp>
      <p:sp>
        <p:nvSpPr>
          <p:cNvPr id="4" name="Title 3">
            <a:extLst>
              <a:ext uri="{FF2B5EF4-FFF2-40B4-BE49-F238E27FC236}">
                <a16:creationId xmlns:a16="http://schemas.microsoft.com/office/drawing/2014/main" id="{4004CBB1-CF30-2AF2-1AE7-429103D5831D}"/>
              </a:ext>
            </a:extLst>
          </p:cNvPr>
          <p:cNvSpPr>
            <a:spLocks noGrp="1"/>
          </p:cNvSpPr>
          <p:nvPr>
            <p:ph type="title"/>
          </p:nvPr>
        </p:nvSpPr>
        <p:spPr>
          <a:xfrm>
            <a:off x="465137" y="556953"/>
            <a:ext cx="11263312" cy="855922"/>
          </a:xfrm>
        </p:spPr>
        <p:txBody>
          <a:bodyPr/>
          <a:lstStyle/>
          <a:p>
            <a:r>
              <a:rPr lang="en-US" sz="1800"/>
              <a:t>Phase 0 aligns the current state, target architecture, and test standard before a two-week pilot,</a:t>
            </a:r>
            <a:br>
              <a:rPr lang="en-US" sz="1800"/>
            </a:br>
            <a:r>
              <a:rPr lang="en-US" sz="1800"/>
              <a:t>then roadmaps remaining journeys and prepares modernization pods to launch</a:t>
            </a:r>
          </a:p>
        </p:txBody>
      </p:sp>
      <p:sp>
        <p:nvSpPr>
          <p:cNvPr id="21" name="5-Point Star 54">
            <a:extLst>
              <a:ext uri="{FF2B5EF4-FFF2-40B4-BE49-F238E27FC236}">
                <a16:creationId xmlns:a16="http://schemas.microsoft.com/office/drawing/2014/main" id="{59107C2E-50D7-3139-B1F4-EE50F1D7723D}"/>
              </a:ext>
            </a:extLst>
          </p:cNvPr>
          <p:cNvSpPr/>
          <p:nvPr/>
        </p:nvSpPr>
        <p:spPr bwMode="auto">
          <a:xfrm>
            <a:off x="10899140" y="5386705"/>
            <a:ext cx="228600" cy="228600"/>
          </a:xfrm>
          <a:prstGeom prst="star5">
            <a:avLst>
              <a:gd name="adj" fmla="val 19098"/>
              <a:gd name="hf" fmla="val 105146"/>
              <a:gd name="vf" fmla="val 110557"/>
            </a:avLst>
          </a:prstGeom>
          <a:solidFill>
            <a:srgbClr val="FFC000"/>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lvl="0" indent="0" algn="l" defTabSz="791276" rtl="0" eaLnBrk="0" fontAlgn="base" latinLnBrk="0" hangingPunct="0">
              <a:lnSpc>
                <a:spcPct val="80000"/>
              </a:lnSpc>
              <a:spcBef>
                <a:spcPct val="0"/>
              </a:spcBef>
              <a:spcAft>
                <a:spcPct val="0"/>
              </a:spcAft>
              <a:buClrTx/>
              <a:buSzTx/>
              <a:buFontTx/>
              <a:buNone/>
              <a:tabLst/>
              <a:defRPr/>
            </a:pPr>
            <a:endParaRPr kumimoji="0" lang="en-US" sz="2769" b="1" i="0" u="none" strike="noStrike" kern="0" cap="none" spc="0" normalizeH="0" baseline="0" noProof="0">
              <a:ln>
                <a:noFill/>
              </a:ln>
              <a:solidFill>
                <a:srgbClr val="000000"/>
              </a:solidFill>
              <a:effectLst/>
              <a:uLnTx/>
              <a:uFillTx/>
              <a:latin typeface="Arial" charset="0"/>
              <a:ea typeface="+mn-ea"/>
              <a:cs typeface="+mn-cs"/>
            </a:endParaRPr>
          </a:p>
        </p:txBody>
      </p:sp>
      <p:sp>
        <p:nvSpPr>
          <p:cNvPr id="9" name="Rectangle 8">
            <a:extLst>
              <a:ext uri="{FF2B5EF4-FFF2-40B4-BE49-F238E27FC236}">
                <a16:creationId xmlns:a16="http://schemas.microsoft.com/office/drawing/2014/main" id="{8FF1E9DE-7283-5EF7-CDB6-D9A73A537610}"/>
              </a:ext>
            </a:extLst>
          </p:cNvPr>
          <p:cNvSpPr/>
          <p:nvPr/>
        </p:nvSpPr>
        <p:spPr>
          <a:xfrm>
            <a:off x="465137" y="5895111"/>
            <a:ext cx="10683407" cy="2481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1" u="none" strike="noStrike" kern="1200" cap="none" spc="0" normalizeH="0" baseline="0" noProof="0">
                <a:ln>
                  <a:noFill/>
                </a:ln>
                <a:solidFill>
                  <a:srgbClr val="070154"/>
                </a:solidFill>
                <a:effectLst/>
                <a:uLnTx/>
                <a:uFillTx/>
                <a:latin typeface="Arial"/>
                <a:ea typeface="+mn-ea"/>
                <a:cs typeface="+mn-cs"/>
              </a:rPr>
              <a:t>Pre-week confirms access and onboarding readiness; detailed dependencies will be refined during kickoff</a:t>
            </a:r>
          </a:p>
        </p:txBody>
      </p:sp>
      <p:sp>
        <p:nvSpPr>
          <p:cNvPr id="10" name="Footer Placeholder 8">
            <a:extLst>
              <a:ext uri="{FF2B5EF4-FFF2-40B4-BE49-F238E27FC236}">
                <a16:creationId xmlns:a16="http://schemas.microsoft.com/office/drawing/2014/main" id="{A821CF62-810D-F644-D90A-C15B4703B572}"/>
              </a:ext>
            </a:extLst>
          </p:cNvPr>
          <p:cNvSpPr>
            <a:spLocks noGrp="1"/>
          </p:cNvSpPr>
          <p:nvPr/>
        </p:nvSpPr>
        <p:spPr>
          <a:xfrm>
            <a:off x="4321019" y="6400798"/>
            <a:ext cx="7102834" cy="167949"/>
          </a:xfrm>
          <a:prstGeom prst="rect">
            <a:avLst/>
          </a:prstGeom>
        </p:spPr>
        <p:txBody>
          <a:bodyPr tIns="0" rIns="0" bIns="0" anchor="ctr"/>
          <a:lstStyle>
            <a:lvl1pPr marL="0" indent="0" algn="l" defTabSz="914400">
              <a:lnSpc>
                <a:spcPct val="100000"/>
              </a:lnSpc>
              <a:spcBef>
                <a:spcPts val="0"/>
              </a:spcBef>
              <a:spcAft>
                <a:spcPts val="1600"/>
              </a:spcAft>
              <a:buFont typeface="Arial"/>
              <a:buNone/>
              <a:defRPr sz="1600" b="0" i="0" kern="1200">
                <a:solidFill>
                  <a:schemeClr val="tx1"/>
                </a:solidFill>
                <a:latin typeface="+mn-lt"/>
                <a:ea typeface="+mn-lt"/>
                <a:cs typeface="+mn-lt"/>
              </a:defRPr>
            </a:lvl1pPr>
            <a:lvl2pPr marL="0" indent="0" algn="l" defTabSz="914400">
              <a:lnSpc>
                <a:spcPct val="100000"/>
              </a:lnSpc>
              <a:spcBef>
                <a:spcPts val="0"/>
              </a:spcBef>
              <a:spcAft>
                <a:spcPts val="600"/>
              </a:spcAft>
              <a:buClr>
                <a:schemeClr val="accent1"/>
              </a:buClr>
              <a:buFontTx/>
              <a:buNone/>
              <a:tabLst>
                <a:tab pos="280988" algn="l"/>
              </a:tabLst>
              <a:defRPr sz="1800" b="1" i="0" kern="1200">
                <a:solidFill>
                  <a:schemeClr val="tx2"/>
                </a:solidFill>
                <a:latin typeface="+mn-lt"/>
                <a:ea typeface="+mn-lt"/>
                <a:cs typeface="+mn-lt"/>
              </a:defRPr>
            </a:lvl2pPr>
            <a:lvl3pPr marL="228600" indent="-228600" algn="l" defTabSz="292608">
              <a:lnSpc>
                <a:spcPct val="100000"/>
              </a:lnSpc>
              <a:spcBef>
                <a:spcPts val="0"/>
              </a:spcBef>
              <a:spcAft>
                <a:spcPts val="600"/>
              </a:spcAft>
              <a:buClr>
                <a:schemeClr val="tx1"/>
              </a:buClr>
              <a:buFont typeface="Arial"/>
              <a:buChar char="•"/>
              <a:tabLst>
                <a:tab pos="276225" algn="l"/>
                <a:tab pos="584200" algn="l"/>
              </a:tabLst>
              <a:defRPr sz="1600" b="0" i="0" kern="1200">
                <a:solidFill>
                  <a:schemeClr val="tx1"/>
                </a:solidFill>
                <a:latin typeface="+mn-lt"/>
                <a:ea typeface="+mn-lt"/>
                <a:cs typeface="+mn-lt"/>
              </a:defRPr>
            </a:lvl3pPr>
            <a:lvl4pPr marL="457200" marR="0" indent="-228600" algn="l" defTabSz="292608">
              <a:lnSpc>
                <a:spcPct val="100000"/>
              </a:lnSpc>
              <a:spcBef>
                <a:spcPts val="0"/>
              </a:spcBef>
              <a:spcAft>
                <a:spcPts val="600"/>
              </a:spcAft>
              <a:buClr>
                <a:schemeClr val="tx1"/>
              </a:buClr>
              <a:buSzPct val="100000"/>
              <a:buFont typeface="Arial"/>
              <a:buChar char="•"/>
              <a:defRPr sz="1600" b="0" i="0" kern="1200">
                <a:solidFill>
                  <a:schemeClr val="tx1"/>
                </a:solidFill>
                <a:latin typeface="+mn-lt"/>
                <a:ea typeface="+mn-lt"/>
                <a:cs typeface="+mn-lt"/>
              </a:defRPr>
            </a:lvl4pPr>
            <a:lvl5pPr marL="685800" indent="-228600" algn="l" defTabSz="292608">
              <a:lnSpc>
                <a:spcPct val="100000"/>
              </a:lnSpc>
              <a:spcBef>
                <a:spcPts val="0"/>
              </a:spcBef>
              <a:spcAft>
                <a:spcPts val="600"/>
              </a:spcAft>
              <a:buClr>
                <a:schemeClr val="tx1"/>
              </a:buClr>
              <a:buSzPct val="100000"/>
              <a:buFont typeface="Arial"/>
              <a:buChar char="•"/>
              <a:tabLst>
                <a:tab pos="292608" algn="l"/>
                <a:tab pos="585216" algn="l"/>
              </a:tabLst>
              <a:defRPr sz="1600" b="0" i="0" kern="1200">
                <a:solidFill>
                  <a:schemeClr val="tx1"/>
                </a:solidFill>
                <a:latin typeface="+mn-lt"/>
                <a:ea typeface="+mn-lt"/>
                <a:cs typeface="+mn-lt"/>
              </a:defRPr>
            </a:lvl5pPr>
            <a:lvl6pPr marL="283464" indent="-283464" algn="l" defTabSz="914400">
              <a:lnSpc>
                <a:spcPct val="100000"/>
              </a:lnSpc>
              <a:spcBef>
                <a:spcPts val="0"/>
              </a:spcBef>
              <a:spcAft>
                <a:spcPts val="600"/>
              </a:spcAft>
              <a:buClr>
                <a:schemeClr val="tx1"/>
              </a:buClr>
              <a:buSzPct val="100000"/>
              <a:buFont typeface="+mj-lt"/>
              <a:buAutoNum type="arabicPeriod"/>
              <a:defRPr sz="1600" b="0" i="0" kern="1200">
                <a:solidFill>
                  <a:schemeClr val="tx1"/>
                </a:solidFill>
                <a:latin typeface="+mn-lt"/>
                <a:ea typeface="+mn-lt"/>
                <a:cs typeface="+mn-lt"/>
              </a:defRPr>
            </a:lvl6pPr>
            <a:lvl7pPr marL="566928" indent="-283464" algn="l" defTabSz="914400">
              <a:lnSpc>
                <a:spcPct val="100000"/>
              </a:lnSpc>
              <a:spcBef>
                <a:spcPts val="0"/>
              </a:spcBef>
              <a:spcAft>
                <a:spcPts val="600"/>
              </a:spcAft>
              <a:buClr>
                <a:schemeClr val="tx1"/>
              </a:buClr>
              <a:buSzPct val="100000"/>
              <a:buFont typeface="+mj-lt"/>
              <a:buAutoNum type="arabicPeriod"/>
              <a:defRPr sz="1600" b="0" i="0" kern="1200">
                <a:solidFill>
                  <a:schemeClr val="tx1"/>
                </a:solidFill>
                <a:latin typeface="+mn-lt"/>
                <a:ea typeface="+mn-lt"/>
                <a:cs typeface="+mn-lt"/>
              </a:defRPr>
            </a:lvl7pPr>
            <a:lvl8pPr marL="850392" indent="-283464" algn="l" defTabSz="914400">
              <a:lnSpc>
                <a:spcPct val="100000"/>
              </a:lnSpc>
              <a:spcBef>
                <a:spcPts val="0"/>
              </a:spcBef>
              <a:spcAft>
                <a:spcPts val="600"/>
              </a:spcAft>
              <a:buClr>
                <a:schemeClr val="tx1"/>
              </a:buClr>
              <a:buSzPct val="100000"/>
              <a:buFont typeface="+mj-lt"/>
              <a:buAutoNum type="arabicPeriod"/>
              <a:defRPr sz="1600" b="0" i="0" kern="1200">
                <a:solidFill>
                  <a:schemeClr val="tx1"/>
                </a:solidFill>
                <a:latin typeface="+mn-lt"/>
                <a:ea typeface="+mn-lt"/>
                <a:cs typeface="+mn-lt"/>
              </a:defRPr>
            </a:lvl8pPr>
            <a:lvl9pPr marL="0" indent="0" algn="l" defTabSz="914400">
              <a:lnSpc>
                <a:spcPct val="100000"/>
              </a:lnSpc>
              <a:spcBef>
                <a:spcPts val="0"/>
              </a:spcBef>
              <a:spcAft>
                <a:spcPts val="600"/>
              </a:spcAft>
              <a:buClr>
                <a:schemeClr val="accent1"/>
              </a:buClr>
              <a:buSzPct val="100000"/>
              <a:buFontTx/>
              <a:buNone/>
              <a:defRPr sz="2800" b="1" i="0" kern="1200">
                <a:solidFill>
                  <a:schemeClr val="tx1"/>
                </a:solidFill>
                <a:latin typeface="+mn-lt"/>
                <a:ea typeface="+mn-lt"/>
                <a:cs typeface="+mn-lt"/>
              </a:defRPr>
            </a:lvl9pPr>
          </a:lstStyle>
          <a:p>
            <a:pPr marL="0" marR="0" lvl="0" indent="9525" algn="r" defTabSz="914400" rtl="0" eaLnBrk="1" fontAlgn="auto" latinLnBrk="0" hangingPunct="1">
              <a:lnSpc>
                <a:spcPct val="100000"/>
              </a:lnSpc>
              <a:spcBef>
                <a:spcPts val="0"/>
              </a:spcBef>
              <a:spcAft>
                <a:spcPts val="600"/>
              </a:spcAft>
              <a:buClrTx/>
              <a:buSzTx/>
              <a:buFont typeface="Arial"/>
              <a:buNone/>
              <a:tabLst/>
              <a:defRPr/>
            </a:pPr>
            <a:r>
              <a:rPr kumimoji="0" sz="900" b="0" i="0" u="none" strike="noStrike" kern="1200" cap="none" spc="0" normalizeH="0" baseline="0" noProof="0">
                <a:ln>
                  <a:noFill/>
                </a:ln>
                <a:solidFill>
                  <a:srgbClr val="070154"/>
                </a:solidFill>
                <a:effectLst/>
                <a:uLnTx/>
                <a:uFillTx/>
                <a:latin typeface="Arial"/>
                <a:ea typeface="Arial"/>
                <a:cs typeface="Arial"/>
              </a:rPr>
              <a:t>© 2026 West Monroe Partners | Reproduction and/or distribution without West Monroe Partners’ prior consent is prohibited.</a:t>
            </a:r>
          </a:p>
        </p:txBody>
      </p:sp>
      <p:sp>
        <p:nvSpPr>
          <p:cNvPr id="13" name="Slide Number Placeholder 3">
            <a:extLst>
              <a:ext uri="{FF2B5EF4-FFF2-40B4-BE49-F238E27FC236}">
                <a16:creationId xmlns:a16="http://schemas.microsoft.com/office/drawing/2014/main" id="{E1BCA5E2-6F0F-212D-F44C-DDD9B5622B54}"/>
              </a:ext>
            </a:extLst>
          </p:cNvPr>
          <p:cNvSpPr>
            <a:spLocks noGrp="1"/>
          </p:cNvSpPr>
          <p:nvPr>
            <p:ph type="sldNum" idx="11"/>
          </p:nvPr>
        </p:nvSpPr>
        <p:spPr>
          <a:xfrm>
            <a:off x="11509578" y="6400799"/>
            <a:ext cx="218871" cy="167949"/>
          </a:xfrm>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63DCA5C9-2E11-4C67-86EB-AE1DE127DC64}" type="slidenum">
              <a:rPr kumimoji="0" sz="900" b="0" i="0" u="none" strike="noStrike" kern="1200" cap="none" spc="0" normalizeH="0" baseline="0" noProof="0">
                <a:ln>
                  <a:noFill/>
                </a:ln>
                <a:solidFill>
                  <a:srgbClr val="070154"/>
                </a:solidFill>
                <a:effectLst/>
                <a:uLnTx/>
                <a:uFillTx/>
                <a:latin typeface="Arial"/>
                <a:cs typeface="Arial"/>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22</a:t>
            </a:fld>
            <a:endParaRPr kumimoji="0" sz="900" b="0" i="0" u="none" strike="noStrike" kern="1200" cap="none" spc="0" normalizeH="0" baseline="0" noProof="0">
              <a:ln>
                <a:noFill/>
              </a:ln>
              <a:solidFill>
                <a:srgbClr val="070154"/>
              </a:solidFill>
              <a:effectLst/>
              <a:uLnTx/>
              <a:uFillTx/>
              <a:latin typeface="Arial"/>
              <a:cs typeface="Arial"/>
            </a:endParaRPr>
          </a:p>
        </p:txBody>
      </p:sp>
      <p:graphicFrame>
        <p:nvGraphicFramePr>
          <p:cNvPr id="2" name="Table 1">
            <a:extLst>
              <a:ext uri="{FF2B5EF4-FFF2-40B4-BE49-F238E27FC236}">
                <a16:creationId xmlns:a16="http://schemas.microsoft.com/office/drawing/2014/main" id="{5AD790F7-540D-EF74-D934-AE061F0AEF86}"/>
              </a:ext>
            </a:extLst>
          </p:cNvPr>
          <p:cNvGraphicFramePr>
            <a:graphicFrameLocks noGrp="1"/>
          </p:cNvGraphicFramePr>
          <p:nvPr>
            <p:extLst>
              <p:ext uri="{D42A27DB-BD31-4B8C-83A1-F6EECF244321}">
                <p14:modId xmlns:p14="http://schemas.microsoft.com/office/powerpoint/2010/main" val="752649072"/>
              </p:ext>
            </p:extLst>
          </p:nvPr>
        </p:nvGraphicFramePr>
        <p:xfrm>
          <a:off x="11728449" y="56515"/>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Ri </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Tree>
    <p:extLst>
      <p:ext uri="{BB962C8B-B14F-4D97-AF65-F5344CB8AC3E}">
        <p14:creationId xmlns:p14="http://schemas.microsoft.com/office/powerpoint/2010/main" val="9518811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564C438-7E6F-1960-C918-2340121B9C76}"/>
              </a:ext>
            </a:extLst>
          </p:cNvPr>
          <p:cNvSpPr>
            <a:spLocks noGrp="1"/>
          </p:cNvSpPr>
          <p:nvPr>
            <p:ph type="title"/>
          </p:nvPr>
        </p:nvSpPr>
        <p:spPr/>
        <p:txBody>
          <a:bodyPr/>
          <a:lstStyle/>
          <a:p>
            <a:r>
              <a:rPr lang="en-US"/>
              <a:t>West Monroe will scale delivery pods by workstream, working side by side with Eaglesoft and transitioning platform maintenance over time</a:t>
            </a:r>
          </a:p>
        </p:txBody>
      </p:sp>
      <p:sp>
        <p:nvSpPr>
          <p:cNvPr id="5" name="Text Placeholder 4">
            <a:extLst>
              <a:ext uri="{FF2B5EF4-FFF2-40B4-BE49-F238E27FC236}">
                <a16:creationId xmlns:a16="http://schemas.microsoft.com/office/drawing/2014/main" id="{AAB13857-5451-F2DD-9D5E-77CE618D5EF3}"/>
              </a:ext>
            </a:extLst>
          </p:cNvPr>
          <p:cNvSpPr>
            <a:spLocks noGrp="1"/>
          </p:cNvSpPr>
          <p:nvPr>
            <p:ph type="body" sz="quarter" idx="19"/>
          </p:nvPr>
        </p:nvSpPr>
        <p:spPr/>
        <p:txBody>
          <a:bodyPr/>
          <a:lstStyle/>
          <a:p>
            <a:r>
              <a:rPr lang="en-US"/>
              <a:t>Team Structure</a:t>
            </a:r>
          </a:p>
        </p:txBody>
      </p:sp>
      <p:sp>
        <p:nvSpPr>
          <p:cNvPr id="9" name="Footer Placeholder 8">
            <a:extLst>
              <a:ext uri="{FF2B5EF4-FFF2-40B4-BE49-F238E27FC236}">
                <a16:creationId xmlns:a16="http://schemas.microsoft.com/office/drawing/2014/main" id="{91925EEA-9AEA-2B0F-FF88-07E428798EEB}"/>
              </a:ext>
            </a:extLst>
          </p:cNvPr>
          <p:cNvSpPr>
            <a:spLocks noGrp="1"/>
          </p:cNvSpPr>
          <p:nvPr>
            <p:ph type="ftr" sz="quarter" idx="10"/>
          </p:nvPr>
        </p:nvSpPr>
        <p:spPr/>
        <p:txBody>
          <a:body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F7A90F44-16AF-471C-5758-155975131548}"/>
              </a:ext>
            </a:extLst>
          </p:cNvPr>
          <p:cNvSpPr>
            <a:spLocks noGrp="1"/>
          </p:cNvSpPr>
          <p:nvPr>
            <p:ph type="sldNum" sz="quarter" idx="11"/>
          </p:nvPr>
        </p:nvSpPr>
        <p:spPr/>
        <p:txBody>
          <a:bodyPr/>
          <a:lstStyle/>
          <a:p>
            <a:fld id="{63DCA5C9-2E11-4C67-86EB-AE1DE127DC64}" type="slidenum">
              <a:rPr lang="en-US" smtClean="0"/>
              <a:pPr/>
              <a:t>23</a:t>
            </a:fld>
            <a:endParaRPr lang="en-US"/>
          </a:p>
        </p:txBody>
      </p:sp>
      <p:sp>
        <p:nvSpPr>
          <p:cNvPr id="12" name="TextBox 11">
            <a:extLst>
              <a:ext uri="{FF2B5EF4-FFF2-40B4-BE49-F238E27FC236}">
                <a16:creationId xmlns:a16="http://schemas.microsoft.com/office/drawing/2014/main" id="{3B44CE11-49BC-274B-B53D-FB11DB9E9B90}"/>
              </a:ext>
            </a:extLst>
          </p:cNvPr>
          <p:cNvSpPr txBox="1"/>
          <p:nvPr/>
        </p:nvSpPr>
        <p:spPr>
          <a:xfrm>
            <a:off x="571500" y="1498600"/>
            <a:ext cx="7620000" cy="2286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050" b="1">
                <a:solidFill>
                  <a:srgbClr val="10135F"/>
                </a:solidFill>
                <a:latin typeface="Arial"/>
                <a:cs typeface="Arial"/>
              </a:rPr>
              <a:t>PHASE 0 TEAM  |  6 WEST MONROE FULL-TIME RESOURCES + PART-TIME LEADERSHIP / SMEs</a:t>
            </a:r>
          </a:p>
        </p:txBody>
      </p:sp>
      <p:sp>
        <p:nvSpPr>
          <p:cNvPr id="14" name="Rectangle 13">
            <a:extLst>
              <a:ext uri="{FF2B5EF4-FFF2-40B4-BE49-F238E27FC236}">
                <a16:creationId xmlns:a16="http://schemas.microsoft.com/office/drawing/2014/main" id="{2E798C5E-E7F1-6544-B7C2-DAB12F3F40B4}"/>
              </a:ext>
            </a:extLst>
          </p:cNvPr>
          <p:cNvSpPr/>
          <p:nvPr/>
        </p:nvSpPr>
        <p:spPr bwMode="auto">
          <a:xfrm>
            <a:off x="571500" y="1879600"/>
            <a:ext cx="2387600" cy="3886200"/>
          </a:xfrm>
          <a:prstGeom prst="rect">
            <a:avLst/>
          </a:prstGeom>
          <a:solidFill>
            <a:srgbClr val="E7EDF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5" name="Rectangle 14">
            <a:extLst>
              <a:ext uri="{FF2B5EF4-FFF2-40B4-BE49-F238E27FC236}">
                <a16:creationId xmlns:a16="http://schemas.microsoft.com/office/drawing/2014/main" id="{82D25544-D66D-4E48-AB98-86F60C5A8193}"/>
              </a:ext>
            </a:extLst>
          </p:cNvPr>
          <p:cNvSpPr/>
          <p:nvPr/>
        </p:nvSpPr>
        <p:spPr bwMode="auto">
          <a:xfrm>
            <a:off x="571500" y="1879600"/>
            <a:ext cx="2387600" cy="342900"/>
          </a:xfrm>
          <a:prstGeom prst="rect">
            <a:avLst/>
          </a:prstGeom>
          <a:solidFill>
            <a:srgbClr val="064B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1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WEST MONROE ROLE DEFINITIONS</a:t>
            </a:r>
          </a:p>
        </p:txBody>
      </p:sp>
      <p:sp>
        <p:nvSpPr>
          <p:cNvPr id="16" name="TextBox 15">
            <a:extLst>
              <a:ext uri="{FF2B5EF4-FFF2-40B4-BE49-F238E27FC236}">
                <a16:creationId xmlns:a16="http://schemas.microsoft.com/office/drawing/2014/main" id="{A40DE402-D703-E14E-8A91-3F863C65BF87}"/>
              </a:ext>
            </a:extLst>
          </p:cNvPr>
          <p:cNvSpPr txBox="1"/>
          <p:nvPr/>
        </p:nvSpPr>
        <p:spPr>
          <a:xfrm>
            <a:off x="711200" y="2336800"/>
            <a:ext cx="2108200" cy="3048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000" b="1">
                <a:solidFill>
                  <a:srgbClr val="10135F"/>
                </a:solidFill>
                <a:latin typeface="Arial"/>
                <a:cs typeface="Arial"/>
              </a:rPr>
              <a:t>Add brief role definitions here</a:t>
            </a:r>
          </a:p>
        </p:txBody>
      </p:sp>
      <p:sp>
        <p:nvSpPr>
          <p:cNvPr id="17" name="TextBox 16">
            <a:extLst>
              <a:ext uri="{FF2B5EF4-FFF2-40B4-BE49-F238E27FC236}">
                <a16:creationId xmlns:a16="http://schemas.microsoft.com/office/drawing/2014/main" id="{F10DA619-323D-D241-99F3-B346A31F57FD}"/>
              </a:ext>
            </a:extLst>
          </p:cNvPr>
          <p:cNvSpPr txBox="1"/>
          <p:nvPr/>
        </p:nvSpPr>
        <p:spPr>
          <a:xfrm>
            <a:off x="711200" y="2717800"/>
            <a:ext cx="2108200" cy="1778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60" b="1">
                <a:solidFill>
                  <a:srgbClr val="10135F"/>
                </a:solidFill>
                <a:latin typeface="Arial"/>
                <a:cs typeface="Arial"/>
              </a:rPr>
              <a:t>Program / Product Manager</a:t>
            </a:r>
          </a:p>
        </p:txBody>
      </p:sp>
      <p:sp>
        <p:nvSpPr>
          <p:cNvPr id="22" name="TextBox 21">
            <a:extLst>
              <a:ext uri="{FF2B5EF4-FFF2-40B4-BE49-F238E27FC236}">
                <a16:creationId xmlns:a16="http://schemas.microsoft.com/office/drawing/2014/main" id="{07F29068-C1FC-CD44-B881-164CE3DF9422}"/>
              </a:ext>
            </a:extLst>
          </p:cNvPr>
          <p:cNvSpPr txBox="1"/>
          <p:nvPr/>
        </p:nvSpPr>
        <p:spPr>
          <a:xfrm>
            <a:off x="711200" y="2895600"/>
            <a:ext cx="2108200" cy="1651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20">
                <a:solidFill>
                  <a:srgbClr val="56617A"/>
                </a:solidFill>
                <a:latin typeface="Arial"/>
                <a:cs typeface="Arial"/>
              </a:rPr>
              <a:t>[add concise definition]</a:t>
            </a:r>
          </a:p>
        </p:txBody>
      </p:sp>
      <p:sp>
        <p:nvSpPr>
          <p:cNvPr id="26" name="Rectangle 25">
            <a:extLst>
              <a:ext uri="{FF2B5EF4-FFF2-40B4-BE49-F238E27FC236}">
                <a16:creationId xmlns:a16="http://schemas.microsoft.com/office/drawing/2014/main" id="{75E1CD0B-4700-B44D-A193-A17404C7DEF1}"/>
              </a:ext>
            </a:extLst>
          </p:cNvPr>
          <p:cNvSpPr/>
          <p:nvPr/>
        </p:nvSpPr>
        <p:spPr bwMode="auto">
          <a:xfrm>
            <a:off x="711200" y="3086100"/>
            <a:ext cx="2108200" cy="8890"/>
          </a:xfrm>
          <a:prstGeom prst="rect">
            <a:avLst/>
          </a:prstGeom>
          <a:solidFill>
            <a:srgbClr val="C9D3E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28" name="TextBox 27">
            <a:extLst>
              <a:ext uri="{FF2B5EF4-FFF2-40B4-BE49-F238E27FC236}">
                <a16:creationId xmlns:a16="http://schemas.microsoft.com/office/drawing/2014/main" id="{B36F7162-7A99-F046-AB2A-F62DE6730C40}"/>
              </a:ext>
            </a:extLst>
          </p:cNvPr>
          <p:cNvSpPr txBox="1"/>
          <p:nvPr/>
        </p:nvSpPr>
        <p:spPr>
          <a:xfrm>
            <a:off x="711200" y="3200400"/>
            <a:ext cx="2108200" cy="1778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60" b="1">
                <a:solidFill>
                  <a:srgbClr val="10135F"/>
                </a:solidFill>
                <a:latin typeface="Arial"/>
                <a:cs typeface="Arial"/>
              </a:rPr>
              <a:t>Program Architect</a:t>
            </a:r>
          </a:p>
        </p:txBody>
      </p:sp>
      <p:sp>
        <p:nvSpPr>
          <p:cNvPr id="29" name="TextBox 28">
            <a:extLst>
              <a:ext uri="{FF2B5EF4-FFF2-40B4-BE49-F238E27FC236}">
                <a16:creationId xmlns:a16="http://schemas.microsoft.com/office/drawing/2014/main" id="{2FC8DBD6-D56B-5244-957B-79399739FBE4}"/>
              </a:ext>
            </a:extLst>
          </p:cNvPr>
          <p:cNvSpPr txBox="1"/>
          <p:nvPr/>
        </p:nvSpPr>
        <p:spPr>
          <a:xfrm>
            <a:off x="711200" y="3378200"/>
            <a:ext cx="2108200" cy="1651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20">
                <a:solidFill>
                  <a:srgbClr val="56617A"/>
                </a:solidFill>
                <a:latin typeface="Arial"/>
                <a:cs typeface="Arial"/>
              </a:rPr>
              <a:t>[add concise definition]</a:t>
            </a:r>
          </a:p>
        </p:txBody>
      </p:sp>
      <p:sp>
        <p:nvSpPr>
          <p:cNvPr id="31" name="Rectangle 30">
            <a:extLst>
              <a:ext uri="{FF2B5EF4-FFF2-40B4-BE49-F238E27FC236}">
                <a16:creationId xmlns:a16="http://schemas.microsoft.com/office/drawing/2014/main" id="{03B135F7-40A0-944F-AF15-5E2500ECD858}"/>
              </a:ext>
            </a:extLst>
          </p:cNvPr>
          <p:cNvSpPr/>
          <p:nvPr/>
        </p:nvSpPr>
        <p:spPr bwMode="auto">
          <a:xfrm>
            <a:off x="711200" y="3568700"/>
            <a:ext cx="2108200" cy="8890"/>
          </a:xfrm>
          <a:prstGeom prst="rect">
            <a:avLst/>
          </a:prstGeom>
          <a:solidFill>
            <a:srgbClr val="C9D3E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2" name="TextBox 31">
            <a:extLst>
              <a:ext uri="{FF2B5EF4-FFF2-40B4-BE49-F238E27FC236}">
                <a16:creationId xmlns:a16="http://schemas.microsoft.com/office/drawing/2014/main" id="{95341AB0-A399-7144-9A45-D9C48C53BC44}"/>
              </a:ext>
            </a:extLst>
          </p:cNvPr>
          <p:cNvSpPr txBox="1"/>
          <p:nvPr/>
        </p:nvSpPr>
        <p:spPr>
          <a:xfrm>
            <a:off x="711200" y="3683000"/>
            <a:ext cx="2108200" cy="1778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60" b="1">
                <a:solidFill>
                  <a:srgbClr val="10135F"/>
                </a:solidFill>
                <a:latin typeface="Arial"/>
                <a:cs typeface="Arial"/>
              </a:rPr>
              <a:t>Modernization Technical Lead</a:t>
            </a:r>
          </a:p>
        </p:txBody>
      </p:sp>
      <p:sp>
        <p:nvSpPr>
          <p:cNvPr id="33" name="TextBox 32">
            <a:extLst>
              <a:ext uri="{FF2B5EF4-FFF2-40B4-BE49-F238E27FC236}">
                <a16:creationId xmlns:a16="http://schemas.microsoft.com/office/drawing/2014/main" id="{1283B9A1-13C2-F84F-BC60-EBE83EDE00E7}"/>
              </a:ext>
            </a:extLst>
          </p:cNvPr>
          <p:cNvSpPr txBox="1"/>
          <p:nvPr/>
        </p:nvSpPr>
        <p:spPr>
          <a:xfrm>
            <a:off x="711200" y="3860800"/>
            <a:ext cx="2108200" cy="1651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20">
                <a:solidFill>
                  <a:srgbClr val="56617A"/>
                </a:solidFill>
                <a:latin typeface="Arial"/>
                <a:cs typeface="Arial"/>
              </a:rPr>
              <a:t>[add concise definition]</a:t>
            </a:r>
          </a:p>
        </p:txBody>
      </p:sp>
      <p:sp>
        <p:nvSpPr>
          <p:cNvPr id="34" name="Rectangle 33">
            <a:extLst>
              <a:ext uri="{FF2B5EF4-FFF2-40B4-BE49-F238E27FC236}">
                <a16:creationId xmlns:a16="http://schemas.microsoft.com/office/drawing/2014/main" id="{E3A65228-11CF-7844-972B-A11F20E4272D}"/>
              </a:ext>
            </a:extLst>
          </p:cNvPr>
          <p:cNvSpPr/>
          <p:nvPr/>
        </p:nvSpPr>
        <p:spPr bwMode="auto">
          <a:xfrm>
            <a:off x="711200" y="4051300"/>
            <a:ext cx="2108200" cy="8890"/>
          </a:xfrm>
          <a:prstGeom prst="rect">
            <a:avLst/>
          </a:prstGeom>
          <a:solidFill>
            <a:srgbClr val="C9D3E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5" name="TextBox 34">
            <a:extLst>
              <a:ext uri="{FF2B5EF4-FFF2-40B4-BE49-F238E27FC236}">
                <a16:creationId xmlns:a16="http://schemas.microsoft.com/office/drawing/2014/main" id="{38B122A3-25F0-C448-BA95-1103DE6AE0CA}"/>
              </a:ext>
            </a:extLst>
          </p:cNvPr>
          <p:cNvSpPr txBox="1"/>
          <p:nvPr/>
        </p:nvSpPr>
        <p:spPr>
          <a:xfrm>
            <a:off x="711200" y="4165600"/>
            <a:ext cx="2108200" cy="1778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60" b="1">
                <a:solidFill>
                  <a:srgbClr val="10135F"/>
                </a:solidFill>
                <a:latin typeface="Arial"/>
                <a:cs typeface="Arial"/>
              </a:rPr>
              <a:t>Testing / Quality Technical Lead</a:t>
            </a:r>
          </a:p>
        </p:txBody>
      </p:sp>
      <p:sp>
        <p:nvSpPr>
          <p:cNvPr id="37" name="TextBox 36">
            <a:extLst>
              <a:ext uri="{FF2B5EF4-FFF2-40B4-BE49-F238E27FC236}">
                <a16:creationId xmlns:a16="http://schemas.microsoft.com/office/drawing/2014/main" id="{F5BE7EA8-8B10-9C42-B954-96189123455A}"/>
              </a:ext>
            </a:extLst>
          </p:cNvPr>
          <p:cNvSpPr txBox="1"/>
          <p:nvPr/>
        </p:nvSpPr>
        <p:spPr>
          <a:xfrm>
            <a:off x="711200" y="4343400"/>
            <a:ext cx="2108200" cy="1651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20">
                <a:solidFill>
                  <a:srgbClr val="56617A"/>
                </a:solidFill>
                <a:latin typeface="Arial"/>
                <a:cs typeface="Arial"/>
              </a:rPr>
              <a:t>[add concise definition]</a:t>
            </a:r>
          </a:p>
        </p:txBody>
      </p:sp>
      <p:sp>
        <p:nvSpPr>
          <p:cNvPr id="38" name="Rectangle 37">
            <a:extLst>
              <a:ext uri="{FF2B5EF4-FFF2-40B4-BE49-F238E27FC236}">
                <a16:creationId xmlns:a16="http://schemas.microsoft.com/office/drawing/2014/main" id="{650B9622-439E-8D49-9A37-C255E7CA7340}"/>
              </a:ext>
            </a:extLst>
          </p:cNvPr>
          <p:cNvSpPr/>
          <p:nvPr/>
        </p:nvSpPr>
        <p:spPr bwMode="auto">
          <a:xfrm>
            <a:off x="711200" y="4533900"/>
            <a:ext cx="2108200" cy="8890"/>
          </a:xfrm>
          <a:prstGeom prst="rect">
            <a:avLst/>
          </a:prstGeom>
          <a:solidFill>
            <a:srgbClr val="C9D3E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39" name="TextBox 38">
            <a:extLst>
              <a:ext uri="{FF2B5EF4-FFF2-40B4-BE49-F238E27FC236}">
                <a16:creationId xmlns:a16="http://schemas.microsoft.com/office/drawing/2014/main" id="{ECC1B130-9B5C-084A-BA79-F6B405447343}"/>
              </a:ext>
            </a:extLst>
          </p:cNvPr>
          <p:cNvSpPr txBox="1"/>
          <p:nvPr/>
        </p:nvSpPr>
        <p:spPr>
          <a:xfrm>
            <a:off x="711200" y="4648200"/>
            <a:ext cx="2108200" cy="1778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60" b="1">
                <a:solidFill>
                  <a:srgbClr val="10135F"/>
                </a:solidFill>
                <a:latin typeface="Arial"/>
                <a:cs typeface="Arial"/>
              </a:rPr>
              <a:t>Fullstack Senior Engineer</a:t>
            </a:r>
          </a:p>
        </p:txBody>
      </p:sp>
      <p:sp>
        <p:nvSpPr>
          <p:cNvPr id="41" name="TextBox 40">
            <a:extLst>
              <a:ext uri="{FF2B5EF4-FFF2-40B4-BE49-F238E27FC236}">
                <a16:creationId xmlns:a16="http://schemas.microsoft.com/office/drawing/2014/main" id="{31B030F9-78CC-2B4D-91AB-C8E81FBF6B17}"/>
              </a:ext>
            </a:extLst>
          </p:cNvPr>
          <p:cNvSpPr txBox="1"/>
          <p:nvPr/>
        </p:nvSpPr>
        <p:spPr>
          <a:xfrm>
            <a:off x="711200" y="4826000"/>
            <a:ext cx="2108200" cy="1651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20">
                <a:solidFill>
                  <a:srgbClr val="56617A"/>
                </a:solidFill>
                <a:latin typeface="Arial"/>
                <a:cs typeface="Arial"/>
              </a:rPr>
              <a:t>[add concise definition]</a:t>
            </a:r>
          </a:p>
        </p:txBody>
      </p:sp>
      <p:sp>
        <p:nvSpPr>
          <p:cNvPr id="43" name="Rectangle 42">
            <a:extLst>
              <a:ext uri="{FF2B5EF4-FFF2-40B4-BE49-F238E27FC236}">
                <a16:creationId xmlns:a16="http://schemas.microsoft.com/office/drawing/2014/main" id="{DF005906-C05F-314A-BF39-53AADD55A4CB}"/>
              </a:ext>
            </a:extLst>
          </p:cNvPr>
          <p:cNvSpPr/>
          <p:nvPr/>
        </p:nvSpPr>
        <p:spPr bwMode="auto">
          <a:xfrm>
            <a:off x="711200" y="5016500"/>
            <a:ext cx="2108200" cy="8890"/>
          </a:xfrm>
          <a:prstGeom prst="rect">
            <a:avLst/>
          </a:prstGeom>
          <a:solidFill>
            <a:srgbClr val="C9D3E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45" name="TextBox 44">
            <a:extLst>
              <a:ext uri="{FF2B5EF4-FFF2-40B4-BE49-F238E27FC236}">
                <a16:creationId xmlns:a16="http://schemas.microsoft.com/office/drawing/2014/main" id="{2712896A-6C46-914C-99BA-FAD5F7E1CD85}"/>
              </a:ext>
            </a:extLst>
          </p:cNvPr>
          <p:cNvSpPr txBox="1"/>
          <p:nvPr/>
        </p:nvSpPr>
        <p:spPr>
          <a:xfrm>
            <a:off x="711200" y="5130800"/>
            <a:ext cx="2108200" cy="1778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60" b="1">
                <a:solidFill>
                  <a:srgbClr val="10135F"/>
                </a:solidFill>
                <a:latin typeface="Arial"/>
                <a:cs typeface="Arial"/>
              </a:rPr>
              <a:t>Senior Quality Engineer</a:t>
            </a:r>
          </a:p>
        </p:txBody>
      </p:sp>
      <p:sp>
        <p:nvSpPr>
          <p:cNvPr id="46" name="TextBox 45">
            <a:extLst>
              <a:ext uri="{FF2B5EF4-FFF2-40B4-BE49-F238E27FC236}">
                <a16:creationId xmlns:a16="http://schemas.microsoft.com/office/drawing/2014/main" id="{B3548FEF-25C2-274A-B317-54219EB376C0}"/>
              </a:ext>
            </a:extLst>
          </p:cNvPr>
          <p:cNvSpPr txBox="1"/>
          <p:nvPr/>
        </p:nvSpPr>
        <p:spPr>
          <a:xfrm>
            <a:off x="711200" y="5308600"/>
            <a:ext cx="2108200" cy="1651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20">
                <a:solidFill>
                  <a:srgbClr val="56617A"/>
                </a:solidFill>
                <a:latin typeface="Arial"/>
                <a:cs typeface="Arial"/>
              </a:rPr>
              <a:t>[add concise definition]</a:t>
            </a:r>
          </a:p>
        </p:txBody>
      </p:sp>
      <p:sp>
        <p:nvSpPr>
          <p:cNvPr id="47" name="Rectangle 46">
            <a:extLst>
              <a:ext uri="{FF2B5EF4-FFF2-40B4-BE49-F238E27FC236}">
                <a16:creationId xmlns:a16="http://schemas.microsoft.com/office/drawing/2014/main" id="{63A23ADD-E276-3E4A-8CA9-DE0BEBB36402}"/>
              </a:ext>
            </a:extLst>
          </p:cNvPr>
          <p:cNvSpPr/>
          <p:nvPr/>
        </p:nvSpPr>
        <p:spPr bwMode="auto">
          <a:xfrm>
            <a:off x="711200" y="5499100"/>
            <a:ext cx="2108200" cy="8890"/>
          </a:xfrm>
          <a:prstGeom prst="rect">
            <a:avLst/>
          </a:prstGeom>
          <a:solidFill>
            <a:srgbClr val="C9D3E3"/>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55" name="TextBox 54">
            <a:extLst>
              <a:ext uri="{FF2B5EF4-FFF2-40B4-BE49-F238E27FC236}">
                <a16:creationId xmlns:a16="http://schemas.microsoft.com/office/drawing/2014/main" id="{E09982BD-B2C3-BE4D-A845-5018685C74F2}"/>
              </a:ext>
            </a:extLst>
          </p:cNvPr>
          <p:cNvSpPr txBox="1"/>
          <p:nvPr/>
        </p:nvSpPr>
        <p:spPr>
          <a:xfrm>
            <a:off x="711200" y="5575300"/>
            <a:ext cx="2108200" cy="1397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780">
                <a:solidFill>
                  <a:srgbClr val="56617A"/>
                </a:solidFill>
                <a:latin typeface="Arial"/>
                <a:cs typeface="Arial"/>
              </a:rPr>
              <a:t>Leadership + SMEs are part-time / as needed.</a:t>
            </a:r>
          </a:p>
        </p:txBody>
      </p:sp>
      <p:sp>
        <p:nvSpPr>
          <p:cNvPr id="63" name="TextBox 62">
            <a:extLst>
              <a:ext uri="{FF2B5EF4-FFF2-40B4-BE49-F238E27FC236}">
                <a16:creationId xmlns:a16="http://schemas.microsoft.com/office/drawing/2014/main" id="{01256E26-8748-8149-919E-0E3524E38EFE}"/>
              </a:ext>
            </a:extLst>
          </p:cNvPr>
          <p:cNvSpPr txBox="1"/>
          <p:nvPr/>
        </p:nvSpPr>
        <p:spPr>
          <a:xfrm>
            <a:off x="3251200" y="1898652"/>
            <a:ext cx="5232400" cy="2794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150" b="1">
                <a:solidFill>
                  <a:srgbClr val="10135F"/>
                </a:solidFill>
                <a:latin typeface="Arial"/>
                <a:cs typeface="Arial"/>
              </a:rPr>
              <a:t>PROPOSED TEAM STRUCTURE</a:t>
            </a:r>
          </a:p>
        </p:txBody>
      </p:sp>
      <p:sp>
        <p:nvSpPr>
          <p:cNvPr id="70" name="TextBox 69">
            <a:extLst>
              <a:ext uri="{FF2B5EF4-FFF2-40B4-BE49-F238E27FC236}">
                <a16:creationId xmlns:a16="http://schemas.microsoft.com/office/drawing/2014/main" id="{A78EB583-FF3B-7441-AC29-9628128EE00F}"/>
              </a:ext>
            </a:extLst>
          </p:cNvPr>
          <p:cNvSpPr txBox="1"/>
          <p:nvPr/>
        </p:nvSpPr>
        <p:spPr>
          <a:xfrm>
            <a:off x="3251200" y="2171700"/>
            <a:ext cx="2286000" cy="1778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30" b="1">
                <a:solidFill>
                  <a:srgbClr val="56617A"/>
                </a:solidFill>
                <a:latin typeface="Arial"/>
                <a:cs typeface="Arial"/>
              </a:rPr>
              <a:t>WEST MONROE</a:t>
            </a:r>
          </a:p>
        </p:txBody>
      </p:sp>
      <p:sp>
        <p:nvSpPr>
          <p:cNvPr id="71" name="TextBox 70">
            <a:extLst>
              <a:ext uri="{FF2B5EF4-FFF2-40B4-BE49-F238E27FC236}">
                <a16:creationId xmlns:a16="http://schemas.microsoft.com/office/drawing/2014/main" id="{F394AD70-8F79-E941-910C-C0DBDA78DBA2}"/>
              </a:ext>
            </a:extLst>
          </p:cNvPr>
          <p:cNvSpPr txBox="1"/>
          <p:nvPr/>
        </p:nvSpPr>
        <p:spPr>
          <a:xfrm>
            <a:off x="6197600" y="2171700"/>
            <a:ext cx="2286000" cy="1778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30" b="1">
                <a:solidFill>
                  <a:srgbClr val="56617A"/>
                </a:solidFill>
                <a:latin typeface="Arial"/>
                <a:cs typeface="Arial"/>
              </a:rPr>
              <a:t>EAGLESOFT</a:t>
            </a:r>
          </a:p>
        </p:txBody>
      </p:sp>
      <p:sp>
        <p:nvSpPr>
          <p:cNvPr id="77" name="Rectangle 76">
            <a:extLst>
              <a:ext uri="{FF2B5EF4-FFF2-40B4-BE49-F238E27FC236}">
                <a16:creationId xmlns:a16="http://schemas.microsoft.com/office/drawing/2014/main" id="{19C07367-EB1C-C447-AD48-9A1E69C91ACA}"/>
              </a:ext>
            </a:extLst>
          </p:cNvPr>
          <p:cNvSpPr/>
          <p:nvPr/>
        </p:nvSpPr>
        <p:spPr bwMode="auto">
          <a:xfrm>
            <a:off x="3251200" y="2387600"/>
            <a:ext cx="2286000" cy="482600"/>
          </a:xfrm>
          <a:prstGeom prst="rect">
            <a:avLst/>
          </a:prstGeom>
          <a:solidFill>
            <a:srgbClr val="064B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5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WM Executive Leadership</a:t>
            </a:r>
          </a:p>
        </p:txBody>
      </p:sp>
      <p:sp>
        <p:nvSpPr>
          <p:cNvPr id="79" name="Rectangle 78">
            <a:extLst>
              <a:ext uri="{FF2B5EF4-FFF2-40B4-BE49-F238E27FC236}">
                <a16:creationId xmlns:a16="http://schemas.microsoft.com/office/drawing/2014/main" id="{485CE229-1A1B-344F-A732-9A580953C9CE}"/>
              </a:ext>
            </a:extLst>
          </p:cNvPr>
          <p:cNvSpPr/>
          <p:nvPr/>
        </p:nvSpPr>
        <p:spPr bwMode="auto">
          <a:xfrm>
            <a:off x="5537200" y="2578100"/>
            <a:ext cx="660400" cy="25400"/>
          </a:xfrm>
          <a:prstGeom prst="rect">
            <a:avLst/>
          </a:prstGeom>
          <a:solidFill>
            <a:srgbClr val="10135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0" name="Rectangle 79">
            <a:extLst>
              <a:ext uri="{FF2B5EF4-FFF2-40B4-BE49-F238E27FC236}">
                <a16:creationId xmlns:a16="http://schemas.microsoft.com/office/drawing/2014/main" id="{28C867FF-590F-E942-8E4D-638CE2548220}"/>
              </a:ext>
            </a:extLst>
          </p:cNvPr>
          <p:cNvSpPr/>
          <p:nvPr/>
        </p:nvSpPr>
        <p:spPr bwMode="auto">
          <a:xfrm>
            <a:off x="6197600" y="2387600"/>
            <a:ext cx="2286000" cy="482600"/>
          </a:xfrm>
          <a:prstGeom prst="rect">
            <a:avLst/>
          </a:prstGeom>
          <a:solidFill>
            <a:srgbClr val="F000C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5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Executive Sponsor</a:t>
            </a:r>
          </a:p>
        </p:txBody>
      </p:sp>
      <p:sp>
        <p:nvSpPr>
          <p:cNvPr id="82" name="Rectangle 81">
            <a:extLst>
              <a:ext uri="{FF2B5EF4-FFF2-40B4-BE49-F238E27FC236}">
                <a16:creationId xmlns:a16="http://schemas.microsoft.com/office/drawing/2014/main" id="{104D45E8-939D-4E49-9748-46E2ACC7E15D}"/>
              </a:ext>
            </a:extLst>
          </p:cNvPr>
          <p:cNvSpPr/>
          <p:nvPr/>
        </p:nvSpPr>
        <p:spPr bwMode="auto">
          <a:xfrm>
            <a:off x="3251200" y="2984500"/>
            <a:ext cx="2286000" cy="482600"/>
          </a:xfrm>
          <a:prstGeom prst="rect">
            <a:avLst/>
          </a:prstGeom>
          <a:solidFill>
            <a:srgbClr val="100667"/>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5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Program / Product Manager</a:t>
            </a:r>
          </a:p>
        </p:txBody>
      </p:sp>
      <p:sp>
        <p:nvSpPr>
          <p:cNvPr id="83" name="Rectangle 82">
            <a:extLst>
              <a:ext uri="{FF2B5EF4-FFF2-40B4-BE49-F238E27FC236}">
                <a16:creationId xmlns:a16="http://schemas.microsoft.com/office/drawing/2014/main" id="{BBACEDB3-120A-AB41-A387-C4877DF8481D}"/>
              </a:ext>
            </a:extLst>
          </p:cNvPr>
          <p:cNvSpPr/>
          <p:nvPr/>
        </p:nvSpPr>
        <p:spPr bwMode="auto">
          <a:xfrm>
            <a:off x="5537200" y="3175000"/>
            <a:ext cx="660400" cy="25400"/>
          </a:xfrm>
          <a:prstGeom prst="rect">
            <a:avLst/>
          </a:prstGeom>
          <a:solidFill>
            <a:srgbClr val="10135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4" name="Rectangle 83">
            <a:extLst>
              <a:ext uri="{FF2B5EF4-FFF2-40B4-BE49-F238E27FC236}">
                <a16:creationId xmlns:a16="http://schemas.microsoft.com/office/drawing/2014/main" id="{979FD772-D699-7542-BECF-A73B3A8A7E16}"/>
              </a:ext>
            </a:extLst>
          </p:cNvPr>
          <p:cNvSpPr/>
          <p:nvPr/>
        </p:nvSpPr>
        <p:spPr bwMode="auto">
          <a:xfrm>
            <a:off x="6197600" y="2984500"/>
            <a:ext cx="2286000" cy="482600"/>
          </a:xfrm>
          <a:prstGeom prst="rect">
            <a:avLst/>
          </a:prstGeom>
          <a:solidFill>
            <a:srgbClr val="F000C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5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Eaglesoft Program Lead</a:t>
            </a:r>
          </a:p>
        </p:txBody>
      </p:sp>
      <p:sp>
        <p:nvSpPr>
          <p:cNvPr id="85" name="Rectangle 84">
            <a:extLst>
              <a:ext uri="{FF2B5EF4-FFF2-40B4-BE49-F238E27FC236}">
                <a16:creationId xmlns:a16="http://schemas.microsoft.com/office/drawing/2014/main" id="{AF411B16-ABE7-6C46-ADFE-0791E9CE8A3E}"/>
              </a:ext>
            </a:extLst>
          </p:cNvPr>
          <p:cNvSpPr/>
          <p:nvPr/>
        </p:nvSpPr>
        <p:spPr bwMode="auto">
          <a:xfrm>
            <a:off x="3251200" y="3581400"/>
            <a:ext cx="2286000" cy="482600"/>
          </a:xfrm>
          <a:prstGeom prst="rect">
            <a:avLst/>
          </a:prstGeom>
          <a:solidFill>
            <a:srgbClr val="100667"/>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5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Program Architect</a:t>
            </a:r>
          </a:p>
        </p:txBody>
      </p:sp>
      <p:sp>
        <p:nvSpPr>
          <p:cNvPr id="88" name="Rectangle 87">
            <a:extLst>
              <a:ext uri="{FF2B5EF4-FFF2-40B4-BE49-F238E27FC236}">
                <a16:creationId xmlns:a16="http://schemas.microsoft.com/office/drawing/2014/main" id="{B03673C0-50FE-CB44-9AC4-9C578927116F}"/>
              </a:ext>
            </a:extLst>
          </p:cNvPr>
          <p:cNvSpPr/>
          <p:nvPr/>
        </p:nvSpPr>
        <p:spPr bwMode="auto">
          <a:xfrm>
            <a:off x="5537200" y="3771900"/>
            <a:ext cx="660400" cy="25400"/>
          </a:xfrm>
          <a:prstGeom prst="rect">
            <a:avLst/>
          </a:prstGeom>
          <a:solidFill>
            <a:srgbClr val="10135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1" name="Rectangle 90">
            <a:extLst>
              <a:ext uri="{FF2B5EF4-FFF2-40B4-BE49-F238E27FC236}">
                <a16:creationId xmlns:a16="http://schemas.microsoft.com/office/drawing/2014/main" id="{27C6860D-FDDC-1F4A-B764-2046283F2009}"/>
              </a:ext>
            </a:extLst>
          </p:cNvPr>
          <p:cNvSpPr/>
          <p:nvPr/>
        </p:nvSpPr>
        <p:spPr bwMode="auto">
          <a:xfrm>
            <a:off x="6197600" y="3581400"/>
            <a:ext cx="2286000" cy="482600"/>
          </a:xfrm>
          <a:prstGeom prst="rect">
            <a:avLst/>
          </a:prstGeom>
          <a:solidFill>
            <a:srgbClr val="F000C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5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Eaglesoft Technical SMEs</a:t>
            </a:r>
          </a:p>
        </p:txBody>
      </p:sp>
      <p:sp>
        <p:nvSpPr>
          <p:cNvPr id="92" name="Rectangle 91">
            <a:extLst>
              <a:ext uri="{FF2B5EF4-FFF2-40B4-BE49-F238E27FC236}">
                <a16:creationId xmlns:a16="http://schemas.microsoft.com/office/drawing/2014/main" id="{FC31836F-9991-2545-8CC2-0AED51D2B0DE}"/>
              </a:ext>
            </a:extLst>
          </p:cNvPr>
          <p:cNvSpPr/>
          <p:nvPr/>
        </p:nvSpPr>
        <p:spPr bwMode="auto">
          <a:xfrm>
            <a:off x="4432300" y="4064000"/>
            <a:ext cx="25400" cy="279400"/>
          </a:xfrm>
          <a:prstGeom prst="rect">
            <a:avLst/>
          </a:prstGeom>
          <a:solidFill>
            <a:srgbClr val="10135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3" name="Rectangle 92">
            <a:extLst>
              <a:ext uri="{FF2B5EF4-FFF2-40B4-BE49-F238E27FC236}">
                <a16:creationId xmlns:a16="http://schemas.microsoft.com/office/drawing/2014/main" id="{7BD57E5E-B86C-E549-9B2F-682A33D8E0F1}"/>
              </a:ext>
            </a:extLst>
          </p:cNvPr>
          <p:cNvSpPr/>
          <p:nvPr/>
        </p:nvSpPr>
        <p:spPr bwMode="auto">
          <a:xfrm>
            <a:off x="4051300" y="4330700"/>
            <a:ext cx="3632200" cy="19050"/>
          </a:xfrm>
          <a:prstGeom prst="rect">
            <a:avLst/>
          </a:prstGeom>
          <a:solidFill>
            <a:srgbClr val="10135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7" name="Rectangle 96">
            <a:extLst>
              <a:ext uri="{FF2B5EF4-FFF2-40B4-BE49-F238E27FC236}">
                <a16:creationId xmlns:a16="http://schemas.microsoft.com/office/drawing/2014/main" id="{EF5E3680-D1A2-5149-9435-5ABA93018527}"/>
              </a:ext>
            </a:extLst>
          </p:cNvPr>
          <p:cNvSpPr/>
          <p:nvPr/>
        </p:nvSpPr>
        <p:spPr bwMode="auto">
          <a:xfrm>
            <a:off x="4102100" y="4330700"/>
            <a:ext cx="25400" cy="152400"/>
          </a:xfrm>
          <a:prstGeom prst="rect">
            <a:avLst/>
          </a:prstGeom>
          <a:solidFill>
            <a:srgbClr val="10135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2" name="Rectangle 101">
            <a:extLst>
              <a:ext uri="{FF2B5EF4-FFF2-40B4-BE49-F238E27FC236}">
                <a16:creationId xmlns:a16="http://schemas.microsoft.com/office/drawing/2014/main" id="{25BE05FE-7F37-464F-8FF6-BD9D4D7C7420}"/>
              </a:ext>
            </a:extLst>
          </p:cNvPr>
          <p:cNvSpPr/>
          <p:nvPr/>
        </p:nvSpPr>
        <p:spPr bwMode="auto">
          <a:xfrm>
            <a:off x="5918200" y="4330700"/>
            <a:ext cx="25400" cy="152400"/>
          </a:xfrm>
          <a:prstGeom prst="rect">
            <a:avLst/>
          </a:prstGeom>
          <a:solidFill>
            <a:srgbClr val="10135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3" name="Rectangle 102">
            <a:extLst>
              <a:ext uri="{FF2B5EF4-FFF2-40B4-BE49-F238E27FC236}">
                <a16:creationId xmlns:a16="http://schemas.microsoft.com/office/drawing/2014/main" id="{66909987-6EF1-EC4C-BE9C-5A7529A7C405}"/>
              </a:ext>
            </a:extLst>
          </p:cNvPr>
          <p:cNvSpPr/>
          <p:nvPr/>
        </p:nvSpPr>
        <p:spPr bwMode="auto">
          <a:xfrm>
            <a:off x="7683500" y="4330700"/>
            <a:ext cx="25400" cy="152400"/>
          </a:xfrm>
          <a:prstGeom prst="rect">
            <a:avLst/>
          </a:prstGeom>
          <a:solidFill>
            <a:srgbClr val="10135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5" name="Rectangle 104">
            <a:extLst>
              <a:ext uri="{FF2B5EF4-FFF2-40B4-BE49-F238E27FC236}">
                <a16:creationId xmlns:a16="http://schemas.microsoft.com/office/drawing/2014/main" id="{E2231290-0962-8649-BF55-6AE95B6FAAD6}"/>
              </a:ext>
            </a:extLst>
          </p:cNvPr>
          <p:cNvSpPr/>
          <p:nvPr/>
        </p:nvSpPr>
        <p:spPr bwMode="auto">
          <a:xfrm>
            <a:off x="3251200" y="4483100"/>
            <a:ext cx="1701800" cy="558800"/>
          </a:xfrm>
          <a:prstGeom prst="rect">
            <a:avLst/>
          </a:prstGeom>
          <a:solidFill>
            <a:srgbClr val="100667"/>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8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Modernization Technical Lead</a:t>
            </a:r>
          </a:p>
        </p:txBody>
      </p:sp>
      <p:sp>
        <p:nvSpPr>
          <p:cNvPr id="106" name="Rectangle 105">
            <a:extLst>
              <a:ext uri="{FF2B5EF4-FFF2-40B4-BE49-F238E27FC236}">
                <a16:creationId xmlns:a16="http://schemas.microsoft.com/office/drawing/2014/main" id="{DDF91CC5-F27A-2B45-9839-5DCE179F61F4}"/>
              </a:ext>
            </a:extLst>
          </p:cNvPr>
          <p:cNvSpPr/>
          <p:nvPr/>
        </p:nvSpPr>
        <p:spPr bwMode="auto">
          <a:xfrm>
            <a:off x="5067300" y="4483100"/>
            <a:ext cx="1701800" cy="558800"/>
          </a:xfrm>
          <a:prstGeom prst="rect">
            <a:avLst/>
          </a:prstGeom>
          <a:solidFill>
            <a:srgbClr val="100667"/>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8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Testing / Quality Technical Lead</a:t>
            </a:r>
          </a:p>
        </p:txBody>
      </p:sp>
      <p:sp>
        <p:nvSpPr>
          <p:cNvPr id="107" name="Rectangle 106">
            <a:extLst>
              <a:ext uri="{FF2B5EF4-FFF2-40B4-BE49-F238E27FC236}">
                <a16:creationId xmlns:a16="http://schemas.microsoft.com/office/drawing/2014/main" id="{12D16089-3873-374D-8803-7D56250F3BDD}"/>
              </a:ext>
            </a:extLst>
          </p:cNvPr>
          <p:cNvSpPr/>
          <p:nvPr/>
        </p:nvSpPr>
        <p:spPr bwMode="auto">
          <a:xfrm>
            <a:off x="6883400" y="4483100"/>
            <a:ext cx="1600200" cy="558800"/>
          </a:xfrm>
          <a:prstGeom prst="rect">
            <a:avLst/>
          </a:prstGeom>
          <a:solidFill>
            <a:srgbClr val="064B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SMEs</a:t>
            </a:r>
          </a:p>
        </p:txBody>
      </p:sp>
      <p:sp>
        <p:nvSpPr>
          <p:cNvPr id="108" name="Rectangle 107">
            <a:extLst>
              <a:ext uri="{FF2B5EF4-FFF2-40B4-BE49-F238E27FC236}">
                <a16:creationId xmlns:a16="http://schemas.microsoft.com/office/drawing/2014/main" id="{CF7D8F46-91DB-124A-BE4D-7F9288F1D878}"/>
              </a:ext>
            </a:extLst>
          </p:cNvPr>
          <p:cNvSpPr/>
          <p:nvPr/>
        </p:nvSpPr>
        <p:spPr bwMode="auto">
          <a:xfrm>
            <a:off x="4051300" y="4991100"/>
            <a:ext cx="25400" cy="228600"/>
          </a:xfrm>
          <a:prstGeom prst="rect">
            <a:avLst/>
          </a:prstGeom>
          <a:solidFill>
            <a:srgbClr val="10135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09" name="Rectangle 108">
            <a:extLst>
              <a:ext uri="{FF2B5EF4-FFF2-40B4-BE49-F238E27FC236}">
                <a16:creationId xmlns:a16="http://schemas.microsoft.com/office/drawing/2014/main" id="{3C79AC04-A3AD-5541-971C-DF9865A30672}"/>
              </a:ext>
            </a:extLst>
          </p:cNvPr>
          <p:cNvSpPr/>
          <p:nvPr/>
        </p:nvSpPr>
        <p:spPr bwMode="auto">
          <a:xfrm>
            <a:off x="5867400" y="4991100"/>
            <a:ext cx="25400" cy="228600"/>
          </a:xfrm>
          <a:prstGeom prst="rect">
            <a:avLst/>
          </a:prstGeom>
          <a:solidFill>
            <a:srgbClr val="10135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1" name="Rectangle 110">
            <a:extLst>
              <a:ext uri="{FF2B5EF4-FFF2-40B4-BE49-F238E27FC236}">
                <a16:creationId xmlns:a16="http://schemas.microsoft.com/office/drawing/2014/main" id="{9BA7A609-5794-EC4A-BCA0-A5CDC3703287}"/>
              </a:ext>
            </a:extLst>
          </p:cNvPr>
          <p:cNvSpPr/>
          <p:nvPr/>
        </p:nvSpPr>
        <p:spPr bwMode="auto">
          <a:xfrm>
            <a:off x="3251200" y="5219700"/>
            <a:ext cx="1701800" cy="508000"/>
          </a:xfrm>
          <a:prstGeom prst="rect">
            <a:avLst/>
          </a:prstGeom>
          <a:solidFill>
            <a:srgbClr val="100667"/>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80" b="1" i="0" u="none" strike="noStrike" kern="1200" cap="none" spc="0" normalizeH="0" baseline="0" noProof="0" err="1">
                <a:ln>
                  <a:noFill/>
                </a:ln>
                <a:solidFill>
                  <a:srgbClr val="FFFFFF"/>
                </a:solidFill>
                <a:effectLst/>
                <a:uLnTx/>
                <a:uFillTx/>
                <a:latin typeface="Arial"/>
                <a:ea typeface="Roboto" panose="02000000000000000000" pitchFamily="2" charset="0"/>
                <a:cs typeface="Arial"/>
              </a:rPr>
              <a:t>Fullstack</a:t>
            </a:r>
            <a:r>
              <a:rPr kumimoji="0" lang="en-US" sz="98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 Senior Engineer</a:t>
            </a:r>
          </a:p>
        </p:txBody>
      </p:sp>
      <p:sp>
        <p:nvSpPr>
          <p:cNvPr id="112" name="Rectangle 111">
            <a:extLst>
              <a:ext uri="{FF2B5EF4-FFF2-40B4-BE49-F238E27FC236}">
                <a16:creationId xmlns:a16="http://schemas.microsoft.com/office/drawing/2014/main" id="{8122D424-6D2B-1343-9101-A803824F6DAF}"/>
              </a:ext>
            </a:extLst>
          </p:cNvPr>
          <p:cNvSpPr/>
          <p:nvPr/>
        </p:nvSpPr>
        <p:spPr bwMode="auto">
          <a:xfrm>
            <a:off x="5067300" y="5219700"/>
            <a:ext cx="1701800" cy="508000"/>
          </a:xfrm>
          <a:prstGeom prst="rect">
            <a:avLst/>
          </a:prstGeom>
          <a:solidFill>
            <a:srgbClr val="100667"/>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8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Senior Quality Engineer</a:t>
            </a:r>
          </a:p>
        </p:txBody>
      </p:sp>
      <p:sp>
        <p:nvSpPr>
          <p:cNvPr id="113" name="TextBox 112">
            <a:extLst>
              <a:ext uri="{FF2B5EF4-FFF2-40B4-BE49-F238E27FC236}">
                <a16:creationId xmlns:a16="http://schemas.microsoft.com/office/drawing/2014/main" id="{B4148ACE-3CA1-C54F-B195-47F2F0670F5A}"/>
              </a:ext>
            </a:extLst>
          </p:cNvPr>
          <p:cNvSpPr txBox="1"/>
          <p:nvPr/>
        </p:nvSpPr>
        <p:spPr>
          <a:xfrm>
            <a:off x="6883400" y="5143500"/>
            <a:ext cx="1600200" cy="5588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900">
                <a:solidFill>
                  <a:srgbClr val="56617A"/>
                </a:solidFill>
                <a:latin typeface="Arial"/>
                <a:cs typeface="Arial"/>
              </a:rPr>
              <a:t>Specialists engaged
as needed</a:t>
            </a:r>
          </a:p>
        </p:txBody>
      </p:sp>
      <p:sp>
        <p:nvSpPr>
          <p:cNvPr id="114" name="Rectangle 113">
            <a:extLst>
              <a:ext uri="{FF2B5EF4-FFF2-40B4-BE49-F238E27FC236}">
                <a16:creationId xmlns:a16="http://schemas.microsoft.com/office/drawing/2014/main" id="{55BC1AC0-D511-D44E-B2A3-8F8CBD78EE00}"/>
              </a:ext>
            </a:extLst>
          </p:cNvPr>
          <p:cNvSpPr/>
          <p:nvPr/>
        </p:nvSpPr>
        <p:spPr bwMode="auto">
          <a:xfrm>
            <a:off x="8813800" y="1879600"/>
            <a:ext cx="2946400" cy="2260600"/>
          </a:xfrm>
          <a:prstGeom prst="rect">
            <a:avLst/>
          </a:prstGeom>
          <a:solidFill>
            <a:srgbClr val="E7EDF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5" name="Rectangle 114">
            <a:extLst>
              <a:ext uri="{FF2B5EF4-FFF2-40B4-BE49-F238E27FC236}">
                <a16:creationId xmlns:a16="http://schemas.microsoft.com/office/drawing/2014/main" id="{02B13D48-4A74-5A48-A548-539013C1D520}"/>
              </a:ext>
            </a:extLst>
          </p:cNvPr>
          <p:cNvSpPr/>
          <p:nvPr/>
        </p:nvSpPr>
        <p:spPr bwMode="auto">
          <a:xfrm>
            <a:off x="8813800" y="1879600"/>
            <a:ext cx="2946400" cy="342900"/>
          </a:xfrm>
          <a:prstGeom prst="rect">
            <a:avLst/>
          </a:prstGeom>
          <a:solidFill>
            <a:srgbClr val="F000C8"/>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1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EAGLESOFT LEADERSHIP ROLES</a:t>
            </a:r>
          </a:p>
        </p:txBody>
      </p:sp>
      <p:sp>
        <p:nvSpPr>
          <p:cNvPr id="116" name="TextBox 115">
            <a:extLst>
              <a:ext uri="{FF2B5EF4-FFF2-40B4-BE49-F238E27FC236}">
                <a16:creationId xmlns:a16="http://schemas.microsoft.com/office/drawing/2014/main" id="{6479D9E6-BA19-5344-8193-EB21DEEBB022}"/>
              </a:ext>
            </a:extLst>
          </p:cNvPr>
          <p:cNvSpPr txBox="1"/>
          <p:nvPr/>
        </p:nvSpPr>
        <p:spPr>
          <a:xfrm>
            <a:off x="8953500" y="2336800"/>
            <a:ext cx="2667000" cy="482600"/>
          </a:xfrm>
          <a:prstGeom prst="rect">
            <a:avLst/>
          </a:prstGeom>
          <a:noFill/>
        </p:spPr>
        <p:txBody>
          <a:bodyPr vertOverflow="overflow" vert="horz" wrap="square" lIns="0" tIns="0" rIns="0" bIns="0" rtlCol="0" anchor="t" anchorCtr="0">
            <a:normAutofit/>
          </a:bodyPr>
          <a:lstStyle/>
          <a:p>
            <a:pPr marL="0" indent="0" algn="l">
              <a:spcAft>
                <a:spcPts val="600"/>
              </a:spcAft>
              <a:tabLst/>
            </a:pPr>
            <a:r>
              <a:rPr lang="en-US" sz="840" b="1">
                <a:solidFill>
                  <a:srgbClr val="10135F"/>
                </a:solidFill>
                <a:latin typeface="Arial"/>
                <a:cs typeface="Arial"/>
              </a:rPr>
              <a:t>EXECUTIVE SPONSOR
Strategic direction, blockers, major decisions</a:t>
            </a:r>
          </a:p>
        </p:txBody>
      </p:sp>
      <p:sp>
        <p:nvSpPr>
          <p:cNvPr id="117" name="TextBox 116">
            <a:extLst>
              <a:ext uri="{FF2B5EF4-FFF2-40B4-BE49-F238E27FC236}">
                <a16:creationId xmlns:a16="http://schemas.microsoft.com/office/drawing/2014/main" id="{7BED608C-91FE-8B47-A7AC-6D7354C09CAF}"/>
              </a:ext>
            </a:extLst>
          </p:cNvPr>
          <p:cNvSpPr txBox="1"/>
          <p:nvPr/>
        </p:nvSpPr>
        <p:spPr>
          <a:xfrm>
            <a:off x="8953500" y="2870200"/>
            <a:ext cx="2667000" cy="533400"/>
          </a:xfrm>
          <a:prstGeom prst="rect">
            <a:avLst/>
          </a:prstGeom>
          <a:noFill/>
        </p:spPr>
        <p:txBody>
          <a:bodyPr vertOverflow="overflow" vert="horz" wrap="square" lIns="0" tIns="0" rIns="0" bIns="0" rtlCol="0" anchor="t" anchorCtr="0">
            <a:normAutofit/>
          </a:bodyPr>
          <a:lstStyle/>
          <a:p>
            <a:pPr marL="0" indent="0" algn="l">
              <a:spcAft>
                <a:spcPts val="600"/>
              </a:spcAft>
              <a:tabLst/>
            </a:pPr>
            <a:r>
              <a:rPr lang="en-US" sz="840" b="1">
                <a:solidFill>
                  <a:srgbClr val="10135F"/>
                </a:solidFill>
                <a:latin typeface="Arial"/>
                <a:cs typeface="Arial"/>
              </a:rPr>
              <a:t>PROGRAM LEAD
Integrated planning, dependencies, status, RAID</a:t>
            </a:r>
          </a:p>
        </p:txBody>
      </p:sp>
      <p:sp>
        <p:nvSpPr>
          <p:cNvPr id="118" name="TextBox 117">
            <a:extLst>
              <a:ext uri="{FF2B5EF4-FFF2-40B4-BE49-F238E27FC236}">
                <a16:creationId xmlns:a16="http://schemas.microsoft.com/office/drawing/2014/main" id="{B505441C-F0E0-FF4D-BE03-12948EF30205}"/>
              </a:ext>
            </a:extLst>
          </p:cNvPr>
          <p:cNvSpPr txBox="1"/>
          <p:nvPr/>
        </p:nvSpPr>
        <p:spPr>
          <a:xfrm>
            <a:off x="8953500" y="3454400"/>
            <a:ext cx="2667000" cy="571500"/>
          </a:xfrm>
          <a:prstGeom prst="rect">
            <a:avLst/>
          </a:prstGeom>
          <a:noFill/>
        </p:spPr>
        <p:txBody>
          <a:bodyPr vertOverflow="overflow" vert="horz" wrap="square" lIns="0" tIns="0" rIns="0" bIns="0" rtlCol="0" anchor="t" anchorCtr="0">
            <a:normAutofit/>
          </a:bodyPr>
          <a:lstStyle/>
          <a:p>
            <a:pPr marL="0" indent="0" algn="l">
              <a:spcAft>
                <a:spcPts val="600"/>
              </a:spcAft>
              <a:tabLst/>
            </a:pPr>
            <a:r>
              <a:rPr lang="en-US" sz="840" b="1">
                <a:solidFill>
                  <a:srgbClr val="10135F"/>
                </a:solidFill>
                <a:latin typeface="Arial"/>
                <a:cs typeface="Arial"/>
              </a:rPr>
              <a:t>TECHNICAL SMEs
Onboarding, access, technical questions, shared areas</a:t>
            </a:r>
          </a:p>
        </p:txBody>
      </p:sp>
      <p:sp>
        <p:nvSpPr>
          <p:cNvPr id="119" name="Rectangle 118">
            <a:extLst>
              <a:ext uri="{FF2B5EF4-FFF2-40B4-BE49-F238E27FC236}">
                <a16:creationId xmlns:a16="http://schemas.microsoft.com/office/drawing/2014/main" id="{5ADB4B96-5B41-C44F-B51B-E2C3ADE2E2FF}"/>
              </a:ext>
            </a:extLst>
          </p:cNvPr>
          <p:cNvSpPr/>
          <p:nvPr/>
        </p:nvSpPr>
        <p:spPr bwMode="auto">
          <a:xfrm>
            <a:off x="8813800" y="4343400"/>
            <a:ext cx="2946400" cy="14224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20" name="Rectangle 119">
            <a:extLst>
              <a:ext uri="{FF2B5EF4-FFF2-40B4-BE49-F238E27FC236}">
                <a16:creationId xmlns:a16="http://schemas.microsoft.com/office/drawing/2014/main" id="{A32E86D7-3919-BB4F-BFF0-5D782426BB30}"/>
              </a:ext>
            </a:extLst>
          </p:cNvPr>
          <p:cNvSpPr/>
          <p:nvPr/>
        </p:nvSpPr>
        <p:spPr bwMode="auto">
          <a:xfrm>
            <a:off x="8813800" y="4343400"/>
            <a:ext cx="2946400" cy="304800"/>
          </a:xfrm>
          <a:prstGeom prst="rect">
            <a:avLst/>
          </a:prstGeom>
          <a:solidFill>
            <a:srgbClr val="10135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KEY</a:t>
            </a:r>
          </a:p>
        </p:txBody>
      </p:sp>
      <p:sp>
        <p:nvSpPr>
          <p:cNvPr id="121" name="Rectangle 120">
            <a:extLst>
              <a:ext uri="{FF2B5EF4-FFF2-40B4-BE49-F238E27FC236}">
                <a16:creationId xmlns:a16="http://schemas.microsoft.com/office/drawing/2014/main" id="{AC309C49-C261-6049-8188-A274E833976B}"/>
              </a:ext>
            </a:extLst>
          </p:cNvPr>
          <p:cNvSpPr/>
          <p:nvPr/>
        </p:nvSpPr>
        <p:spPr bwMode="auto">
          <a:xfrm>
            <a:off x="8966200" y="4775200"/>
            <a:ext cx="165100" cy="165100"/>
          </a:xfrm>
          <a:prstGeom prst="rect">
            <a:avLst/>
          </a:prstGeom>
          <a:solidFill>
            <a:srgbClr val="100667"/>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22" name="TextBox 121">
            <a:extLst>
              <a:ext uri="{FF2B5EF4-FFF2-40B4-BE49-F238E27FC236}">
                <a16:creationId xmlns:a16="http://schemas.microsoft.com/office/drawing/2014/main" id="{36306F00-113C-7E43-B625-1FF5B2AE75AE}"/>
              </a:ext>
            </a:extLst>
          </p:cNvPr>
          <p:cNvSpPr txBox="1"/>
          <p:nvPr/>
        </p:nvSpPr>
        <p:spPr>
          <a:xfrm>
            <a:off x="9207500" y="4737100"/>
            <a:ext cx="2413000" cy="2286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50" b="1">
                <a:solidFill>
                  <a:srgbClr val="10135F"/>
                </a:solidFill>
                <a:latin typeface="Arial"/>
                <a:cs typeface="Arial"/>
              </a:rPr>
              <a:t>WM FULL TIME</a:t>
            </a:r>
          </a:p>
        </p:txBody>
      </p:sp>
      <p:sp>
        <p:nvSpPr>
          <p:cNvPr id="123" name="Rectangle 122">
            <a:extLst>
              <a:ext uri="{FF2B5EF4-FFF2-40B4-BE49-F238E27FC236}">
                <a16:creationId xmlns:a16="http://schemas.microsoft.com/office/drawing/2014/main" id="{DBC481CB-52B1-D24F-9F3D-C2CC2D6052CF}"/>
              </a:ext>
            </a:extLst>
          </p:cNvPr>
          <p:cNvSpPr/>
          <p:nvPr/>
        </p:nvSpPr>
        <p:spPr bwMode="auto">
          <a:xfrm>
            <a:off x="8966200" y="5054600"/>
            <a:ext cx="165100" cy="165100"/>
          </a:xfrm>
          <a:prstGeom prst="rect">
            <a:avLst/>
          </a:prstGeom>
          <a:solidFill>
            <a:srgbClr val="064B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24" name="TextBox 123">
            <a:extLst>
              <a:ext uri="{FF2B5EF4-FFF2-40B4-BE49-F238E27FC236}">
                <a16:creationId xmlns:a16="http://schemas.microsoft.com/office/drawing/2014/main" id="{7DE73314-EE3E-2341-A358-FC5F595F2072}"/>
              </a:ext>
            </a:extLst>
          </p:cNvPr>
          <p:cNvSpPr txBox="1"/>
          <p:nvPr/>
        </p:nvSpPr>
        <p:spPr>
          <a:xfrm>
            <a:off x="9207500" y="5016500"/>
            <a:ext cx="2413000" cy="2286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50" b="1">
                <a:solidFill>
                  <a:srgbClr val="10135F"/>
                </a:solidFill>
                <a:latin typeface="Arial"/>
                <a:cs typeface="Arial"/>
              </a:rPr>
              <a:t>WM PART TIME</a:t>
            </a:r>
          </a:p>
        </p:txBody>
      </p:sp>
      <p:sp>
        <p:nvSpPr>
          <p:cNvPr id="125" name="Rectangle 124">
            <a:extLst>
              <a:ext uri="{FF2B5EF4-FFF2-40B4-BE49-F238E27FC236}">
                <a16:creationId xmlns:a16="http://schemas.microsoft.com/office/drawing/2014/main" id="{B510031F-1645-274B-821D-F7293C36693F}"/>
              </a:ext>
            </a:extLst>
          </p:cNvPr>
          <p:cNvSpPr/>
          <p:nvPr/>
        </p:nvSpPr>
        <p:spPr bwMode="auto">
          <a:xfrm>
            <a:off x="8966200" y="5334000"/>
            <a:ext cx="165100" cy="165100"/>
          </a:xfrm>
          <a:prstGeom prst="rect">
            <a:avLst/>
          </a:prstGeom>
          <a:solidFill>
            <a:srgbClr val="F000C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26" name="TextBox 125">
            <a:extLst>
              <a:ext uri="{FF2B5EF4-FFF2-40B4-BE49-F238E27FC236}">
                <a16:creationId xmlns:a16="http://schemas.microsoft.com/office/drawing/2014/main" id="{4209D868-CB43-C041-B92D-60DB619104B9}"/>
              </a:ext>
            </a:extLst>
          </p:cNvPr>
          <p:cNvSpPr txBox="1"/>
          <p:nvPr/>
        </p:nvSpPr>
        <p:spPr>
          <a:xfrm>
            <a:off x="9207500" y="5295900"/>
            <a:ext cx="2413000" cy="2286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850" b="1">
                <a:solidFill>
                  <a:srgbClr val="10135F"/>
                </a:solidFill>
                <a:latin typeface="Arial"/>
                <a:cs typeface="Arial"/>
              </a:rPr>
              <a:t>EAGLESOFT PART TIME</a:t>
            </a:r>
          </a:p>
        </p:txBody>
      </p:sp>
    </p:spTree>
    <p:extLst>
      <p:ext uri="{BB962C8B-B14F-4D97-AF65-F5344CB8AC3E}">
        <p14:creationId xmlns:p14="http://schemas.microsoft.com/office/powerpoint/2010/main" val="21101933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89E95-29A4-AFB8-C3A6-1B5A73C7383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DC1348A-5539-E6CB-A37D-01F1A55E2F3B}"/>
              </a:ext>
            </a:extLst>
          </p:cNvPr>
          <p:cNvSpPr>
            <a:spLocks noGrp="1"/>
          </p:cNvSpPr>
          <p:nvPr>
            <p:ph type="title"/>
          </p:nvPr>
        </p:nvSpPr>
        <p:spPr/>
        <p:txBody>
          <a:bodyPr/>
          <a:lstStyle/>
          <a:p>
            <a:r>
              <a:rPr lang="en-US"/>
              <a:t>West Monroe will scale delivery pods by workstream, working side by side with Eaglesoft and transitioning platform maintenance over time</a:t>
            </a:r>
          </a:p>
        </p:txBody>
      </p:sp>
      <p:sp>
        <p:nvSpPr>
          <p:cNvPr id="5" name="Text Placeholder 4">
            <a:extLst>
              <a:ext uri="{FF2B5EF4-FFF2-40B4-BE49-F238E27FC236}">
                <a16:creationId xmlns:a16="http://schemas.microsoft.com/office/drawing/2014/main" id="{7EA34EDE-47F6-4DF6-DA5A-4F515EE41129}"/>
              </a:ext>
            </a:extLst>
          </p:cNvPr>
          <p:cNvSpPr>
            <a:spLocks noGrp="1"/>
          </p:cNvSpPr>
          <p:nvPr>
            <p:ph type="body" sz="quarter" idx="19"/>
          </p:nvPr>
        </p:nvSpPr>
        <p:spPr/>
        <p:txBody>
          <a:bodyPr/>
          <a:lstStyle/>
          <a:p>
            <a:r>
              <a:rPr lang="en-US"/>
              <a:t>Team Structure</a:t>
            </a:r>
          </a:p>
        </p:txBody>
      </p:sp>
      <p:sp>
        <p:nvSpPr>
          <p:cNvPr id="9" name="Footer Placeholder 8">
            <a:extLst>
              <a:ext uri="{FF2B5EF4-FFF2-40B4-BE49-F238E27FC236}">
                <a16:creationId xmlns:a16="http://schemas.microsoft.com/office/drawing/2014/main" id="{74CD7E97-0037-BC7A-6BF2-2DD821C1A25C}"/>
              </a:ext>
            </a:extLst>
          </p:cNvPr>
          <p:cNvSpPr>
            <a:spLocks noGrp="1"/>
          </p:cNvSpPr>
          <p:nvPr>
            <p:ph type="ftr" sz="quarter" idx="10"/>
          </p:nvPr>
        </p:nvSpPr>
        <p:spPr/>
        <p:txBody>
          <a:bodyPr/>
          <a:lstStyle/>
          <a:p>
            <a:r>
              <a:rPr lang="en-US"/>
              <a:t>© 2026 West Monroe Partners | Reproduction and/or distribution without West Monroe Partners’ prior consent is prohibited.</a:t>
            </a:r>
          </a:p>
        </p:txBody>
      </p:sp>
      <p:sp>
        <p:nvSpPr>
          <p:cNvPr id="10" name="Slide Number Placeholder 9">
            <a:extLst>
              <a:ext uri="{FF2B5EF4-FFF2-40B4-BE49-F238E27FC236}">
                <a16:creationId xmlns:a16="http://schemas.microsoft.com/office/drawing/2014/main" id="{BC98210F-0839-77FF-454A-39F4A85BE362}"/>
              </a:ext>
            </a:extLst>
          </p:cNvPr>
          <p:cNvSpPr>
            <a:spLocks noGrp="1"/>
          </p:cNvSpPr>
          <p:nvPr>
            <p:ph type="sldNum" sz="quarter" idx="11"/>
          </p:nvPr>
        </p:nvSpPr>
        <p:spPr/>
        <p:txBody>
          <a:bodyPr/>
          <a:lstStyle/>
          <a:p>
            <a:fld id="{63DCA5C9-2E11-4C67-86EB-AE1DE127DC64}" type="slidenum">
              <a:rPr lang="en-US" smtClean="0"/>
              <a:pPr/>
              <a:t>24</a:t>
            </a:fld>
            <a:endParaRPr lang="en-US"/>
          </a:p>
        </p:txBody>
      </p:sp>
      <p:sp>
        <p:nvSpPr>
          <p:cNvPr id="72" name="TextBox 71">
            <a:extLst>
              <a:ext uri="{FF2B5EF4-FFF2-40B4-BE49-F238E27FC236}">
                <a16:creationId xmlns:a16="http://schemas.microsoft.com/office/drawing/2014/main" id="{076EF1CD-7547-954A-B316-73360885DE97}"/>
              </a:ext>
            </a:extLst>
          </p:cNvPr>
          <p:cNvSpPr txBox="1"/>
          <p:nvPr/>
        </p:nvSpPr>
        <p:spPr>
          <a:xfrm>
            <a:off x="571500" y="1498600"/>
            <a:ext cx="8890000" cy="2286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1050" b="1">
                <a:solidFill>
                  <a:srgbClr val="10135F"/>
                </a:solidFill>
                <a:latin typeface="Arial"/>
                <a:cs typeface="Arial"/>
              </a:rPr>
              <a:t>PHASE 0 DELIVERY PODS  |  EAGLESOFT TIME ALLOCATIONS SHOWN IN ROLE BOXES</a:t>
            </a:r>
          </a:p>
        </p:txBody>
      </p:sp>
      <p:sp>
        <p:nvSpPr>
          <p:cNvPr id="75" name="TextBox 74">
            <a:extLst>
              <a:ext uri="{FF2B5EF4-FFF2-40B4-BE49-F238E27FC236}">
                <a16:creationId xmlns:a16="http://schemas.microsoft.com/office/drawing/2014/main" id="{98DA6888-D2AC-6B4D-816B-B3BC439F3DB4}"/>
              </a:ext>
            </a:extLst>
          </p:cNvPr>
          <p:cNvSpPr txBox="1"/>
          <p:nvPr/>
        </p:nvSpPr>
        <p:spPr>
          <a:xfrm>
            <a:off x="609600" y="1841500"/>
            <a:ext cx="9271000" cy="2159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900" b="1">
                <a:solidFill>
                  <a:srgbClr val="56617A"/>
                </a:solidFill>
                <a:latin typeface="Arial"/>
                <a:cs typeface="Arial"/>
              </a:rPr>
              <a:t>PROGRAM LEADERSHIP — ROLE DEFINITIONS ARE UNCHANGED FROM SLIDE 20</a:t>
            </a:r>
          </a:p>
        </p:txBody>
      </p:sp>
      <p:sp>
        <p:nvSpPr>
          <p:cNvPr id="76" name="Rectangle 75">
            <a:extLst>
              <a:ext uri="{FF2B5EF4-FFF2-40B4-BE49-F238E27FC236}">
                <a16:creationId xmlns:a16="http://schemas.microsoft.com/office/drawing/2014/main" id="{CB4FAF80-5D88-3B47-B04D-6788EAC0AB4A}"/>
              </a:ext>
            </a:extLst>
          </p:cNvPr>
          <p:cNvSpPr/>
          <p:nvPr/>
        </p:nvSpPr>
        <p:spPr bwMode="auto">
          <a:xfrm>
            <a:off x="990600" y="2197100"/>
            <a:ext cx="3556000" cy="279400"/>
          </a:xfrm>
          <a:prstGeom prst="rect">
            <a:avLst/>
          </a:prstGeom>
          <a:solidFill>
            <a:srgbClr val="100667"/>
          </a:solidFill>
          <a:ln>
            <a:noFill/>
          </a:ln>
          <a:effectLst/>
        </p:spPr>
        <p:txBody>
          <a:bodyPr rot="0" spcFirstLastPara="0" vertOverflow="clip" horzOverflow="clip" vert="horz" wrap="non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2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WM Executive Leadership</a:t>
            </a:r>
          </a:p>
        </p:txBody>
      </p:sp>
      <p:sp>
        <p:nvSpPr>
          <p:cNvPr id="77" name="Rectangle 76">
            <a:extLst>
              <a:ext uri="{FF2B5EF4-FFF2-40B4-BE49-F238E27FC236}">
                <a16:creationId xmlns:a16="http://schemas.microsoft.com/office/drawing/2014/main" id="{A09776A7-2357-8C4D-863D-C9AA3762CE55}"/>
              </a:ext>
            </a:extLst>
          </p:cNvPr>
          <p:cNvSpPr/>
          <p:nvPr/>
        </p:nvSpPr>
        <p:spPr bwMode="auto">
          <a:xfrm>
            <a:off x="4546600" y="2330450"/>
            <a:ext cx="1143000" cy="19050"/>
          </a:xfrm>
          <a:prstGeom prst="rect">
            <a:avLst/>
          </a:prstGeom>
          <a:solidFill>
            <a:srgbClr val="10135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78" name="Rectangle 77">
            <a:extLst>
              <a:ext uri="{FF2B5EF4-FFF2-40B4-BE49-F238E27FC236}">
                <a16:creationId xmlns:a16="http://schemas.microsoft.com/office/drawing/2014/main" id="{95CCE4EB-4C7E-9740-B6FD-0F3E56904AEB}"/>
              </a:ext>
            </a:extLst>
          </p:cNvPr>
          <p:cNvSpPr/>
          <p:nvPr/>
        </p:nvSpPr>
        <p:spPr bwMode="auto">
          <a:xfrm>
            <a:off x="5689600" y="2197100"/>
            <a:ext cx="3556000" cy="279400"/>
          </a:xfrm>
          <a:prstGeom prst="rect">
            <a:avLst/>
          </a:prstGeom>
          <a:solidFill>
            <a:srgbClr val="F000C8"/>
          </a:solidFill>
          <a:ln>
            <a:noFill/>
          </a:ln>
          <a:effectLst/>
        </p:spPr>
        <p:txBody>
          <a:bodyPr rot="0" spcFirstLastPara="0" vertOverflow="clip" horzOverflow="clip" vert="horz" wrap="non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2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Executive Sponsor  •  5%</a:t>
            </a:r>
          </a:p>
        </p:txBody>
      </p:sp>
      <p:sp>
        <p:nvSpPr>
          <p:cNvPr id="79" name="Rectangle 78">
            <a:extLst>
              <a:ext uri="{FF2B5EF4-FFF2-40B4-BE49-F238E27FC236}">
                <a16:creationId xmlns:a16="http://schemas.microsoft.com/office/drawing/2014/main" id="{6B30FBDC-AD13-604C-B97B-C4E75B19B32B}"/>
              </a:ext>
            </a:extLst>
          </p:cNvPr>
          <p:cNvSpPr/>
          <p:nvPr/>
        </p:nvSpPr>
        <p:spPr bwMode="auto">
          <a:xfrm>
            <a:off x="990600" y="2514600"/>
            <a:ext cx="3556000" cy="279400"/>
          </a:xfrm>
          <a:prstGeom prst="rect">
            <a:avLst/>
          </a:prstGeom>
          <a:solidFill>
            <a:srgbClr val="100667"/>
          </a:solidFill>
          <a:ln>
            <a:noFill/>
          </a:ln>
          <a:effectLst/>
        </p:spPr>
        <p:txBody>
          <a:bodyPr rot="0" spcFirstLastPara="0" vertOverflow="clip" horzOverflow="clip" vert="horz" wrap="non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2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Program / Product Manager</a:t>
            </a:r>
          </a:p>
        </p:txBody>
      </p:sp>
      <p:sp>
        <p:nvSpPr>
          <p:cNvPr id="80" name="Rectangle 79">
            <a:extLst>
              <a:ext uri="{FF2B5EF4-FFF2-40B4-BE49-F238E27FC236}">
                <a16:creationId xmlns:a16="http://schemas.microsoft.com/office/drawing/2014/main" id="{B22C8371-9297-8D4E-AA23-701FF2BC31DF}"/>
              </a:ext>
            </a:extLst>
          </p:cNvPr>
          <p:cNvSpPr/>
          <p:nvPr/>
        </p:nvSpPr>
        <p:spPr bwMode="auto">
          <a:xfrm>
            <a:off x="4546600" y="2647950"/>
            <a:ext cx="1143000" cy="19050"/>
          </a:xfrm>
          <a:prstGeom prst="rect">
            <a:avLst/>
          </a:prstGeom>
          <a:solidFill>
            <a:srgbClr val="10135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2" name="Rectangle 81">
            <a:extLst>
              <a:ext uri="{FF2B5EF4-FFF2-40B4-BE49-F238E27FC236}">
                <a16:creationId xmlns:a16="http://schemas.microsoft.com/office/drawing/2014/main" id="{110FB56F-3EC1-C940-BDB5-77BAED164C9F}"/>
              </a:ext>
            </a:extLst>
          </p:cNvPr>
          <p:cNvSpPr/>
          <p:nvPr/>
        </p:nvSpPr>
        <p:spPr bwMode="auto">
          <a:xfrm>
            <a:off x="5689600" y="2514600"/>
            <a:ext cx="3556000" cy="279400"/>
          </a:xfrm>
          <a:prstGeom prst="rect">
            <a:avLst/>
          </a:prstGeom>
          <a:solidFill>
            <a:srgbClr val="F000C8"/>
          </a:solidFill>
          <a:ln>
            <a:noFill/>
          </a:ln>
          <a:effectLst/>
        </p:spPr>
        <p:txBody>
          <a:bodyPr rot="0" spcFirstLastPara="0" vertOverflow="clip" horzOverflow="clip" vert="horz" wrap="non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2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Eaglesoft Program Lead  •  50%</a:t>
            </a:r>
          </a:p>
        </p:txBody>
      </p:sp>
      <p:sp>
        <p:nvSpPr>
          <p:cNvPr id="83" name="Rectangle 82">
            <a:extLst>
              <a:ext uri="{FF2B5EF4-FFF2-40B4-BE49-F238E27FC236}">
                <a16:creationId xmlns:a16="http://schemas.microsoft.com/office/drawing/2014/main" id="{048BCE75-D2AB-7544-9310-4EE39CFDDE8C}"/>
              </a:ext>
            </a:extLst>
          </p:cNvPr>
          <p:cNvSpPr/>
          <p:nvPr/>
        </p:nvSpPr>
        <p:spPr bwMode="auto">
          <a:xfrm>
            <a:off x="990600" y="2832100"/>
            <a:ext cx="3556000" cy="279400"/>
          </a:xfrm>
          <a:prstGeom prst="rect">
            <a:avLst/>
          </a:prstGeom>
          <a:solidFill>
            <a:srgbClr val="100667"/>
          </a:solidFill>
          <a:ln>
            <a:noFill/>
          </a:ln>
          <a:effectLst/>
        </p:spPr>
        <p:txBody>
          <a:bodyPr rot="0" spcFirstLastPara="0" vertOverflow="clip" horzOverflow="clip" vert="horz" wrap="non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2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Program Architect</a:t>
            </a:r>
          </a:p>
        </p:txBody>
      </p:sp>
      <p:sp>
        <p:nvSpPr>
          <p:cNvPr id="84" name="Rectangle 83">
            <a:extLst>
              <a:ext uri="{FF2B5EF4-FFF2-40B4-BE49-F238E27FC236}">
                <a16:creationId xmlns:a16="http://schemas.microsoft.com/office/drawing/2014/main" id="{516DC0A0-287B-8A4A-98E2-15DB731B59D8}"/>
              </a:ext>
            </a:extLst>
          </p:cNvPr>
          <p:cNvSpPr/>
          <p:nvPr/>
        </p:nvSpPr>
        <p:spPr bwMode="auto">
          <a:xfrm>
            <a:off x="4546600" y="2965450"/>
            <a:ext cx="1143000" cy="19050"/>
          </a:xfrm>
          <a:prstGeom prst="rect">
            <a:avLst/>
          </a:prstGeom>
          <a:solidFill>
            <a:srgbClr val="10135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5" name="Rectangle 84">
            <a:extLst>
              <a:ext uri="{FF2B5EF4-FFF2-40B4-BE49-F238E27FC236}">
                <a16:creationId xmlns:a16="http://schemas.microsoft.com/office/drawing/2014/main" id="{3A3CB2A5-39FB-8841-A370-A4BCF6863C7E}"/>
              </a:ext>
            </a:extLst>
          </p:cNvPr>
          <p:cNvSpPr/>
          <p:nvPr/>
        </p:nvSpPr>
        <p:spPr bwMode="auto">
          <a:xfrm>
            <a:off x="5689600" y="2832100"/>
            <a:ext cx="3556000" cy="279400"/>
          </a:xfrm>
          <a:prstGeom prst="rect">
            <a:avLst/>
          </a:prstGeom>
          <a:solidFill>
            <a:srgbClr val="F000C8"/>
          </a:solidFill>
          <a:ln>
            <a:noFill/>
          </a:ln>
          <a:effectLst/>
        </p:spPr>
        <p:txBody>
          <a:bodyPr rot="0" spcFirstLastPara="0" vertOverflow="clip" horzOverflow="clip" vert="horz" wrap="non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2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Eaglesoft Technical SMEs  •  10–25%</a:t>
            </a:r>
          </a:p>
        </p:txBody>
      </p:sp>
      <p:sp>
        <p:nvSpPr>
          <p:cNvPr id="88" name="Rectangle 87">
            <a:extLst>
              <a:ext uri="{FF2B5EF4-FFF2-40B4-BE49-F238E27FC236}">
                <a16:creationId xmlns:a16="http://schemas.microsoft.com/office/drawing/2014/main" id="{C2DDA224-1EC7-F949-9EDC-CDEBBF8A51BD}"/>
              </a:ext>
            </a:extLst>
          </p:cNvPr>
          <p:cNvSpPr/>
          <p:nvPr/>
        </p:nvSpPr>
        <p:spPr bwMode="auto">
          <a:xfrm>
            <a:off x="609600" y="3200400"/>
            <a:ext cx="2984500" cy="2578100"/>
          </a:xfrm>
          <a:prstGeom prst="rect">
            <a:avLst/>
          </a:prstGeom>
          <a:solidFill>
            <a:srgbClr val="E7EDF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89" name="Rectangle 88">
            <a:extLst>
              <a:ext uri="{FF2B5EF4-FFF2-40B4-BE49-F238E27FC236}">
                <a16:creationId xmlns:a16="http://schemas.microsoft.com/office/drawing/2014/main" id="{6C983B51-BD97-EE4D-BE4D-267873B05413}"/>
              </a:ext>
            </a:extLst>
          </p:cNvPr>
          <p:cNvSpPr/>
          <p:nvPr/>
        </p:nvSpPr>
        <p:spPr bwMode="auto">
          <a:xfrm>
            <a:off x="609600" y="3200400"/>
            <a:ext cx="2984500" cy="381000"/>
          </a:xfrm>
          <a:prstGeom prst="rect">
            <a:avLst/>
          </a:prstGeom>
          <a:solidFill>
            <a:srgbClr val="064B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5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MODERNIZATION INNOVATION POD</a:t>
            </a:r>
          </a:p>
        </p:txBody>
      </p:sp>
      <p:sp>
        <p:nvSpPr>
          <p:cNvPr id="90" name="TextBox 89">
            <a:extLst>
              <a:ext uri="{FF2B5EF4-FFF2-40B4-BE49-F238E27FC236}">
                <a16:creationId xmlns:a16="http://schemas.microsoft.com/office/drawing/2014/main" id="{277F82BD-4228-7B4C-BF0A-54E3A64BC6EF}"/>
              </a:ext>
            </a:extLst>
          </p:cNvPr>
          <p:cNvSpPr txBox="1"/>
          <p:nvPr/>
        </p:nvSpPr>
        <p:spPr>
          <a:xfrm>
            <a:off x="723900" y="3670300"/>
            <a:ext cx="2755900" cy="635000"/>
          </a:xfrm>
          <a:prstGeom prst="rect">
            <a:avLst/>
          </a:prstGeom>
          <a:noFill/>
        </p:spPr>
        <p:txBody>
          <a:bodyPr vertOverflow="overflow" vert="horz" wrap="square" lIns="0" tIns="0" rIns="0" bIns="0" rtlCol="0" anchor="t" anchorCtr="0">
            <a:normAutofit/>
          </a:bodyPr>
          <a:lstStyle/>
          <a:p>
            <a:pPr marL="0" indent="0" algn="l">
              <a:spcAft>
                <a:spcPts val="600"/>
              </a:spcAft>
              <a:tabLst/>
            </a:pPr>
            <a:r>
              <a:rPr lang="en-US" sz="900">
                <a:solidFill>
                  <a:srgbClr val="10135F"/>
                </a:solidFill>
                <a:latin typeface="Arial"/>
                <a:cs typeface="Arial"/>
              </a:rPr>
              <a:t>Sets architecture and delivery patterns. UX is included initially—even for 1:1 conversion—and supports the design system or priority journey redesign.</a:t>
            </a:r>
          </a:p>
        </p:txBody>
      </p:sp>
      <p:sp>
        <p:nvSpPr>
          <p:cNvPr id="91" name="Rectangle 90">
            <a:extLst>
              <a:ext uri="{FF2B5EF4-FFF2-40B4-BE49-F238E27FC236}">
                <a16:creationId xmlns:a16="http://schemas.microsoft.com/office/drawing/2014/main" id="{41421F9B-188F-0145-9629-607E80810CD8}"/>
              </a:ext>
            </a:extLst>
          </p:cNvPr>
          <p:cNvSpPr/>
          <p:nvPr/>
        </p:nvSpPr>
        <p:spPr bwMode="auto">
          <a:xfrm>
            <a:off x="3746500" y="3200400"/>
            <a:ext cx="2984500" cy="2578100"/>
          </a:xfrm>
          <a:prstGeom prst="rect">
            <a:avLst/>
          </a:prstGeom>
          <a:solidFill>
            <a:srgbClr val="E7EDF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2" name="Rectangle 91">
            <a:extLst>
              <a:ext uri="{FF2B5EF4-FFF2-40B4-BE49-F238E27FC236}">
                <a16:creationId xmlns:a16="http://schemas.microsoft.com/office/drawing/2014/main" id="{16B0795D-EEF1-8247-ACF3-A99F19F0CB1E}"/>
              </a:ext>
            </a:extLst>
          </p:cNvPr>
          <p:cNvSpPr/>
          <p:nvPr/>
        </p:nvSpPr>
        <p:spPr bwMode="auto">
          <a:xfrm>
            <a:off x="3746500" y="3200400"/>
            <a:ext cx="2984500" cy="381000"/>
          </a:xfrm>
          <a:prstGeom prst="rect">
            <a:avLst/>
          </a:prstGeom>
          <a:solidFill>
            <a:srgbClr val="064B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5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MODERNIZATION FACTORY POD</a:t>
            </a:r>
          </a:p>
        </p:txBody>
      </p:sp>
      <p:sp>
        <p:nvSpPr>
          <p:cNvPr id="93" name="TextBox 92">
            <a:extLst>
              <a:ext uri="{FF2B5EF4-FFF2-40B4-BE49-F238E27FC236}">
                <a16:creationId xmlns:a16="http://schemas.microsoft.com/office/drawing/2014/main" id="{3B149198-D1A2-E64B-8DAE-D5A3C507786D}"/>
              </a:ext>
            </a:extLst>
          </p:cNvPr>
          <p:cNvSpPr txBox="1"/>
          <p:nvPr/>
        </p:nvSpPr>
        <p:spPr>
          <a:xfrm>
            <a:off x="3860800" y="3670300"/>
            <a:ext cx="2755900" cy="635000"/>
          </a:xfrm>
          <a:prstGeom prst="rect">
            <a:avLst/>
          </a:prstGeom>
          <a:noFill/>
        </p:spPr>
        <p:txBody>
          <a:bodyPr vertOverflow="overflow" vert="horz" wrap="square" lIns="0" tIns="0" rIns="0" bIns="0" rtlCol="0" anchor="t" anchorCtr="0">
            <a:normAutofit/>
          </a:bodyPr>
          <a:lstStyle/>
          <a:p>
            <a:pPr marL="0" indent="0" algn="l">
              <a:spcAft>
                <a:spcPts val="600"/>
              </a:spcAft>
              <a:tabLst/>
            </a:pPr>
            <a:r>
              <a:rPr lang="en-US" sz="900">
                <a:solidFill>
                  <a:srgbClr val="10135F"/>
                </a:solidFill>
                <a:latin typeface="Arial"/>
                <a:cs typeface="Arial"/>
              </a:rPr>
              <a:t>Begins after Phase 0 validates the pattern; scales parallel journey delivery against the established architecture and design system.</a:t>
            </a:r>
          </a:p>
        </p:txBody>
      </p:sp>
      <p:sp>
        <p:nvSpPr>
          <p:cNvPr id="94" name="Rectangle 93">
            <a:extLst>
              <a:ext uri="{FF2B5EF4-FFF2-40B4-BE49-F238E27FC236}">
                <a16:creationId xmlns:a16="http://schemas.microsoft.com/office/drawing/2014/main" id="{3CB7EBA6-48BD-9C4D-ACAC-EF2B4470D1AB}"/>
              </a:ext>
            </a:extLst>
          </p:cNvPr>
          <p:cNvSpPr/>
          <p:nvPr/>
        </p:nvSpPr>
        <p:spPr bwMode="auto">
          <a:xfrm>
            <a:off x="6883400" y="3200400"/>
            <a:ext cx="2984500" cy="2578100"/>
          </a:xfrm>
          <a:prstGeom prst="rect">
            <a:avLst/>
          </a:prstGeom>
          <a:solidFill>
            <a:srgbClr val="E7EDF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5" name="Rectangle 94">
            <a:extLst>
              <a:ext uri="{FF2B5EF4-FFF2-40B4-BE49-F238E27FC236}">
                <a16:creationId xmlns:a16="http://schemas.microsoft.com/office/drawing/2014/main" id="{F83DA7A9-8A18-6C47-9EF7-50CF22CF5D8C}"/>
              </a:ext>
            </a:extLst>
          </p:cNvPr>
          <p:cNvSpPr/>
          <p:nvPr/>
        </p:nvSpPr>
        <p:spPr bwMode="auto">
          <a:xfrm>
            <a:off x="6883400" y="3200400"/>
            <a:ext cx="2984500" cy="381000"/>
          </a:xfrm>
          <a:prstGeom prst="rect">
            <a:avLst/>
          </a:prstGeom>
          <a:solidFill>
            <a:srgbClr val="064B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5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TESTING POD</a:t>
            </a:r>
          </a:p>
        </p:txBody>
      </p:sp>
      <p:sp>
        <p:nvSpPr>
          <p:cNvPr id="96" name="TextBox 95">
            <a:extLst>
              <a:ext uri="{FF2B5EF4-FFF2-40B4-BE49-F238E27FC236}">
                <a16:creationId xmlns:a16="http://schemas.microsoft.com/office/drawing/2014/main" id="{68ED9173-1106-F348-A27F-E72016E27D46}"/>
              </a:ext>
            </a:extLst>
          </p:cNvPr>
          <p:cNvSpPr txBox="1"/>
          <p:nvPr/>
        </p:nvSpPr>
        <p:spPr>
          <a:xfrm>
            <a:off x="6997700" y="3670300"/>
            <a:ext cx="2755900" cy="635000"/>
          </a:xfrm>
          <a:prstGeom prst="rect">
            <a:avLst/>
          </a:prstGeom>
          <a:noFill/>
        </p:spPr>
        <p:txBody>
          <a:bodyPr vertOverflow="overflow" vert="horz" wrap="square" lIns="0" tIns="0" rIns="0" bIns="0" rtlCol="0" anchor="t" anchorCtr="0">
            <a:normAutofit/>
          </a:bodyPr>
          <a:lstStyle/>
          <a:p>
            <a:pPr marL="0" indent="0" algn="l">
              <a:spcAft>
                <a:spcPts val="600"/>
              </a:spcAft>
              <a:tabLst/>
            </a:pPr>
            <a:r>
              <a:rPr lang="en-US" sz="900">
                <a:solidFill>
                  <a:srgbClr val="10135F"/>
                </a:solidFill>
                <a:latin typeface="Arial"/>
                <a:cs typeface="Arial"/>
              </a:rPr>
              <a:t>Builds or enhances shared test harnesses and executes pod scenarios across modernized journeys.</a:t>
            </a:r>
          </a:p>
        </p:txBody>
      </p:sp>
      <p:sp>
        <p:nvSpPr>
          <p:cNvPr id="97" name="Rectangle 96">
            <a:extLst>
              <a:ext uri="{FF2B5EF4-FFF2-40B4-BE49-F238E27FC236}">
                <a16:creationId xmlns:a16="http://schemas.microsoft.com/office/drawing/2014/main" id="{8F9FDB1C-EBB1-E442-9784-13372CB8E236}"/>
              </a:ext>
            </a:extLst>
          </p:cNvPr>
          <p:cNvSpPr/>
          <p:nvPr/>
        </p:nvSpPr>
        <p:spPr bwMode="auto">
          <a:xfrm>
            <a:off x="711200" y="4368800"/>
            <a:ext cx="1333500" cy="431800"/>
          </a:xfrm>
          <a:prstGeom prst="rect">
            <a:avLst/>
          </a:prstGeom>
          <a:solidFill>
            <a:srgbClr val="100667"/>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2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Pod Technical Lead</a:t>
            </a:r>
          </a:p>
        </p:txBody>
      </p:sp>
      <p:sp>
        <p:nvSpPr>
          <p:cNvPr id="98" name="Rectangle 97">
            <a:extLst>
              <a:ext uri="{FF2B5EF4-FFF2-40B4-BE49-F238E27FC236}">
                <a16:creationId xmlns:a16="http://schemas.microsoft.com/office/drawing/2014/main" id="{D516A0A3-0FC2-5C45-B927-C3F17C6DECCB}"/>
              </a:ext>
            </a:extLst>
          </p:cNvPr>
          <p:cNvSpPr/>
          <p:nvPr/>
        </p:nvSpPr>
        <p:spPr bwMode="auto">
          <a:xfrm>
            <a:off x="2159000" y="4368800"/>
            <a:ext cx="1333500" cy="431800"/>
          </a:xfrm>
          <a:prstGeom prst="rect">
            <a:avLst/>
          </a:prstGeom>
          <a:solidFill>
            <a:srgbClr val="100667"/>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2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Platform Engineer</a:t>
            </a:r>
          </a:p>
        </p:txBody>
      </p:sp>
      <p:sp>
        <p:nvSpPr>
          <p:cNvPr id="99" name="Rectangle 98">
            <a:extLst>
              <a:ext uri="{FF2B5EF4-FFF2-40B4-BE49-F238E27FC236}">
                <a16:creationId xmlns:a16="http://schemas.microsoft.com/office/drawing/2014/main" id="{1CD78D2D-4641-D646-B1C2-262ADB33EC63}"/>
              </a:ext>
            </a:extLst>
          </p:cNvPr>
          <p:cNvSpPr/>
          <p:nvPr/>
        </p:nvSpPr>
        <p:spPr bwMode="auto">
          <a:xfrm>
            <a:off x="711200" y="4851400"/>
            <a:ext cx="1333500" cy="431800"/>
          </a:xfrm>
          <a:prstGeom prst="rect">
            <a:avLst/>
          </a:prstGeom>
          <a:solidFill>
            <a:srgbClr val="100667"/>
          </a:solidFill>
          <a:ln>
            <a:noFill/>
          </a:ln>
          <a:effectLst/>
        </p:spPr>
        <p:txBody>
          <a:bodyPr rot="0" spcFirstLastPara="0" vertOverflow="clip" horzOverflow="clip" vert="horz" wrap="non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20" b="1" i="0" u="none" strike="noStrike" kern="1200" cap="none" spc="0" normalizeH="0" baseline="0" noProof="0" err="1">
                <a:ln>
                  <a:noFill/>
                </a:ln>
                <a:solidFill>
                  <a:srgbClr val="FFFFFF"/>
                </a:solidFill>
                <a:effectLst/>
                <a:uLnTx/>
                <a:uFillTx/>
                <a:latin typeface="Arial"/>
                <a:ea typeface="Roboto" panose="02000000000000000000" pitchFamily="2" charset="0"/>
                <a:cs typeface="Arial"/>
              </a:rPr>
              <a:t>Fullstack</a:t>
            </a:r>
            <a:r>
              <a:rPr kumimoji="0" lang="en-US" sz="92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 Eng(s)</a:t>
            </a:r>
          </a:p>
        </p:txBody>
      </p:sp>
      <p:sp>
        <p:nvSpPr>
          <p:cNvPr id="100" name="Rectangle 99">
            <a:extLst>
              <a:ext uri="{FF2B5EF4-FFF2-40B4-BE49-F238E27FC236}">
                <a16:creationId xmlns:a16="http://schemas.microsoft.com/office/drawing/2014/main" id="{37ECF1C3-06A9-EE4B-8588-20368561A8E0}"/>
              </a:ext>
            </a:extLst>
          </p:cNvPr>
          <p:cNvSpPr/>
          <p:nvPr/>
        </p:nvSpPr>
        <p:spPr bwMode="auto">
          <a:xfrm>
            <a:off x="2159000" y="4851400"/>
            <a:ext cx="1333500" cy="431800"/>
          </a:xfrm>
          <a:prstGeom prst="rect">
            <a:avLst/>
          </a:prstGeom>
          <a:solidFill>
            <a:srgbClr val="100667"/>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2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Data Engineer(s)</a:t>
            </a:r>
          </a:p>
        </p:txBody>
      </p:sp>
      <p:sp>
        <p:nvSpPr>
          <p:cNvPr id="101" name="Rectangle 100">
            <a:extLst>
              <a:ext uri="{FF2B5EF4-FFF2-40B4-BE49-F238E27FC236}">
                <a16:creationId xmlns:a16="http://schemas.microsoft.com/office/drawing/2014/main" id="{90CB417A-49AD-D947-BAB3-5CDDE9CEE29D}"/>
              </a:ext>
            </a:extLst>
          </p:cNvPr>
          <p:cNvSpPr/>
          <p:nvPr/>
        </p:nvSpPr>
        <p:spPr bwMode="auto">
          <a:xfrm>
            <a:off x="711200" y="5334000"/>
            <a:ext cx="2781300" cy="317500"/>
          </a:xfrm>
          <a:prstGeom prst="rect">
            <a:avLst/>
          </a:prstGeom>
          <a:solidFill>
            <a:srgbClr val="969696"/>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5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UX Designer*</a:t>
            </a:r>
          </a:p>
        </p:txBody>
      </p:sp>
      <p:sp>
        <p:nvSpPr>
          <p:cNvPr id="102" name="TextBox 101">
            <a:extLst>
              <a:ext uri="{FF2B5EF4-FFF2-40B4-BE49-F238E27FC236}">
                <a16:creationId xmlns:a16="http://schemas.microsoft.com/office/drawing/2014/main" id="{CB8F5F99-E0C5-2E44-B3C3-AF15AA537A1C}"/>
              </a:ext>
            </a:extLst>
          </p:cNvPr>
          <p:cNvSpPr txBox="1"/>
          <p:nvPr/>
        </p:nvSpPr>
        <p:spPr>
          <a:xfrm>
            <a:off x="711200" y="5651500"/>
            <a:ext cx="2781300" cy="1270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780" b="1">
                <a:solidFill>
                  <a:srgbClr val="10135F"/>
                </a:solidFill>
                <a:latin typeface="Arial"/>
                <a:cs typeface="Arial"/>
              </a:rPr>
              <a:t>Blend of US / Nearshore</a:t>
            </a:r>
          </a:p>
        </p:txBody>
      </p:sp>
      <p:sp>
        <p:nvSpPr>
          <p:cNvPr id="103" name="Rectangle 102">
            <a:extLst>
              <a:ext uri="{FF2B5EF4-FFF2-40B4-BE49-F238E27FC236}">
                <a16:creationId xmlns:a16="http://schemas.microsoft.com/office/drawing/2014/main" id="{D7D1AFD1-5011-F54E-9DEE-A7C4F242AE83}"/>
              </a:ext>
            </a:extLst>
          </p:cNvPr>
          <p:cNvSpPr/>
          <p:nvPr/>
        </p:nvSpPr>
        <p:spPr bwMode="auto">
          <a:xfrm>
            <a:off x="3860800" y="4368800"/>
            <a:ext cx="2755900" cy="381000"/>
          </a:xfrm>
          <a:prstGeom prst="rect">
            <a:avLst/>
          </a:prstGeom>
          <a:solidFill>
            <a:srgbClr val="100667"/>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5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Pod Technical Lead</a:t>
            </a:r>
          </a:p>
        </p:txBody>
      </p:sp>
      <p:sp>
        <p:nvSpPr>
          <p:cNvPr id="104" name="Rectangle 103">
            <a:extLst>
              <a:ext uri="{FF2B5EF4-FFF2-40B4-BE49-F238E27FC236}">
                <a16:creationId xmlns:a16="http://schemas.microsoft.com/office/drawing/2014/main" id="{DEA84B3B-7ECA-094D-B721-2398F87CDD71}"/>
              </a:ext>
            </a:extLst>
          </p:cNvPr>
          <p:cNvSpPr/>
          <p:nvPr/>
        </p:nvSpPr>
        <p:spPr bwMode="auto">
          <a:xfrm>
            <a:off x="3860800" y="4813300"/>
            <a:ext cx="2755900" cy="381000"/>
          </a:xfrm>
          <a:prstGeom prst="rect">
            <a:avLst/>
          </a:prstGeom>
          <a:solidFill>
            <a:srgbClr val="100667"/>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5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Fullstack Engineer(s)</a:t>
            </a:r>
          </a:p>
        </p:txBody>
      </p:sp>
      <p:sp>
        <p:nvSpPr>
          <p:cNvPr id="105" name="Rectangle 104">
            <a:extLst>
              <a:ext uri="{FF2B5EF4-FFF2-40B4-BE49-F238E27FC236}">
                <a16:creationId xmlns:a16="http://schemas.microsoft.com/office/drawing/2014/main" id="{2B6F76D6-7EC2-C343-ADEE-4C9441B83056}"/>
              </a:ext>
            </a:extLst>
          </p:cNvPr>
          <p:cNvSpPr/>
          <p:nvPr/>
        </p:nvSpPr>
        <p:spPr bwMode="auto">
          <a:xfrm>
            <a:off x="3860800" y="5257800"/>
            <a:ext cx="2755900" cy="381000"/>
          </a:xfrm>
          <a:prstGeom prst="rect">
            <a:avLst/>
          </a:prstGeom>
          <a:solidFill>
            <a:srgbClr val="100667"/>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5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Data Engineer(s)</a:t>
            </a:r>
          </a:p>
        </p:txBody>
      </p:sp>
      <p:sp>
        <p:nvSpPr>
          <p:cNvPr id="106" name="TextBox 105">
            <a:extLst>
              <a:ext uri="{FF2B5EF4-FFF2-40B4-BE49-F238E27FC236}">
                <a16:creationId xmlns:a16="http://schemas.microsoft.com/office/drawing/2014/main" id="{2B2409E3-25AA-FA44-9FFF-EC4AD0E91485}"/>
              </a:ext>
            </a:extLst>
          </p:cNvPr>
          <p:cNvSpPr txBox="1"/>
          <p:nvPr/>
        </p:nvSpPr>
        <p:spPr>
          <a:xfrm>
            <a:off x="3860800" y="5651500"/>
            <a:ext cx="2755900" cy="1270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780" b="1">
                <a:solidFill>
                  <a:srgbClr val="10135F"/>
                </a:solidFill>
                <a:latin typeface="Arial"/>
                <a:cs typeface="Arial"/>
              </a:rPr>
              <a:t>Offshore delivery after pattern validation</a:t>
            </a:r>
          </a:p>
        </p:txBody>
      </p:sp>
      <p:sp>
        <p:nvSpPr>
          <p:cNvPr id="107" name="Rectangle 106">
            <a:extLst>
              <a:ext uri="{FF2B5EF4-FFF2-40B4-BE49-F238E27FC236}">
                <a16:creationId xmlns:a16="http://schemas.microsoft.com/office/drawing/2014/main" id="{1E793E96-CEA6-BF45-AF23-6060ACE3C75F}"/>
              </a:ext>
            </a:extLst>
          </p:cNvPr>
          <p:cNvSpPr/>
          <p:nvPr/>
        </p:nvSpPr>
        <p:spPr bwMode="auto">
          <a:xfrm>
            <a:off x="6997700" y="4368800"/>
            <a:ext cx="2755900" cy="381000"/>
          </a:xfrm>
          <a:prstGeom prst="rect">
            <a:avLst/>
          </a:prstGeom>
          <a:solidFill>
            <a:srgbClr val="100667"/>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5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Pod Technical Lead</a:t>
            </a:r>
          </a:p>
        </p:txBody>
      </p:sp>
      <p:sp>
        <p:nvSpPr>
          <p:cNvPr id="108" name="Rectangle 107">
            <a:extLst>
              <a:ext uri="{FF2B5EF4-FFF2-40B4-BE49-F238E27FC236}">
                <a16:creationId xmlns:a16="http://schemas.microsoft.com/office/drawing/2014/main" id="{08FA48B6-4B73-0749-94F7-35F906827392}"/>
              </a:ext>
            </a:extLst>
          </p:cNvPr>
          <p:cNvSpPr/>
          <p:nvPr/>
        </p:nvSpPr>
        <p:spPr bwMode="auto">
          <a:xfrm>
            <a:off x="6997700" y="4813300"/>
            <a:ext cx="2755900" cy="381000"/>
          </a:xfrm>
          <a:prstGeom prst="rect">
            <a:avLst/>
          </a:prstGeom>
          <a:solidFill>
            <a:srgbClr val="100667"/>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5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Fullstack Engineer(s)</a:t>
            </a:r>
          </a:p>
        </p:txBody>
      </p:sp>
      <p:sp>
        <p:nvSpPr>
          <p:cNvPr id="109" name="Rectangle 108">
            <a:extLst>
              <a:ext uri="{FF2B5EF4-FFF2-40B4-BE49-F238E27FC236}">
                <a16:creationId xmlns:a16="http://schemas.microsoft.com/office/drawing/2014/main" id="{E36BD1D2-8157-DF4B-9437-1EEE1AD4AA89}"/>
              </a:ext>
            </a:extLst>
          </p:cNvPr>
          <p:cNvSpPr/>
          <p:nvPr/>
        </p:nvSpPr>
        <p:spPr bwMode="auto">
          <a:xfrm>
            <a:off x="6997700" y="5257800"/>
            <a:ext cx="2755900" cy="381000"/>
          </a:xfrm>
          <a:prstGeom prst="rect">
            <a:avLst/>
          </a:prstGeom>
          <a:solidFill>
            <a:srgbClr val="100667"/>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5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Platform Engineer</a:t>
            </a:r>
          </a:p>
        </p:txBody>
      </p:sp>
      <p:sp>
        <p:nvSpPr>
          <p:cNvPr id="110" name="TextBox 109">
            <a:extLst>
              <a:ext uri="{FF2B5EF4-FFF2-40B4-BE49-F238E27FC236}">
                <a16:creationId xmlns:a16="http://schemas.microsoft.com/office/drawing/2014/main" id="{FBB79529-07E5-B74E-8523-7FC45FAEFEB3}"/>
              </a:ext>
            </a:extLst>
          </p:cNvPr>
          <p:cNvSpPr txBox="1"/>
          <p:nvPr/>
        </p:nvSpPr>
        <p:spPr>
          <a:xfrm>
            <a:off x="6997700" y="5651500"/>
            <a:ext cx="2755900" cy="1270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780" b="1">
                <a:solidFill>
                  <a:srgbClr val="10135F"/>
                </a:solidFill>
                <a:latin typeface="Arial"/>
                <a:cs typeface="Arial"/>
              </a:rPr>
              <a:t>Blend of US / Nearshore</a:t>
            </a:r>
          </a:p>
        </p:txBody>
      </p:sp>
      <p:sp>
        <p:nvSpPr>
          <p:cNvPr id="111" name="Rectangle 110">
            <a:extLst>
              <a:ext uri="{FF2B5EF4-FFF2-40B4-BE49-F238E27FC236}">
                <a16:creationId xmlns:a16="http://schemas.microsoft.com/office/drawing/2014/main" id="{921B13D6-C117-0949-87A6-147AAB76D403}"/>
              </a:ext>
            </a:extLst>
          </p:cNvPr>
          <p:cNvSpPr/>
          <p:nvPr/>
        </p:nvSpPr>
        <p:spPr bwMode="auto">
          <a:xfrm>
            <a:off x="10083800" y="3200400"/>
            <a:ext cx="1676400" cy="1409700"/>
          </a:xfrm>
          <a:prstGeom prst="rect">
            <a:avLst/>
          </a:prstGeom>
          <a:solidFill>
            <a:srgbClr val="FFFF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2" name="Rectangle 111">
            <a:extLst>
              <a:ext uri="{FF2B5EF4-FFF2-40B4-BE49-F238E27FC236}">
                <a16:creationId xmlns:a16="http://schemas.microsoft.com/office/drawing/2014/main" id="{D9A32088-CB04-854E-86E4-AE5349354053}"/>
              </a:ext>
            </a:extLst>
          </p:cNvPr>
          <p:cNvSpPr/>
          <p:nvPr/>
        </p:nvSpPr>
        <p:spPr bwMode="auto">
          <a:xfrm>
            <a:off x="10083800" y="3200400"/>
            <a:ext cx="1676400" cy="304800"/>
          </a:xfrm>
          <a:prstGeom prst="rect">
            <a:avLst/>
          </a:prstGeom>
          <a:solidFill>
            <a:srgbClr val="10135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0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KEY</a:t>
            </a:r>
          </a:p>
        </p:txBody>
      </p:sp>
      <p:sp>
        <p:nvSpPr>
          <p:cNvPr id="113" name="Rectangle 112">
            <a:extLst>
              <a:ext uri="{FF2B5EF4-FFF2-40B4-BE49-F238E27FC236}">
                <a16:creationId xmlns:a16="http://schemas.microsoft.com/office/drawing/2014/main" id="{C48F9B63-487C-644E-B93E-331D26B0A0FE}"/>
              </a:ext>
            </a:extLst>
          </p:cNvPr>
          <p:cNvSpPr/>
          <p:nvPr/>
        </p:nvSpPr>
        <p:spPr bwMode="auto">
          <a:xfrm>
            <a:off x="10198100" y="3606800"/>
            <a:ext cx="152400" cy="152400"/>
          </a:xfrm>
          <a:prstGeom prst="rect">
            <a:avLst/>
          </a:prstGeom>
          <a:solidFill>
            <a:srgbClr val="100667"/>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4" name="TextBox 113">
            <a:extLst>
              <a:ext uri="{FF2B5EF4-FFF2-40B4-BE49-F238E27FC236}">
                <a16:creationId xmlns:a16="http://schemas.microsoft.com/office/drawing/2014/main" id="{B9F45D49-FDB5-E247-B6C7-BFCD49615DD2}"/>
              </a:ext>
            </a:extLst>
          </p:cNvPr>
          <p:cNvSpPr txBox="1"/>
          <p:nvPr/>
        </p:nvSpPr>
        <p:spPr>
          <a:xfrm>
            <a:off x="10426700" y="3568700"/>
            <a:ext cx="1244600" cy="2159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760" b="1">
                <a:solidFill>
                  <a:srgbClr val="10135F"/>
                </a:solidFill>
                <a:latin typeface="Arial"/>
                <a:cs typeface="Arial"/>
              </a:rPr>
              <a:t>WM FULL TIME</a:t>
            </a:r>
          </a:p>
        </p:txBody>
      </p:sp>
      <p:sp>
        <p:nvSpPr>
          <p:cNvPr id="115" name="Rectangle 114">
            <a:extLst>
              <a:ext uri="{FF2B5EF4-FFF2-40B4-BE49-F238E27FC236}">
                <a16:creationId xmlns:a16="http://schemas.microsoft.com/office/drawing/2014/main" id="{B5C25704-3635-E54D-B397-9271BC60A495}"/>
              </a:ext>
            </a:extLst>
          </p:cNvPr>
          <p:cNvSpPr/>
          <p:nvPr/>
        </p:nvSpPr>
        <p:spPr bwMode="auto">
          <a:xfrm>
            <a:off x="10198100" y="3860800"/>
            <a:ext cx="152400" cy="152400"/>
          </a:xfrm>
          <a:prstGeom prst="rect">
            <a:avLst/>
          </a:prstGeom>
          <a:solidFill>
            <a:srgbClr val="064BFF"/>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6" name="TextBox 115">
            <a:extLst>
              <a:ext uri="{FF2B5EF4-FFF2-40B4-BE49-F238E27FC236}">
                <a16:creationId xmlns:a16="http://schemas.microsoft.com/office/drawing/2014/main" id="{7EA66939-0056-2B45-98E8-2494E3D01AFD}"/>
              </a:ext>
            </a:extLst>
          </p:cNvPr>
          <p:cNvSpPr txBox="1"/>
          <p:nvPr/>
        </p:nvSpPr>
        <p:spPr>
          <a:xfrm>
            <a:off x="10426700" y="3822700"/>
            <a:ext cx="1244600" cy="2159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760" b="1">
                <a:solidFill>
                  <a:srgbClr val="10135F"/>
                </a:solidFill>
                <a:latin typeface="Arial"/>
                <a:cs typeface="Arial"/>
              </a:rPr>
              <a:t>WM PART TIME</a:t>
            </a:r>
          </a:p>
        </p:txBody>
      </p:sp>
      <p:sp>
        <p:nvSpPr>
          <p:cNvPr id="117" name="Rectangle 116">
            <a:extLst>
              <a:ext uri="{FF2B5EF4-FFF2-40B4-BE49-F238E27FC236}">
                <a16:creationId xmlns:a16="http://schemas.microsoft.com/office/drawing/2014/main" id="{795566AD-2D09-1547-B631-6F6889707FCE}"/>
              </a:ext>
            </a:extLst>
          </p:cNvPr>
          <p:cNvSpPr/>
          <p:nvPr/>
        </p:nvSpPr>
        <p:spPr bwMode="auto">
          <a:xfrm>
            <a:off x="10198100" y="4114800"/>
            <a:ext cx="152400" cy="152400"/>
          </a:xfrm>
          <a:prstGeom prst="rect">
            <a:avLst/>
          </a:prstGeom>
          <a:solidFill>
            <a:srgbClr val="F000C8"/>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8" name="TextBox 117">
            <a:extLst>
              <a:ext uri="{FF2B5EF4-FFF2-40B4-BE49-F238E27FC236}">
                <a16:creationId xmlns:a16="http://schemas.microsoft.com/office/drawing/2014/main" id="{6E2B6F01-9830-9A4E-9C47-886D1B22FF98}"/>
              </a:ext>
            </a:extLst>
          </p:cNvPr>
          <p:cNvSpPr txBox="1"/>
          <p:nvPr/>
        </p:nvSpPr>
        <p:spPr>
          <a:xfrm>
            <a:off x="10426700" y="4076700"/>
            <a:ext cx="1244600" cy="2159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720" b="1">
                <a:solidFill>
                  <a:srgbClr val="10135F"/>
                </a:solidFill>
                <a:latin typeface="Arial"/>
                <a:cs typeface="Arial"/>
              </a:rPr>
              <a:t>EAGLESOFT PART TIME</a:t>
            </a:r>
          </a:p>
        </p:txBody>
      </p:sp>
      <p:sp>
        <p:nvSpPr>
          <p:cNvPr id="119" name="Rectangle 118">
            <a:extLst>
              <a:ext uri="{FF2B5EF4-FFF2-40B4-BE49-F238E27FC236}">
                <a16:creationId xmlns:a16="http://schemas.microsoft.com/office/drawing/2014/main" id="{18E1C68B-AE6C-5C43-9AAF-A203572744F9}"/>
              </a:ext>
            </a:extLst>
          </p:cNvPr>
          <p:cNvSpPr/>
          <p:nvPr/>
        </p:nvSpPr>
        <p:spPr bwMode="auto">
          <a:xfrm>
            <a:off x="10198100" y="4368800"/>
            <a:ext cx="152400" cy="152400"/>
          </a:xfrm>
          <a:prstGeom prst="rect">
            <a:avLst/>
          </a:prstGeom>
          <a:solidFill>
            <a:srgbClr val="96969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20" name="TextBox 119">
            <a:extLst>
              <a:ext uri="{FF2B5EF4-FFF2-40B4-BE49-F238E27FC236}">
                <a16:creationId xmlns:a16="http://schemas.microsoft.com/office/drawing/2014/main" id="{AD75D2BB-17D1-0349-92AF-673A9D5E2F9D}"/>
              </a:ext>
            </a:extLst>
          </p:cNvPr>
          <p:cNvSpPr txBox="1"/>
          <p:nvPr/>
        </p:nvSpPr>
        <p:spPr>
          <a:xfrm>
            <a:off x="10426700" y="4330700"/>
            <a:ext cx="1244600" cy="215900"/>
          </a:xfrm>
          <a:prstGeom prst="rect">
            <a:avLst/>
          </a:prstGeom>
          <a:noFill/>
        </p:spPr>
        <p:txBody>
          <a:bodyPr vertOverflow="overflow" vert="horz" wrap="square" lIns="0" tIns="0" rIns="0" bIns="0" rtlCol="0" anchor="ctr" anchorCtr="0">
            <a:normAutofit/>
          </a:bodyPr>
          <a:lstStyle/>
          <a:p>
            <a:pPr marL="0" indent="0" algn="l">
              <a:spcAft>
                <a:spcPts val="600"/>
              </a:spcAft>
              <a:tabLst/>
            </a:pPr>
            <a:r>
              <a:rPr lang="en-US" sz="720" b="1">
                <a:solidFill>
                  <a:srgbClr val="10135F"/>
                </a:solidFill>
                <a:latin typeface="Arial"/>
                <a:cs typeface="Arial"/>
              </a:rPr>
              <a:t>WM OPTIONAL ROLE</a:t>
            </a:r>
          </a:p>
        </p:txBody>
      </p:sp>
      <p:sp>
        <p:nvSpPr>
          <p:cNvPr id="121" name="Rectangle 120">
            <a:extLst>
              <a:ext uri="{FF2B5EF4-FFF2-40B4-BE49-F238E27FC236}">
                <a16:creationId xmlns:a16="http://schemas.microsoft.com/office/drawing/2014/main" id="{C6BBC059-E7CC-8F4C-B469-FB04FCF54C2F}"/>
              </a:ext>
            </a:extLst>
          </p:cNvPr>
          <p:cNvSpPr/>
          <p:nvPr/>
        </p:nvSpPr>
        <p:spPr bwMode="auto">
          <a:xfrm>
            <a:off x="10083800" y="4749800"/>
            <a:ext cx="1676400" cy="1028700"/>
          </a:xfrm>
          <a:prstGeom prst="rect">
            <a:avLst/>
          </a:prstGeom>
          <a:solidFill>
            <a:srgbClr val="E7EDF6"/>
          </a:solidFill>
          <a:ln>
            <a:noFill/>
          </a:ln>
          <a:effectLst/>
        </p:spPr>
        <p:txBody>
          <a:bodyPr rot="0" spcFirstLastPara="0" vertOverflow="clip" horzOverflow="clip" vert="horz" wrap="square" lIns="91440" tIns="9144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22" name="Rectangle 121">
            <a:extLst>
              <a:ext uri="{FF2B5EF4-FFF2-40B4-BE49-F238E27FC236}">
                <a16:creationId xmlns:a16="http://schemas.microsoft.com/office/drawing/2014/main" id="{301B3E37-735D-2048-B151-BDC08AB15492}"/>
              </a:ext>
            </a:extLst>
          </p:cNvPr>
          <p:cNvSpPr/>
          <p:nvPr/>
        </p:nvSpPr>
        <p:spPr bwMode="auto">
          <a:xfrm>
            <a:off x="10083800" y="4749800"/>
            <a:ext cx="1676400" cy="304800"/>
          </a:xfrm>
          <a:prstGeom prst="rect">
            <a:avLst/>
          </a:prstGeom>
          <a:solidFill>
            <a:srgbClr val="064BFF"/>
          </a:solidFill>
          <a:ln>
            <a:noFill/>
          </a:ln>
          <a:effectLst/>
        </p:spPr>
        <p:txBody>
          <a:bodyPr rot="0" spcFirstLastPara="0" vertOverflow="clip" horzOverflow="clip" vert="horz" wrap="square" lIns="91440" tIns="91440" rIns="91440" bIns="91440" numCol="1" spcCol="0" rtlCol="0" fromWordArt="0" anchor="ctr" anchorCtr="0" forceAA="0" compatLnSpc="1">
            <a:prstTxWarp prst="textNoShape">
              <a:avLst/>
            </a:prstTxWarp>
            <a:norm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900" b="1" i="0" u="none" strike="noStrike" kern="1200" cap="none" spc="0" normalizeH="0" baseline="0" noProof="0">
                <a:ln>
                  <a:noFill/>
                </a:ln>
                <a:solidFill>
                  <a:srgbClr val="FFFFFF"/>
                </a:solidFill>
                <a:effectLst/>
                <a:uLnTx/>
                <a:uFillTx/>
                <a:latin typeface="Arial"/>
                <a:ea typeface="Roboto" panose="02000000000000000000" pitchFamily="2" charset="0"/>
                <a:cs typeface="Arial"/>
              </a:rPr>
              <a:t>UX DESIGNER*</a:t>
            </a:r>
          </a:p>
        </p:txBody>
      </p:sp>
      <p:sp>
        <p:nvSpPr>
          <p:cNvPr id="123" name="TextBox 122">
            <a:extLst>
              <a:ext uri="{FF2B5EF4-FFF2-40B4-BE49-F238E27FC236}">
                <a16:creationId xmlns:a16="http://schemas.microsoft.com/office/drawing/2014/main" id="{36AE5E89-B804-2043-80C3-F766B76D971E}"/>
              </a:ext>
            </a:extLst>
          </p:cNvPr>
          <p:cNvSpPr txBox="1"/>
          <p:nvPr/>
        </p:nvSpPr>
        <p:spPr>
          <a:xfrm>
            <a:off x="10185400" y="5118100"/>
            <a:ext cx="1473200" cy="571500"/>
          </a:xfrm>
          <a:prstGeom prst="rect">
            <a:avLst/>
          </a:prstGeom>
          <a:noFill/>
        </p:spPr>
        <p:txBody>
          <a:bodyPr vertOverflow="overflow" vert="horz" wrap="square" lIns="0" tIns="0" rIns="0" bIns="0" rtlCol="0" anchor="t" anchorCtr="0">
            <a:normAutofit lnSpcReduction="10000"/>
          </a:bodyPr>
          <a:lstStyle/>
          <a:p>
            <a:pPr marL="0" indent="0" algn="l">
              <a:spcAft>
                <a:spcPts val="600"/>
              </a:spcAft>
              <a:tabLst/>
            </a:pPr>
            <a:r>
              <a:rPr lang="en-US" sz="760">
                <a:solidFill>
                  <a:srgbClr val="10135F"/>
                </a:solidFill>
                <a:latin typeface="Arial"/>
                <a:cs typeface="Arial"/>
              </a:rPr>
              <a:t>Plan for the role initially. It may roll off after ~4 sprints once the design system is established, or remain for pivotal journey redesign.</a:t>
            </a:r>
          </a:p>
        </p:txBody>
      </p:sp>
      <p:sp>
        <p:nvSpPr>
          <p:cNvPr id="2" name="TextBox 1">
            <a:extLst>
              <a:ext uri="{FF2B5EF4-FFF2-40B4-BE49-F238E27FC236}">
                <a16:creationId xmlns:a16="http://schemas.microsoft.com/office/drawing/2014/main" id="{A577F0BE-D6C9-9948-A1E2-070D089616B2}"/>
              </a:ext>
            </a:extLst>
          </p:cNvPr>
          <p:cNvSpPr txBox="1"/>
          <p:nvPr/>
        </p:nvSpPr>
        <p:spPr>
          <a:xfrm>
            <a:off x="990600" y="2032000"/>
            <a:ext cx="3556000" cy="139700"/>
          </a:xfrm>
          <a:prstGeom prst="rect">
            <a:avLst/>
          </a:prstGeom>
          <a:noFill/>
        </p:spPr>
        <p:txBody>
          <a:bodyPr vertOverflow="overflow" vert="horz" wrap="square" lIns="0" tIns="0" rIns="0" bIns="0" rtlCol="0" anchor="ctr" anchorCtr="0">
            <a:noAutofit/>
          </a:bodyPr>
          <a:lstStyle/>
          <a:p>
            <a:pPr marL="0" indent="0" algn="l">
              <a:spcAft>
                <a:spcPts val="600"/>
              </a:spcAft>
              <a:tabLst/>
            </a:pPr>
            <a:r>
              <a:rPr lang="en-US" sz="820" b="1">
                <a:solidFill>
                  <a:srgbClr val="56617A"/>
                </a:solidFill>
                <a:latin typeface="Arial"/>
                <a:cs typeface="Arial"/>
              </a:rPr>
              <a:t>WEST MONROE</a:t>
            </a:r>
          </a:p>
        </p:txBody>
      </p:sp>
      <p:sp>
        <p:nvSpPr>
          <p:cNvPr id="3" name="TextBox 2">
            <a:extLst>
              <a:ext uri="{FF2B5EF4-FFF2-40B4-BE49-F238E27FC236}">
                <a16:creationId xmlns:a16="http://schemas.microsoft.com/office/drawing/2014/main" id="{0B469C68-FBBD-014F-97E3-A7AB075A948F}"/>
              </a:ext>
            </a:extLst>
          </p:cNvPr>
          <p:cNvSpPr txBox="1"/>
          <p:nvPr/>
        </p:nvSpPr>
        <p:spPr>
          <a:xfrm>
            <a:off x="5689600" y="2032000"/>
            <a:ext cx="3556000" cy="139700"/>
          </a:xfrm>
          <a:prstGeom prst="rect">
            <a:avLst/>
          </a:prstGeom>
          <a:noFill/>
        </p:spPr>
        <p:txBody>
          <a:bodyPr vertOverflow="overflow" vert="horz" wrap="square" lIns="0" tIns="0" rIns="0" bIns="0" rtlCol="0" anchor="ctr" anchorCtr="0">
            <a:noAutofit/>
          </a:bodyPr>
          <a:lstStyle/>
          <a:p>
            <a:pPr marL="0" indent="0" algn="l">
              <a:spcAft>
                <a:spcPts val="600"/>
              </a:spcAft>
              <a:tabLst/>
            </a:pPr>
            <a:r>
              <a:rPr lang="en-US" sz="820" b="1">
                <a:solidFill>
                  <a:srgbClr val="56617A"/>
                </a:solidFill>
                <a:latin typeface="Arial"/>
                <a:cs typeface="Arial"/>
              </a:rPr>
              <a:t>EAGLESOFT</a:t>
            </a:r>
          </a:p>
        </p:txBody>
      </p:sp>
    </p:spTree>
    <p:extLst>
      <p:ext uri="{BB962C8B-B14F-4D97-AF65-F5344CB8AC3E}">
        <p14:creationId xmlns:p14="http://schemas.microsoft.com/office/powerpoint/2010/main" val="1548769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9CB8B-BF92-49C4-ABD3-DDCD76F3EEE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8AB799F-60D6-F3B4-5FD3-C039C441ED46}"/>
              </a:ext>
            </a:extLst>
          </p:cNvPr>
          <p:cNvSpPr>
            <a:spLocks noGrp="1"/>
          </p:cNvSpPr>
          <p:nvPr>
            <p:ph type="ftr" sz="quarter" idx="10"/>
          </p:nvPr>
        </p:nvSpPr>
        <p:spPr/>
        <p:txBody>
          <a:body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9AD45F7E-284E-4099-724B-41750052043F}"/>
              </a:ext>
            </a:extLst>
          </p:cNvPr>
          <p:cNvSpPr>
            <a:spLocks noGrp="1"/>
          </p:cNvSpPr>
          <p:nvPr>
            <p:ph type="sldNum" sz="quarter" idx="11"/>
          </p:nvPr>
        </p:nvSpPr>
        <p:spPr/>
        <p:txBody>
          <a:bodyPr/>
          <a:lstStyle/>
          <a:p>
            <a:fld id="{63DCA5C9-2E11-4C67-86EB-AE1DE127DC64}" type="slidenum">
              <a:rPr lang="en-US" smtClean="0"/>
              <a:pPr/>
              <a:t>25</a:t>
            </a:fld>
            <a:endParaRPr lang="en-US"/>
          </a:p>
        </p:txBody>
      </p:sp>
      <p:sp>
        <p:nvSpPr>
          <p:cNvPr id="5" name="Title 4">
            <a:extLst>
              <a:ext uri="{FF2B5EF4-FFF2-40B4-BE49-F238E27FC236}">
                <a16:creationId xmlns:a16="http://schemas.microsoft.com/office/drawing/2014/main" id="{1CB60122-D3DD-CA74-45AD-27978BDA2648}"/>
              </a:ext>
            </a:extLst>
          </p:cNvPr>
          <p:cNvSpPr>
            <a:spLocks noGrp="1"/>
          </p:cNvSpPr>
          <p:nvPr>
            <p:ph type="title"/>
          </p:nvPr>
        </p:nvSpPr>
        <p:spPr/>
        <p:txBody>
          <a:bodyPr/>
          <a:lstStyle/>
          <a:p>
            <a:r>
              <a:rPr lang="en-US"/>
              <a:t>Scope Guardrails </a:t>
            </a:r>
          </a:p>
        </p:txBody>
      </p:sp>
      <p:sp>
        <p:nvSpPr>
          <p:cNvPr id="6" name="Text Placeholder 5">
            <a:extLst>
              <a:ext uri="{FF2B5EF4-FFF2-40B4-BE49-F238E27FC236}">
                <a16:creationId xmlns:a16="http://schemas.microsoft.com/office/drawing/2014/main" id="{E36CD817-98A8-E2DA-4574-5729F87A16EF}"/>
              </a:ext>
            </a:extLst>
          </p:cNvPr>
          <p:cNvSpPr>
            <a:spLocks noGrp="1"/>
          </p:cNvSpPr>
          <p:nvPr>
            <p:ph type="body" sz="quarter" idx="19"/>
          </p:nvPr>
        </p:nvSpPr>
        <p:spPr/>
        <p:txBody>
          <a:bodyPr/>
          <a:lstStyle/>
          <a:p>
            <a:r>
              <a:rPr lang="en-US">
                <a:ea typeface="Roboto"/>
                <a:cs typeface="Segoe UI"/>
              </a:rPr>
              <a:t>Context: </a:t>
            </a:r>
            <a:endParaRPr lang="en-US"/>
          </a:p>
        </p:txBody>
      </p:sp>
      <p:graphicFrame>
        <p:nvGraphicFramePr>
          <p:cNvPr id="9" name="Table 8">
            <a:extLst>
              <a:ext uri="{FF2B5EF4-FFF2-40B4-BE49-F238E27FC236}">
                <a16:creationId xmlns:a16="http://schemas.microsoft.com/office/drawing/2014/main" id="{0CB915BD-19BF-B7BE-6142-E89BA583CAC3}"/>
              </a:ext>
            </a:extLst>
          </p:cNvPr>
          <p:cNvGraphicFramePr>
            <a:graphicFrameLocks noGrp="1"/>
          </p:cNvGraphicFramePr>
          <p:nvPr/>
        </p:nvGraphicFramePr>
        <p:xfrm>
          <a:off x="11841036" y="194314"/>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Name</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graphicFrame>
        <p:nvGraphicFramePr>
          <p:cNvPr id="7" name="Table 6">
            <a:extLst>
              <a:ext uri="{FF2B5EF4-FFF2-40B4-BE49-F238E27FC236}">
                <a16:creationId xmlns:a16="http://schemas.microsoft.com/office/drawing/2014/main" id="{19A5BB2B-86BF-2487-CC16-B3A585E8144D}"/>
              </a:ext>
            </a:extLst>
          </p:cNvPr>
          <p:cNvGraphicFramePr>
            <a:graphicFrameLocks noGrp="1"/>
          </p:cNvGraphicFramePr>
          <p:nvPr/>
        </p:nvGraphicFramePr>
        <p:xfrm>
          <a:off x="347785" y="1412875"/>
          <a:ext cx="11161793" cy="4351337"/>
        </p:xfrm>
        <a:graphic>
          <a:graphicData uri="http://schemas.openxmlformats.org/drawingml/2006/table">
            <a:tbl>
              <a:tblPr firstRow="1" firstCol="1" bandRow="1">
                <a:tableStyleId>{8EC20E35-A176-4012-BC5E-935CFFF8708E}</a:tableStyleId>
              </a:tblPr>
              <a:tblGrid>
                <a:gridCol w="3035918">
                  <a:extLst>
                    <a:ext uri="{9D8B030D-6E8A-4147-A177-3AD203B41FA5}">
                      <a16:colId xmlns:a16="http://schemas.microsoft.com/office/drawing/2014/main" val="3929922853"/>
                    </a:ext>
                  </a:extLst>
                </a:gridCol>
                <a:gridCol w="3301137">
                  <a:extLst>
                    <a:ext uri="{9D8B030D-6E8A-4147-A177-3AD203B41FA5}">
                      <a16:colId xmlns:a16="http://schemas.microsoft.com/office/drawing/2014/main" val="2920101447"/>
                    </a:ext>
                  </a:extLst>
                </a:gridCol>
                <a:gridCol w="4824738">
                  <a:extLst>
                    <a:ext uri="{9D8B030D-6E8A-4147-A177-3AD203B41FA5}">
                      <a16:colId xmlns:a16="http://schemas.microsoft.com/office/drawing/2014/main" val="2685612945"/>
                    </a:ext>
                  </a:extLst>
                </a:gridCol>
              </a:tblGrid>
              <a:tr h="439519">
                <a:tc>
                  <a:txBody>
                    <a:bodyPr/>
                    <a:lstStyle/>
                    <a:p>
                      <a:pPr marL="0" marR="0">
                        <a:lnSpc>
                          <a:spcPct val="115000"/>
                        </a:lnSpc>
                        <a:spcAft>
                          <a:spcPts val="1000"/>
                        </a:spcAft>
                        <a:buNone/>
                      </a:pPr>
                      <a:r>
                        <a:rPr lang="en-US" sz="1200">
                          <a:effectLst/>
                        </a:rPr>
                        <a:t>Program Covers</a:t>
                      </a:r>
                      <a:endParaRPr lang="en-US" sz="120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61129" marR="61129" marT="50015" marB="50015" anchor="ctr"/>
                </a:tc>
                <a:tc>
                  <a:txBody>
                    <a:bodyPr/>
                    <a:lstStyle/>
                    <a:p>
                      <a:pPr marL="0" marR="0">
                        <a:lnSpc>
                          <a:spcPct val="115000"/>
                        </a:lnSpc>
                        <a:spcAft>
                          <a:spcPts val="1000"/>
                        </a:spcAft>
                        <a:buNone/>
                      </a:pPr>
                      <a:r>
                        <a:rPr lang="en-US" sz="1200">
                          <a:effectLst/>
                        </a:rPr>
                        <a:t>Explicitly Outside Scope</a:t>
                      </a:r>
                      <a:endParaRPr lang="en-US" sz="120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61129" marR="61129" marT="50015" marB="50015" anchor="ctr"/>
                </a:tc>
                <a:tc>
                  <a:txBody>
                    <a:bodyPr/>
                    <a:lstStyle/>
                    <a:p>
                      <a:pPr marL="0" marR="0">
                        <a:lnSpc>
                          <a:spcPct val="115000"/>
                        </a:lnSpc>
                        <a:spcAft>
                          <a:spcPts val="1000"/>
                        </a:spcAft>
                        <a:buNone/>
                      </a:pPr>
                      <a:r>
                        <a:rPr lang="en-US" sz="1200">
                          <a:effectLst/>
                        </a:rPr>
                        <a:t>Delivery Guardrails</a:t>
                      </a:r>
                      <a:endParaRPr lang="en-US" sz="120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61129" marR="61129" marT="50015" marB="50015" anchor="ctr"/>
                </a:tc>
                <a:extLst>
                  <a:ext uri="{0D108BD9-81ED-4DB2-BD59-A6C34878D82A}">
                    <a16:rowId xmlns:a16="http://schemas.microsoft.com/office/drawing/2014/main" val="3584349635"/>
                  </a:ext>
                </a:extLst>
              </a:tr>
              <a:tr h="617293">
                <a:tc>
                  <a:txBody>
                    <a:bodyPr/>
                    <a:lstStyle/>
                    <a:p>
                      <a:pPr marL="0" marR="0">
                        <a:lnSpc>
                          <a:spcPct val="104000"/>
                        </a:lnSpc>
                        <a:spcAft>
                          <a:spcPts val="1000"/>
                        </a:spcAft>
                        <a:buNone/>
                      </a:pPr>
                      <a:r>
                        <a:rPr lang="en-US" sz="1200" b="0">
                          <a:solidFill>
                            <a:schemeClr val="tx1"/>
                          </a:solidFill>
                          <a:effectLst/>
                        </a:rPr>
                        <a:t>Extend the existing performance framework</a:t>
                      </a:r>
                      <a:endParaRPr lang="en-US" sz="1200" b="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61129" marR="61129" marT="50015" marB="50015">
                    <a:solidFill>
                      <a:srgbClr val="E7E7E9"/>
                    </a:solidFill>
                  </a:tcPr>
                </a:tc>
                <a:tc>
                  <a:txBody>
                    <a:bodyPr/>
                    <a:lstStyle/>
                    <a:p>
                      <a:pPr marL="0" marR="0">
                        <a:lnSpc>
                          <a:spcPct val="104000"/>
                        </a:lnSpc>
                        <a:spcAft>
                          <a:spcPts val="1000"/>
                        </a:spcAft>
                        <a:buNone/>
                      </a:pPr>
                      <a:r>
                        <a:rPr lang="en-US" sz="1200">
                          <a:effectLst/>
                        </a:rPr>
                        <a:t>Restart the SQL Anywhere or Sybase to PostgreSQL migration</a:t>
                      </a:r>
                      <a:endParaRPr lang="en-US" sz="120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61129" marR="61129" marT="50015" marB="50015"/>
                </a:tc>
                <a:tc>
                  <a:txBody>
                    <a:bodyPr/>
                    <a:lstStyle/>
                    <a:p>
                      <a:pPr marL="0" marR="0">
                        <a:lnSpc>
                          <a:spcPct val="104000"/>
                        </a:lnSpc>
                        <a:spcAft>
                          <a:spcPts val="1000"/>
                        </a:spcAft>
                        <a:buNone/>
                      </a:pPr>
                      <a:r>
                        <a:rPr lang="en-US" sz="1200">
                          <a:effectLst/>
                        </a:rPr>
                        <a:t>Validate the current baseline during Phase Zero</a:t>
                      </a:r>
                      <a:endParaRPr lang="en-US" sz="120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61129" marR="61129" marT="50015" marB="50015"/>
                </a:tc>
                <a:extLst>
                  <a:ext uri="{0D108BD9-81ED-4DB2-BD59-A6C34878D82A}">
                    <a16:rowId xmlns:a16="http://schemas.microsoft.com/office/drawing/2014/main" val="2168708247"/>
                  </a:ext>
                </a:extLst>
              </a:tr>
              <a:tr h="513262">
                <a:tc>
                  <a:txBody>
                    <a:bodyPr/>
                    <a:lstStyle/>
                    <a:p>
                      <a:pPr marL="0" marR="0">
                        <a:lnSpc>
                          <a:spcPct val="104000"/>
                        </a:lnSpc>
                        <a:spcAft>
                          <a:spcPts val="1000"/>
                        </a:spcAft>
                        <a:buNone/>
                      </a:pPr>
                      <a:r>
                        <a:rPr lang="en-US" sz="1200" b="0">
                          <a:solidFill>
                            <a:schemeClr val="tx1"/>
                          </a:solidFill>
                          <a:effectLst/>
                        </a:rPr>
                        <a:t>Build a governed service and data layer</a:t>
                      </a:r>
                      <a:endParaRPr lang="en-US" sz="1200" b="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61129" marR="61129" marT="50015" marB="50015">
                    <a:solidFill>
                      <a:schemeClr val="bg1"/>
                    </a:solidFill>
                  </a:tcPr>
                </a:tc>
                <a:tc>
                  <a:txBody>
                    <a:bodyPr/>
                    <a:lstStyle/>
                    <a:p>
                      <a:pPr marL="0" marR="0">
                        <a:lnSpc>
                          <a:spcPct val="104000"/>
                        </a:lnSpc>
                        <a:spcAft>
                          <a:spcPts val="1000"/>
                        </a:spcAft>
                        <a:buNone/>
                      </a:pPr>
                      <a:r>
                        <a:rPr lang="en-US" sz="1200">
                          <a:effectLst/>
                        </a:rPr>
                        <a:t>A wholesale PowerBuilder rewrite</a:t>
                      </a:r>
                      <a:endParaRPr lang="en-US" sz="120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61129" marR="61129" marT="50015" marB="50015"/>
                </a:tc>
                <a:tc>
                  <a:txBody>
                    <a:bodyPr/>
                    <a:lstStyle/>
                    <a:p>
                      <a:pPr marL="0" marR="0">
                        <a:lnSpc>
                          <a:spcPct val="104000"/>
                        </a:lnSpc>
                        <a:spcAft>
                          <a:spcPts val="1000"/>
                        </a:spcAft>
                        <a:buNone/>
                      </a:pPr>
                      <a:r>
                        <a:rPr lang="en-US" sz="1200">
                          <a:effectLst/>
                        </a:rPr>
                        <a:t>Reuse existing tools and assets where practical</a:t>
                      </a:r>
                      <a:endParaRPr lang="en-US" sz="120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61129" marR="61129" marT="50015" marB="50015"/>
                </a:tc>
                <a:extLst>
                  <a:ext uri="{0D108BD9-81ED-4DB2-BD59-A6C34878D82A}">
                    <a16:rowId xmlns:a16="http://schemas.microsoft.com/office/drawing/2014/main" val="588136410"/>
                  </a:ext>
                </a:extLst>
              </a:tr>
              <a:tr h="617293">
                <a:tc>
                  <a:txBody>
                    <a:bodyPr/>
                    <a:lstStyle/>
                    <a:p>
                      <a:pPr marL="0" marR="0">
                        <a:lnSpc>
                          <a:spcPct val="104000"/>
                        </a:lnSpc>
                        <a:spcAft>
                          <a:spcPts val="1000"/>
                        </a:spcAft>
                        <a:buNone/>
                      </a:pPr>
                      <a:r>
                        <a:rPr lang="en-US" sz="1200" b="0">
                          <a:solidFill>
                            <a:schemeClr val="tx1"/>
                          </a:solidFill>
                          <a:effectLst/>
                        </a:rPr>
                        <a:t>Migrate agreed priority PowerBuilder workflows</a:t>
                      </a:r>
                      <a:endParaRPr lang="en-US" sz="1200" b="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61129" marR="61129" marT="50015" marB="50015">
                    <a:solidFill>
                      <a:srgbClr val="E7E7E9"/>
                    </a:solidFill>
                  </a:tcPr>
                </a:tc>
                <a:tc>
                  <a:txBody>
                    <a:bodyPr/>
                    <a:lstStyle/>
                    <a:p>
                      <a:pPr marL="0" marR="0">
                        <a:lnSpc>
                          <a:spcPct val="104000"/>
                        </a:lnSpc>
                        <a:spcAft>
                          <a:spcPts val="1000"/>
                        </a:spcAft>
                        <a:buNone/>
                      </a:pPr>
                      <a:r>
                        <a:rPr lang="en-US" sz="1200">
                          <a:effectLst/>
                        </a:rPr>
                        <a:t>C++/Chairside code modernization</a:t>
                      </a:r>
                      <a:endParaRPr lang="en-US" sz="120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61129" marR="61129" marT="50015" marB="50015">
                    <a:lnB>
                      <a:noFill/>
                    </a:lnB>
                  </a:tcPr>
                </a:tc>
                <a:tc>
                  <a:txBody>
                    <a:bodyPr/>
                    <a:lstStyle/>
                    <a:p>
                      <a:pPr marL="0" marR="0">
                        <a:lnSpc>
                          <a:spcPct val="104000"/>
                        </a:lnSpc>
                        <a:spcAft>
                          <a:spcPts val="1000"/>
                        </a:spcAft>
                        <a:buNone/>
                      </a:pPr>
                      <a:r>
                        <a:rPr lang="en-US" sz="1200">
                          <a:effectLst/>
                        </a:rPr>
                        <a:t>Use business-oriented APIs instead of generic SQL or table endpoints</a:t>
                      </a:r>
                      <a:endParaRPr lang="en-US" sz="120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61129" marR="61129" marT="50015" marB="50015"/>
                </a:tc>
                <a:extLst>
                  <a:ext uri="{0D108BD9-81ED-4DB2-BD59-A6C34878D82A}">
                    <a16:rowId xmlns:a16="http://schemas.microsoft.com/office/drawing/2014/main" val="3799356453"/>
                  </a:ext>
                </a:extLst>
              </a:tr>
              <a:tr h="617293">
                <a:tc>
                  <a:txBody>
                    <a:bodyPr/>
                    <a:lstStyle/>
                    <a:p>
                      <a:pPr marL="0" marR="0">
                        <a:lnSpc>
                          <a:spcPct val="104000"/>
                        </a:lnSpc>
                        <a:spcAft>
                          <a:spcPts val="1000"/>
                        </a:spcAft>
                        <a:buNone/>
                      </a:pPr>
                      <a:r>
                        <a:rPr lang="en-US" sz="1200" b="0">
                          <a:solidFill>
                            <a:schemeClr val="tx1"/>
                          </a:solidFill>
                          <a:effectLst/>
                        </a:rPr>
                        <a:t>Modernize selected workflows through React</a:t>
                      </a:r>
                      <a:endParaRPr lang="en-US" sz="1200" b="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61129" marR="61129" marT="50015" marB="50015">
                    <a:lnR>
                      <a:noFill/>
                    </a:lnR>
                    <a:solidFill>
                      <a:schemeClr val="bg1"/>
                    </a:solidFill>
                  </a:tcPr>
                </a:tc>
                <a:tc>
                  <a:txBody>
                    <a:bodyPr/>
                    <a:lstStyle/>
                    <a:p>
                      <a:pPr marL="0" marR="0">
                        <a:lnSpc>
                          <a:spcPct val="104000"/>
                        </a:lnSpc>
                        <a:spcAft>
                          <a:spcPts val="1000"/>
                        </a:spcAft>
                        <a:buNone/>
                      </a:pPr>
                      <a:r>
                        <a:rPr lang="en-US" sz="1200">
                          <a:effectLst/>
                        </a:rPr>
                        <a:t>Internal modernization of </a:t>
                      </a:r>
                      <a:r>
                        <a:rPr lang="en-US" sz="1200" err="1">
                          <a:effectLst/>
                        </a:rPr>
                        <a:t>Eaglesoft</a:t>
                      </a:r>
                      <a:r>
                        <a:rPr lang="en-US" sz="1200">
                          <a:effectLst/>
                        </a:rPr>
                        <a:t> server-side SQL</a:t>
                      </a:r>
                      <a:endParaRPr lang="en-US" sz="120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61129" marR="61129" marT="50015" marB="50015">
                    <a:lnL>
                      <a:noFill/>
                    </a:lnL>
                    <a:lnR>
                      <a:noFill/>
                    </a:lnR>
                    <a:lnT>
                      <a:noFill/>
                    </a:lnT>
                    <a:lnB>
                      <a:noFill/>
                    </a:lnB>
                    <a:lnTlToBr w="12700" cmpd="sng">
                      <a:noFill/>
                      <a:prstDash val="solid"/>
                    </a:lnTlToBr>
                    <a:lnBlToTr w="12700" cmpd="sng">
                      <a:noFill/>
                      <a:prstDash val="solid"/>
                    </a:lnBlToTr>
                  </a:tcPr>
                </a:tc>
                <a:tc>
                  <a:txBody>
                    <a:bodyPr/>
                    <a:lstStyle/>
                    <a:p>
                      <a:pPr marL="0" marR="0">
                        <a:lnSpc>
                          <a:spcPct val="104000"/>
                        </a:lnSpc>
                        <a:spcAft>
                          <a:spcPts val="1000"/>
                        </a:spcAft>
                        <a:buNone/>
                      </a:pPr>
                      <a:r>
                        <a:rPr lang="en-US" sz="1200">
                          <a:effectLst/>
                        </a:rPr>
                        <a:t>Preserve behavior through coexistence, feature flags, testing, and rollback</a:t>
                      </a:r>
                      <a:endParaRPr lang="en-US" sz="120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61129" marR="61129" marT="50015" marB="50015">
                    <a:lnL>
                      <a:noFill/>
                    </a:lnL>
                  </a:tcPr>
                </a:tc>
                <a:extLst>
                  <a:ext uri="{0D108BD9-81ED-4DB2-BD59-A6C34878D82A}">
                    <a16:rowId xmlns:a16="http://schemas.microsoft.com/office/drawing/2014/main" val="2489964071"/>
                  </a:ext>
                </a:extLst>
              </a:tr>
              <a:tr h="825354">
                <a:tc>
                  <a:txBody>
                    <a:bodyPr/>
                    <a:lstStyle/>
                    <a:p>
                      <a:pPr marL="0" marR="0">
                        <a:lnSpc>
                          <a:spcPct val="104000"/>
                        </a:lnSpc>
                        <a:spcAft>
                          <a:spcPts val="1000"/>
                        </a:spcAft>
                        <a:buNone/>
                      </a:pPr>
                      <a:r>
                        <a:rPr lang="en-US" sz="1200" b="0">
                          <a:solidFill>
                            <a:schemeClr val="tx1"/>
                          </a:solidFill>
                          <a:effectLst/>
                        </a:rPr>
                        <a:t>Add full-stack performance testing, telemetry, and release gates</a:t>
                      </a:r>
                      <a:endParaRPr lang="en-US" sz="1200" b="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61129" marR="61129" marT="50015" marB="50015">
                    <a:solidFill>
                      <a:srgbClr val="E7E7E9"/>
                    </a:solidFill>
                  </a:tcPr>
                </a:tc>
                <a:tc>
                  <a:txBody>
                    <a:bodyPr/>
                    <a:lstStyle/>
                    <a:p>
                      <a:pPr marL="0" marR="0">
                        <a:lnSpc>
                          <a:spcPct val="104000"/>
                        </a:lnSpc>
                        <a:spcAft>
                          <a:spcPts val="1000"/>
                        </a:spcAft>
                        <a:buNone/>
                      </a:pPr>
                      <a:r>
                        <a:rPr lang="en-US" sz="1200">
                          <a:effectLst/>
                        </a:rPr>
                        <a:t>A full cloud migration during this phase</a:t>
                      </a:r>
                      <a:endParaRPr lang="en-US" sz="120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61129" marR="61129" marT="50015" marB="50015">
                    <a:lnT>
                      <a:noFill/>
                    </a:lnT>
                  </a:tcPr>
                </a:tc>
                <a:tc>
                  <a:txBody>
                    <a:bodyPr/>
                    <a:lstStyle/>
                    <a:p>
                      <a:pPr marL="0" marR="0">
                        <a:lnSpc>
                          <a:spcPct val="104000"/>
                        </a:lnSpc>
                        <a:spcAft>
                          <a:spcPts val="1000"/>
                        </a:spcAft>
                        <a:buNone/>
                      </a:pPr>
                      <a:r>
                        <a:rPr lang="en-US" sz="1200">
                          <a:effectLst/>
                        </a:rPr>
                        <a:t>Use controlled datasets and environments</a:t>
                      </a:r>
                      <a:endParaRPr lang="en-US" sz="120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61129" marR="61129" marT="50015" marB="50015"/>
                </a:tc>
                <a:extLst>
                  <a:ext uri="{0D108BD9-81ED-4DB2-BD59-A6C34878D82A}">
                    <a16:rowId xmlns:a16="http://schemas.microsoft.com/office/drawing/2014/main" val="3156740515"/>
                  </a:ext>
                </a:extLst>
              </a:tr>
              <a:tr h="721323">
                <a:tc>
                  <a:txBody>
                    <a:bodyPr/>
                    <a:lstStyle/>
                    <a:p>
                      <a:pPr marL="0" marR="0">
                        <a:lnSpc>
                          <a:spcPct val="104000"/>
                        </a:lnSpc>
                        <a:spcAft>
                          <a:spcPts val="1000"/>
                        </a:spcAft>
                        <a:buNone/>
                      </a:pPr>
                      <a:r>
                        <a:rPr lang="en-US" sz="1200" b="0">
                          <a:solidFill>
                            <a:schemeClr val="tx1"/>
                          </a:solidFill>
                          <a:effectLst/>
                        </a:rPr>
                        <a:t>Design contracts that are cloud-capable</a:t>
                      </a:r>
                      <a:endParaRPr lang="en-US" sz="1200" b="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61129" marR="61129" marT="50015" marB="50015">
                    <a:solidFill>
                      <a:schemeClr val="bg1"/>
                    </a:solidFill>
                  </a:tcPr>
                </a:tc>
                <a:tc>
                  <a:txBody>
                    <a:bodyPr/>
                    <a:lstStyle/>
                    <a:p>
                      <a:pPr marL="0" marR="0">
                        <a:lnSpc>
                          <a:spcPct val="104000"/>
                        </a:lnSpc>
                        <a:spcAft>
                          <a:spcPts val="1000"/>
                        </a:spcAft>
                        <a:buNone/>
                      </a:pPr>
                      <a:r>
                        <a:rPr lang="en-US" sz="1200">
                          <a:effectLst/>
                        </a:rPr>
                        <a:t>Rebuilding every </a:t>
                      </a:r>
                      <a:r>
                        <a:rPr lang="en-US" sz="1200" err="1">
                          <a:effectLst/>
                        </a:rPr>
                        <a:t>Eaglesoft</a:t>
                      </a:r>
                      <a:r>
                        <a:rPr lang="en-US" sz="1200">
                          <a:effectLst/>
                        </a:rPr>
                        <a:t> screen immediately</a:t>
                      </a:r>
                      <a:endParaRPr lang="en-US" sz="120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61129" marR="61129" marT="50015" marB="50015"/>
                </a:tc>
                <a:tc>
                  <a:txBody>
                    <a:bodyPr/>
                    <a:lstStyle/>
                    <a:p>
                      <a:pPr marL="0" marR="0">
                        <a:lnSpc>
                          <a:spcPct val="104000"/>
                        </a:lnSpc>
                        <a:spcAft>
                          <a:spcPts val="1000"/>
                        </a:spcAft>
                        <a:buNone/>
                      </a:pPr>
                      <a:r>
                        <a:rPr lang="en-US" sz="1200">
                          <a:effectLst/>
                        </a:rPr>
                        <a:t>Make PostgreSQL changes only when required for correctness, performance, or the new data layer</a:t>
                      </a:r>
                      <a:endParaRPr lang="en-US" sz="120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61129" marR="61129" marT="50015" marB="50015"/>
                </a:tc>
                <a:extLst>
                  <a:ext uri="{0D108BD9-81ED-4DB2-BD59-A6C34878D82A}">
                    <a16:rowId xmlns:a16="http://schemas.microsoft.com/office/drawing/2014/main" val="2540845564"/>
                  </a:ext>
                </a:extLst>
              </a:tr>
            </a:tbl>
          </a:graphicData>
        </a:graphic>
      </p:graphicFrame>
    </p:spTree>
    <p:extLst>
      <p:ext uri="{BB962C8B-B14F-4D97-AF65-F5344CB8AC3E}">
        <p14:creationId xmlns:p14="http://schemas.microsoft.com/office/powerpoint/2010/main" val="415624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58BC9F6-38DD-C154-CFF1-DB46699F8823}"/>
              </a:ext>
            </a:extLst>
          </p:cNvPr>
          <p:cNvSpPr>
            <a:spLocks noGrp="1"/>
          </p:cNvSpPr>
          <p:nvPr>
            <p:ph type="ftr" sz="quarter" idx="10"/>
          </p:nvPr>
        </p:nvSpPr>
        <p:spPr/>
        <p:txBody>
          <a:bodyPr/>
          <a:lstStyle/>
          <a:p>
            <a:r>
              <a:rPr lang="en-US"/>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A354FCB2-6304-D224-39AE-11AA91BEB03D}"/>
              </a:ext>
            </a:extLst>
          </p:cNvPr>
          <p:cNvSpPr>
            <a:spLocks noGrp="1"/>
          </p:cNvSpPr>
          <p:nvPr>
            <p:ph type="sldNum" sz="quarter" idx="11"/>
          </p:nvPr>
        </p:nvSpPr>
        <p:spPr/>
        <p:txBody>
          <a:bodyPr/>
          <a:lstStyle/>
          <a:p>
            <a:fld id="{63DCA5C9-2E11-4C67-86EB-AE1DE127DC64}" type="slidenum">
              <a:rPr lang="en-US" smtClean="0"/>
              <a:pPr/>
              <a:t>26</a:t>
            </a:fld>
            <a:endParaRPr lang="en-US"/>
          </a:p>
        </p:txBody>
      </p:sp>
      <p:sp>
        <p:nvSpPr>
          <p:cNvPr id="4" name="Title 3">
            <a:extLst>
              <a:ext uri="{FF2B5EF4-FFF2-40B4-BE49-F238E27FC236}">
                <a16:creationId xmlns:a16="http://schemas.microsoft.com/office/drawing/2014/main" id="{21269121-BFEA-6979-126D-B08C178E5C32}"/>
              </a:ext>
            </a:extLst>
          </p:cNvPr>
          <p:cNvSpPr>
            <a:spLocks noGrp="1"/>
          </p:cNvSpPr>
          <p:nvPr>
            <p:ph type="title"/>
          </p:nvPr>
        </p:nvSpPr>
        <p:spPr/>
        <p:txBody>
          <a:bodyPr/>
          <a:lstStyle/>
          <a:p>
            <a:r>
              <a:rPr lang="en-US"/>
              <a:t>The proposed fees and team structure will allow us to align on the required approach, while providing flexibility to adapt as the engagement evolves</a:t>
            </a:r>
          </a:p>
        </p:txBody>
      </p:sp>
      <p:sp>
        <p:nvSpPr>
          <p:cNvPr id="5" name="Text Placeholder 4">
            <a:extLst>
              <a:ext uri="{FF2B5EF4-FFF2-40B4-BE49-F238E27FC236}">
                <a16:creationId xmlns:a16="http://schemas.microsoft.com/office/drawing/2014/main" id="{8BCDF205-2B95-ADD8-BF7E-A74BCAE90378}"/>
              </a:ext>
            </a:extLst>
          </p:cNvPr>
          <p:cNvSpPr>
            <a:spLocks noGrp="1"/>
          </p:cNvSpPr>
          <p:nvPr>
            <p:ph type="body" sz="quarter" idx="19"/>
          </p:nvPr>
        </p:nvSpPr>
        <p:spPr/>
        <p:txBody>
          <a:bodyPr/>
          <a:lstStyle/>
          <a:p>
            <a:r>
              <a:rPr lang="en-US"/>
              <a:t>Our approach</a:t>
            </a:r>
          </a:p>
        </p:txBody>
      </p:sp>
      <p:sp>
        <p:nvSpPr>
          <p:cNvPr id="6" name="Rectangle 5">
            <a:extLst>
              <a:ext uri="{FF2B5EF4-FFF2-40B4-BE49-F238E27FC236}">
                <a16:creationId xmlns:a16="http://schemas.microsoft.com/office/drawing/2014/main" id="{7C9DA1F7-FE6D-E6F3-B1B7-5B45CAE7F53A}"/>
              </a:ext>
            </a:extLst>
          </p:cNvPr>
          <p:cNvSpPr/>
          <p:nvPr/>
        </p:nvSpPr>
        <p:spPr>
          <a:xfrm>
            <a:off x="460373" y="2953828"/>
            <a:ext cx="11426824" cy="30677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5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7E08FDEE-8DE2-8171-CDDA-AC070B6532FB}"/>
              </a:ext>
            </a:extLst>
          </p:cNvPr>
          <p:cNvSpPr txBox="1"/>
          <p:nvPr/>
        </p:nvSpPr>
        <p:spPr>
          <a:xfrm>
            <a:off x="552091" y="3269013"/>
            <a:ext cx="11335106" cy="2752591"/>
          </a:xfrm>
          <a:prstGeom prst="rect">
            <a:avLst/>
          </a:prstGeom>
          <a:noFill/>
        </p:spPr>
        <p:txBody>
          <a:bodyPr wrap="square" lIns="0" tIns="0" rIns="0" bIns="0" rtlCol="0" anchor="t">
            <a:noAutofit/>
          </a:bodyPr>
          <a:lstStyle/>
          <a:p>
            <a:pPr marL="0" marR="0" lvl="0" indent="0" algn="ctr" defTabSz="914400" rtl="0" eaLnBrk="1" fontAlgn="auto" latinLnBrk="0" hangingPunct="1">
              <a:lnSpc>
                <a:spcPct val="100000"/>
              </a:lnSpc>
              <a:spcBef>
                <a:spcPts val="0"/>
              </a:spcBef>
              <a:spcAft>
                <a:spcPts val="600"/>
              </a:spcAft>
              <a:buClr>
                <a:srgbClr val="F900D3"/>
              </a:buClr>
              <a:buSzPct val="70000"/>
              <a:buFont typeface="Arial" panose="020B0604020202020204" pitchFamily="34" charset="0"/>
              <a:buNone/>
              <a:tabLst/>
              <a:defRPr/>
            </a:pPr>
            <a:r>
              <a:rPr kumimoji="0" lang="en-US" sz="1300" b="1" i="0" u="none" strike="noStrike" kern="1200" cap="none" spc="0" normalizeH="0" baseline="0" noProof="0">
                <a:ln>
                  <a:noFill/>
                </a:ln>
                <a:solidFill>
                  <a:srgbClr val="0047FF"/>
                </a:solidFill>
                <a:effectLst/>
                <a:uLnTx/>
                <a:uFillTx/>
                <a:latin typeface="Arial" panose="020B0604020202020204"/>
                <a:ea typeface="+mn-ea"/>
                <a:cs typeface="+mn-cs"/>
              </a:rPr>
              <a:t>KEY NOTES</a:t>
            </a:r>
          </a:p>
          <a:p>
            <a:pPr marL="285750" lvl="0" indent="-285750">
              <a:buFont typeface="Arial" panose="020B0604020202020204" pitchFamily="34" charset="0"/>
              <a:buChar char="•"/>
            </a:pPr>
            <a:r>
              <a:rPr lang="en-US" sz="1300" b="1"/>
              <a:t>Scope Validation:</a:t>
            </a:r>
            <a:r>
              <a:rPr lang="en-US" sz="1300"/>
              <a:t> Phase 1 is intended to validate the </a:t>
            </a:r>
            <a:r>
              <a:rPr lang="en-US" sz="1300" err="1"/>
              <a:t>Traumasoft</a:t>
            </a:r>
            <a:r>
              <a:rPr lang="en-US" sz="1300"/>
              <a:t> proposed implementation plan (including resourcing approach), operating-unit details that have been gathered already, contemplated rollout sequencing, to inform level of WM support required for subsequent phases</a:t>
            </a:r>
          </a:p>
          <a:p>
            <a:pPr marL="285750" lvl="0" indent="-285750">
              <a:buFont typeface="Arial" panose="020B0604020202020204" pitchFamily="34" charset="0"/>
              <a:buChar char="•"/>
            </a:pPr>
            <a:r>
              <a:rPr lang="en-US" sz="1300" b="1"/>
              <a:t>Ongoing Support:</a:t>
            </a:r>
            <a:r>
              <a:rPr lang="en-US" sz="1300"/>
              <a:t> Phase 2 and 3 team composition and monthly fees will be confirmed at end of Phase 1 and may be adjusted over time based on rollout progress and </a:t>
            </a:r>
            <a:r>
              <a:rPr lang="en-US" sz="1300" err="1"/>
              <a:t>PatientCare’s</a:t>
            </a:r>
            <a:r>
              <a:rPr lang="en-US" sz="1300"/>
              <a:t> support needs (can be revisited at monthly project check-ins) </a:t>
            </a:r>
          </a:p>
          <a:p>
            <a:pPr marL="285750" lvl="0" indent="-285750">
              <a:buFont typeface="Arial" panose="020B0604020202020204" pitchFamily="34" charset="0"/>
              <a:buChar char="•"/>
            </a:pPr>
            <a:r>
              <a:rPr lang="en-US" sz="1300" b="1"/>
              <a:t>Execution Assumptions:</a:t>
            </a:r>
            <a:r>
              <a:rPr lang="en-US" sz="1300"/>
              <a:t> Fees assume timely participation from </a:t>
            </a:r>
            <a:r>
              <a:rPr lang="en-US" sz="1300" err="1"/>
              <a:t>PatientCare</a:t>
            </a:r>
            <a:r>
              <a:rPr lang="en-US" sz="1300"/>
              <a:t> and </a:t>
            </a:r>
            <a:r>
              <a:rPr lang="en-US" sz="1300" err="1"/>
              <a:t>Traumasoft</a:t>
            </a:r>
            <a:r>
              <a:rPr lang="en-US" sz="1300"/>
              <a:t> stakeholders and continuous execution; material delays, pauses, or changes in sequencing may affect timing, resource availability, and cost. Documentation of current state processes is out of scope (engagement assumes </a:t>
            </a:r>
            <a:r>
              <a:rPr lang="en-US" sz="1300" err="1"/>
              <a:t>PatientCare</a:t>
            </a:r>
            <a:r>
              <a:rPr lang="en-US" sz="1300"/>
              <a:t> will be able to provide most current state documentation required to help establish implementation timeline and </a:t>
            </a:r>
            <a:r>
              <a:rPr lang="en-US" sz="1300" err="1"/>
              <a:t>Traumasoft</a:t>
            </a:r>
            <a:r>
              <a:rPr lang="en-US" sz="1300"/>
              <a:t> discovery/planning phases)</a:t>
            </a:r>
          </a:p>
          <a:p>
            <a:pPr marL="285750" lvl="0" indent="-285750">
              <a:buFont typeface="Arial" panose="020B0604020202020204" pitchFamily="34" charset="0"/>
              <a:buChar char="•"/>
            </a:pPr>
            <a:r>
              <a:rPr lang="en-US" sz="1300" b="1"/>
              <a:t>Expenses:</a:t>
            </a:r>
            <a:r>
              <a:rPr lang="en-US" sz="1300"/>
              <a:t> Travel and other approved out-of-pocket expenses are excluded from professional fees and billed separately at cost</a:t>
            </a:r>
          </a:p>
          <a:p>
            <a:pPr lvl="0" algn="ctr"/>
            <a:r>
              <a:rPr lang="en-US" sz="1000" i="1"/>
              <a:t>This is a draft Proposal for discussion only. Any final agreed to scope, fees and timing would be fully documented through a formal Statement of Work (SOW) and Professional Services Agreement (PSA)</a:t>
            </a:r>
          </a:p>
        </p:txBody>
      </p:sp>
      <p:sp>
        <p:nvSpPr>
          <p:cNvPr id="9" name="Rectangle 8">
            <a:extLst>
              <a:ext uri="{FF2B5EF4-FFF2-40B4-BE49-F238E27FC236}">
                <a16:creationId xmlns:a16="http://schemas.microsoft.com/office/drawing/2014/main" id="{D2846C36-C17A-A368-8513-06C7EA1452CD}"/>
              </a:ext>
            </a:extLst>
          </p:cNvPr>
          <p:cNvSpPr/>
          <p:nvPr/>
        </p:nvSpPr>
        <p:spPr>
          <a:xfrm>
            <a:off x="467067" y="2342153"/>
            <a:ext cx="3540969" cy="4020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chorCtr="0"/>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70154"/>
                </a:solidFill>
                <a:effectLst/>
                <a:uLnTx/>
                <a:uFillTx/>
                <a:latin typeface="Arial" panose="020B0604020202020204"/>
                <a:ea typeface="+mn-ea"/>
                <a:cs typeface="+mn-cs"/>
              </a:rPr>
              <a:t>Phase 1: Initial 3-Week Sprint</a:t>
            </a:r>
          </a:p>
        </p:txBody>
      </p:sp>
      <p:sp>
        <p:nvSpPr>
          <p:cNvPr id="10" name="Rectangle 9">
            <a:extLst>
              <a:ext uri="{FF2B5EF4-FFF2-40B4-BE49-F238E27FC236}">
                <a16:creationId xmlns:a16="http://schemas.microsoft.com/office/drawing/2014/main" id="{1E1BB101-74E0-76C6-2580-66EC3C8A85F1}"/>
              </a:ext>
            </a:extLst>
          </p:cNvPr>
          <p:cNvSpPr/>
          <p:nvPr/>
        </p:nvSpPr>
        <p:spPr>
          <a:xfrm>
            <a:off x="467067" y="1431890"/>
            <a:ext cx="3540969" cy="914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chorCtr="0"/>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TIMING</a:t>
            </a:r>
          </a:p>
        </p:txBody>
      </p:sp>
      <p:sp>
        <p:nvSpPr>
          <p:cNvPr id="11" name="Rectangle 10">
            <a:extLst>
              <a:ext uri="{FF2B5EF4-FFF2-40B4-BE49-F238E27FC236}">
                <a16:creationId xmlns:a16="http://schemas.microsoft.com/office/drawing/2014/main" id="{22F8BCE6-DBDB-E6EB-6FFF-B20FE3AE3B5A}"/>
              </a:ext>
            </a:extLst>
          </p:cNvPr>
          <p:cNvSpPr/>
          <p:nvPr/>
        </p:nvSpPr>
        <p:spPr>
          <a:xfrm>
            <a:off x="4198864" y="2342153"/>
            <a:ext cx="3540969" cy="4020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chorCtr="0"/>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70154"/>
                </a:solidFill>
                <a:effectLst/>
                <a:uLnTx/>
                <a:uFillTx/>
                <a:latin typeface="Arial" panose="020B0604020202020204"/>
                <a:ea typeface="+mn-ea"/>
                <a:cs typeface="+mn-cs"/>
              </a:rPr>
              <a:t> </a:t>
            </a:r>
            <a:r>
              <a:rPr kumimoji="0" lang="en-US" sz="1200" b="0" i="0" u="none" strike="noStrike" kern="1200" cap="none" spc="0" normalizeH="0" baseline="0" noProof="0">
                <a:ln>
                  <a:noFill/>
                </a:ln>
                <a:solidFill>
                  <a:schemeClr val="tx1"/>
                </a:solidFill>
                <a:effectLst/>
                <a:uLnTx/>
                <a:uFillTx/>
                <a:latin typeface="Arial" panose="020B0604020202020204"/>
                <a:ea typeface="+mn-ea"/>
                <a:cs typeface="+mn-cs"/>
              </a:rPr>
              <a:t>1 </a:t>
            </a:r>
            <a:r>
              <a:rPr lang="en-US" sz="1200">
                <a:solidFill>
                  <a:schemeClr val="tx1"/>
                </a:solidFill>
                <a:latin typeface="Arial" panose="020B0604020202020204"/>
              </a:rPr>
              <a:t>Lead / PM, 2 Analysts &amp; Quality Assurance</a:t>
            </a:r>
            <a:endParaRPr kumimoji="0" lang="en-US" sz="1200" b="0" i="0" u="none" strike="noStrike" kern="1200" cap="none" spc="0" normalizeH="0" baseline="0" noProof="0">
              <a:ln>
                <a:noFill/>
              </a:ln>
              <a:solidFill>
                <a:srgbClr val="070154"/>
              </a:solidFill>
              <a:effectLst/>
              <a:uLnTx/>
              <a:uFillTx/>
              <a:latin typeface="Arial" panose="020B0604020202020204"/>
              <a:ea typeface="+mn-ea"/>
              <a:cs typeface="+mn-cs"/>
            </a:endParaRPr>
          </a:p>
        </p:txBody>
      </p:sp>
      <p:sp>
        <p:nvSpPr>
          <p:cNvPr id="12" name="Rectangle 11">
            <a:extLst>
              <a:ext uri="{FF2B5EF4-FFF2-40B4-BE49-F238E27FC236}">
                <a16:creationId xmlns:a16="http://schemas.microsoft.com/office/drawing/2014/main" id="{FF5B4369-F652-29F9-7A84-FA2FEFEB41E2}"/>
              </a:ext>
            </a:extLst>
          </p:cNvPr>
          <p:cNvSpPr/>
          <p:nvPr/>
        </p:nvSpPr>
        <p:spPr>
          <a:xfrm>
            <a:off x="4198864" y="1431890"/>
            <a:ext cx="3540969"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chorCtr="0"/>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RESOURCES</a:t>
            </a:r>
          </a:p>
        </p:txBody>
      </p:sp>
      <p:sp>
        <p:nvSpPr>
          <p:cNvPr id="13" name="Rectangle 12">
            <a:extLst>
              <a:ext uri="{FF2B5EF4-FFF2-40B4-BE49-F238E27FC236}">
                <a16:creationId xmlns:a16="http://schemas.microsoft.com/office/drawing/2014/main" id="{8DDBF703-7D98-8489-F81D-373A6A9E4570}"/>
              </a:ext>
            </a:extLst>
          </p:cNvPr>
          <p:cNvSpPr/>
          <p:nvPr/>
        </p:nvSpPr>
        <p:spPr>
          <a:xfrm>
            <a:off x="7920793" y="2342153"/>
            <a:ext cx="3966406" cy="4020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chorCtr="0"/>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200">
                <a:solidFill>
                  <a:srgbClr val="070154"/>
                </a:solidFill>
                <a:latin typeface="Arial" panose="020B0604020202020204"/>
              </a:rPr>
              <a:t>$110,000 - $125,000</a:t>
            </a:r>
          </a:p>
        </p:txBody>
      </p:sp>
      <p:sp>
        <p:nvSpPr>
          <p:cNvPr id="14" name="Rectangle 13">
            <a:extLst>
              <a:ext uri="{FF2B5EF4-FFF2-40B4-BE49-F238E27FC236}">
                <a16:creationId xmlns:a16="http://schemas.microsoft.com/office/drawing/2014/main" id="{6DC32E7A-D0B2-A87A-6CB3-D6E00084EC87}"/>
              </a:ext>
            </a:extLst>
          </p:cNvPr>
          <p:cNvSpPr/>
          <p:nvPr/>
        </p:nvSpPr>
        <p:spPr>
          <a:xfrm>
            <a:off x="7920792" y="1431890"/>
            <a:ext cx="3966405" cy="914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chorCtr="0"/>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a:ln>
                  <a:noFill/>
                </a:ln>
                <a:solidFill>
                  <a:schemeClr val="bg1"/>
                </a:solidFill>
                <a:effectLst/>
                <a:uLnTx/>
                <a:uFillTx/>
                <a:latin typeface="Arial" panose="020B0604020202020204"/>
                <a:ea typeface="+mn-ea"/>
                <a:cs typeface="+mn-cs"/>
              </a:rPr>
              <a:t>FEES</a:t>
            </a:r>
          </a:p>
        </p:txBody>
      </p:sp>
      <p:pic>
        <p:nvPicPr>
          <p:cNvPr id="15" name="Graphic 14">
            <a:extLst>
              <a:ext uri="{FF2B5EF4-FFF2-40B4-BE49-F238E27FC236}">
                <a16:creationId xmlns:a16="http://schemas.microsoft.com/office/drawing/2014/main" id="{B79E81C1-DAC7-44DC-C7D7-41E30295287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87501" y="1582796"/>
            <a:ext cx="685800" cy="685800"/>
          </a:xfrm>
          <a:prstGeom prst="rect">
            <a:avLst/>
          </a:prstGeom>
        </p:spPr>
      </p:pic>
      <p:pic>
        <p:nvPicPr>
          <p:cNvPr id="16" name="Graphic 15">
            <a:extLst>
              <a:ext uri="{FF2B5EF4-FFF2-40B4-BE49-F238E27FC236}">
                <a16:creationId xmlns:a16="http://schemas.microsoft.com/office/drawing/2014/main" id="{248DB8CD-EEF1-9ECC-8CAC-EB3D8C7688F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29769" y="1588862"/>
            <a:ext cx="685800" cy="685800"/>
          </a:xfrm>
          <a:prstGeom prst="rect">
            <a:avLst/>
          </a:prstGeom>
        </p:spPr>
      </p:pic>
      <p:pic>
        <p:nvPicPr>
          <p:cNvPr id="17" name="Graphic 16">
            <a:extLst>
              <a:ext uri="{FF2B5EF4-FFF2-40B4-BE49-F238E27FC236}">
                <a16:creationId xmlns:a16="http://schemas.microsoft.com/office/drawing/2014/main" id="{3DC4BAC8-CD5D-3FDD-2632-50EFC741B80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89955" y="1582796"/>
            <a:ext cx="685800" cy="685800"/>
          </a:xfrm>
          <a:prstGeom prst="rect">
            <a:avLst/>
          </a:prstGeom>
        </p:spPr>
      </p:pic>
      <p:sp>
        <p:nvSpPr>
          <p:cNvPr id="20" name="Rectangle 19">
            <a:extLst>
              <a:ext uri="{FF2B5EF4-FFF2-40B4-BE49-F238E27FC236}">
                <a16:creationId xmlns:a16="http://schemas.microsoft.com/office/drawing/2014/main" id="{FA7D123B-BBEF-0E13-5B24-DD20AFBAB93C}"/>
              </a:ext>
            </a:extLst>
          </p:cNvPr>
          <p:cNvSpPr/>
          <p:nvPr/>
        </p:nvSpPr>
        <p:spPr>
          <a:xfrm>
            <a:off x="467067" y="2776644"/>
            <a:ext cx="3540969" cy="4020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chorCtr="0"/>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70154"/>
                </a:solidFill>
                <a:effectLst/>
                <a:uLnTx/>
                <a:uFillTx/>
                <a:latin typeface="Arial" panose="020B0604020202020204"/>
                <a:ea typeface="+mn-ea"/>
                <a:cs typeface="+mn-cs"/>
              </a:rPr>
              <a:t>Phase 2: 3-6 months</a:t>
            </a:r>
          </a:p>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sz="1200">
                <a:solidFill>
                  <a:srgbClr val="070154"/>
                </a:solidFill>
                <a:latin typeface="Arial" panose="020B0604020202020204"/>
              </a:rPr>
              <a:t>Phase 3: TBD </a:t>
            </a:r>
            <a:r>
              <a:rPr lang="en-US" sz="1200" i="1">
                <a:solidFill>
                  <a:srgbClr val="070154"/>
                </a:solidFill>
                <a:latin typeface="Arial" panose="020B0604020202020204"/>
              </a:rPr>
              <a:t>– Monthly as needed</a:t>
            </a:r>
            <a:endParaRPr kumimoji="0" lang="en-US" sz="1200" b="0" i="1" u="none" strike="noStrike" kern="1200" cap="none" spc="0" normalizeH="0" baseline="0" noProof="0">
              <a:ln>
                <a:noFill/>
              </a:ln>
              <a:solidFill>
                <a:srgbClr val="070154"/>
              </a:solidFill>
              <a:effectLst/>
              <a:uLnTx/>
              <a:uFillTx/>
              <a:latin typeface="Arial" panose="020B0604020202020204"/>
              <a:ea typeface="+mn-ea"/>
              <a:cs typeface="+mn-cs"/>
            </a:endParaRPr>
          </a:p>
        </p:txBody>
      </p:sp>
      <p:sp>
        <p:nvSpPr>
          <p:cNvPr id="22" name="Rectangle 21">
            <a:extLst>
              <a:ext uri="{FF2B5EF4-FFF2-40B4-BE49-F238E27FC236}">
                <a16:creationId xmlns:a16="http://schemas.microsoft.com/office/drawing/2014/main" id="{A2FAFFC5-42E7-D310-1BF0-16C8AAB99D5A}"/>
              </a:ext>
            </a:extLst>
          </p:cNvPr>
          <p:cNvSpPr/>
          <p:nvPr/>
        </p:nvSpPr>
        <p:spPr>
          <a:xfrm>
            <a:off x="4198864" y="2776644"/>
            <a:ext cx="3540969" cy="4020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chorCtr="0"/>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70154"/>
                </a:solidFill>
                <a:effectLst/>
                <a:uLnTx/>
                <a:uFillTx/>
                <a:latin typeface="Arial" panose="020B0604020202020204"/>
                <a:ea typeface="+mn-ea"/>
                <a:cs typeface="+mn-cs"/>
              </a:rPr>
              <a:t>1 Lead / PM, 1 Analyst, &amp; Quality Assurance</a:t>
            </a:r>
            <a:endParaRPr lang="en-US" sz="1200">
              <a:solidFill>
                <a:srgbClr val="070154"/>
              </a:solidFill>
              <a:latin typeface="Arial" panose="020B0604020202020204"/>
            </a:endParaRPr>
          </a:p>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sz="1050" i="1">
                <a:solidFill>
                  <a:srgbClr val="070154"/>
                </a:solidFill>
              </a:rPr>
              <a:t>(Phase 2 support model to be validated in Phase 1)</a:t>
            </a:r>
            <a:endParaRPr kumimoji="0" lang="en-US" sz="1200" b="0" i="0" u="none" strike="noStrike" kern="1200" cap="none" spc="0" normalizeH="0" baseline="0" noProof="0">
              <a:ln>
                <a:noFill/>
              </a:ln>
              <a:solidFill>
                <a:srgbClr val="070154"/>
              </a:solidFill>
              <a:effectLst/>
              <a:uLnTx/>
              <a:uFillTx/>
              <a:latin typeface="Arial" panose="020B0604020202020204"/>
              <a:ea typeface="+mn-ea"/>
              <a:cs typeface="+mn-cs"/>
            </a:endParaRPr>
          </a:p>
        </p:txBody>
      </p:sp>
      <p:sp>
        <p:nvSpPr>
          <p:cNvPr id="24" name="Rectangle 23">
            <a:extLst>
              <a:ext uri="{FF2B5EF4-FFF2-40B4-BE49-F238E27FC236}">
                <a16:creationId xmlns:a16="http://schemas.microsoft.com/office/drawing/2014/main" id="{21C3D92B-B1CB-5EE9-D24C-8AA2734936B9}"/>
              </a:ext>
            </a:extLst>
          </p:cNvPr>
          <p:cNvSpPr/>
          <p:nvPr/>
        </p:nvSpPr>
        <p:spPr>
          <a:xfrm>
            <a:off x="7930590" y="2776644"/>
            <a:ext cx="3966405" cy="4020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chorCtr="0"/>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70154"/>
                </a:solidFill>
                <a:effectLst/>
                <a:uLnTx/>
                <a:uFillTx/>
                <a:latin typeface="Arial" panose="020B0604020202020204"/>
                <a:ea typeface="+mn-ea"/>
                <a:cs typeface="+mn-cs"/>
              </a:rPr>
              <a:t>~$</a:t>
            </a:r>
            <a:r>
              <a:rPr lang="en-US" sz="1200">
                <a:solidFill>
                  <a:srgbClr val="070154"/>
                </a:solidFill>
                <a:latin typeface="Arial" panose="020B0604020202020204"/>
              </a:rPr>
              <a:t>90,000 / month</a:t>
            </a:r>
          </a:p>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sz="1050" i="1">
                <a:solidFill>
                  <a:srgbClr val="070154"/>
                </a:solidFill>
                <a:latin typeface="Arial" panose="020B0604020202020204"/>
              </a:rPr>
              <a:t>(Potential to reduce/adjust in phase 3)</a:t>
            </a:r>
            <a:endParaRPr kumimoji="0" lang="en-US" sz="1050" b="0" i="1" u="none" strike="noStrike" kern="1200" cap="none" spc="0" normalizeH="0" baseline="0" noProof="0">
              <a:ln>
                <a:noFill/>
              </a:ln>
              <a:solidFill>
                <a:srgbClr val="070154"/>
              </a:solidFill>
              <a:effectLst/>
              <a:uLnTx/>
              <a:uFillTx/>
              <a:latin typeface="Arial" panose="020B0604020202020204"/>
              <a:ea typeface="+mn-ea"/>
              <a:cs typeface="+mn-cs"/>
            </a:endParaRPr>
          </a:p>
        </p:txBody>
      </p:sp>
      <p:sp>
        <p:nvSpPr>
          <p:cNvPr id="18" name="Rectangle 17">
            <a:extLst>
              <a:ext uri="{FF2B5EF4-FFF2-40B4-BE49-F238E27FC236}">
                <a16:creationId xmlns:a16="http://schemas.microsoft.com/office/drawing/2014/main" id="{92BD4450-C6A0-C61E-F341-2CF4982B0C1F}"/>
              </a:ext>
            </a:extLst>
          </p:cNvPr>
          <p:cNvSpPr/>
          <p:nvPr/>
        </p:nvSpPr>
        <p:spPr bwMode="auto">
          <a:xfrm>
            <a:off x="3413256" y="2253434"/>
            <a:ext cx="5365487" cy="2489728"/>
          </a:xfrm>
          <a:prstGeom prst="rect">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rPr>
              <a:t>Update</a:t>
            </a:r>
          </a:p>
          <a:p>
            <a:pPr marL="9525" algn="ctr">
              <a:spcAft>
                <a:spcPts val="400"/>
              </a:spcAft>
            </a:pPr>
            <a:r>
              <a:rPr lang="en-US">
                <a:solidFill>
                  <a:schemeClr val="bg1"/>
                </a:solidFill>
              </a:rPr>
              <a:t>What Patterson will receive, how success will be measured, assumptions, dependencies, and pricing structure.</a:t>
            </a: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graphicFrame>
        <p:nvGraphicFramePr>
          <p:cNvPr id="25" name="Table 24">
            <a:extLst>
              <a:ext uri="{FF2B5EF4-FFF2-40B4-BE49-F238E27FC236}">
                <a16:creationId xmlns:a16="http://schemas.microsoft.com/office/drawing/2014/main" id="{783B2A7E-043F-748A-49FB-62591D6B37CD}"/>
              </a:ext>
            </a:extLst>
          </p:cNvPr>
          <p:cNvGraphicFramePr>
            <a:graphicFrameLocks noGrp="1"/>
          </p:cNvGraphicFramePr>
          <p:nvPr/>
        </p:nvGraphicFramePr>
        <p:xfrm>
          <a:off x="11841036" y="194314"/>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Name</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Tree>
    <p:extLst>
      <p:ext uri="{BB962C8B-B14F-4D97-AF65-F5344CB8AC3E}">
        <p14:creationId xmlns:p14="http://schemas.microsoft.com/office/powerpoint/2010/main" val="29267621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5C7A9-E90F-804D-35CC-729734D43FC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DA6A43-F952-D317-81B1-24F8039F721F}"/>
              </a:ext>
            </a:extLst>
          </p:cNvPr>
          <p:cNvSpPr>
            <a:spLocks noGrp="1"/>
          </p:cNvSpPr>
          <p:nvPr>
            <p:ph idx="1"/>
          </p:nvPr>
        </p:nvSpPr>
        <p:spPr/>
        <p:txBody>
          <a:bodyPr/>
          <a:lstStyle/>
          <a:p>
            <a:endParaRPr lang="en-US"/>
          </a:p>
        </p:txBody>
      </p:sp>
      <p:sp>
        <p:nvSpPr>
          <p:cNvPr id="3" name="Footer Placeholder 2">
            <a:extLst>
              <a:ext uri="{FF2B5EF4-FFF2-40B4-BE49-F238E27FC236}">
                <a16:creationId xmlns:a16="http://schemas.microsoft.com/office/drawing/2014/main" id="{CDA1CBC6-D263-E06A-0266-3DF73A55813D}"/>
              </a:ext>
            </a:extLst>
          </p:cNvPr>
          <p:cNvSpPr>
            <a:spLocks noGrp="1"/>
          </p:cNvSpPr>
          <p:nvPr>
            <p:ph type="ftr" sz="quarter" idx="10"/>
          </p:nvPr>
        </p:nvSpPr>
        <p:spPr/>
        <p:txBody>
          <a:body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95180C98-3D1C-7B15-FFA7-2C8428B74115}"/>
              </a:ext>
            </a:extLst>
          </p:cNvPr>
          <p:cNvSpPr>
            <a:spLocks noGrp="1"/>
          </p:cNvSpPr>
          <p:nvPr>
            <p:ph type="sldNum" sz="quarter" idx="11"/>
          </p:nvPr>
        </p:nvSpPr>
        <p:spPr/>
        <p:txBody>
          <a:bodyPr/>
          <a:lstStyle/>
          <a:p>
            <a:fld id="{63DCA5C9-2E11-4C67-86EB-AE1DE127DC64}" type="slidenum">
              <a:rPr lang="en-US" smtClean="0"/>
              <a:pPr/>
              <a:t>27</a:t>
            </a:fld>
            <a:endParaRPr lang="en-US"/>
          </a:p>
        </p:txBody>
      </p:sp>
      <p:sp>
        <p:nvSpPr>
          <p:cNvPr id="5" name="Title 4">
            <a:extLst>
              <a:ext uri="{FF2B5EF4-FFF2-40B4-BE49-F238E27FC236}">
                <a16:creationId xmlns:a16="http://schemas.microsoft.com/office/drawing/2014/main" id="{C531D2F8-492D-9E61-8890-4CB28310A290}"/>
              </a:ext>
            </a:extLst>
          </p:cNvPr>
          <p:cNvSpPr>
            <a:spLocks noGrp="1"/>
          </p:cNvSpPr>
          <p:nvPr>
            <p:ph type="title"/>
          </p:nvPr>
        </p:nvSpPr>
        <p:spPr/>
        <p:txBody>
          <a:bodyPr/>
          <a:lstStyle/>
          <a:p>
            <a:r>
              <a:rPr lang="en-US"/>
              <a:t>Decisions and next steps </a:t>
            </a:r>
          </a:p>
        </p:txBody>
      </p:sp>
      <p:sp>
        <p:nvSpPr>
          <p:cNvPr id="6" name="Text Placeholder 5">
            <a:extLst>
              <a:ext uri="{FF2B5EF4-FFF2-40B4-BE49-F238E27FC236}">
                <a16:creationId xmlns:a16="http://schemas.microsoft.com/office/drawing/2014/main" id="{BC646966-4915-46AE-0B28-AA3997848D31}"/>
              </a:ext>
            </a:extLst>
          </p:cNvPr>
          <p:cNvSpPr>
            <a:spLocks noGrp="1"/>
          </p:cNvSpPr>
          <p:nvPr>
            <p:ph type="body" sz="quarter" idx="19"/>
          </p:nvPr>
        </p:nvSpPr>
        <p:spPr/>
        <p:txBody>
          <a:bodyPr/>
          <a:lstStyle/>
          <a:p>
            <a:r>
              <a:rPr lang="en-US">
                <a:ea typeface="Roboto"/>
                <a:cs typeface="Segoe UI"/>
              </a:rPr>
              <a:t>Context: </a:t>
            </a:r>
            <a:endParaRPr lang="en-US"/>
          </a:p>
        </p:txBody>
      </p:sp>
      <p:graphicFrame>
        <p:nvGraphicFramePr>
          <p:cNvPr id="9" name="Table 8">
            <a:extLst>
              <a:ext uri="{FF2B5EF4-FFF2-40B4-BE49-F238E27FC236}">
                <a16:creationId xmlns:a16="http://schemas.microsoft.com/office/drawing/2014/main" id="{6AF824C2-8540-C484-FBA2-2416ABA0BE4D}"/>
              </a:ext>
            </a:extLst>
          </p:cNvPr>
          <p:cNvGraphicFramePr>
            <a:graphicFrameLocks noGrp="1"/>
          </p:cNvGraphicFramePr>
          <p:nvPr/>
        </p:nvGraphicFramePr>
        <p:xfrm>
          <a:off x="11841036" y="194314"/>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Name</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
        <p:nvSpPr>
          <p:cNvPr id="8" name="Rectangle 7">
            <a:extLst>
              <a:ext uri="{FF2B5EF4-FFF2-40B4-BE49-F238E27FC236}">
                <a16:creationId xmlns:a16="http://schemas.microsoft.com/office/drawing/2014/main" id="{C5D4F843-E450-D195-3DCB-8B9FA68CAB45}"/>
              </a:ext>
            </a:extLst>
          </p:cNvPr>
          <p:cNvSpPr/>
          <p:nvPr/>
        </p:nvSpPr>
        <p:spPr bwMode="auto">
          <a:xfrm>
            <a:off x="3413256" y="2253434"/>
            <a:ext cx="5365487" cy="2489728"/>
          </a:xfrm>
          <a:prstGeom prst="rect">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rPr>
              <a:t>Update</a:t>
            </a:r>
          </a:p>
          <a:p>
            <a:pPr marL="9525" algn="ctr">
              <a:spcAft>
                <a:spcPts val="400"/>
              </a:spcAft>
            </a:pPr>
            <a:r>
              <a:rPr lang="en-US">
                <a:solidFill>
                  <a:schemeClr val="bg1"/>
                </a:solidFill>
              </a:rPr>
              <a:t>Open decisions, immediate actions, and the proposed path to complete the response.</a:t>
            </a: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21517578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FABB2-639E-86C8-0423-4DF9860A66C7}"/>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A464AB7-110E-5CD9-FC8D-F39DF046EF3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3A464AB7-110E-5CD9-FC8D-F39DF046EF3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EC611BCA-2DAA-C668-F072-98C02F758B48}"/>
              </a:ext>
            </a:extLst>
          </p:cNvPr>
          <p:cNvSpPr>
            <a:spLocks noGrp="1"/>
          </p:cNvSpPr>
          <p:nvPr>
            <p:ph type="title"/>
          </p:nvPr>
        </p:nvSpPr>
        <p:spPr/>
        <p:txBody>
          <a:bodyPr vert="horz" anchor="ctr"/>
          <a:lstStyle/>
          <a:p>
            <a:r>
              <a:rPr lang="en-US"/>
              <a:t>Case Studies </a:t>
            </a:r>
          </a:p>
        </p:txBody>
      </p:sp>
      <p:sp>
        <p:nvSpPr>
          <p:cNvPr id="4" name="Footer Placeholder 3">
            <a:extLst>
              <a:ext uri="{FF2B5EF4-FFF2-40B4-BE49-F238E27FC236}">
                <a16:creationId xmlns:a16="http://schemas.microsoft.com/office/drawing/2014/main" id="{AC2DF272-552F-062F-94ED-3E9F275E2C49}"/>
              </a:ext>
            </a:extLst>
          </p:cNvPr>
          <p:cNvSpPr>
            <a:spLocks noGrp="1"/>
          </p:cNvSpPr>
          <p:nvPr>
            <p:ph type="ftr" sz="quarter" idx="24"/>
          </p:nvPr>
        </p:nvSpPr>
        <p:spPr/>
        <p:txBody>
          <a:bodyPr/>
          <a:lstStyle/>
          <a:p>
            <a:r>
              <a:rPr lang="en-US"/>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15A1EC38-34B9-4B00-56D8-83A892CD9BD2}"/>
              </a:ext>
            </a:extLst>
          </p:cNvPr>
          <p:cNvSpPr>
            <a:spLocks noGrp="1"/>
          </p:cNvSpPr>
          <p:nvPr>
            <p:ph type="sldNum" sz="quarter" idx="25"/>
          </p:nvPr>
        </p:nvSpPr>
        <p:spPr/>
        <p:txBody>
          <a:bodyPr/>
          <a:lstStyle/>
          <a:p>
            <a:fld id="{63DCA5C9-2E11-4C67-86EB-AE1DE127DC64}" type="slidenum">
              <a:rPr lang="en-US" smtClean="0"/>
              <a:pPr/>
              <a:t>28</a:t>
            </a:fld>
            <a:endParaRPr lang="en-US"/>
          </a:p>
        </p:txBody>
      </p:sp>
    </p:spTree>
    <p:extLst>
      <p:ext uri="{BB962C8B-B14F-4D97-AF65-F5344CB8AC3E}">
        <p14:creationId xmlns:p14="http://schemas.microsoft.com/office/powerpoint/2010/main" val="4575809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BE2E9-92AA-9773-ABB4-ED0F790126A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8B8D83B-54DB-6447-DB1C-22CEFA99F0A0}"/>
              </a:ext>
            </a:extLst>
          </p:cNvPr>
          <p:cNvSpPr>
            <a:spLocks noGrp="1"/>
          </p:cNvSpPr>
          <p:nvPr>
            <p:ph type="ftr" sz="quarter" idx="24"/>
          </p:nvPr>
        </p:nvSpPr>
        <p:spPr/>
        <p:txBody>
          <a:body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D33CF637-3285-1574-D01E-19F582D8AE87}"/>
              </a:ext>
            </a:extLst>
          </p:cNvPr>
          <p:cNvSpPr>
            <a:spLocks noGrp="1"/>
          </p:cNvSpPr>
          <p:nvPr>
            <p:ph type="sldNum" sz="quarter" idx="25"/>
          </p:nvPr>
        </p:nvSpPr>
        <p:spPr/>
        <p:txBody>
          <a:bodyPr/>
          <a:lstStyle/>
          <a:p>
            <a:fld id="{63DCA5C9-2E11-4C67-86EB-AE1DE127DC64}" type="slidenum">
              <a:rPr lang="en-US"/>
              <a:pPr/>
              <a:t>29</a:t>
            </a:fld>
            <a:endParaRPr lang="en-US"/>
          </a:p>
        </p:txBody>
      </p:sp>
      <p:sp>
        <p:nvSpPr>
          <p:cNvPr id="5" name="Text Placeholder 4">
            <a:extLst>
              <a:ext uri="{FF2B5EF4-FFF2-40B4-BE49-F238E27FC236}">
                <a16:creationId xmlns:a16="http://schemas.microsoft.com/office/drawing/2014/main" id="{AAA2C437-D7F6-420D-F2F0-C04C4F90C3E3}"/>
              </a:ext>
            </a:extLst>
          </p:cNvPr>
          <p:cNvSpPr>
            <a:spLocks noGrp="1"/>
          </p:cNvSpPr>
          <p:nvPr>
            <p:ph type="body" sz="quarter" idx="28"/>
          </p:nvPr>
        </p:nvSpPr>
        <p:spPr>
          <a:xfrm>
            <a:off x="470945" y="2611100"/>
            <a:ext cx="3972054" cy="3420336"/>
          </a:xfrm>
        </p:spPr>
        <p:txBody>
          <a:bodyPr wrap="square">
            <a:spAutoFit/>
          </a:bodyPr>
          <a:lstStyle/>
          <a:p>
            <a:r>
              <a:rPr lang="en-US" sz="1200" b="1"/>
              <a:t>Our client’s core product is built on legacy technologies and has been customized over time, increasing maintenance costs while losing market share and delaying innovation. Previous modernization efforts have taken multiple years and have failed due to the complexity of 4GL code transformation and migration strategies.</a:t>
            </a:r>
          </a:p>
          <a:p>
            <a:r>
              <a:rPr lang="en-US" b="1"/>
              <a:t>How we helped</a:t>
            </a:r>
          </a:p>
          <a:p>
            <a:pPr marL="171450" indent="-171450">
              <a:buFont typeface="Arial" panose="020B0604020202020204" pitchFamily="34" charset="0"/>
              <a:buChar char="•"/>
            </a:pPr>
            <a:r>
              <a:rPr lang="en-US" sz="1100">
                <a:solidFill>
                  <a:srgbClr val="070154"/>
                </a:solidFill>
                <a:latin typeface="Arial" panose="020B0604020202020204" pitchFamily="34" charset="0"/>
              </a:rPr>
              <a:t>Used an AI-first approach to evaluate the codebase and plan the strategic rewrite of one of the core modules </a:t>
            </a:r>
          </a:p>
          <a:p>
            <a:pPr marL="171450" indent="-171450">
              <a:buFont typeface="Arial" panose="020B0604020202020204" pitchFamily="34" charset="0"/>
              <a:buChar char="•"/>
            </a:pPr>
            <a:r>
              <a:rPr lang="en-US" sz="1100">
                <a:solidFill>
                  <a:srgbClr val="070154"/>
                </a:solidFill>
                <a:latin typeface="Arial" panose="020B0604020202020204" pitchFamily="34" charset="0"/>
              </a:rPr>
              <a:t>Utilized </a:t>
            </a:r>
            <a:r>
              <a:rPr lang="en-US" sz="1100" err="1">
                <a:solidFill>
                  <a:srgbClr val="070154"/>
                </a:solidFill>
                <a:latin typeface="Arial" panose="020B0604020202020204" pitchFamily="34" charset="0"/>
              </a:rPr>
              <a:t>Intellio</a:t>
            </a:r>
            <a:r>
              <a:rPr lang="en-US" sz="1100">
                <a:solidFill>
                  <a:srgbClr val="070154"/>
                </a:solidFill>
                <a:latin typeface="Arial" panose="020B0604020202020204" pitchFamily="34" charset="0"/>
              </a:rPr>
              <a:t> Evolve alongside commercial AI tooling (Claude Code, AWS Kiro) to build a rapid prototype of a full rewrite to a modern language (Java / Spring) in a fraction of the time it would have taken with traditional approaches</a:t>
            </a:r>
          </a:p>
          <a:p>
            <a:pPr marL="171450" indent="-171450">
              <a:buFont typeface="Arial" panose="020B0604020202020204" pitchFamily="34" charset="0"/>
              <a:buChar char="•"/>
            </a:pPr>
            <a:r>
              <a:rPr lang="en-US" sz="1100">
                <a:solidFill>
                  <a:srgbClr val="070154"/>
                </a:solidFill>
                <a:latin typeface="Arial" panose="020B0604020202020204" pitchFamily="34" charset="0"/>
              </a:rPr>
              <a:t>Best outcomes were driven by our approach using domain-driven design, technical specs, architecture steering files to guide AI agents with implementation</a:t>
            </a:r>
          </a:p>
        </p:txBody>
      </p:sp>
      <p:sp>
        <p:nvSpPr>
          <p:cNvPr id="6" name="Text Placeholder 5">
            <a:extLst>
              <a:ext uri="{FF2B5EF4-FFF2-40B4-BE49-F238E27FC236}">
                <a16:creationId xmlns:a16="http://schemas.microsoft.com/office/drawing/2014/main" id="{7FA7E4AB-81EC-B5B3-0B4B-AE6E42EC0A6B}"/>
              </a:ext>
            </a:extLst>
          </p:cNvPr>
          <p:cNvSpPr>
            <a:spLocks noGrp="1"/>
          </p:cNvSpPr>
          <p:nvPr>
            <p:ph type="body" sz="quarter" idx="19"/>
          </p:nvPr>
        </p:nvSpPr>
        <p:spPr>
          <a:xfrm>
            <a:off x="465138" y="556953"/>
            <a:ext cx="3532859" cy="556953"/>
          </a:xfrm>
        </p:spPr>
        <p:txBody>
          <a:bodyPr anchor="t">
            <a:normAutofit fontScale="77500" lnSpcReduction="20000"/>
          </a:bodyPr>
          <a:lstStyle/>
          <a:p>
            <a:r>
              <a:rPr lang="en-US" spc="50"/>
              <a:t>Building Smarter Solutions to Modernize Legacy Code with AI</a:t>
            </a:r>
          </a:p>
        </p:txBody>
      </p:sp>
      <p:sp>
        <p:nvSpPr>
          <p:cNvPr id="7" name="Title 6">
            <a:extLst>
              <a:ext uri="{FF2B5EF4-FFF2-40B4-BE49-F238E27FC236}">
                <a16:creationId xmlns:a16="http://schemas.microsoft.com/office/drawing/2014/main" id="{213D1093-0969-A9D7-9994-434C97D0CCD7}"/>
              </a:ext>
            </a:extLst>
          </p:cNvPr>
          <p:cNvSpPr>
            <a:spLocks noGrp="1"/>
          </p:cNvSpPr>
          <p:nvPr>
            <p:ph type="title"/>
          </p:nvPr>
        </p:nvSpPr>
        <p:spPr>
          <a:xfrm>
            <a:off x="463968" y="1089194"/>
            <a:ext cx="3495885" cy="1589338"/>
          </a:xfrm>
        </p:spPr>
        <p:txBody>
          <a:bodyPr anchor="ctr"/>
          <a:lstStyle/>
          <a:p>
            <a:r>
              <a:rPr lang="en-US">
                <a:solidFill>
                  <a:srgbClr val="070154"/>
                </a:solidFill>
                <a:latin typeface="Arial" panose="020B0604020202020204" pitchFamily="34" charset="0"/>
              </a:rPr>
              <a:t>Accelerated understanding, planning, and refactoring efforts of a legacy platform</a:t>
            </a:r>
          </a:p>
        </p:txBody>
      </p:sp>
      <p:sp>
        <p:nvSpPr>
          <p:cNvPr id="18" name="Text Placeholder 17">
            <a:extLst>
              <a:ext uri="{FF2B5EF4-FFF2-40B4-BE49-F238E27FC236}">
                <a16:creationId xmlns:a16="http://schemas.microsoft.com/office/drawing/2014/main" id="{8B68459E-55CB-5DAE-4667-2A269D06054A}"/>
              </a:ext>
            </a:extLst>
          </p:cNvPr>
          <p:cNvSpPr>
            <a:spLocks noGrp="1"/>
          </p:cNvSpPr>
          <p:nvPr>
            <p:ph type="body" sz="quarter" idx="44"/>
          </p:nvPr>
        </p:nvSpPr>
        <p:spPr/>
        <p:txBody>
          <a:bodyPr/>
          <a:lstStyle/>
          <a:p>
            <a:r>
              <a:rPr lang="en-US">
                <a:ea typeface="Roboto"/>
                <a:cs typeface="Segoe UI"/>
              </a:rPr>
              <a:t>Case study</a:t>
            </a:r>
            <a:endParaRPr lang="en-US"/>
          </a:p>
        </p:txBody>
      </p:sp>
      <p:sp>
        <p:nvSpPr>
          <p:cNvPr id="19" name="Text Placeholder 48">
            <a:extLst>
              <a:ext uri="{FF2B5EF4-FFF2-40B4-BE49-F238E27FC236}">
                <a16:creationId xmlns:a16="http://schemas.microsoft.com/office/drawing/2014/main" id="{5502DFD5-3B24-3BFF-74B4-E53AE7A93654}"/>
              </a:ext>
            </a:extLst>
          </p:cNvPr>
          <p:cNvSpPr>
            <a:spLocks noGrp="1"/>
          </p:cNvSpPr>
          <p:nvPr>
            <p:ph type="body" sz="quarter" idx="33"/>
          </p:nvPr>
        </p:nvSpPr>
        <p:spPr>
          <a:xfrm>
            <a:off x="4647215" y="838908"/>
            <a:ext cx="3227265" cy="1436596"/>
          </a:xfrm>
        </p:spPr>
        <p:txBody>
          <a:bodyPr/>
          <a:lstStyle/>
          <a:p>
            <a:endParaRPr lang="en-US"/>
          </a:p>
        </p:txBody>
      </p:sp>
      <p:sp>
        <p:nvSpPr>
          <p:cNvPr id="21" name="Text Placeholder 24">
            <a:extLst>
              <a:ext uri="{FF2B5EF4-FFF2-40B4-BE49-F238E27FC236}">
                <a16:creationId xmlns:a16="http://schemas.microsoft.com/office/drawing/2014/main" id="{3F3FD5C2-F75C-0398-ED16-87E3297E11B6}"/>
              </a:ext>
            </a:extLst>
          </p:cNvPr>
          <p:cNvSpPr>
            <a:spLocks noGrp="1"/>
          </p:cNvSpPr>
          <p:nvPr>
            <p:ph type="body" sz="quarter" idx="23"/>
          </p:nvPr>
        </p:nvSpPr>
        <p:spPr>
          <a:xfrm>
            <a:off x="4794469" y="1153644"/>
            <a:ext cx="1372790" cy="553998"/>
          </a:xfrm>
        </p:spPr>
        <p:txBody>
          <a:bodyPr>
            <a:spAutoFit/>
          </a:bodyPr>
          <a:lstStyle/>
          <a:p>
            <a:pPr algn="ctr"/>
            <a:r>
              <a:rPr lang="en-US">
                <a:ea typeface="Roboto"/>
                <a:cs typeface="Segoe UI"/>
              </a:rPr>
              <a:t>6+</a:t>
            </a:r>
          </a:p>
        </p:txBody>
      </p:sp>
      <p:sp>
        <p:nvSpPr>
          <p:cNvPr id="22" name="Text Placeholder 26">
            <a:extLst>
              <a:ext uri="{FF2B5EF4-FFF2-40B4-BE49-F238E27FC236}">
                <a16:creationId xmlns:a16="http://schemas.microsoft.com/office/drawing/2014/main" id="{095D2EB3-5B36-9EB3-D18C-0AFC6963A8AC}"/>
              </a:ext>
            </a:extLst>
          </p:cNvPr>
          <p:cNvSpPr>
            <a:spLocks noGrp="1"/>
          </p:cNvSpPr>
          <p:nvPr>
            <p:ph type="body" sz="quarter" idx="31"/>
          </p:nvPr>
        </p:nvSpPr>
        <p:spPr>
          <a:xfrm>
            <a:off x="4660199" y="1695857"/>
            <a:ext cx="1607628" cy="369332"/>
          </a:xfrm>
        </p:spPr>
        <p:txBody>
          <a:bodyPr wrap="square">
            <a:spAutoFit/>
          </a:bodyPr>
          <a:lstStyle/>
          <a:p>
            <a:pPr algn="ctr"/>
            <a:r>
              <a:rPr lang="en-US" sz="1200">
                <a:ea typeface="Roboto"/>
                <a:cs typeface="Segoe UI"/>
              </a:rPr>
              <a:t>months condensed into weeks</a:t>
            </a:r>
            <a:endParaRPr lang="en-US" sz="1200"/>
          </a:p>
        </p:txBody>
      </p:sp>
      <p:sp>
        <p:nvSpPr>
          <p:cNvPr id="23" name="Text Placeholder 27">
            <a:extLst>
              <a:ext uri="{FF2B5EF4-FFF2-40B4-BE49-F238E27FC236}">
                <a16:creationId xmlns:a16="http://schemas.microsoft.com/office/drawing/2014/main" id="{92A4AAF4-4DFB-3ED6-A686-BD8276AED3D8}"/>
              </a:ext>
            </a:extLst>
          </p:cNvPr>
          <p:cNvSpPr>
            <a:spLocks noGrp="1"/>
          </p:cNvSpPr>
          <p:nvPr>
            <p:ph type="body" sz="quarter" idx="32"/>
          </p:nvPr>
        </p:nvSpPr>
        <p:spPr>
          <a:xfrm>
            <a:off x="6314512" y="865701"/>
            <a:ext cx="1572952" cy="1384995"/>
          </a:xfrm>
        </p:spPr>
        <p:txBody>
          <a:bodyPr wrap="square" lIns="0" tIns="0" anchor="ctr">
            <a:spAutoFit/>
          </a:bodyPr>
          <a:lstStyle/>
          <a:p>
            <a:r>
              <a:rPr lang="en-US" sz="1000"/>
              <a:t>Planning the rebuild strategy was complex and the team couldn’t agree on a starting point. Using our agentic modernization approach supported by </a:t>
            </a:r>
            <a:r>
              <a:rPr lang="en-US" sz="1000" err="1"/>
              <a:t>Intellio</a:t>
            </a:r>
            <a:r>
              <a:rPr lang="en-US" sz="1000"/>
              <a:t> Evolve, we condensed an activity that had taken months into days</a:t>
            </a:r>
          </a:p>
        </p:txBody>
      </p:sp>
      <p:sp>
        <p:nvSpPr>
          <p:cNvPr id="24" name="Text Placeholder 49">
            <a:extLst>
              <a:ext uri="{FF2B5EF4-FFF2-40B4-BE49-F238E27FC236}">
                <a16:creationId xmlns:a16="http://schemas.microsoft.com/office/drawing/2014/main" id="{0D752F39-9CAF-D5BB-BA15-13E480C38B96}"/>
              </a:ext>
            </a:extLst>
          </p:cNvPr>
          <p:cNvSpPr>
            <a:spLocks noGrp="1"/>
          </p:cNvSpPr>
          <p:nvPr>
            <p:ph type="body" sz="quarter" idx="38"/>
          </p:nvPr>
        </p:nvSpPr>
        <p:spPr>
          <a:xfrm>
            <a:off x="4639136" y="4601050"/>
            <a:ext cx="803275" cy="269761"/>
          </a:xfrm>
        </p:spPr>
        <p:txBody>
          <a:bodyPr/>
          <a:lstStyle/>
          <a:p>
            <a:endParaRPr lang="en-US"/>
          </a:p>
        </p:txBody>
      </p:sp>
      <p:sp>
        <p:nvSpPr>
          <p:cNvPr id="25" name="Text Placeholder 30">
            <a:extLst>
              <a:ext uri="{FF2B5EF4-FFF2-40B4-BE49-F238E27FC236}">
                <a16:creationId xmlns:a16="http://schemas.microsoft.com/office/drawing/2014/main" id="{FEC5DB6C-CA91-7773-7BB6-76E58EB66485}"/>
              </a:ext>
            </a:extLst>
          </p:cNvPr>
          <p:cNvSpPr>
            <a:spLocks noGrp="1"/>
          </p:cNvSpPr>
          <p:nvPr>
            <p:ph type="body" sz="quarter" idx="39"/>
          </p:nvPr>
        </p:nvSpPr>
        <p:spPr>
          <a:xfrm>
            <a:off x="4639136" y="5074831"/>
            <a:ext cx="6974687" cy="874933"/>
          </a:xfrm>
        </p:spPr>
        <p:txBody>
          <a:bodyPr>
            <a:normAutofit fontScale="85000" lnSpcReduction="20000"/>
          </a:bodyPr>
          <a:lstStyle/>
          <a:p>
            <a:pPr>
              <a:spcAft>
                <a:spcPts val="1200"/>
              </a:spcAft>
            </a:pPr>
            <a:r>
              <a:rPr lang="en-US" b="0"/>
              <a:t>A big thank you to you and the West Monroe team. We highly appreciate the partnership and all that WM has contributed to our current success. It would not have been possible without the team's work.</a:t>
            </a:r>
          </a:p>
          <a:p>
            <a:pPr>
              <a:spcAft>
                <a:spcPts val="1200"/>
              </a:spcAft>
            </a:pPr>
            <a:r>
              <a:rPr lang="en-US" b="1"/>
              <a:t>—Client CEO</a:t>
            </a:r>
          </a:p>
        </p:txBody>
      </p:sp>
      <p:sp>
        <p:nvSpPr>
          <p:cNvPr id="26" name="Text Placeholder 50">
            <a:extLst>
              <a:ext uri="{FF2B5EF4-FFF2-40B4-BE49-F238E27FC236}">
                <a16:creationId xmlns:a16="http://schemas.microsoft.com/office/drawing/2014/main" id="{D8B55599-D7E9-1403-863A-A5DB200DC138}"/>
              </a:ext>
            </a:extLst>
          </p:cNvPr>
          <p:cNvSpPr>
            <a:spLocks noGrp="1"/>
          </p:cNvSpPr>
          <p:nvPr>
            <p:ph type="body" sz="quarter" idx="40"/>
          </p:nvPr>
        </p:nvSpPr>
        <p:spPr>
          <a:xfrm>
            <a:off x="4639136" y="3005134"/>
            <a:ext cx="3227265" cy="1436596"/>
          </a:xfrm>
        </p:spPr>
        <p:txBody>
          <a:bodyPr/>
          <a:lstStyle/>
          <a:p>
            <a:endParaRPr lang="en-US"/>
          </a:p>
        </p:txBody>
      </p:sp>
      <p:sp>
        <p:nvSpPr>
          <p:cNvPr id="27" name="Text Placeholder 32">
            <a:extLst>
              <a:ext uri="{FF2B5EF4-FFF2-40B4-BE49-F238E27FC236}">
                <a16:creationId xmlns:a16="http://schemas.microsoft.com/office/drawing/2014/main" id="{4EB2B7EF-FC6B-297F-7DD4-41AAED10917D}"/>
              </a:ext>
            </a:extLst>
          </p:cNvPr>
          <p:cNvSpPr>
            <a:spLocks noGrp="1"/>
          </p:cNvSpPr>
          <p:nvPr>
            <p:ph type="body" sz="quarter" idx="41"/>
          </p:nvPr>
        </p:nvSpPr>
        <p:spPr>
          <a:xfrm>
            <a:off x="4785426" y="3356869"/>
            <a:ext cx="1372790" cy="553998"/>
          </a:xfrm>
        </p:spPr>
        <p:txBody>
          <a:bodyPr>
            <a:spAutoFit/>
          </a:bodyPr>
          <a:lstStyle/>
          <a:p>
            <a:pPr algn="ctr"/>
            <a:r>
              <a:rPr lang="en-US"/>
              <a:t>10X</a:t>
            </a:r>
          </a:p>
        </p:txBody>
      </p:sp>
      <p:sp>
        <p:nvSpPr>
          <p:cNvPr id="29" name="Text Placeholder 34">
            <a:extLst>
              <a:ext uri="{FF2B5EF4-FFF2-40B4-BE49-F238E27FC236}">
                <a16:creationId xmlns:a16="http://schemas.microsoft.com/office/drawing/2014/main" id="{DC331A4B-85D1-96ED-F955-E88DCE88681E}"/>
              </a:ext>
            </a:extLst>
          </p:cNvPr>
          <p:cNvSpPr>
            <a:spLocks noGrp="1"/>
          </p:cNvSpPr>
          <p:nvPr>
            <p:ph type="body" sz="quarter" idx="43"/>
          </p:nvPr>
        </p:nvSpPr>
        <p:spPr>
          <a:xfrm>
            <a:off x="6295378" y="3130795"/>
            <a:ext cx="1571023" cy="1231106"/>
          </a:xfrm>
        </p:spPr>
        <p:txBody>
          <a:bodyPr wrap="square" lIns="0" tIns="0" anchor="b">
            <a:spAutoFit/>
          </a:bodyPr>
          <a:lstStyle/>
          <a:p>
            <a:r>
              <a:rPr lang="en-US" sz="1000"/>
              <a:t>One of the platforms modules (~200K LoC) was targeted for transformation and performed inside a single sprint, an activity that would have taken 10 times longer using traditional approaches</a:t>
            </a:r>
          </a:p>
        </p:txBody>
      </p:sp>
      <p:sp>
        <p:nvSpPr>
          <p:cNvPr id="11" name="Triangle 10">
            <a:extLst>
              <a:ext uri="{FF2B5EF4-FFF2-40B4-BE49-F238E27FC236}">
                <a16:creationId xmlns:a16="http://schemas.microsoft.com/office/drawing/2014/main" id="{2B9DB4C3-A3AB-F0C2-805D-67E59A7A6F3D}"/>
              </a:ext>
            </a:extLst>
          </p:cNvPr>
          <p:cNvSpPr/>
          <p:nvPr/>
        </p:nvSpPr>
        <p:spPr bwMode="auto">
          <a:xfrm rot="5400000">
            <a:off x="8035200" y="1448850"/>
            <a:ext cx="320040" cy="228600"/>
          </a:xfrm>
          <a:prstGeom prst="triangle">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2" name="TextBox 11">
            <a:extLst>
              <a:ext uri="{FF2B5EF4-FFF2-40B4-BE49-F238E27FC236}">
                <a16:creationId xmlns:a16="http://schemas.microsoft.com/office/drawing/2014/main" id="{F660BC8F-23B6-8534-182E-3CB3B2BD88BE}"/>
              </a:ext>
            </a:extLst>
          </p:cNvPr>
          <p:cNvSpPr txBox="1"/>
          <p:nvPr/>
        </p:nvSpPr>
        <p:spPr>
          <a:xfrm>
            <a:off x="8502977" y="813107"/>
            <a:ext cx="3416880" cy="1436596"/>
          </a:xfrm>
          <a:prstGeom prst="rect">
            <a:avLst/>
          </a:prstGeom>
          <a:noFill/>
        </p:spPr>
        <p:txBody>
          <a:bodyPr wrap="square" lIns="0" tIns="0" rIns="0" bIns="0" rtlCol="0">
            <a:noAutofit/>
          </a:bodyPr>
          <a:lstStyle/>
          <a:p>
            <a:pPr marL="285750" indent="-285750">
              <a:spcAft>
                <a:spcPts val="600"/>
              </a:spcAft>
              <a:buFont typeface="Arial" panose="020B0604020202020204" pitchFamily="34" charset="0"/>
              <a:buChar char="•"/>
            </a:pPr>
            <a:r>
              <a:rPr lang="en-US" sz="1400"/>
              <a:t>Drove ~10x improvement in architecture team productivity by creating a shared, end-to-end view of the architecture and dependencies—reducing discovery time and rework so the team could deliver more with less.</a:t>
            </a:r>
          </a:p>
          <a:p>
            <a:pPr marL="285750" indent="-285750" algn="l">
              <a:spcAft>
                <a:spcPts val="600"/>
              </a:spcAft>
              <a:buFont typeface="Arial" panose="020B0604020202020204" pitchFamily="34" charset="0"/>
              <a:buChar char="•"/>
              <a:tabLst/>
            </a:pPr>
            <a:r>
              <a:rPr lang="en-US" sz="1400"/>
              <a:t>Produced a highly granular build plan that would serve as the foundation for next-gen code generation</a:t>
            </a:r>
          </a:p>
        </p:txBody>
      </p:sp>
      <p:sp>
        <p:nvSpPr>
          <p:cNvPr id="13" name="TextBox 12">
            <a:extLst>
              <a:ext uri="{FF2B5EF4-FFF2-40B4-BE49-F238E27FC236}">
                <a16:creationId xmlns:a16="http://schemas.microsoft.com/office/drawing/2014/main" id="{BDE96027-F639-2F2F-D16E-7F82EB35589D}"/>
              </a:ext>
            </a:extLst>
          </p:cNvPr>
          <p:cNvSpPr txBox="1"/>
          <p:nvPr/>
        </p:nvSpPr>
        <p:spPr>
          <a:xfrm>
            <a:off x="8496000" y="3028050"/>
            <a:ext cx="3232449" cy="1436596"/>
          </a:xfrm>
          <a:prstGeom prst="rect">
            <a:avLst/>
          </a:prstGeom>
          <a:noFill/>
        </p:spPr>
        <p:txBody>
          <a:bodyPr wrap="square" lIns="0" tIns="0" rIns="0" bIns="0" rtlCol="0">
            <a:noAutofit/>
          </a:bodyPr>
          <a:lstStyle/>
          <a:p>
            <a:pPr marL="285750" indent="-285750" algn="l">
              <a:spcAft>
                <a:spcPts val="600"/>
              </a:spcAft>
              <a:buFont typeface="Arial" panose="020B0604020202020204" pitchFamily="34" charset="0"/>
              <a:buChar char="•"/>
              <a:tabLst/>
            </a:pPr>
            <a:r>
              <a:rPr lang="en-US" sz="1400"/>
              <a:t>Created a repeatable, agentic workflow to serve as the go-forward development process</a:t>
            </a:r>
          </a:p>
          <a:p>
            <a:pPr marL="285750" indent="-285750" algn="l">
              <a:spcAft>
                <a:spcPts val="600"/>
              </a:spcAft>
              <a:buFont typeface="Arial" panose="020B0604020202020204" pitchFamily="34" charset="0"/>
              <a:buChar char="•"/>
              <a:tabLst/>
            </a:pPr>
            <a:r>
              <a:rPr lang="en-US" sz="1400"/>
              <a:t>Enabled ongoing refinement with the leadership team to fine-tune the build based on their domain expertise</a:t>
            </a:r>
          </a:p>
          <a:p>
            <a:pPr marL="285750" indent="-285750" algn="l">
              <a:spcAft>
                <a:spcPts val="600"/>
              </a:spcAft>
              <a:buFont typeface="Arial" panose="020B0604020202020204" pitchFamily="34" charset="0"/>
              <a:buChar char="•"/>
              <a:tabLst/>
            </a:pPr>
            <a:endParaRPr lang="en-US" sz="1400"/>
          </a:p>
          <a:p>
            <a:pPr marL="285750" indent="-285750" algn="l">
              <a:spcAft>
                <a:spcPts val="600"/>
              </a:spcAft>
              <a:buFont typeface="Arial" panose="020B0604020202020204" pitchFamily="34" charset="0"/>
              <a:buChar char="•"/>
              <a:tabLst/>
            </a:pPr>
            <a:endParaRPr lang="en-US" sz="1400"/>
          </a:p>
          <a:p>
            <a:pPr marL="285750" indent="-285750" algn="l">
              <a:spcAft>
                <a:spcPts val="600"/>
              </a:spcAft>
              <a:buFont typeface="Arial" panose="020B0604020202020204" pitchFamily="34" charset="0"/>
              <a:buChar char="•"/>
              <a:tabLst/>
            </a:pPr>
            <a:endParaRPr lang="en-US" sz="1400"/>
          </a:p>
        </p:txBody>
      </p:sp>
      <p:sp>
        <p:nvSpPr>
          <p:cNvPr id="14" name="Triangle 13">
            <a:extLst>
              <a:ext uri="{FF2B5EF4-FFF2-40B4-BE49-F238E27FC236}">
                <a16:creationId xmlns:a16="http://schemas.microsoft.com/office/drawing/2014/main" id="{2838DD62-FC1C-1C09-2FE3-68FDB565CDC0}"/>
              </a:ext>
            </a:extLst>
          </p:cNvPr>
          <p:cNvSpPr/>
          <p:nvPr/>
        </p:nvSpPr>
        <p:spPr bwMode="auto">
          <a:xfrm rot="5400000">
            <a:off x="8035200" y="3592288"/>
            <a:ext cx="320040" cy="228600"/>
          </a:xfrm>
          <a:prstGeom prst="triangle">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5" name="TextBox 14">
            <a:extLst>
              <a:ext uri="{FF2B5EF4-FFF2-40B4-BE49-F238E27FC236}">
                <a16:creationId xmlns:a16="http://schemas.microsoft.com/office/drawing/2014/main" id="{982ADA87-EFCB-83A7-3820-52EE20C39E14}"/>
              </a:ext>
            </a:extLst>
          </p:cNvPr>
          <p:cNvSpPr txBox="1"/>
          <p:nvPr/>
        </p:nvSpPr>
        <p:spPr>
          <a:xfrm>
            <a:off x="11887200" y="2243579"/>
            <a:ext cx="0" cy="0"/>
          </a:xfrm>
          <a:prstGeom prst="rect">
            <a:avLst/>
          </a:prstGeom>
          <a:noFill/>
        </p:spPr>
        <p:txBody>
          <a:bodyPr wrap="none" lIns="0" tIns="0" rIns="0" bIns="0" rtlCol="0">
            <a:noAutofit/>
          </a:bodyPr>
          <a:lstStyle/>
          <a:p>
            <a:pPr marL="0" indent="0" algn="l">
              <a:spcAft>
                <a:spcPts val="600"/>
              </a:spcAft>
              <a:tabLst/>
            </a:pPr>
            <a:endParaRPr lang="en-US" sz="1500"/>
          </a:p>
        </p:txBody>
      </p:sp>
      <p:sp>
        <p:nvSpPr>
          <p:cNvPr id="20" name="Text Placeholder 26">
            <a:extLst>
              <a:ext uri="{FF2B5EF4-FFF2-40B4-BE49-F238E27FC236}">
                <a16:creationId xmlns:a16="http://schemas.microsoft.com/office/drawing/2014/main" id="{50204B66-A4A1-6145-5B21-DAE0AB88AA8B}"/>
              </a:ext>
            </a:extLst>
          </p:cNvPr>
          <p:cNvSpPr txBox="1">
            <a:spLocks/>
          </p:cNvSpPr>
          <p:nvPr/>
        </p:nvSpPr>
        <p:spPr>
          <a:xfrm>
            <a:off x="4668007" y="3912984"/>
            <a:ext cx="1607628" cy="369332"/>
          </a:xfrm>
          <a:prstGeom prst="rect">
            <a:avLst/>
          </a:prstGeom>
        </p:spPr>
        <p:txBody>
          <a:bodyPr vert="horz" wrap="squar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400" b="1" i="0" kern="1200" cap="none" baseline="0">
                <a:solidFill>
                  <a:schemeClr val="tx1"/>
                </a:solidFill>
                <a:latin typeface="+mn-lt"/>
                <a:ea typeface="Roboto" panose="02000000000000000000" pitchFamily="2" charset="0"/>
                <a:cs typeface="Segoe UI" panose="020B0502040204020203" pitchFamily="34" charset="0"/>
              </a:defRPr>
            </a:lvl1pPr>
            <a:lvl2pPr marL="292608" indent="-283464" algn="l" defTabSz="914400" rtl="0" eaLnBrk="1" latinLnBrk="0" hangingPunct="1">
              <a:lnSpc>
                <a:spcPct val="100000"/>
              </a:lnSpc>
              <a:spcBef>
                <a:spcPts val="0"/>
              </a:spcBef>
              <a:spcAft>
                <a:spcPts val="0"/>
              </a:spcAft>
              <a:buFontTx/>
              <a:buNone/>
              <a:defRPr sz="1400" b="1" i="0" kern="1200" cap="none" baseline="0">
                <a:solidFill>
                  <a:schemeClr val="tx1"/>
                </a:solidFill>
                <a:latin typeface="+mj-lt"/>
                <a:ea typeface="Roboto" panose="02000000000000000000" pitchFamily="2" charset="0"/>
                <a:cs typeface="Segoe UI" panose="020B0502040204020203" pitchFamily="34" charset="0"/>
              </a:defRPr>
            </a:lvl2pPr>
            <a:lvl3pPr marL="0" indent="0" algn="l" defTabSz="914400" rtl="0" eaLnBrk="1" latinLnBrk="0" hangingPunct="1">
              <a:lnSpc>
                <a:spcPct val="100000"/>
              </a:lnSpc>
              <a:spcBef>
                <a:spcPts val="0"/>
              </a:spcBef>
              <a:spcAft>
                <a:spcPts val="0"/>
              </a:spcAft>
              <a:buFontTx/>
              <a:buNone/>
              <a:defRPr sz="1400" b="1" i="0" kern="1200" cap="none" baseline="0">
                <a:solidFill>
                  <a:schemeClr val="tx1"/>
                </a:solidFill>
                <a:latin typeface="+mj-lt"/>
                <a:ea typeface="Roboto" panose="02000000000000000000" pitchFamily="2" charset="0"/>
                <a:cs typeface="Segoe UI" panose="020B0502040204020203" pitchFamily="34" charset="0"/>
              </a:defRPr>
            </a:lvl3pPr>
            <a:lvl4pPr marL="0" indent="0" algn="l" defTabSz="914400" rtl="0" eaLnBrk="1" latinLnBrk="0" hangingPunct="1">
              <a:lnSpc>
                <a:spcPct val="100000"/>
              </a:lnSpc>
              <a:spcBef>
                <a:spcPts val="0"/>
              </a:spcBef>
              <a:spcAft>
                <a:spcPts val="0"/>
              </a:spcAft>
              <a:buFontTx/>
              <a:buNone/>
              <a:defRPr sz="1400" b="1" i="0" kern="1200" cap="none" baseline="0">
                <a:solidFill>
                  <a:schemeClr val="tx1"/>
                </a:solidFill>
                <a:latin typeface="+mj-lt"/>
                <a:ea typeface="Roboto" panose="02000000000000000000" pitchFamily="2" charset="0"/>
                <a:cs typeface="Segoe UI" panose="020B0502040204020203" pitchFamily="34" charset="0"/>
              </a:defRPr>
            </a:lvl4pPr>
            <a:lvl5pPr marL="0" indent="0" algn="l" defTabSz="914400" rtl="0" eaLnBrk="1" latinLnBrk="0" hangingPunct="1">
              <a:lnSpc>
                <a:spcPct val="100000"/>
              </a:lnSpc>
              <a:spcBef>
                <a:spcPts val="0"/>
              </a:spcBef>
              <a:spcAft>
                <a:spcPts val="0"/>
              </a:spcAft>
              <a:buFontTx/>
              <a:buNone/>
              <a:defRPr sz="1400" b="1" i="0" kern="1200" cap="none" baseline="0">
                <a:solidFill>
                  <a:schemeClr val="tx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FontTx/>
              <a:buNone/>
              <a:defRPr sz="1400" b="1" i="0" kern="1200" cap="none" baseline="0">
                <a:solidFill>
                  <a:schemeClr val="tx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FontTx/>
              <a:buNone/>
              <a:defRPr sz="1400" b="1" i="0" kern="1200" cap="none" baseline="0">
                <a:solidFill>
                  <a:schemeClr val="tx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FontTx/>
              <a:buNone/>
              <a:defRPr sz="1400" b="1" i="0" kern="1200" cap="none" baseline="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FontTx/>
              <a:buNone/>
              <a:defRPr sz="1400" b="1" i="0" kern="1200" cap="none" baseline="0">
                <a:solidFill>
                  <a:schemeClr val="tx1"/>
                </a:solidFill>
                <a:latin typeface="+mn-lt"/>
                <a:ea typeface="Roboto" panose="02000000000000000000" pitchFamily="2" charset="0"/>
                <a:cs typeface="Segoe UI" panose="020B0502040204020203" pitchFamily="34" charset="0"/>
              </a:defRPr>
            </a:lvl9pPr>
          </a:lstStyle>
          <a:p>
            <a:pPr algn="ctr"/>
            <a:r>
              <a:rPr lang="en-US" sz="1200"/>
              <a:t>productivity</a:t>
            </a:r>
          </a:p>
          <a:p>
            <a:pPr algn="ctr"/>
            <a:r>
              <a:rPr lang="en-US" sz="1200"/>
              <a:t>increase</a:t>
            </a:r>
          </a:p>
        </p:txBody>
      </p:sp>
    </p:spTree>
    <p:custDataLst>
      <p:custData r:id="rId1"/>
      <p:custData r:id="rId2"/>
    </p:custDataLst>
    <p:extLst>
      <p:ext uri="{BB962C8B-B14F-4D97-AF65-F5344CB8AC3E}">
        <p14:creationId xmlns:p14="http://schemas.microsoft.com/office/powerpoint/2010/main" val="2679010798"/>
      </p:ext>
    </p:extLst>
  </p:cSld>
  <p:clrMapOvr>
    <a:masterClrMapping/>
  </p:clrMapOvr>
  <p:extLst>
    <p:ext uri="{6950BFC3-D8DA-4A85-94F7-54DA5524770B}">
      <p188:commentRel xmlns:p188="http://schemas.microsoft.com/office/powerpoint/2018/8/main" r:id="rId5"/>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04E6C-7E87-B30B-5037-4F81FF03778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D727CA6-7460-D0D4-BFFD-057344D7AC8E}"/>
              </a:ext>
            </a:extLst>
          </p:cNvPr>
          <p:cNvSpPr>
            <a:spLocks noGrp="1"/>
          </p:cNvSpPr>
          <p:nvPr>
            <p:ph type="ftr" sz="quarter" idx="24"/>
          </p:nvPr>
        </p:nvSpPr>
        <p:spPr>
          <a:xfrm>
            <a:off x="4321019" y="6400798"/>
            <a:ext cx="7102834" cy="167949"/>
          </a:xfrm>
        </p:spPr>
        <p:txBody>
          <a:bodyPr/>
          <a:lstStyle/>
          <a:p>
            <a:r>
              <a:rPr lang="en-US" noProof="0"/>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158FDE87-B8B3-E46A-AC1D-5EFC1A845F84}"/>
              </a:ext>
            </a:extLst>
          </p:cNvPr>
          <p:cNvSpPr>
            <a:spLocks noGrp="1"/>
          </p:cNvSpPr>
          <p:nvPr>
            <p:ph type="sldNum" sz="quarter" idx="25"/>
          </p:nvPr>
        </p:nvSpPr>
        <p:spPr>
          <a:xfrm>
            <a:off x="11509578" y="6400799"/>
            <a:ext cx="218871" cy="167949"/>
          </a:xfrm>
        </p:spPr>
        <p:txBody>
          <a:bodyPr/>
          <a:lstStyle/>
          <a:p>
            <a:fld id="{63DCA5C9-2E11-4C67-86EB-AE1DE127DC64}" type="slidenum">
              <a:rPr lang="en-US" noProof="0" smtClean="0"/>
              <a:pPr/>
              <a:t>30</a:t>
            </a:fld>
            <a:endParaRPr lang="en-US" noProof="0"/>
          </a:p>
        </p:txBody>
      </p:sp>
      <p:sp>
        <p:nvSpPr>
          <p:cNvPr id="5" name="Text Placeholder 4">
            <a:extLst>
              <a:ext uri="{FF2B5EF4-FFF2-40B4-BE49-F238E27FC236}">
                <a16:creationId xmlns:a16="http://schemas.microsoft.com/office/drawing/2014/main" id="{DF698446-EFB2-928C-5438-483385697D56}"/>
              </a:ext>
            </a:extLst>
          </p:cNvPr>
          <p:cNvSpPr>
            <a:spLocks noGrp="1"/>
          </p:cNvSpPr>
          <p:nvPr>
            <p:ph type="body" sz="quarter" idx="28"/>
          </p:nvPr>
        </p:nvSpPr>
        <p:spPr>
          <a:xfrm>
            <a:off x="468076" y="2141351"/>
            <a:ext cx="4064167" cy="1925764"/>
          </a:xfrm>
        </p:spPr>
        <p:txBody>
          <a:bodyPr vert="horz" lIns="0" tIns="91440" rIns="0" bIns="0" rtlCol="0" anchor="t">
            <a:normAutofit/>
          </a:bodyPr>
          <a:lstStyle/>
          <a:p>
            <a:r>
              <a:rPr lang="en-US">
                <a:ea typeface="+mn-lt"/>
                <a:cs typeface="+mn-lt"/>
              </a:rPr>
              <a:t>International Wire Group, a copper wire manufacturer, relied on a decades-old VAX-based mainframe system across QC, customer management, AP documents, and scheduling, creating friction for factory floor and back-office teams alike. We designed Volt ERP, a modern MUI-based platform, establishing reusable patterns like split panels, drawer editing, and multi-step forms across each domain. The result is a scalable, documented design system and an AI-assisted design-to-dev workflow that keeps specs and engineering in sync as the platform grows.</a:t>
            </a:r>
          </a:p>
        </p:txBody>
      </p:sp>
      <p:sp>
        <p:nvSpPr>
          <p:cNvPr id="6" name="Text Placeholder 5">
            <a:extLst>
              <a:ext uri="{FF2B5EF4-FFF2-40B4-BE49-F238E27FC236}">
                <a16:creationId xmlns:a16="http://schemas.microsoft.com/office/drawing/2014/main" id="{60CD72C7-BCCD-DA97-9EDF-EDF6C4B877CB}"/>
              </a:ext>
            </a:extLst>
          </p:cNvPr>
          <p:cNvSpPr>
            <a:spLocks noGrp="1"/>
          </p:cNvSpPr>
          <p:nvPr>
            <p:ph type="body" sz="quarter" idx="19"/>
          </p:nvPr>
        </p:nvSpPr>
        <p:spPr>
          <a:xfrm>
            <a:off x="465138" y="556953"/>
            <a:ext cx="3602038" cy="556953"/>
          </a:xfrm>
        </p:spPr>
        <p:txBody>
          <a:bodyPr/>
          <a:lstStyle/>
          <a:p>
            <a:r>
              <a:rPr lang="en-US"/>
              <a:t>Pantheon Volt</a:t>
            </a:r>
            <a:endParaRPr lang="en-US" noProof="0"/>
          </a:p>
        </p:txBody>
      </p:sp>
      <p:sp>
        <p:nvSpPr>
          <p:cNvPr id="7" name="Title 6">
            <a:extLst>
              <a:ext uri="{FF2B5EF4-FFF2-40B4-BE49-F238E27FC236}">
                <a16:creationId xmlns:a16="http://schemas.microsoft.com/office/drawing/2014/main" id="{CB9E239A-0525-CDA2-898E-91912FAC3F27}"/>
              </a:ext>
            </a:extLst>
          </p:cNvPr>
          <p:cNvSpPr>
            <a:spLocks noGrp="1"/>
          </p:cNvSpPr>
          <p:nvPr>
            <p:ph type="title"/>
          </p:nvPr>
        </p:nvSpPr>
        <p:spPr>
          <a:xfrm>
            <a:off x="460375" y="1116054"/>
            <a:ext cx="4483473" cy="1012216"/>
          </a:xfrm>
        </p:spPr>
        <p:txBody>
          <a:bodyPr/>
          <a:lstStyle/>
          <a:p>
            <a:r>
              <a:rPr lang="en-US" sz="2000">
                <a:ea typeface="+mj-lt"/>
                <a:cs typeface="+mj-lt"/>
              </a:rPr>
              <a:t>Designed the all-new Volt ERP experience</a:t>
            </a:r>
            <a:r>
              <a:rPr lang="en-US" sz="2000" noProof="0">
                <a:ea typeface="+mj-lt"/>
                <a:cs typeface="+mj-lt"/>
              </a:rPr>
              <a:t>, </a:t>
            </a:r>
            <a:r>
              <a:rPr lang="en-US" sz="2000">
                <a:ea typeface="+mj-lt"/>
                <a:cs typeface="+mj-lt"/>
              </a:rPr>
              <a:t>retiring decades </a:t>
            </a:r>
            <a:r>
              <a:rPr lang="en-US" sz="2000" noProof="0">
                <a:ea typeface="+mj-lt"/>
                <a:cs typeface="+mj-lt"/>
              </a:rPr>
              <a:t>of </a:t>
            </a:r>
            <a:r>
              <a:rPr lang="en-US" sz="2000">
                <a:ea typeface="+mj-lt"/>
                <a:cs typeface="+mj-lt"/>
              </a:rPr>
              <a:t>legacy mainframe operations</a:t>
            </a:r>
            <a:endParaRPr lang="en-US" sz="2000"/>
          </a:p>
          <a:p>
            <a:endParaRPr lang="en-US" noProof="0"/>
          </a:p>
        </p:txBody>
      </p:sp>
      <p:sp>
        <p:nvSpPr>
          <p:cNvPr id="40" name="Text Placeholder 39">
            <a:extLst>
              <a:ext uri="{FF2B5EF4-FFF2-40B4-BE49-F238E27FC236}">
                <a16:creationId xmlns:a16="http://schemas.microsoft.com/office/drawing/2014/main" id="{FC2666E1-EA6D-BA83-2DA2-671AD8165B78}"/>
              </a:ext>
            </a:extLst>
          </p:cNvPr>
          <p:cNvSpPr>
            <a:spLocks noGrp="1"/>
          </p:cNvSpPr>
          <p:nvPr>
            <p:ph type="body" sz="quarter" idx="44"/>
          </p:nvPr>
        </p:nvSpPr>
        <p:spPr/>
        <p:txBody>
          <a:bodyPr/>
          <a:lstStyle/>
          <a:p>
            <a:r>
              <a:rPr lang="en-US"/>
              <a:t>Case study</a:t>
            </a:r>
          </a:p>
        </p:txBody>
      </p:sp>
      <p:sp>
        <p:nvSpPr>
          <p:cNvPr id="33" name="Rounded Rectangle 32">
            <a:extLst>
              <a:ext uri="{FF2B5EF4-FFF2-40B4-BE49-F238E27FC236}">
                <a16:creationId xmlns:a16="http://schemas.microsoft.com/office/drawing/2014/main" id="{2B5D78E3-4F20-0FDC-C4A6-90EB85F95501}"/>
              </a:ext>
            </a:extLst>
          </p:cNvPr>
          <p:cNvSpPr/>
          <p:nvPr/>
        </p:nvSpPr>
        <p:spPr bwMode="auto">
          <a:xfrm>
            <a:off x="4867253" y="3562650"/>
            <a:ext cx="2306742" cy="778462"/>
          </a:xfrm>
          <a:prstGeom prst="roundRect">
            <a:avLst>
              <a:gd name="adj" fmla="val 0"/>
            </a:avLst>
          </a:prstGeom>
          <a:solidFill>
            <a:schemeClr val="accent4"/>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sp>
        <p:nvSpPr>
          <p:cNvPr id="41" name="Text Placeholder 24">
            <a:extLst>
              <a:ext uri="{FF2B5EF4-FFF2-40B4-BE49-F238E27FC236}">
                <a16:creationId xmlns:a16="http://schemas.microsoft.com/office/drawing/2014/main" id="{61415B10-85DA-CD30-5FBB-1AA1A469CF79}"/>
              </a:ext>
            </a:extLst>
          </p:cNvPr>
          <p:cNvSpPr txBox="1">
            <a:spLocks/>
          </p:cNvSpPr>
          <p:nvPr/>
        </p:nvSpPr>
        <p:spPr>
          <a:xfrm>
            <a:off x="5016701" y="3762970"/>
            <a:ext cx="826011" cy="366885"/>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3600" b="1" i="0" kern="1200" cap="none" baseline="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3600" b="1" i="0" kern="1200" cap="none" baseline="0">
                <a:solidFill>
                  <a:schemeClr val="tx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3600" b="1" i="0" kern="1200" cap="none" baseline="0">
                <a:solidFill>
                  <a:schemeClr val="tx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3600" b="1" i="0" kern="1200" cap="none" baseline="0">
                <a:solidFill>
                  <a:schemeClr val="tx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9pPr>
          </a:lstStyle>
          <a:p>
            <a:r>
              <a:rPr lang="en-US" sz="2400">
                <a:solidFill>
                  <a:schemeClr val="tx2"/>
                </a:solidFill>
                <a:ea typeface="+mn-lt"/>
                <a:cs typeface="+mn-lt"/>
              </a:rPr>
              <a:t>400+</a:t>
            </a:r>
            <a:r>
              <a:rPr lang="en-US" sz="2400" b="0">
                <a:solidFill>
                  <a:schemeClr val="tx2"/>
                </a:solidFill>
                <a:ea typeface="+mn-lt"/>
                <a:cs typeface="+mn-lt"/>
              </a:rPr>
              <a:t> </a:t>
            </a:r>
            <a:endParaRPr lang="en-US">
              <a:solidFill>
                <a:schemeClr val="tx2"/>
              </a:solidFill>
              <a:ea typeface="+mn-lt"/>
              <a:cs typeface="+mn-lt"/>
            </a:endParaRPr>
          </a:p>
        </p:txBody>
      </p:sp>
      <p:sp>
        <p:nvSpPr>
          <p:cNvPr id="42" name="Text Placeholder 26">
            <a:extLst>
              <a:ext uri="{FF2B5EF4-FFF2-40B4-BE49-F238E27FC236}">
                <a16:creationId xmlns:a16="http://schemas.microsoft.com/office/drawing/2014/main" id="{306FFB78-31DB-AFEF-E409-858F44E3AB14}"/>
              </a:ext>
            </a:extLst>
          </p:cNvPr>
          <p:cNvSpPr txBox="1">
            <a:spLocks/>
          </p:cNvSpPr>
          <p:nvPr/>
        </p:nvSpPr>
        <p:spPr>
          <a:xfrm>
            <a:off x="5798751" y="3692498"/>
            <a:ext cx="1269745" cy="507831"/>
          </a:xfrm>
          <a:prstGeom prst="rect">
            <a:avLst/>
          </a:prstGeom>
        </p:spPr>
        <p:txBody>
          <a:bodyPr vert="horz" wrap="squar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400" b="1" i="0" kern="1200" cap="none" baseline="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400" b="1" i="0" kern="1200" cap="none" baseline="0">
                <a:solidFill>
                  <a:schemeClr val="tx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400" b="1" i="0" kern="1200" cap="none" baseline="0">
                <a:solidFill>
                  <a:schemeClr val="tx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400" b="1" i="0" kern="1200" cap="none" baseline="0">
                <a:solidFill>
                  <a:schemeClr val="tx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9pPr>
          </a:lstStyle>
          <a:p>
            <a:r>
              <a:rPr lang="en-US" sz="1100">
                <a:solidFill>
                  <a:schemeClr val="tx2"/>
                </a:solidFill>
                <a:ea typeface="+mn-lt"/>
                <a:cs typeface="+mn-lt"/>
              </a:rPr>
              <a:t>Screens estimated to complete the full ERP system</a:t>
            </a:r>
            <a:endParaRPr lang="en-US">
              <a:solidFill>
                <a:schemeClr val="tx2"/>
              </a:solidFill>
              <a:ea typeface="+mn-lt"/>
              <a:cs typeface="+mn-lt"/>
            </a:endParaRPr>
          </a:p>
        </p:txBody>
      </p:sp>
      <p:sp>
        <p:nvSpPr>
          <p:cNvPr id="47" name="Text Placeholder 5">
            <a:extLst>
              <a:ext uri="{FF2B5EF4-FFF2-40B4-BE49-F238E27FC236}">
                <a16:creationId xmlns:a16="http://schemas.microsoft.com/office/drawing/2014/main" id="{0DF56AD2-C0B9-DE98-CCBB-74C1C559BCF1}"/>
              </a:ext>
            </a:extLst>
          </p:cNvPr>
          <p:cNvSpPr txBox="1">
            <a:spLocks/>
          </p:cNvSpPr>
          <p:nvPr/>
        </p:nvSpPr>
        <p:spPr>
          <a:xfrm>
            <a:off x="460373" y="4192960"/>
            <a:ext cx="2754539" cy="276999"/>
          </a:xfrm>
          <a:prstGeom prst="rect">
            <a:avLst/>
          </a:prstGeom>
        </p:spPr>
        <p:txBody>
          <a:bodyPr vert="horz" wrap="square" lIns="0" tIns="91440" rIns="0" bIns="0" rtlCol="0" anchor="t">
            <a:spAutoFit/>
          </a:bodyPr>
          <a:lstStyle>
            <a:lvl1pPr marL="0" indent="0" algn="l" defTabSz="914400" rtl="0" eaLnBrk="1" latinLnBrk="0" hangingPunct="1">
              <a:lnSpc>
                <a:spcPct val="100000"/>
              </a:lnSpc>
              <a:spcBef>
                <a:spcPts val="0"/>
              </a:spcBef>
              <a:spcAft>
                <a:spcPts val="1600"/>
              </a:spcAft>
              <a:buFont typeface="Arial" panose="020B0604020202020204" pitchFamily="34" charset="0"/>
              <a:buNone/>
              <a:defRPr sz="1400" b="0" i="0" kern="120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600"/>
              </a:spcAft>
              <a:buClr>
                <a:schemeClr val="accent1"/>
              </a:buClr>
              <a:buFontTx/>
              <a:buNone/>
              <a:tabLst>
                <a:tab pos="280988" algn="l"/>
              </a:tabLst>
              <a:defRPr sz="1400" b="1" i="0" kern="1200">
                <a:solidFill>
                  <a:schemeClr val="tx2"/>
                </a:solidFill>
                <a:latin typeface="+mn-lt"/>
                <a:ea typeface="Roboto" panose="02000000000000000000" pitchFamily="2" charset="0"/>
                <a:cs typeface="Segoe UI" panose="020B0502040204020203" pitchFamily="34" charset="0"/>
              </a:defRPr>
            </a:lvl2pPr>
            <a:lvl3pPr marL="137160" indent="-137160" algn="l" defTabSz="292608" rtl="0" eaLnBrk="1" latinLnBrk="0" hangingPunct="1">
              <a:lnSpc>
                <a:spcPct val="100000"/>
              </a:lnSpc>
              <a:spcBef>
                <a:spcPts val="0"/>
              </a:spcBef>
              <a:spcAft>
                <a:spcPts val="600"/>
              </a:spcAft>
              <a:buClr>
                <a:schemeClr val="tx1"/>
              </a:buClr>
              <a:buFont typeface="Arial" panose="020B0604020202020204" pitchFamily="34" charset="0"/>
              <a:buChar char="•"/>
              <a:tabLst>
                <a:tab pos="276225" algn="l"/>
                <a:tab pos="584200" algn="l"/>
              </a:tabLst>
              <a:defRPr sz="1200" b="0" i="0" kern="1200">
                <a:solidFill>
                  <a:schemeClr val="tx1"/>
                </a:solidFill>
                <a:latin typeface="+mn-lt"/>
                <a:ea typeface="Roboto" panose="02000000000000000000" pitchFamily="2" charset="0"/>
                <a:cs typeface="Segoe UI" panose="020B0502040204020203" pitchFamily="34" charset="0"/>
              </a:defRPr>
            </a:lvl3pPr>
            <a:lvl4pPr marL="274320" marR="0" indent="-137160" algn="l" defTabSz="292608" rtl="0" eaLnBrk="1" fontAlgn="auto" latinLnBrk="0" hangingPunct="1">
              <a:lnSpc>
                <a:spcPct val="100000"/>
              </a:lnSpc>
              <a:spcBef>
                <a:spcPts val="0"/>
              </a:spcBef>
              <a:spcAft>
                <a:spcPts val="600"/>
              </a:spcAft>
              <a:buClr>
                <a:schemeClr val="tx1"/>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Segoe UI" panose="020B0502040204020203" pitchFamily="34" charset="0"/>
              </a:defRPr>
            </a:lvl4pPr>
            <a:lvl5pPr marL="411480" indent="-137160" algn="l" defTabSz="292608" rtl="0" eaLnBrk="1" latinLnBrk="0" hangingPunct="1">
              <a:lnSpc>
                <a:spcPct val="100000"/>
              </a:lnSpc>
              <a:spcBef>
                <a:spcPts val="0"/>
              </a:spcBef>
              <a:spcAft>
                <a:spcPts val="600"/>
              </a:spcAft>
              <a:buClr>
                <a:schemeClr val="tx1"/>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Segoe UI" panose="020B0502040204020203" pitchFamily="34" charset="0"/>
              </a:defRPr>
            </a:lvl5pPr>
            <a:lvl6pPr marL="18288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6pPr>
            <a:lvl7pPr marL="36576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7pPr>
            <a:lvl8pPr marL="548640" indent="-182880" algn="l" defTabSz="914400" rtl="0" eaLnBrk="1" latinLnBrk="0" hangingPunct="1">
              <a:lnSpc>
                <a:spcPct val="100000"/>
              </a:lnSpc>
              <a:spcBef>
                <a:spcPts val="0"/>
              </a:spcBef>
              <a:spcAft>
                <a:spcPts val="600"/>
              </a:spcAft>
              <a:buClr>
                <a:schemeClr val="tx1"/>
              </a:buClr>
              <a:buSzPct val="100000"/>
              <a:buFont typeface="+mj-lt"/>
              <a:buAutoNum type="arabicPeriod"/>
              <a:tabLst/>
              <a:defRPr sz="1200" b="0" i="0" kern="120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600"/>
              </a:spcAft>
              <a:buClr>
                <a:schemeClr val="accent1"/>
              </a:buClr>
              <a:buSzPct val="100000"/>
              <a:buFontTx/>
              <a:buNone/>
              <a:tabLst/>
              <a:defRPr sz="1400" b="1" i="0" kern="1200">
                <a:solidFill>
                  <a:schemeClr val="tx1"/>
                </a:solidFill>
                <a:latin typeface="+mn-lt"/>
                <a:ea typeface="Roboto" panose="02000000000000000000" pitchFamily="2" charset="0"/>
                <a:cs typeface="Segoe UI" panose="020B0502040204020203" pitchFamily="34" charset="0"/>
              </a:defRPr>
            </a:lvl9pPr>
          </a:lstStyle>
          <a:p>
            <a:pPr>
              <a:spcAft>
                <a:spcPts val="600"/>
              </a:spcAft>
            </a:pPr>
            <a:r>
              <a:rPr lang="en-US" sz="1200" b="1">
                <a:solidFill>
                  <a:schemeClr val="tx2"/>
                </a:solidFill>
                <a:ea typeface="Roboto"/>
                <a:cs typeface="Arial"/>
              </a:rPr>
              <a:t>How We Helped</a:t>
            </a:r>
            <a:endParaRPr lang="en-US" sz="1200">
              <a:solidFill>
                <a:schemeClr val="tx2"/>
              </a:solidFill>
            </a:endParaRPr>
          </a:p>
        </p:txBody>
      </p:sp>
      <p:sp>
        <p:nvSpPr>
          <p:cNvPr id="11" name="TextBox 10">
            <a:extLst>
              <a:ext uri="{FF2B5EF4-FFF2-40B4-BE49-F238E27FC236}">
                <a16:creationId xmlns:a16="http://schemas.microsoft.com/office/drawing/2014/main" id="{7C2FE830-1E60-CED8-1A9F-9E31DB7704E0}"/>
              </a:ext>
            </a:extLst>
          </p:cNvPr>
          <p:cNvSpPr txBox="1"/>
          <p:nvPr/>
        </p:nvSpPr>
        <p:spPr>
          <a:xfrm>
            <a:off x="460373" y="4552168"/>
            <a:ext cx="4339110" cy="1708160"/>
          </a:xfrm>
          <a:prstGeom prst="rect">
            <a:avLst/>
          </a:prstGeom>
          <a:noFill/>
        </p:spPr>
        <p:txBody>
          <a:bodyPr wrap="square" lIns="91440" tIns="45720" rIns="91440" bIns="45720" anchor="t">
            <a:spAutoFit/>
          </a:bodyPr>
          <a:lstStyle/>
          <a:p>
            <a:pPr marL="171450" indent="-171450">
              <a:buFont typeface="Arial" panose="020B0604020202020204" pitchFamily="34" charset="0"/>
              <a:buChar char="•"/>
            </a:pPr>
            <a:r>
              <a:rPr lang="en-US" sz="1000">
                <a:ea typeface="+mn-lt"/>
                <a:cs typeface="+mn-lt"/>
              </a:rPr>
              <a:t>Established a comprehensive MUI component system with documented interaction rules </a:t>
            </a:r>
          </a:p>
          <a:p>
            <a:pPr marL="171450" lvl="0" indent="-171450">
              <a:buFont typeface="Arial" panose="020B0604020202020204" pitchFamily="34" charset="0"/>
              <a:buChar char="•"/>
            </a:pPr>
            <a:r>
              <a:rPr lang="en-US" sz="1000"/>
              <a:t>Rapidly tested edge cases and alternate scenarios in a working prototype rather than static documentation</a:t>
            </a:r>
          </a:p>
          <a:p>
            <a:pPr marL="171450" lvl="0" indent="-171450">
              <a:buFont typeface="Arial" panose="020B0604020202020204" pitchFamily="34" charset="0"/>
              <a:buChar char="•"/>
            </a:pPr>
            <a:r>
              <a:rPr lang="en-US" sz="1000"/>
              <a:t>Built an AI-assisted workflow, exporting Figma designs and using Claude to generate structured, reusable documentation for developer handoff</a:t>
            </a:r>
            <a:endParaRPr lang="en-US" sz="1000">
              <a:cs typeface="Arial"/>
            </a:endParaRPr>
          </a:p>
          <a:p>
            <a:pPr marL="171450" indent="-171450">
              <a:buFont typeface="Arial" panose="020B0604020202020204" pitchFamily="34" charset="0"/>
              <a:buChar char="•"/>
            </a:pPr>
            <a:r>
              <a:rPr lang="en-US" sz="1000"/>
              <a:t>Replaced inconsistent manual handoff processes with a living documentation system that scales as new components are added</a:t>
            </a:r>
            <a:endParaRPr lang="en-US" sz="1000">
              <a:cs typeface="Arial"/>
            </a:endParaRPr>
          </a:p>
        </p:txBody>
      </p:sp>
      <p:sp>
        <p:nvSpPr>
          <p:cNvPr id="16" name="Rounded Rectangle 32">
            <a:extLst>
              <a:ext uri="{FF2B5EF4-FFF2-40B4-BE49-F238E27FC236}">
                <a16:creationId xmlns:a16="http://schemas.microsoft.com/office/drawing/2014/main" id="{DF42542B-DFBD-656E-9B57-DD2892839286}"/>
              </a:ext>
            </a:extLst>
          </p:cNvPr>
          <p:cNvSpPr/>
          <p:nvPr/>
        </p:nvSpPr>
        <p:spPr bwMode="auto">
          <a:xfrm>
            <a:off x="4867253" y="4470657"/>
            <a:ext cx="2306742" cy="775724"/>
          </a:xfrm>
          <a:prstGeom prst="roundRect">
            <a:avLst>
              <a:gd name="adj" fmla="val 0"/>
            </a:avLst>
          </a:prstGeom>
          <a:solidFill>
            <a:schemeClr val="accent4"/>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sp>
        <p:nvSpPr>
          <p:cNvPr id="17" name="Text Placeholder 24">
            <a:extLst>
              <a:ext uri="{FF2B5EF4-FFF2-40B4-BE49-F238E27FC236}">
                <a16:creationId xmlns:a16="http://schemas.microsoft.com/office/drawing/2014/main" id="{E51E6D87-18A1-F189-F479-54C7BCFD54CE}"/>
              </a:ext>
            </a:extLst>
          </p:cNvPr>
          <p:cNvSpPr txBox="1">
            <a:spLocks/>
          </p:cNvSpPr>
          <p:nvPr/>
        </p:nvSpPr>
        <p:spPr>
          <a:xfrm>
            <a:off x="5016701" y="4668894"/>
            <a:ext cx="826011" cy="366885"/>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3600" b="1" i="0" kern="1200" cap="none" baseline="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3600" b="1" i="0" kern="1200" cap="none" baseline="0">
                <a:solidFill>
                  <a:schemeClr val="tx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3600" b="1" i="0" kern="1200" cap="none" baseline="0">
                <a:solidFill>
                  <a:schemeClr val="tx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3600" b="1" i="0" kern="1200" cap="none" baseline="0">
                <a:solidFill>
                  <a:schemeClr val="tx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9pPr>
          </a:lstStyle>
          <a:p>
            <a:r>
              <a:rPr lang="en-US" sz="2400">
                <a:solidFill>
                  <a:schemeClr val="tx2"/>
                </a:solidFill>
                <a:ea typeface="+mn-lt"/>
                <a:cs typeface="+mn-lt"/>
              </a:rPr>
              <a:t>20+</a:t>
            </a:r>
            <a:r>
              <a:rPr lang="en-US" sz="2400" b="0">
                <a:solidFill>
                  <a:schemeClr val="tx2"/>
                </a:solidFill>
                <a:ea typeface="+mn-lt"/>
                <a:cs typeface="+mn-lt"/>
              </a:rPr>
              <a:t> </a:t>
            </a:r>
            <a:endParaRPr lang="en-US">
              <a:solidFill>
                <a:schemeClr val="tx2"/>
              </a:solidFill>
            </a:endParaRPr>
          </a:p>
        </p:txBody>
      </p:sp>
      <p:sp>
        <p:nvSpPr>
          <p:cNvPr id="18" name="Text Placeholder 26">
            <a:extLst>
              <a:ext uri="{FF2B5EF4-FFF2-40B4-BE49-F238E27FC236}">
                <a16:creationId xmlns:a16="http://schemas.microsoft.com/office/drawing/2014/main" id="{2C3E420C-21C1-9A34-9C16-9F1CAAF4D8B7}"/>
              </a:ext>
            </a:extLst>
          </p:cNvPr>
          <p:cNvSpPr txBox="1">
            <a:spLocks/>
          </p:cNvSpPr>
          <p:nvPr/>
        </p:nvSpPr>
        <p:spPr>
          <a:xfrm>
            <a:off x="5798752" y="4598422"/>
            <a:ext cx="1269744" cy="507831"/>
          </a:xfrm>
          <a:prstGeom prst="rect">
            <a:avLst/>
          </a:prstGeom>
        </p:spPr>
        <p:txBody>
          <a:bodyPr vert="horz" wrap="squar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400" b="1" i="0" kern="1200" cap="none" baseline="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400" b="1" i="0" kern="1200" cap="none" baseline="0">
                <a:solidFill>
                  <a:schemeClr val="tx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400" b="1" i="0" kern="1200" cap="none" baseline="0">
                <a:solidFill>
                  <a:schemeClr val="tx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400" b="1" i="0" kern="1200" cap="none" baseline="0">
                <a:solidFill>
                  <a:schemeClr val="tx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9pPr>
          </a:lstStyle>
          <a:p>
            <a:r>
              <a:rPr lang="en-US" sz="1100">
                <a:solidFill>
                  <a:schemeClr val="tx2"/>
                </a:solidFill>
                <a:ea typeface="+mn-lt"/>
                <a:cs typeface="+mn-lt"/>
              </a:rPr>
              <a:t>Screens designed, establishing the reusable system</a:t>
            </a:r>
            <a:endParaRPr lang="en-US">
              <a:solidFill>
                <a:schemeClr val="tx2"/>
              </a:solidFill>
            </a:endParaRPr>
          </a:p>
        </p:txBody>
      </p:sp>
      <p:sp>
        <p:nvSpPr>
          <p:cNvPr id="2" name="Rounded Rectangle 32">
            <a:extLst>
              <a:ext uri="{FF2B5EF4-FFF2-40B4-BE49-F238E27FC236}">
                <a16:creationId xmlns:a16="http://schemas.microsoft.com/office/drawing/2014/main" id="{A5272CF7-4D48-FFFA-2C2C-70510DC0FAA8}"/>
              </a:ext>
            </a:extLst>
          </p:cNvPr>
          <p:cNvSpPr/>
          <p:nvPr/>
        </p:nvSpPr>
        <p:spPr bwMode="auto">
          <a:xfrm>
            <a:off x="4867253" y="5408753"/>
            <a:ext cx="2306742" cy="775723"/>
          </a:xfrm>
          <a:prstGeom prst="roundRect">
            <a:avLst>
              <a:gd name="adj" fmla="val 0"/>
            </a:avLst>
          </a:prstGeom>
          <a:solidFill>
            <a:schemeClr val="accent4"/>
          </a:solidFill>
          <a:ln>
            <a:noFill/>
          </a:ln>
          <a:effectLst/>
        </p:spPr>
        <p:txBody>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p>
            <a:pPr algn="ctr"/>
            <a:endParaRPr lang="en-US" sz="1800" b="0" i="0">
              <a:solidFill>
                <a:schemeClr val="bg1"/>
              </a:solidFill>
              <a:latin typeface="+mn-lt"/>
              <a:ea typeface="Roboto" panose="02000000000000000000" pitchFamily="2" charset="0"/>
              <a:cs typeface="Segoe UI" panose="020B0502040204020203" pitchFamily="34" charset="0"/>
            </a:endParaRPr>
          </a:p>
        </p:txBody>
      </p:sp>
      <p:sp>
        <p:nvSpPr>
          <p:cNvPr id="20" name="Text Placeholder 24">
            <a:extLst>
              <a:ext uri="{FF2B5EF4-FFF2-40B4-BE49-F238E27FC236}">
                <a16:creationId xmlns:a16="http://schemas.microsoft.com/office/drawing/2014/main" id="{8795E31F-1147-62DB-41D9-EA923ECBE311}"/>
              </a:ext>
            </a:extLst>
          </p:cNvPr>
          <p:cNvSpPr txBox="1">
            <a:spLocks/>
          </p:cNvSpPr>
          <p:nvPr/>
        </p:nvSpPr>
        <p:spPr>
          <a:xfrm>
            <a:off x="5016700" y="5615648"/>
            <a:ext cx="826011" cy="366885"/>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FontTx/>
              <a:buNone/>
              <a:defRPr sz="3600" b="1" i="0" kern="1200" cap="none" baseline="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3600" b="1" i="0" kern="1200" cap="none" baseline="0">
                <a:solidFill>
                  <a:schemeClr val="tx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3600" b="1" i="0" kern="1200" cap="none" baseline="0">
                <a:solidFill>
                  <a:schemeClr val="tx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3600" b="1" i="0" kern="1200" cap="none" baseline="0">
                <a:solidFill>
                  <a:schemeClr val="tx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3600" b="1" i="0" kern="1200" cap="none" baseline="0">
                <a:solidFill>
                  <a:schemeClr val="tx1"/>
                </a:solidFill>
                <a:latin typeface="+mn-lt"/>
                <a:ea typeface="Roboto" panose="02000000000000000000" pitchFamily="2" charset="0"/>
                <a:cs typeface="Segoe UI" panose="020B0502040204020203" pitchFamily="34" charset="0"/>
              </a:defRPr>
            </a:lvl9pPr>
          </a:lstStyle>
          <a:p>
            <a:pPr lvl="1"/>
            <a:r>
              <a:rPr lang="en-US" sz="2400">
                <a:solidFill>
                  <a:schemeClr val="tx2"/>
                </a:solidFill>
                <a:ea typeface="+mn-lt"/>
                <a:cs typeface="+mn-lt"/>
              </a:rPr>
              <a:t>1</a:t>
            </a:r>
            <a:endParaRPr lang="en-US">
              <a:solidFill>
                <a:schemeClr val="tx2"/>
              </a:solidFill>
            </a:endParaRPr>
          </a:p>
        </p:txBody>
      </p:sp>
      <p:sp>
        <p:nvSpPr>
          <p:cNvPr id="21" name="Text Placeholder 26">
            <a:extLst>
              <a:ext uri="{FF2B5EF4-FFF2-40B4-BE49-F238E27FC236}">
                <a16:creationId xmlns:a16="http://schemas.microsoft.com/office/drawing/2014/main" id="{8D15A9CD-74EE-D797-51FC-3662E4E460B6}"/>
              </a:ext>
            </a:extLst>
          </p:cNvPr>
          <p:cNvSpPr txBox="1">
            <a:spLocks/>
          </p:cNvSpPr>
          <p:nvPr/>
        </p:nvSpPr>
        <p:spPr>
          <a:xfrm>
            <a:off x="5798751" y="5540791"/>
            <a:ext cx="1269745" cy="507831"/>
          </a:xfrm>
          <a:prstGeom prst="rect">
            <a:avLst/>
          </a:prstGeom>
        </p:spPr>
        <p:txBody>
          <a:bodyPr vert="horz" wrap="squar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400" b="1" i="0" kern="1200" cap="none" baseline="0">
                <a:solidFill>
                  <a:schemeClr val="tx1"/>
                </a:solidFill>
                <a:latin typeface="+mn-lt"/>
                <a:ea typeface="Roboto" panose="02000000000000000000" pitchFamily="2" charset="0"/>
                <a:cs typeface="Segoe UI" panose="020B0502040204020203" pitchFamily="34" charset="0"/>
              </a:defRPr>
            </a:lvl1pPr>
            <a:lvl2pPr marL="0" indent="0" algn="l" defTabSz="914400" rtl="0" eaLnBrk="1" latinLnBrk="0" hangingPunct="1">
              <a:lnSpc>
                <a:spcPct val="100000"/>
              </a:lnSpc>
              <a:spcBef>
                <a:spcPts val="0"/>
              </a:spcBef>
              <a:spcAft>
                <a:spcPts val="0"/>
              </a:spcAft>
              <a:buClr>
                <a:schemeClr val="accent1"/>
              </a:buClr>
              <a:buFontTx/>
              <a:buNone/>
              <a:tabLst>
                <a:tab pos="280988" algn="l"/>
              </a:tabLst>
              <a:defRPr sz="1400" b="1" i="0" kern="1200" cap="none" baseline="0">
                <a:solidFill>
                  <a:schemeClr val="tx1"/>
                </a:solidFill>
                <a:latin typeface="+mj-lt"/>
                <a:ea typeface="Roboto" panose="02000000000000000000" pitchFamily="2" charset="0"/>
                <a:cs typeface="Segoe UI" panose="020B0502040204020203" pitchFamily="34" charset="0"/>
              </a:defRPr>
            </a:lvl2pPr>
            <a:lvl3pPr marL="0" indent="0" algn="l" defTabSz="292608" rtl="0" eaLnBrk="1" latinLnBrk="0" hangingPunct="1">
              <a:lnSpc>
                <a:spcPct val="100000"/>
              </a:lnSpc>
              <a:spcBef>
                <a:spcPts val="0"/>
              </a:spcBef>
              <a:spcAft>
                <a:spcPts val="0"/>
              </a:spcAft>
              <a:buClr>
                <a:schemeClr val="tx1"/>
              </a:buClr>
              <a:buFontTx/>
              <a:buNone/>
              <a:tabLst>
                <a:tab pos="276225" algn="l"/>
                <a:tab pos="584200" algn="l"/>
              </a:tabLst>
              <a:defRPr sz="1400" b="1" i="0" kern="1200" cap="none" baseline="0">
                <a:solidFill>
                  <a:schemeClr val="tx1"/>
                </a:solidFill>
                <a:latin typeface="+mj-lt"/>
                <a:ea typeface="Roboto" panose="02000000000000000000" pitchFamily="2" charset="0"/>
                <a:cs typeface="Segoe UI" panose="020B0502040204020203" pitchFamily="34" charset="0"/>
              </a:defRPr>
            </a:lvl3pPr>
            <a:lvl4pPr marL="0" marR="0" indent="0" algn="l" defTabSz="292608" rtl="0" eaLnBrk="1" fontAlgn="auto"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j-lt"/>
                <a:ea typeface="Roboto" panose="02000000000000000000" pitchFamily="2" charset="0"/>
                <a:cs typeface="Segoe UI" panose="020B0502040204020203" pitchFamily="34" charset="0"/>
              </a:defRPr>
            </a:lvl4pPr>
            <a:lvl5pPr marL="0" indent="0" algn="l" defTabSz="292608" rtl="0" eaLnBrk="1" latinLnBrk="0" hangingPunct="1">
              <a:lnSpc>
                <a:spcPct val="100000"/>
              </a:lnSpc>
              <a:spcBef>
                <a:spcPts val="0"/>
              </a:spcBef>
              <a:spcAft>
                <a:spcPts val="0"/>
              </a:spcAft>
              <a:buClr>
                <a:schemeClr val="tx1"/>
              </a:buClr>
              <a:buSzPct val="100000"/>
              <a:buFontTx/>
              <a:buNone/>
              <a:tabLst>
                <a:tab pos="292608" algn="l"/>
                <a:tab pos="585216" algn="l"/>
              </a:tabLst>
              <a:defRPr sz="1400" b="1" i="0" kern="1200" cap="none" baseline="0">
                <a:solidFill>
                  <a:schemeClr val="tx1"/>
                </a:solidFill>
                <a:latin typeface="+mn-lt"/>
                <a:ea typeface="Roboto" panose="02000000000000000000" pitchFamily="2" charset="0"/>
                <a:cs typeface="Segoe UI" panose="020B0502040204020203" pitchFamily="34" charset="0"/>
              </a:defRPr>
            </a:lvl5pPr>
            <a:lvl6pPr marL="0" indent="0" algn="l" defTabSz="914400" rtl="0" eaLnBrk="1"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6pPr>
            <a:lvl7pPr marL="0" indent="0" algn="l" defTabSz="914400" rtl="0" eaLnBrk="1"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7pPr>
            <a:lvl8pPr marL="0" indent="0" algn="l" defTabSz="914400" rtl="0" eaLnBrk="1" latinLnBrk="0" hangingPunct="1">
              <a:lnSpc>
                <a:spcPct val="100000"/>
              </a:lnSpc>
              <a:spcBef>
                <a:spcPts val="0"/>
              </a:spcBef>
              <a:spcAft>
                <a:spcPts val="0"/>
              </a:spcAft>
              <a:buClr>
                <a:schemeClr val="tx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8pPr>
            <a:lvl9pPr marL="0" indent="0" algn="l" defTabSz="914400" rtl="0" eaLnBrk="1" latinLnBrk="0" hangingPunct="1">
              <a:lnSpc>
                <a:spcPct val="100000"/>
              </a:lnSpc>
              <a:spcBef>
                <a:spcPts val="0"/>
              </a:spcBef>
              <a:spcAft>
                <a:spcPts val="0"/>
              </a:spcAft>
              <a:buClr>
                <a:schemeClr val="accent1"/>
              </a:buClr>
              <a:buSzPct val="100000"/>
              <a:buFontTx/>
              <a:buNone/>
              <a:tabLst/>
              <a:defRPr sz="1400" b="1" i="0" kern="1200" cap="none" baseline="0">
                <a:solidFill>
                  <a:schemeClr val="tx1"/>
                </a:solidFill>
                <a:latin typeface="+mn-lt"/>
                <a:ea typeface="Roboto" panose="02000000000000000000" pitchFamily="2" charset="0"/>
                <a:cs typeface="Segoe UI" panose="020B0502040204020203" pitchFamily="34" charset="0"/>
              </a:defRPr>
            </a:lvl9pPr>
          </a:lstStyle>
          <a:p>
            <a:r>
              <a:rPr lang="en-US" sz="1100">
                <a:solidFill>
                  <a:schemeClr val="tx2"/>
                </a:solidFill>
                <a:ea typeface="+mn-lt"/>
                <a:cs typeface="+mn-lt"/>
              </a:rPr>
              <a:t>Documented design system enabling that scale</a:t>
            </a:r>
            <a:endParaRPr lang="en-US">
              <a:solidFill>
                <a:schemeClr val="tx2"/>
              </a:solidFill>
            </a:endParaRPr>
          </a:p>
        </p:txBody>
      </p:sp>
      <p:pic>
        <p:nvPicPr>
          <p:cNvPr id="25" name="Picture 24">
            <a:extLst>
              <a:ext uri="{FF2B5EF4-FFF2-40B4-BE49-F238E27FC236}">
                <a16:creationId xmlns:a16="http://schemas.microsoft.com/office/drawing/2014/main" id="{A49CB00E-A0ED-AEC4-834E-EBFF1F1B54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9483" y="542268"/>
            <a:ext cx="3456257" cy="2605693"/>
          </a:xfrm>
          <a:prstGeom prst="rect">
            <a:avLst/>
          </a:prstGeom>
        </p:spPr>
      </p:pic>
      <p:pic>
        <p:nvPicPr>
          <p:cNvPr id="27" name="Picture 26">
            <a:extLst>
              <a:ext uri="{FF2B5EF4-FFF2-40B4-BE49-F238E27FC236}">
                <a16:creationId xmlns:a16="http://schemas.microsoft.com/office/drawing/2014/main" id="{A4A5D84D-181F-2F6C-8D46-6F523C09E7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22980" y="556953"/>
            <a:ext cx="3456257" cy="2605693"/>
          </a:xfrm>
          <a:prstGeom prst="rect">
            <a:avLst/>
          </a:prstGeom>
        </p:spPr>
      </p:pic>
      <p:pic>
        <p:nvPicPr>
          <p:cNvPr id="36" name="Picture 35">
            <a:extLst>
              <a:ext uri="{FF2B5EF4-FFF2-40B4-BE49-F238E27FC236}">
                <a16:creationId xmlns:a16="http://schemas.microsoft.com/office/drawing/2014/main" id="{799E5050-DDFF-D3CF-7CDE-E990525DBF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46895" y="3620436"/>
            <a:ext cx="4474169" cy="2482857"/>
          </a:xfrm>
          <a:prstGeom prst="rect">
            <a:avLst/>
          </a:prstGeom>
          <a:ln>
            <a:noFill/>
          </a:ln>
        </p:spPr>
      </p:pic>
      <p:sp>
        <p:nvSpPr>
          <p:cNvPr id="37" name="TextBox 36">
            <a:extLst>
              <a:ext uri="{FF2B5EF4-FFF2-40B4-BE49-F238E27FC236}">
                <a16:creationId xmlns:a16="http://schemas.microsoft.com/office/drawing/2014/main" id="{5276BCAE-4FE9-706A-6922-96A70A3B6A89}"/>
              </a:ext>
            </a:extLst>
          </p:cNvPr>
          <p:cNvSpPr txBox="1"/>
          <p:nvPr/>
        </p:nvSpPr>
        <p:spPr>
          <a:xfrm>
            <a:off x="4683760" y="3362960"/>
            <a:ext cx="0" cy="0"/>
          </a:xfrm>
          <a:prstGeom prst="rect">
            <a:avLst/>
          </a:prstGeom>
          <a:noFill/>
        </p:spPr>
        <p:txBody>
          <a:bodyPr wrap="none" lIns="0" tIns="0" rIns="0" bIns="0" rtlCol="0">
            <a:noAutofit/>
          </a:bodyPr>
          <a:lstStyle/>
          <a:p>
            <a:pPr marL="0" indent="0" algn="l">
              <a:spcAft>
                <a:spcPts val="600"/>
              </a:spcAft>
              <a:tabLst/>
            </a:pPr>
            <a:endParaRPr lang="en-US" sz="1500"/>
          </a:p>
        </p:txBody>
      </p:sp>
    </p:spTree>
    <p:extLst>
      <p:ext uri="{BB962C8B-B14F-4D97-AF65-F5344CB8AC3E}">
        <p14:creationId xmlns:p14="http://schemas.microsoft.com/office/powerpoint/2010/main" val="504747423"/>
      </p:ext>
    </p:extLst>
  </p:cSld>
  <p:clrMapOvr>
    <a:masterClrMapping/>
  </p:clrMapOvr>
  <p:extLst>
    <p:ext uri="{6950BFC3-D8DA-4A85-94F7-54DA5524770B}">
      <p188:commentRel xmlns:p188="http://schemas.microsoft.com/office/powerpoint/2018/8/main" r:id="rId2"/>
    </p:ext>
  </p:extLst>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EB3D2F3-C2C5-BA4F-895E-B3A909111439}"/>
              </a:ext>
            </a:extLst>
          </p:cNvPr>
          <p:cNvSpPr>
            <a:spLocks noGrp="1"/>
          </p:cNvSpPr>
          <p:nvPr>
            <p:ph type="ftr" sz="quarter" idx="10"/>
          </p:nvPr>
        </p:nvSpPr>
        <p:spPr/>
        <p:txBody>
          <a:bodyPr/>
          <a:lstStyle/>
          <a:p>
            <a:r>
              <a:rPr lang="en-US"/>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AADB21F1-DAF0-1FCD-A8D4-5F7B83CC2DFE}"/>
              </a:ext>
            </a:extLst>
          </p:cNvPr>
          <p:cNvSpPr>
            <a:spLocks noGrp="1"/>
          </p:cNvSpPr>
          <p:nvPr>
            <p:ph type="sldNum" sz="quarter" idx="11"/>
          </p:nvPr>
        </p:nvSpPr>
        <p:spPr/>
        <p:txBody>
          <a:bodyPr/>
          <a:lstStyle/>
          <a:p>
            <a:fld id="{63DCA5C9-2E11-4C67-86EB-AE1DE127DC64}" type="slidenum">
              <a:rPr lang="en-US" smtClean="0"/>
              <a:pPr/>
              <a:t>31</a:t>
            </a:fld>
            <a:endParaRPr lang="en-US"/>
          </a:p>
        </p:txBody>
      </p:sp>
      <p:sp>
        <p:nvSpPr>
          <p:cNvPr id="4" name="Title 3">
            <a:extLst>
              <a:ext uri="{FF2B5EF4-FFF2-40B4-BE49-F238E27FC236}">
                <a16:creationId xmlns:a16="http://schemas.microsoft.com/office/drawing/2014/main" id="{F47CE983-C514-5C64-367A-8304753BEE62}"/>
              </a:ext>
            </a:extLst>
          </p:cNvPr>
          <p:cNvSpPr>
            <a:spLocks noGrp="1"/>
          </p:cNvSpPr>
          <p:nvPr>
            <p:ph type="title"/>
          </p:nvPr>
        </p:nvSpPr>
        <p:spPr/>
        <p:txBody>
          <a:bodyPr/>
          <a:lstStyle/>
          <a:p>
            <a:r>
              <a:rPr lang="en-US"/>
              <a:t>West Monroe brings relevant EMS market exposure and proven capabilities to support complex, multi-site technology implementations</a:t>
            </a:r>
          </a:p>
        </p:txBody>
      </p:sp>
      <p:sp>
        <p:nvSpPr>
          <p:cNvPr id="5" name="Text Placeholder 4">
            <a:extLst>
              <a:ext uri="{FF2B5EF4-FFF2-40B4-BE49-F238E27FC236}">
                <a16:creationId xmlns:a16="http://schemas.microsoft.com/office/drawing/2014/main" id="{AEC41E5E-6EF8-4939-A471-4877D99765C8}"/>
              </a:ext>
            </a:extLst>
          </p:cNvPr>
          <p:cNvSpPr>
            <a:spLocks noGrp="1"/>
          </p:cNvSpPr>
          <p:nvPr>
            <p:ph type="body" sz="quarter" idx="19"/>
          </p:nvPr>
        </p:nvSpPr>
        <p:spPr/>
        <p:txBody>
          <a:bodyPr/>
          <a:lstStyle/>
          <a:p>
            <a:r>
              <a:rPr lang="en-US"/>
              <a:t>Our expertise</a:t>
            </a:r>
          </a:p>
        </p:txBody>
      </p:sp>
      <p:sp>
        <p:nvSpPr>
          <p:cNvPr id="7" name="Rectangle 6">
            <a:extLst>
              <a:ext uri="{FF2B5EF4-FFF2-40B4-BE49-F238E27FC236}">
                <a16:creationId xmlns:a16="http://schemas.microsoft.com/office/drawing/2014/main" id="{12E0B38D-600E-12DA-72CD-1DFB3E1BE41C}"/>
              </a:ext>
            </a:extLst>
          </p:cNvPr>
          <p:cNvSpPr>
            <a:spLocks noChangeArrowheads="1"/>
          </p:cNvSpPr>
          <p:nvPr/>
        </p:nvSpPr>
        <p:spPr bwMode="auto">
          <a:xfrm>
            <a:off x="460375" y="1939380"/>
            <a:ext cx="6410208" cy="4058748"/>
          </a:xfrm>
          <a:prstGeom prst="rect">
            <a:avLst/>
          </a:prstGeom>
          <a:solidFill>
            <a:schemeClr val="accent4"/>
          </a:solidFill>
          <a:ln>
            <a:noFill/>
          </a:ln>
          <a:effectLst/>
        </p:spPr>
        <p:style>
          <a:lnRef idx="2">
            <a:schemeClr val="accent6"/>
          </a:lnRef>
          <a:fillRef idx="1">
            <a:schemeClr val="lt1"/>
          </a:fillRef>
          <a:effectRef idx="0">
            <a:schemeClr val="accent6"/>
          </a:effectRef>
          <a:fontRef idx="minor">
            <a:schemeClr val="dk1"/>
          </a:fontRef>
        </p:style>
        <p:txBody>
          <a:bodyPr lIns="91440" tIns="45720" rIns="91440" bIns="91440" anchor="t"/>
          <a:lstStyle/>
          <a:p>
            <a:pPr marL="1143000" lvl="0">
              <a:spcAft>
                <a:spcPts val="1000"/>
              </a:spcAft>
            </a:pPr>
            <a:r>
              <a:rPr lang="en-US" sz="1200" b="1"/>
              <a:t>Strategic PMO &amp; Program Governance</a:t>
            </a:r>
            <a:br>
              <a:rPr lang="en-US" sz="1200"/>
            </a:br>
            <a:r>
              <a:rPr lang="en-US" sz="1200"/>
              <a:t>Establish fit-for-purpose governance, decision rights, executive reporting, and program controls across scope, risk, issues, and dependencies</a:t>
            </a:r>
          </a:p>
          <a:p>
            <a:pPr marL="1143000" lvl="0">
              <a:spcAft>
                <a:spcPts val="1000"/>
              </a:spcAft>
            </a:pPr>
            <a:r>
              <a:rPr lang="en-US" sz="1200" b="1"/>
              <a:t>Multi-Site Implementation Management</a:t>
            </a:r>
            <a:br>
              <a:rPr lang="en-US" sz="1200"/>
            </a:br>
            <a:r>
              <a:rPr lang="en-US" sz="1200"/>
              <a:t>Coordinate phased deployment plans, milestones, and readiness across operating units with differing processes and implementation needs</a:t>
            </a:r>
          </a:p>
          <a:p>
            <a:pPr marL="1143000" lvl="0">
              <a:spcAft>
                <a:spcPts val="1000"/>
              </a:spcAft>
            </a:pPr>
            <a:r>
              <a:rPr lang="en-US" sz="1200" b="1"/>
              <a:t>Vendor &amp; Cross-Functional Coordination</a:t>
            </a:r>
            <a:br>
              <a:rPr lang="en-US" sz="1200"/>
            </a:br>
            <a:r>
              <a:rPr lang="en-US" sz="1200"/>
              <a:t>Align business, technology, vendor, and third-party teams while actively managing interdependencies, risks, and issue resolution</a:t>
            </a:r>
          </a:p>
          <a:p>
            <a:pPr marL="1143000" lvl="0">
              <a:spcAft>
                <a:spcPts val="1000"/>
              </a:spcAft>
            </a:pPr>
            <a:r>
              <a:rPr lang="en-US" sz="1200" b="1"/>
              <a:t>Testing, Cutover &amp; Go-Live Readiness</a:t>
            </a:r>
            <a:br>
              <a:rPr lang="en-US" sz="1200"/>
            </a:br>
            <a:r>
              <a:rPr lang="en-US" sz="1200"/>
              <a:t>Govern testing, cutover, go-live, and stabilization activities to support a controlled deployment and smooth transition to operations</a:t>
            </a:r>
          </a:p>
          <a:p>
            <a:pPr marL="1143000">
              <a:spcAft>
                <a:spcPts val="1000"/>
              </a:spcAft>
            </a:pPr>
            <a:r>
              <a:rPr lang="en-US" sz="1200" b="1"/>
              <a:t>Process Optimization &amp; Standardization</a:t>
            </a:r>
            <a:br>
              <a:rPr lang="en-US" sz="1200"/>
            </a:br>
            <a:r>
              <a:rPr lang="en-US" sz="1200"/>
              <a:t>Align future-state workflows across locations, standardizing where practical while accommodating necessary local requirements</a:t>
            </a:r>
          </a:p>
          <a:p>
            <a:pPr marL="1143000">
              <a:spcAft>
                <a:spcPts val="1000"/>
              </a:spcAft>
            </a:pPr>
            <a:r>
              <a:rPr lang="en-US" sz="1200" b="1"/>
              <a:t>Organizational Change Management</a:t>
            </a:r>
            <a:br>
              <a:rPr lang="en-US" sz="1200"/>
            </a:br>
            <a:r>
              <a:rPr lang="en-US" sz="1200"/>
              <a:t>Drive stakeholder alignment, communications, readiness, training, and adoption to support sustained ways of working</a:t>
            </a:r>
          </a:p>
        </p:txBody>
      </p:sp>
      <p:sp>
        <p:nvSpPr>
          <p:cNvPr id="9" name="Rectangle 8">
            <a:extLst>
              <a:ext uri="{FF2B5EF4-FFF2-40B4-BE49-F238E27FC236}">
                <a16:creationId xmlns:a16="http://schemas.microsoft.com/office/drawing/2014/main" id="{A1AD4869-26F3-DC89-F4B1-433FBAEA3925}"/>
              </a:ext>
            </a:extLst>
          </p:cNvPr>
          <p:cNvSpPr>
            <a:spLocks noChangeArrowheads="1"/>
          </p:cNvSpPr>
          <p:nvPr/>
        </p:nvSpPr>
        <p:spPr bwMode="auto">
          <a:xfrm>
            <a:off x="7013196" y="1939380"/>
            <a:ext cx="4715253" cy="4058748"/>
          </a:xfrm>
          <a:prstGeom prst="rect">
            <a:avLst/>
          </a:prstGeom>
          <a:solidFill>
            <a:schemeClr val="accent4"/>
          </a:solidFill>
          <a:ln>
            <a:noFill/>
          </a:ln>
          <a:effectLst/>
        </p:spPr>
        <p:style>
          <a:lnRef idx="2">
            <a:schemeClr val="accent6"/>
          </a:lnRef>
          <a:fillRef idx="1">
            <a:schemeClr val="lt1"/>
          </a:fillRef>
          <a:effectRef idx="0">
            <a:schemeClr val="accent6"/>
          </a:effectRef>
          <a:fontRef idx="minor">
            <a:schemeClr val="dk1"/>
          </a:fontRef>
        </p:style>
        <p:txBody>
          <a:bodyPr lIns="91440" tIns="45720" rIns="91440" bIns="91440" anchor="t"/>
          <a:lstStyle/>
          <a:p>
            <a:pPr defTabSz="1055035" eaLnBrk="0" hangingPunct="0">
              <a:spcAft>
                <a:spcPts val="300"/>
              </a:spcAft>
            </a:pPr>
            <a:endParaRPr lang="en-US" sz="1100" kern="0">
              <a:solidFill>
                <a:schemeClr val="tx1"/>
              </a:solidFill>
            </a:endParaRPr>
          </a:p>
        </p:txBody>
      </p:sp>
      <p:sp>
        <p:nvSpPr>
          <p:cNvPr id="11" name="Rectangle 10">
            <a:extLst>
              <a:ext uri="{FF2B5EF4-FFF2-40B4-BE49-F238E27FC236}">
                <a16:creationId xmlns:a16="http://schemas.microsoft.com/office/drawing/2014/main" id="{39431036-1680-98DE-5CB1-F576AF24B411}"/>
              </a:ext>
            </a:extLst>
          </p:cNvPr>
          <p:cNvSpPr>
            <a:spLocks noChangeArrowheads="1"/>
          </p:cNvSpPr>
          <p:nvPr/>
        </p:nvSpPr>
        <p:spPr bwMode="auto">
          <a:xfrm>
            <a:off x="460375" y="1574418"/>
            <a:ext cx="6410208" cy="356616"/>
          </a:xfrm>
          <a:prstGeom prst="rect">
            <a:avLst/>
          </a:prstGeom>
          <a:solidFill>
            <a:schemeClr val="tx1"/>
          </a:solidFill>
          <a:ln>
            <a:noFill/>
          </a:ln>
          <a:effectLst/>
        </p:spPr>
        <p:style>
          <a:lnRef idx="2">
            <a:schemeClr val="accent6">
              <a:shade val="50000"/>
            </a:schemeClr>
          </a:lnRef>
          <a:fillRef idx="1">
            <a:schemeClr val="accent6"/>
          </a:fillRef>
          <a:effectRef idx="0">
            <a:schemeClr val="accent6"/>
          </a:effectRef>
          <a:fontRef idx="minor">
            <a:schemeClr val="lt1"/>
          </a:fontRef>
        </p:style>
        <p:txBody>
          <a:bodyPr tIns="105508" bIns="105508" anchor="ctr"/>
          <a:lstStyle/>
          <a:p>
            <a:pPr algn="ctr" eaLnBrk="0" hangingPunct="0"/>
            <a:r>
              <a:rPr lang="en-GB" sz="1200" b="1" spc="200">
                <a:solidFill>
                  <a:schemeClr val="bg1"/>
                </a:solidFill>
              </a:rPr>
              <a:t>RELEVANT SCOPE &amp; CAPABILITIES</a:t>
            </a:r>
          </a:p>
        </p:txBody>
      </p:sp>
      <p:sp>
        <p:nvSpPr>
          <p:cNvPr id="13" name="Rectangle 12">
            <a:extLst>
              <a:ext uri="{FF2B5EF4-FFF2-40B4-BE49-F238E27FC236}">
                <a16:creationId xmlns:a16="http://schemas.microsoft.com/office/drawing/2014/main" id="{33890907-04F6-4370-9F7C-67D1BAC509B1}"/>
              </a:ext>
            </a:extLst>
          </p:cNvPr>
          <p:cNvSpPr>
            <a:spLocks noChangeArrowheads="1"/>
          </p:cNvSpPr>
          <p:nvPr/>
        </p:nvSpPr>
        <p:spPr bwMode="auto">
          <a:xfrm>
            <a:off x="7013196" y="1574418"/>
            <a:ext cx="4715253" cy="356616"/>
          </a:xfrm>
          <a:prstGeom prst="rect">
            <a:avLst/>
          </a:prstGeom>
          <a:solidFill>
            <a:schemeClr val="tx1"/>
          </a:solidFill>
          <a:ln>
            <a:noFill/>
          </a:ln>
          <a:effectLst/>
        </p:spPr>
        <p:style>
          <a:lnRef idx="2">
            <a:schemeClr val="accent6">
              <a:shade val="50000"/>
            </a:schemeClr>
          </a:lnRef>
          <a:fillRef idx="1">
            <a:schemeClr val="accent6"/>
          </a:fillRef>
          <a:effectRef idx="0">
            <a:schemeClr val="accent6"/>
          </a:effectRef>
          <a:fontRef idx="minor">
            <a:schemeClr val="lt1"/>
          </a:fontRef>
        </p:style>
        <p:txBody>
          <a:bodyPr tIns="105508" bIns="105508" anchor="ctr"/>
          <a:lstStyle/>
          <a:p>
            <a:pPr algn="ctr" eaLnBrk="0" hangingPunct="0"/>
            <a:r>
              <a:rPr lang="en-GB" sz="1200" b="1" spc="200">
                <a:solidFill>
                  <a:schemeClr val="bg1"/>
                </a:solidFill>
              </a:rPr>
              <a:t>REPRESENTATIVE EXPERIENCE</a:t>
            </a:r>
          </a:p>
        </p:txBody>
      </p:sp>
      <p:pic>
        <p:nvPicPr>
          <p:cNvPr id="23" name="Picture 22" descr="AmeriPro Health | Mississippi Association of Supervisors">
            <a:extLst>
              <a:ext uri="{FF2B5EF4-FFF2-40B4-BE49-F238E27FC236}">
                <a16:creationId xmlns:a16="http://schemas.microsoft.com/office/drawing/2014/main" id="{37870205-39B0-542F-FB82-0AF891FCFDEC}"/>
              </a:ext>
            </a:extLst>
          </p:cNvPr>
          <p:cNvPicPr>
            <a:picLocks noChangeAspect="1"/>
          </p:cNvPicPr>
          <p:nvPr/>
        </p:nvPicPr>
        <p:blipFill>
          <a:blip r:embed="rId2"/>
          <a:stretch>
            <a:fillRect/>
          </a:stretch>
        </p:blipFill>
        <p:spPr>
          <a:xfrm>
            <a:off x="7286251" y="2233467"/>
            <a:ext cx="2474530" cy="603146"/>
          </a:xfrm>
          <a:prstGeom prst="rect">
            <a:avLst/>
          </a:prstGeom>
        </p:spPr>
      </p:pic>
      <p:pic>
        <p:nvPicPr>
          <p:cNvPr id="26" name="Picture 25">
            <a:extLst>
              <a:ext uri="{FF2B5EF4-FFF2-40B4-BE49-F238E27FC236}">
                <a16:creationId xmlns:a16="http://schemas.microsoft.com/office/drawing/2014/main" id="{DFD98DE7-0652-F057-B08F-71AB74A5C8E3}"/>
              </a:ext>
            </a:extLst>
          </p:cNvPr>
          <p:cNvPicPr>
            <a:picLocks noChangeAspect="1"/>
          </p:cNvPicPr>
          <p:nvPr/>
        </p:nvPicPr>
        <p:blipFill>
          <a:blip r:embed="rId3"/>
          <a:stretch>
            <a:fillRect/>
          </a:stretch>
        </p:blipFill>
        <p:spPr>
          <a:xfrm>
            <a:off x="10084149" y="1979351"/>
            <a:ext cx="1425429" cy="1425429"/>
          </a:xfrm>
          <a:prstGeom prst="rect">
            <a:avLst/>
          </a:prstGeom>
        </p:spPr>
      </p:pic>
      <p:pic>
        <p:nvPicPr>
          <p:cNvPr id="30" name="Picture 29">
            <a:extLst>
              <a:ext uri="{FF2B5EF4-FFF2-40B4-BE49-F238E27FC236}">
                <a16:creationId xmlns:a16="http://schemas.microsoft.com/office/drawing/2014/main" id="{EA040C0E-BBDF-7A46-1F5B-6460557A571B}"/>
              </a:ext>
            </a:extLst>
          </p:cNvPr>
          <p:cNvPicPr>
            <a:picLocks noChangeAspect="1"/>
          </p:cNvPicPr>
          <p:nvPr/>
        </p:nvPicPr>
        <p:blipFill>
          <a:blip r:embed="rId4"/>
          <a:stretch>
            <a:fillRect/>
          </a:stretch>
        </p:blipFill>
        <p:spPr>
          <a:xfrm>
            <a:off x="10210363" y="4553406"/>
            <a:ext cx="1076498" cy="1076498"/>
          </a:xfrm>
          <a:prstGeom prst="rect">
            <a:avLst/>
          </a:prstGeom>
        </p:spPr>
      </p:pic>
      <p:pic>
        <p:nvPicPr>
          <p:cNvPr id="32" name="Picture 31" descr="Texas Covered Conference">
            <a:extLst>
              <a:ext uri="{FF2B5EF4-FFF2-40B4-BE49-F238E27FC236}">
                <a16:creationId xmlns:a16="http://schemas.microsoft.com/office/drawing/2014/main" id="{CC40480F-6E78-F8C2-15AF-C3B49464EB0A}"/>
              </a:ext>
            </a:extLst>
          </p:cNvPr>
          <p:cNvPicPr>
            <a:picLocks noChangeAspect="1"/>
          </p:cNvPicPr>
          <p:nvPr/>
        </p:nvPicPr>
        <p:blipFill>
          <a:blip r:embed="rId5"/>
          <a:stretch>
            <a:fillRect/>
          </a:stretch>
        </p:blipFill>
        <p:spPr>
          <a:xfrm>
            <a:off x="9408580" y="3761739"/>
            <a:ext cx="1878281" cy="626093"/>
          </a:xfrm>
          <a:prstGeom prst="rect">
            <a:avLst/>
          </a:prstGeom>
        </p:spPr>
      </p:pic>
      <p:pic>
        <p:nvPicPr>
          <p:cNvPr id="36" name="Picture 35">
            <a:extLst>
              <a:ext uri="{FF2B5EF4-FFF2-40B4-BE49-F238E27FC236}">
                <a16:creationId xmlns:a16="http://schemas.microsoft.com/office/drawing/2014/main" id="{29F7CDC2-2F1E-82B1-3C37-802D21E72B86}"/>
              </a:ext>
            </a:extLst>
          </p:cNvPr>
          <p:cNvPicPr>
            <a:picLocks noChangeAspect="1"/>
          </p:cNvPicPr>
          <p:nvPr/>
        </p:nvPicPr>
        <p:blipFill>
          <a:blip r:embed="rId6"/>
          <a:stretch>
            <a:fillRect/>
          </a:stretch>
        </p:blipFill>
        <p:spPr>
          <a:xfrm>
            <a:off x="8064194" y="5109533"/>
            <a:ext cx="1841379" cy="613793"/>
          </a:xfrm>
          <a:prstGeom prst="rect">
            <a:avLst/>
          </a:prstGeom>
        </p:spPr>
      </p:pic>
      <p:pic>
        <p:nvPicPr>
          <p:cNvPr id="39" name="Picture 38">
            <a:extLst>
              <a:ext uri="{FF2B5EF4-FFF2-40B4-BE49-F238E27FC236}">
                <a16:creationId xmlns:a16="http://schemas.microsoft.com/office/drawing/2014/main" id="{93F54F9E-77BE-BA33-F652-9E3BB3904872}"/>
              </a:ext>
            </a:extLst>
          </p:cNvPr>
          <p:cNvPicPr>
            <a:picLocks noChangeAspect="1"/>
          </p:cNvPicPr>
          <p:nvPr/>
        </p:nvPicPr>
        <p:blipFill>
          <a:blip r:embed="rId7"/>
          <a:stretch>
            <a:fillRect/>
          </a:stretch>
        </p:blipFill>
        <p:spPr>
          <a:xfrm>
            <a:off x="7607474" y="3017223"/>
            <a:ext cx="1405081" cy="936721"/>
          </a:xfrm>
          <a:prstGeom prst="rect">
            <a:avLst/>
          </a:prstGeom>
        </p:spPr>
      </p:pic>
      <p:pic>
        <p:nvPicPr>
          <p:cNvPr id="43" name="Picture 42">
            <a:extLst>
              <a:ext uri="{FF2B5EF4-FFF2-40B4-BE49-F238E27FC236}">
                <a16:creationId xmlns:a16="http://schemas.microsoft.com/office/drawing/2014/main" id="{AA41CCA6-E052-ABE9-6C48-AFA25A250E80}"/>
              </a:ext>
            </a:extLst>
          </p:cNvPr>
          <p:cNvPicPr>
            <a:picLocks noChangeAspect="1"/>
          </p:cNvPicPr>
          <p:nvPr/>
        </p:nvPicPr>
        <p:blipFill>
          <a:blip r:embed="rId8"/>
          <a:stretch>
            <a:fillRect/>
          </a:stretch>
        </p:blipFill>
        <p:spPr>
          <a:xfrm>
            <a:off x="7105217" y="4240359"/>
            <a:ext cx="1878280" cy="626093"/>
          </a:xfrm>
          <a:prstGeom prst="rect">
            <a:avLst/>
          </a:prstGeom>
        </p:spPr>
      </p:pic>
      <p:pic>
        <p:nvPicPr>
          <p:cNvPr id="45" name="Picture 44">
            <a:extLst>
              <a:ext uri="{FF2B5EF4-FFF2-40B4-BE49-F238E27FC236}">
                <a16:creationId xmlns:a16="http://schemas.microsoft.com/office/drawing/2014/main" id="{9E9BD72F-B0B8-D086-6E5D-E4B962381E67}"/>
              </a:ext>
            </a:extLst>
          </p:cNvPr>
          <p:cNvPicPr>
            <a:picLocks noChangeAspect="1"/>
          </p:cNvPicPr>
          <p:nvPr/>
        </p:nvPicPr>
        <p:blipFill>
          <a:blip r:embed="rId9"/>
          <a:stretch>
            <a:fillRect/>
          </a:stretch>
        </p:blipFill>
        <p:spPr>
          <a:xfrm>
            <a:off x="9447712" y="3177987"/>
            <a:ext cx="1562642" cy="520880"/>
          </a:xfrm>
          <a:prstGeom prst="rect">
            <a:avLst/>
          </a:prstGeom>
        </p:spPr>
      </p:pic>
      <p:sp>
        <p:nvSpPr>
          <p:cNvPr id="6" name="TextBox 5">
            <a:extLst>
              <a:ext uri="{FF2B5EF4-FFF2-40B4-BE49-F238E27FC236}">
                <a16:creationId xmlns:a16="http://schemas.microsoft.com/office/drawing/2014/main" id="{4F66A5B8-EF7C-D7AA-E553-BC2D8A314D00}"/>
              </a:ext>
            </a:extLst>
          </p:cNvPr>
          <p:cNvSpPr txBox="1"/>
          <p:nvPr/>
        </p:nvSpPr>
        <p:spPr>
          <a:xfrm>
            <a:off x="-132735" y="-346587"/>
            <a:ext cx="914400" cy="914400"/>
          </a:xfrm>
          <a:prstGeom prst="rect">
            <a:avLst/>
          </a:prstGeom>
          <a:noFill/>
        </p:spPr>
        <p:txBody>
          <a:bodyPr wrap="none" lIns="0" tIns="0" rIns="0" bIns="0" rtlCol="0">
            <a:noAutofit/>
          </a:bodyPr>
          <a:lstStyle/>
          <a:p>
            <a:pPr marL="0" indent="0" algn="l">
              <a:spcAft>
                <a:spcPts val="600"/>
              </a:spcAft>
              <a:tabLst/>
            </a:pPr>
            <a:endParaRPr lang="en-US" sz="1500"/>
          </a:p>
        </p:txBody>
      </p:sp>
      <p:sp>
        <p:nvSpPr>
          <p:cNvPr id="8" name="TextBox 7">
            <a:extLst>
              <a:ext uri="{FF2B5EF4-FFF2-40B4-BE49-F238E27FC236}">
                <a16:creationId xmlns:a16="http://schemas.microsoft.com/office/drawing/2014/main" id="{08D74D3F-6F08-C846-3A3D-7A4756191D82}"/>
              </a:ext>
            </a:extLst>
          </p:cNvPr>
          <p:cNvSpPr txBox="1"/>
          <p:nvPr/>
        </p:nvSpPr>
        <p:spPr>
          <a:xfrm>
            <a:off x="492977" y="3158157"/>
            <a:ext cx="856503" cy="678135"/>
          </a:xfrm>
          <a:prstGeom prst="rect">
            <a:avLst/>
          </a:prstGeom>
          <a:noFill/>
        </p:spPr>
        <p:txBody>
          <a:bodyPr wrap="square" lIns="0" tIns="0" rIns="0" bIns="0" rtlCol="0">
            <a:noAutofit/>
          </a:bodyPr>
          <a:lstStyle/>
          <a:p>
            <a:pPr marL="0" indent="0" algn="ctr">
              <a:spcAft>
                <a:spcPts val="600"/>
              </a:spcAft>
              <a:tabLst/>
            </a:pPr>
            <a:r>
              <a:rPr lang="en-US" sz="1200" i="1"/>
              <a:t>In Scope</a:t>
            </a:r>
          </a:p>
        </p:txBody>
      </p:sp>
      <p:sp>
        <p:nvSpPr>
          <p:cNvPr id="12" name="TextBox 11">
            <a:extLst>
              <a:ext uri="{FF2B5EF4-FFF2-40B4-BE49-F238E27FC236}">
                <a16:creationId xmlns:a16="http://schemas.microsoft.com/office/drawing/2014/main" id="{56D5C70D-7799-1D25-4D52-16B7D34F24CE}"/>
              </a:ext>
            </a:extLst>
          </p:cNvPr>
          <p:cNvSpPr txBox="1"/>
          <p:nvPr/>
        </p:nvSpPr>
        <p:spPr>
          <a:xfrm>
            <a:off x="492977" y="4965388"/>
            <a:ext cx="856503" cy="678135"/>
          </a:xfrm>
          <a:prstGeom prst="rect">
            <a:avLst/>
          </a:prstGeom>
          <a:noFill/>
        </p:spPr>
        <p:txBody>
          <a:bodyPr wrap="square" lIns="0" tIns="0" rIns="0" bIns="0" rtlCol="0">
            <a:noAutofit/>
          </a:bodyPr>
          <a:lstStyle/>
          <a:p>
            <a:pPr marL="0" indent="0" algn="ctr">
              <a:spcAft>
                <a:spcPts val="600"/>
              </a:spcAft>
              <a:tabLst/>
            </a:pPr>
            <a:r>
              <a:rPr lang="en-US" sz="1200" i="1"/>
              <a:t>WM has capability to support if needed</a:t>
            </a:r>
          </a:p>
        </p:txBody>
      </p:sp>
      <p:sp>
        <p:nvSpPr>
          <p:cNvPr id="14" name="Left Brace 13">
            <a:extLst>
              <a:ext uri="{FF2B5EF4-FFF2-40B4-BE49-F238E27FC236}">
                <a16:creationId xmlns:a16="http://schemas.microsoft.com/office/drawing/2014/main" id="{62DCCA56-B7F9-6964-2A17-4C285F192B35}"/>
              </a:ext>
            </a:extLst>
          </p:cNvPr>
          <p:cNvSpPr/>
          <p:nvPr/>
        </p:nvSpPr>
        <p:spPr>
          <a:xfrm>
            <a:off x="1349480" y="1979350"/>
            <a:ext cx="221223" cy="2560320"/>
          </a:xfrm>
          <a:prstGeom prst="lef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Left Brace 15">
            <a:extLst>
              <a:ext uri="{FF2B5EF4-FFF2-40B4-BE49-F238E27FC236}">
                <a16:creationId xmlns:a16="http://schemas.microsoft.com/office/drawing/2014/main" id="{266EC315-EFB3-B80E-2F62-4AF1FF777599}"/>
              </a:ext>
            </a:extLst>
          </p:cNvPr>
          <p:cNvSpPr/>
          <p:nvPr/>
        </p:nvSpPr>
        <p:spPr>
          <a:xfrm>
            <a:off x="1345258" y="4660756"/>
            <a:ext cx="221223" cy="1280160"/>
          </a:xfrm>
          <a:prstGeom prst="lef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ectangle 14">
            <a:extLst>
              <a:ext uri="{FF2B5EF4-FFF2-40B4-BE49-F238E27FC236}">
                <a16:creationId xmlns:a16="http://schemas.microsoft.com/office/drawing/2014/main" id="{77EA3673-7820-37D9-BF89-99982B2A8DA0}"/>
              </a:ext>
            </a:extLst>
          </p:cNvPr>
          <p:cNvSpPr/>
          <p:nvPr/>
        </p:nvSpPr>
        <p:spPr bwMode="auto">
          <a:xfrm>
            <a:off x="3413256" y="2253434"/>
            <a:ext cx="5365487" cy="2489728"/>
          </a:xfrm>
          <a:prstGeom prst="rect">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rPr>
              <a:t>Update</a:t>
            </a:r>
          </a:p>
          <a:p>
            <a:pPr marL="9525" algn="ctr">
              <a:spcAft>
                <a:spcPts val="400"/>
              </a:spcAft>
            </a:pPr>
            <a:r>
              <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rPr>
              <a:t>Insert </a:t>
            </a:r>
            <a:r>
              <a:rPr lang="en-US" sz="1400">
                <a:solidFill>
                  <a:schemeClr val="bg1"/>
                </a:solidFill>
                <a:latin typeface="Arial" panose="020B0604020202020204"/>
                <a:ea typeface="Roboto" panose="02000000000000000000" pitchFamily="2" charset="0"/>
                <a:cs typeface="Segoe UI" panose="020B0502040204020203" pitchFamily="34" charset="0"/>
              </a:rPr>
              <a:t>other services we have worked with before</a:t>
            </a: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graphicFrame>
        <p:nvGraphicFramePr>
          <p:cNvPr id="18" name="Table 17">
            <a:extLst>
              <a:ext uri="{FF2B5EF4-FFF2-40B4-BE49-F238E27FC236}">
                <a16:creationId xmlns:a16="http://schemas.microsoft.com/office/drawing/2014/main" id="{1DABF5DA-32AB-1E41-6D61-F96E420A977E}"/>
              </a:ext>
            </a:extLst>
          </p:cNvPr>
          <p:cNvGraphicFramePr>
            <a:graphicFrameLocks noGrp="1"/>
          </p:cNvGraphicFramePr>
          <p:nvPr>
            <p:extLst>
              <p:ext uri="{D42A27DB-BD31-4B8C-83A1-F6EECF244321}">
                <p14:modId xmlns:p14="http://schemas.microsoft.com/office/powerpoint/2010/main" val="3856544373"/>
              </p:ext>
            </p:extLst>
          </p:nvPr>
        </p:nvGraphicFramePr>
        <p:xfrm>
          <a:off x="11841036" y="194314"/>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Name</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Tree>
    <p:extLst>
      <p:ext uri="{BB962C8B-B14F-4D97-AF65-F5344CB8AC3E}">
        <p14:creationId xmlns:p14="http://schemas.microsoft.com/office/powerpoint/2010/main" val="41509078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8015F-C3C8-2C48-07D1-F471CDFDEE68}"/>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EEBD6E4-75EF-B12B-3418-0C483063203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3EEBD6E4-75EF-B12B-3418-0C48306320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DCA7B68D-00F1-6CAC-9FE6-CE3608A4B40C}"/>
              </a:ext>
            </a:extLst>
          </p:cNvPr>
          <p:cNvSpPr>
            <a:spLocks noGrp="1"/>
          </p:cNvSpPr>
          <p:nvPr>
            <p:ph type="title"/>
          </p:nvPr>
        </p:nvSpPr>
        <p:spPr/>
        <p:txBody>
          <a:bodyPr vert="horz" anchor="ctr"/>
          <a:lstStyle/>
          <a:p>
            <a:r>
              <a:rPr lang="en-US"/>
              <a:t>Representative Bio’s</a:t>
            </a:r>
          </a:p>
        </p:txBody>
      </p:sp>
      <p:sp>
        <p:nvSpPr>
          <p:cNvPr id="4" name="Footer Placeholder 3">
            <a:extLst>
              <a:ext uri="{FF2B5EF4-FFF2-40B4-BE49-F238E27FC236}">
                <a16:creationId xmlns:a16="http://schemas.microsoft.com/office/drawing/2014/main" id="{88DB5020-3E49-F7D8-7910-70BDA60423D8}"/>
              </a:ext>
            </a:extLst>
          </p:cNvPr>
          <p:cNvSpPr>
            <a:spLocks noGrp="1"/>
          </p:cNvSpPr>
          <p:nvPr>
            <p:ph type="ftr" sz="quarter" idx="24"/>
          </p:nvPr>
        </p:nvSpPr>
        <p:spPr/>
        <p:txBody>
          <a:bodyPr/>
          <a:lstStyle/>
          <a:p>
            <a:r>
              <a:rPr lang="en-US"/>
              <a:t>© 2026 West Monroe Partners | Reproduction and/or distribution without West Monroe Partners’ prior consent is prohibited.</a:t>
            </a:r>
          </a:p>
        </p:txBody>
      </p:sp>
      <p:sp>
        <p:nvSpPr>
          <p:cNvPr id="5" name="Slide Number Placeholder 4">
            <a:extLst>
              <a:ext uri="{FF2B5EF4-FFF2-40B4-BE49-F238E27FC236}">
                <a16:creationId xmlns:a16="http://schemas.microsoft.com/office/drawing/2014/main" id="{F8E094A8-F758-9EB4-617C-898D91DA894C}"/>
              </a:ext>
            </a:extLst>
          </p:cNvPr>
          <p:cNvSpPr>
            <a:spLocks noGrp="1"/>
          </p:cNvSpPr>
          <p:nvPr>
            <p:ph type="sldNum" sz="quarter" idx="25"/>
          </p:nvPr>
        </p:nvSpPr>
        <p:spPr/>
        <p:txBody>
          <a:bodyPr/>
          <a:lstStyle/>
          <a:p>
            <a:fld id="{63DCA5C9-2E11-4C67-86EB-AE1DE127DC64}" type="slidenum">
              <a:rPr lang="en-US" smtClean="0"/>
              <a:pPr/>
              <a:t>32</a:t>
            </a:fld>
            <a:endParaRPr lang="en-US"/>
          </a:p>
        </p:txBody>
      </p:sp>
    </p:spTree>
    <p:extLst>
      <p:ext uri="{BB962C8B-B14F-4D97-AF65-F5344CB8AC3E}">
        <p14:creationId xmlns:p14="http://schemas.microsoft.com/office/powerpoint/2010/main" val="35043981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85709-00B1-D3BD-7B56-B96591CD737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B990C11-122D-3252-DB98-445A76985002}"/>
              </a:ext>
            </a:extLst>
          </p:cNvPr>
          <p:cNvSpPr>
            <a:spLocks noGrp="1"/>
          </p:cNvSpPr>
          <p:nvPr>
            <p:ph type="ftr" sz="quarter" idx="24"/>
          </p:nvPr>
        </p:nvSpPr>
        <p:spPr/>
        <p:txBody>
          <a:bodyPr/>
          <a:lstStyle/>
          <a:p>
            <a:r>
              <a:rPr lang="en-US"/>
              <a:t>© 2025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8A87215A-0D2B-7325-B3FF-6C6B33230DA5}"/>
              </a:ext>
            </a:extLst>
          </p:cNvPr>
          <p:cNvSpPr>
            <a:spLocks noGrp="1"/>
          </p:cNvSpPr>
          <p:nvPr>
            <p:ph type="sldNum" sz="quarter" idx="25"/>
          </p:nvPr>
        </p:nvSpPr>
        <p:spPr/>
        <p:txBody>
          <a:bodyPr/>
          <a:lstStyle/>
          <a:p>
            <a:fld id="{63DCA5C9-2E11-4C67-86EB-AE1DE127DC64}" type="slidenum">
              <a:rPr lang="en-US" smtClean="0"/>
              <a:pPr/>
              <a:t>33</a:t>
            </a:fld>
            <a:endParaRPr lang="en-US"/>
          </a:p>
        </p:txBody>
      </p:sp>
      <p:pic>
        <p:nvPicPr>
          <p:cNvPr id="49" name="Picture Placeholder 48">
            <a:extLst>
              <a:ext uri="{FF2B5EF4-FFF2-40B4-BE49-F238E27FC236}">
                <a16:creationId xmlns:a16="http://schemas.microsoft.com/office/drawing/2014/main" id="{D8578AA4-53BE-E83F-23B0-5A100A1D0466}"/>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32476" t="3457" r="19524" b="24931"/>
          <a:stretch/>
        </p:blipFill>
        <p:spPr>
          <a:xfrm>
            <a:off x="460375" y="1424072"/>
            <a:ext cx="1600199" cy="1589663"/>
          </a:xfrm>
          <a:prstGeom prst="rect">
            <a:avLst/>
          </a:prstGeom>
        </p:spPr>
      </p:pic>
      <p:sp>
        <p:nvSpPr>
          <p:cNvPr id="6" name="Text Placeholder 5">
            <a:extLst>
              <a:ext uri="{FF2B5EF4-FFF2-40B4-BE49-F238E27FC236}">
                <a16:creationId xmlns:a16="http://schemas.microsoft.com/office/drawing/2014/main" id="{C72242D3-F413-9840-9FC6-B26AF9249776}"/>
              </a:ext>
            </a:extLst>
          </p:cNvPr>
          <p:cNvSpPr>
            <a:spLocks noGrp="1"/>
          </p:cNvSpPr>
          <p:nvPr>
            <p:ph type="body" sz="quarter" idx="27"/>
          </p:nvPr>
        </p:nvSpPr>
        <p:spPr/>
        <p:txBody>
          <a:bodyPr/>
          <a:lstStyle/>
          <a:p>
            <a:r>
              <a:rPr lang="en-US"/>
              <a:t>Tyler Giesting</a:t>
            </a:r>
          </a:p>
          <a:p>
            <a:pPr lvl="1"/>
            <a:r>
              <a:rPr lang="en-US" sz="1400"/>
              <a:t>Managing Director, Healthcare M&amp;A</a:t>
            </a:r>
          </a:p>
        </p:txBody>
      </p:sp>
      <p:sp>
        <p:nvSpPr>
          <p:cNvPr id="7" name="Text Placeholder 6">
            <a:extLst>
              <a:ext uri="{FF2B5EF4-FFF2-40B4-BE49-F238E27FC236}">
                <a16:creationId xmlns:a16="http://schemas.microsoft.com/office/drawing/2014/main" id="{74D3644D-4922-B522-84B9-BA094E14AB25}"/>
              </a:ext>
            </a:extLst>
          </p:cNvPr>
          <p:cNvSpPr>
            <a:spLocks noGrp="1"/>
          </p:cNvSpPr>
          <p:nvPr>
            <p:ph type="body" sz="quarter" idx="28"/>
          </p:nvPr>
        </p:nvSpPr>
        <p:spPr/>
        <p:txBody>
          <a:bodyPr>
            <a:normAutofit lnSpcReduction="10000"/>
          </a:bodyPr>
          <a:lstStyle/>
          <a:p>
            <a:r>
              <a:rPr lang="en-US" b="1">
                <a:solidFill>
                  <a:schemeClr val="tx2"/>
                </a:solidFill>
              </a:rPr>
              <a:t>Background </a:t>
            </a:r>
          </a:p>
          <a:p>
            <a:r>
              <a:rPr lang="en-US"/>
              <a:t>Tyler is a leader on West Monroe’s Healthcare M&amp;A team, focusing on payer, provider and healthcare IT sectors</a:t>
            </a:r>
            <a:r>
              <a:rPr lang="en-US">
                <a:ea typeface="Calibri" panose="020F0502020204030204" pitchFamily="34" charset="0"/>
                <a:cs typeface="Times New Roman" panose="02020603050405020304" pitchFamily="18" charset="0"/>
              </a:rPr>
              <a:t>. </a:t>
            </a:r>
            <a:r>
              <a:rPr lang="en-US" sz="1400">
                <a:ea typeface="Calibri" panose="020F0502020204030204" pitchFamily="34" charset="0"/>
                <a:cs typeface="Times New Roman" panose="02020603050405020304" pitchFamily="18" charset="0"/>
              </a:rPr>
              <a:t>During his 10+ years at West Monroe, he’s supported 400+ transactions and has helped hundreds of private equity firms and portfolio companies assess, plan, and implement technology initiatives that advance growth objectives.</a:t>
            </a:r>
          </a:p>
          <a:p>
            <a:pPr>
              <a:spcAft>
                <a:spcPts val="600"/>
              </a:spcAft>
            </a:pPr>
            <a:r>
              <a:rPr lang="en-US" sz="1400">
                <a:ea typeface="Calibri" panose="020F0502020204030204" pitchFamily="34" charset="0"/>
                <a:cs typeface="Times New Roman" panose="02020603050405020304" pitchFamily="18" charset="0"/>
              </a:rPr>
              <a:t>Tyler brings hands-on experience across multi-site, post-acute, and home-based services; revenue cycle and payment integrity; payer services and cost containment; EMR/PMS platforms; and value-based primary care models. </a:t>
            </a:r>
          </a:p>
          <a:p>
            <a:pPr>
              <a:spcAft>
                <a:spcPts val="600"/>
              </a:spcAft>
            </a:pPr>
            <a:r>
              <a:rPr lang="en-US" sz="1400">
                <a:ea typeface="Calibri" panose="020F0502020204030204" pitchFamily="34" charset="0"/>
                <a:cs typeface="Times New Roman" panose="02020603050405020304" pitchFamily="18" charset="0"/>
              </a:rPr>
              <a:t>In 2025, he was named to M&amp;A Advisors’ Emerging Leaders list and is a frequent source on healthcare M&amp;A for CNBC, Axios, Modern Healthcare, and other leading outlets. Prior to joining WM, Tyler managed contact center operations and technology for a health system.</a:t>
            </a:r>
            <a:endParaRPr lang="en-US" b="1">
              <a:solidFill>
                <a:srgbClr val="0047FF"/>
              </a:solidFill>
              <a:ea typeface="Calibri" panose="020F0502020204030204" pitchFamily="34" charset="0"/>
              <a:cs typeface="Times New Roman" panose="02020603050405020304" pitchFamily="18" charset="0"/>
            </a:endParaRPr>
          </a:p>
          <a:p>
            <a:pPr>
              <a:spcAft>
                <a:spcPts val="600"/>
              </a:spcAft>
            </a:pPr>
            <a:r>
              <a:rPr lang="en-US" sz="1400" b="1">
                <a:solidFill>
                  <a:srgbClr val="0047FF"/>
                </a:solidFill>
                <a:ea typeface="Calibri" panose="020F0502020204030204" pitchFamily="34" charset="0"/>
                <a:cs typeface="Times New Roman" panose="02020603050405020304" pitchFamily="18" charset="0"/>
              </a:rPr>
              <a:t>What makes Tyler different</a:t>
            </a:r>
            <a:endParaRPr lang="en-PH" sz="1400">
              <a:ea typeface="Calibri" panose="020F0502020204030204" pitchFamily="34" charset="0"/>
              <a:cs typeface="Times New Roman" panose="02020603050405020304" pitchFamily="18" charset="0"/>
            </a:endParaRPr>
          </a:p>
          <a:p>
            <a:pPr>
              <a:spcAft>
                <a:spcPts val="600"/>
              </a:spcAft>
            </a:pPr>
            <a:r>
              <a:rPr lang="en-US" sz="1400">
                <a:ea typeface="Calibri" panose="020F0502020204030204" pitchFamily="34" charset="0"/>
                <a:cs typeface="Times New Roman" panose="02020603050405020304" pitchFamily="18" charset="0"/>
              </a:rPr>
              <a:t>A proud Indiana native, Tyler grew up during the heyday of Indiana college and pro basketball and enjoys catching a game when he can.</a:t>
            </a:r>
          </a:p>
          <a:p>
            <a:pPr>
              <a:spcAft>
                <a:spcPts val="600"/>
              </a:spcAft>
            </a:pPr>
            <a:r>
              <a:rPr lang="en-US" sz="1400" b="1">
                <a:solidFill>
                  <a:srgbClr val="0047FF"/>
                </a:solidFill>
                <a:ea typeface="Calibri" panose="020F0502020204030204" pitchFamily="34" charset="0"/>
                <a:cs typeface="Times New Roman" panose="02020603050405020304" pitchFamily="18" charset="0"/>
              </a:rPr>
              <a:t>Where Tyler makes an impact</a:t>
            </a:r>
            <a:endParaRPr lang="en-PH" sz="1400">
              <a:ea typeface="Calibri" panose="020F0502020204030204" pitchFamily="34" charset="0"/>
              <a:cs typeface="Times New Roman" panose="02020603050405020304" pitchFamily="18" charset="0"/>
            </a:endParaRPr>
          </a:p>
          <a:p>
            <a:pPr>
              <a:spcAft>
                <a:spcPts val="600"/>
              </a:spcAft>
            </a:pPr>
            <a:r>
              <a:rPr lang="en-US" sz="1400">
                <a:ea typeface="Calibri" panose="020F0502020204030204" pitchFamily="34" charset="0"/>
                <a:cs typeface="Times New Roman" panose="02020603050405020304" pitchFamily="18" charset="0"/>
              </a:rPr>
              <a:t>As a former healthcare operator, Tyler helps clients navigate complex and emerging industry dynamics to identify solutions that move the needle on cost, quality, and outcomes.</a:t>
            </a:r>
          </a:p>
        </p:txBody>
      </p:sp>
      <p:sp>
        <p:nvSpPr>
          <p:cNvPr id="8" name="Text Placeholder 7">
            <a:extLst>
              <a:ext uri="{FF2B5EF4-FFF2-40B4-BE49-F238E27FC236}">
                <a16:creationId xmlns:a16="http://schemas.microsoft.com/office/drawing/2014/main" id="{ABBCE0ED-DEEF-A211-1B5C-42BB3900CC8C}"/>
              </a:ext>
            </a:extLst>
          </p:cNvPr>
          <p:cNvSpPr>
            <a:spLocks noGrp="1"/>
          </p:cNvSpPr>
          <p:nvPr>
            <p:ph type="body" sz="quarter" idx="29"/>
          </p:nvPr>
        </p:nvSpPr>
        <p:spPr>
          <a:xfrm>
            <a:off x="8076579" y="1347341"/>
            <a:ext cx="3459790" cy="1937726"/>
          </a:xfrm>
          <a:solidFill>
            <a:schemeClr val="accent4"/>
          </a:solidFill>
        </p:spPr>
        <p:txBody>
          <a:bodyPr vert="horz" lIns="182880" tIns="182880" rIns="182880" bIns="182880" rtlCol="0">
            <a:noAutofit/>
          </a:bodyPr>
          <a:lstStyle/>
          <a:p>
            <a:pPr>
              <a:spcAft>
                <a:spcPts val="600"/>
              </a:spcAft>
            </a:pPr>
            <a:r>
              <a:rPr lang="en-US" sz="1400"/>
              <a:t>Industries served</a:t>
            </a:r>
          </a:p>
          <a:p>
            <a:pPr lvl="1"/>
            <a:r>
              <a:rPr lang="en-US"/>
              <a:t>Payer &amp; Provider Services</a:t>
            </a:r>
          </a:p>
          <a:p>
            <a:pPr lvl="1"/>
            <a:r>
              <a:rPr lang="en-US"/>
              <a:t>Healthcare IT &amp; Technology-Enabled Services</a:t>
            </a:r>
          </a:p>
          <a:p>
            <a:pPr lvl="1"/>
            <a:r>
              <a:rPr lang="en-US" sz="1400"/>
              <a:t>Private Equity </a:t>
            </a:r>
          </a:p>
        </p:txBody>
      </p:sp>
      <p:sp>
        <p:nvSpPr>
          <p:cNvPr id="9" name="Text Placeholder 8">
            <a:extLst>
              <a:ext uri="{FF2B5EF4-FFF2-40B4-BE49-F238E27FC236}">
                <a16:creationId xmlns:a16="http://schemas.microsoft.com/office/drawing/2014/main" id="{1835974C-6A20-E07C-AA4B-42A23E397B01}"/>
              </a:ext>
            </a:extLst>
          </p:cNvPr>
          <p:cNvSpPr>
            <a:spLocks noGrp="1"/>
          </p:cNvSpPr>
          <p:nvPr>
            <p:ph type="body" sz="quarter" idx="30"/>
          </p:nvPr>
        </p:nvSpPr>
        <p:spPr>
          <a:xfrm>
            <a:off x="8076579" y="3429001"/>
            <a:ext cx="3459790" cy="2586602"/>
          </a:xfrm>
          <a:solidFill>
            <a:schemeClr val="accent4"/>
          </a:solidFill>
        </p:spPr>
        <p:txBody>
          <a:bodyPr vert="horz" lIns="182880" tIns="182880" rIns="182880" bIns="182880" rtlCol="0">
            <a:noAutofit/>
          </a:bodyPr>
          <a:lstStyle/>
          <a:p>
            <a:pPr>
              <a:spcAft>
                <a:spcPts val="600"/>
              </a:spcAft>
            </a:pPr>
            <a:r>
              <a:rPr lang="en-US" sz="1400"/>
              <a:t>Skills &amp; Specialties</a:t>
            </a:r>
          </a:p>
          <a:p>
            <a:pPr lvl="1"/>
            <a:r>
              <a:rPr lang="en-US"/>
              <a:t>Sell-side diligence &amp; exit planning</a:t>
            </a:r>
          </a:p>
          <a:p>
            <a:pPr lvl="1"/>
            <a:r>
              <a:rPr lang="en-US"/>
              <a:t>Buy-side diligence &amp; M&amp;A integration</a:t>
            </a:r>
            <a:endParaRPr lang="en-US" sz="1400"/>
          </a:p>
          <a:p>
            <a:pPr lvl="1"/>
            <a:r>
              <a:rPr lang="en-US"/>
              <a:t>Commercial &amp; competitive diligence</a:t>
            </a:r>
          </a:p>
          <a:p>
            <a:pPr lvl="1"/>
            <a:r>
              <a:rPr lang="en-US"/>
              <a:t>V</a:t>
            </a:r>
            <a:r>
              <a:rPr lang="en-US" sz="1400"/>
              <a:t>alue identification &amp; roadmap execution; product strategy;</a:t>
            </a:r>
            <a:r>
              <a:rPr lang="en-US"/>
              <a:t> vendor selection &amp; </a:t>
            </a:r>
            <a:r>
              <a:rPr lang="en-US" sz="1400"/>
              <a:t>implementation </a:t>
            </a:r>
          </a:p>
          <a:p>
            <a:pPr lvl="1"/>
            <a:r>
              <a:rPr lang="en-US"/>
              <a:t>LSS &amp; process improvement </a:t>
            </a:r>
            <a:endParaRPr lang="en-US" sz="1400"/>
          </a:p>
          <a:p>
            <a:pPr lvl="1"/>
            <a:endParaRPr lang="en-US" sz="1400"/>
          </a:p>
          <a:p>
            <a:pPr lvl="1"/>
            <a:endParaRPr lang="en-US" sz="1400"/>
          </a:p>
        </p:txBody>
      </p:sp>
      <p:sp>
        <p:nvSpPr>
          <p:cNvPr id="5" name="Text Placeholder 4">
            <a:extLst>
              <a:ext uri="{FF2B5EF4-FFF2-40B4-BE49-F238E27FC236}">
                <a16:creationId xmlns:a16="http://schemas.microsoft.com/office/drawing/2014/main" id="{1B22F35A-828D-90ED-2AA4-BC4D2A451CB8}"/>
              </a:ext>
            </a:extLst>
          </p:cNvPr>
          <p:cNvSpPr>
            <a:spLocks noGrp="1"/>
          </p:cNvSpPr>
          <p:nvPr>
            <p:ph type="body" sz="quarter" idx="19"/>
          </p:nvPr>
        </p:nvSpPr>
        <p:spPr/>
        <p:txBody>
          <a:bodyPr/>
          <a:lstStyle/>
          <a:p>
            <a:endParaRPr lang="en-US"/>
          </a:p>
        </p:txBody>
      </p:sp>
      <p:graphicFrame>
        <p:nvGraphicFramePr>
          <p:cNvPr id="12" name="Table 11">
            <a:extLst>
              <a:ext uri="{FF2B5EF4-FFF2-40B4-BE49-F238E27FC236}">
                <a16:creationId xmlns:a16="http://schemas.microsoft.com/office/drawing/2014/main" id="{D9417645-C667-33B1-501D-A3B14A5EFDAB}"/>
              </a:ext>
            </a:extLst>
          </p:cNvPr>
          <p:cNvGraphicFramePr>
            <a:graphicFrameLocks noGrp="1"/>
          </p:cNvGraphicFramePr>
          <p:nvPr>
            <p:extLst>
              <p:ext uri="{D42A27DB-BD31-4B8C-83A1-F6EECF244321}">
                <p14:modId xmlns:p14="http://schemas.microsoft.com/office/powerpoint/2010/main" val="3294621468"/>
              </p:ext>
            </p:extLst>
          </p:nvPr>
        </p:nvGraphicFramePr>
        <p:xfrm>
          <a:off x="11841036" y="194314"/>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Name</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Tree>
    <p:extLst>
      <p:ext uri="{BB962C8B-B14F-4D97-AF65-F5344CB8AC3E}">
        <p14:creationId xmlns:p14="http://schemas.microsoft.com/office/powerpoint/2010/main" val="15032776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CA744-DCD5-B37E-4109-6FDB6657156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9E16F2B-D7DB-4694-B2B7-032B70CF5EA5}"/>
              </a:ext>
            </a:extLst>
          </p:cNvPr>
          <p:cNvSpPr>
            <a:spLocks noGrp="1"/>
          </p:cNvSpPr>
          <p:nvPr>
            <p:ph type="ftr" sz="quarter" idx="24"/>
          </p:nvPr>
        </p:nvSpPr>
        <p:spPr/>
        <p:txBody>
          <a:bodyPr/>
          <a:lstStyle/>
          <a:p>
            <a:r>
              <a:rPr lang="en-US"/>
              <a:t>© 2025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B1A7312B-6612-5BA5-FCB4-9F4C7A7394B4}"/>
              </a:ext>
            </a:extLst>
          </p:cNvPr>
          <p:cNvSpPr>
            <a:spLocks noGrp="1"/>
          </p:cNvSpPr>
          <p:nvPr>
            <p:ph type="sldNum" sz="quarter" idx="25"/>
          </p:nvPr>
        </p:nvSpPr>
        <p:spPr/>
        <p:txBody>
          <a:bodyPr/>
          <a:lstStyle/>
          <a:p>
            <a:fld id="{63DCA5C9-2E11-4C67-86EB-AE1DE127DC64}" type="slidenum">
              <a:rPr lang="en-US" smtClean="0"/>
              <a:pPr/>
              <a:t>34</a:t>
            </a:fld>
            <a:endParaRPr lang="en-US"/>
          </a:p>
        </p:txBody>
      </p:sp>
      <p:pic>
        <p:nvPicPr>
          <p:cNvPr id="22" name="Picture Placeholder 21">
            <a:extLst>
              <a:ext uri="{FF2B5EF4-FFF2-40B4-BE49-F238E27FC236}">
                <a16:creationId xmlns:a16="http://schemas.microsoft.com/office/drawing/2014/main" id="{60581817-2687-6F62-AFE3-25691D26AD7C}"/>
              </a:ext>
            </a:extLst>
          </p:cNvPr>
          <p:cNvPicPr>
            <a:picLocks noGrp="1" noChangeAspect="1"/>
          </p:cNvPicPr>
          <p:nvPr>
            <p:ph type="pic" sz="quarter" idx="10"/>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l="2449" t="1610" r="2449" b="3874"/>
          <a:stretch/>
        </p:blipFill>
        <p:spPr>
          <a:xfrm>
            <a:off x="460375" y="1424072"/>
            <a:ext cx="1600199" cy="1589663"/>
          </a:xfrm>
        </p:spPr>
      </p:pic>
      <p:sp>
        <p:nvSpPr>
          <p:cNvPr id="6" name="Text Placeholder 5">
            <a:extLst>
              <a:ext uri="{FF2B5EF4-FFF2-40B4-BE49-F238E27FC236}">
                <a16:creationId xmlns:a16="http://schemas.microsoft.com/office/drawing/2014/main" id="{FDFD1656-121E-906F-7339-96CABD93BFCD}"/>
              </a:ext>
            </a:extLst>
          </p:cNvPr>
          <p:cNvSpPr>
            <a:spLocks noGrp="1"/>
          </p:cNvSpPr>
          <p:nvPr>
            <p:ph type="body" sz="quarter" idx="27"/>
          </p:nvPr>
        </p:nvSpPr>
        <p:spPr/>
        <p:txBody>
          <a:bodyPr>
            <a:normAutofit fontScale="92500" lnSpcReduction="10000"/>
          </a:bodyPr>
          <a:lstStyle/>
          <a:p>
            <a:r>
              <a:rPr lang="en-US"/>
              <a:t>Dhaval Moogimane</a:t>
            </a:r>
          </a:p>
          <a:p>
            <a:pPr lvl="1"/>
            <a:r>
              <a:rPr lang="en-US" sz="1400"/>
              <a:t>Senior Partner, High-Tech &amp; Software</a:t>
            </a:r>
          </a:p>
        </p:txBody>
      </p:sp>
      <p:sp>
        <p:nvSpPr>
          <p:cNvPr id="7" name="Text Placeholder 6">
            <a:extLst>
              <a:ext uri="{FF2B5EF4-FFF2-40B4-BE49-F238E27FC236}">
                <a16:creationId xmlns:a16="http://schemas.microsoft.com/office/drawing/2014/main" id="{B1DFB37E-E462-23B2-239E-7A3EC388B168}"/>
              </a:ext>
            </a:extLst>
          </p:cNvPr>
          <p:cNvSpPr>
            <a:spLocks noGrp="1"/>
          </p:cNvSpPr>
          <p:nvPr>
            <p:ph type="body" sz="quarter" idx="28"/>
          </p:nvPr>
        </p:nvSpPr>
        <p:spPr/>
        <p:txBody>
          <a:bodyPr>
            <a:normAutofit lnSpcReduction="10000"/>
          </a:bodyPr>
          <a:lstStyle/>
          <a:p>
            <a:r>
              <a:rPr lang="en-US" b="1">
                <a:solidFill>
                  <a:schemeClr val="tx2"/>
                </a:solidFill>
              </a:rPr>
              <a:t>Background </a:t>
            </a:r>
          </a:p>
          <a:p>
            <a:r>
              <a:rPr lang="en-US" sz="1400"/>
              <a:t>Leveraging decades of consulting experience, Dhaval specializes in helping software, technology, and IT services companies capitalize on emerging trends and drive growth. He has partnered with clients to create and grow new products, maximize value through M&amp;A transactions, drive cross-functional initiatives, enable profitable growth through digital transformation, and transition to subscription-based business models. Dhaval energizes and aligns teams around growth opportunities and mentors junior consultants. Prior to joining West Monroe, he was a managing director at Waterstone Group. He holds degrees from Mumbai University and Indiana University.</a:t>
            </a:r>
          </a:p>
          <a:p>
            <a:pPr marL="9144" lvl="1" indent="0">
              <a:buNone/>
            </a:pPr>
            <a:r>
              <a:rPr lang="en-US" sz="1400" b="1">
                <a:solidFill>
                  <a:schemeClr val="tx2"/>
                </a:solidFill>
              </a:rPr>
              <a:t>What makes Dhaval different</a:t>
            </a:r>
          </a:p>
          <a:p>
            <a:pPr marL="0" lvl="2" indent="0">
              <a:buNone/>
            </a:pPr>
            <a:r>
              <a:rPr lang="en-US" sz="1400"/>
              <a:t>A husband and father, Dhaval enjoys hiking, biking, and traveling. He has spent time in more than 25 countries and has lived and worked on three continents.</a:t>
            </a:r>
          </a:p>
          <a:p>
            <a:pPr marL="9144" lvl="1" indent="0">
              <a:buNone/>
            </a:pPr>
            <a:r>
              <a:rPr lang="en-US" sz="1400" b="1">
                <a:solidFill>
                  <a:schemeClr val="tx2"/>
                </a:solidFill>
              </a:rPr>
              <a:t>Where Dhaval makes an impact</a:t>
            </a:r>
          </a:p>
          <a:p>
            <a:pPr marL="0" lvl="2" indent="0">
              <a:buNone/>
            </a:pPr>
            <a:r>
              <a:rPr lang="en-US" sz="1400"/>
              <a:t>Dhaval led the transformation of an enterprise software company’s operating model, tripling subscription revenue. He transformed a SaaS provider’s customer engagement model, increasing retention rates, and launched subscription offerings delivering over $200 million in value.</a:t>
            </a:r>
          </a:p>
        </p:txBody>
      </p:sp>
      <p:sp>
        <p:nvSpPr>
          <p:cNvPr id="8" name="Text Placeholder 7">
            <a:extLst>
              <a:ext uri="{FF2B5EF4-FFF2-40B4-BE49-F238E27FC236}">
                <a16:creationId xmlns:a16="http://schemas.microsoft.com/office/drawing/2014/main" id="{740EC057-8F9E-60C6-2AEA-3CAC7902EDE9}"/>
              </a:ext>
            </a:extLst>
          </p:cNvPr>
          <p:cNvSpPr>
            <a:spLocks noGrp="1"/>
          </p:cNvSpPr>
          <p:nvPr>
            <p:ph type="body" sz="quarter" idx="29"/>
          </p:nvPr>
        </p:nvSpPr>
        <p:spPr/>
        <p:txBody>
          <a:bodyPr/>
          <a:lstStyle/>
          <a:p>
            <a:pPr>
              <a:spcAft>
                <a:spcPts val="600"/>
              </a:spcAft>
            </a:pPr>
            <a:r>
              <a:rPr lang="en-US" sz="1400"/>
              <a:t>Industries served</a:t>
            </a:r>
          </a:p>
          <a:p>
            <a:pPr lvl="1"/>
            <a:r>
              <a:rPr lang="en-US" sz="1400"/>
              <a:t>Private Equity</a:t>
            </a:r>
          </a:p>
        </p:txBody>
      </p:sp>
      <p:sp>
        <p:nvSpPr>
          <p:cNvPr id="9" name="Text Placeholder 8">
            <a:extLst>
              <a:ext uri="{FF2B5EF4-FFF2-40B4-BE49-F238E27FC236}">
                <a16:creationId xmlns:a16="http://schemas.microsoft.com/office/drawing/2014/main" id="{BEECC0C2-E188-24DB-2A10-4A9882B5DA9F}"/>
              </a:ext>
            </a:extLst>
          </p:cNvPr>
          <p:cNvSpPr>
            <a:spLocks noGrp="1"/>
          </p:cNvSpPr>
          <p:nvPr>
            <p:ph type="body" sz="quarter" idx="30"/>
          </p:nvPr>
        </p:nvSpPr>
        <p:spPr/>
        <p:txBody>
          <a:bodyPr vert="horz" lIns="182880" tIns="182880" rIns="182880" bIns="182880" rtlCol="0" anchor="t">
            <a:noAutofit/>
          </a:bodyPr>
          <a:lstStyle/>
          <a:p>
            <a:pPr>
              <a:spcAft>
                <a:spcPts val="100"/>
              </a:spcAft>
            </a:pPr>
            <a:r>
              <a:rPr lang="en-US" sz="1400"/>
              <a:t>Skills &amp; Specialties</a:t>
            </a:r>
          </a:p>
          <a:p>
            <a:pPr lvl="1">
              <a:lnSpc>
                <a:spcPct val="90000"/>
              </a:lnSpc>
              <a:spcAft>
                <a:spcPts val="100"/>
              </a:spcAft>
            </a:pPr>
            <a:r>
              <a:rPr lang="en-US" sz="1400"/>
              <a:t>25+ Ops and Strategy engagements with enterprise software providers ​</a:t>
            </a:r>
          </a:p>
          <a:p>
            <a:pPr lvl="1">
              <a:lnSpc>
                <a:spcPct val="90000"/>
              </a:lnSpc>
              <a:spcAft>
                <a:spcPts val="100"/>
              </a:spcAft>
            </a:pPr>
            <a:r>
              <a:rPr lang="en-US" sz="1400"/>
              <a:t>$1 B Information Mgt Provider: Post sales operating model transformation​</a:t>
            </a:r>
          </a:p>
          <a:p>
            <a:pPr lvl="1">
              <a:lnSpc>
                <a:spcPct val="90000"/>
              </a:lnSpc>
              <a:spcAft>
                <a:spcPts val="100"/>
              </a:spcAft>
            </a:pPr>
            <a:r>
              <a:rPr lang="en-US">
                <a:ea typeface="Roboto"/>
                <a:cs typeface="Segoe UI"/>
              </a:rPr>
              <a:t>$1.4B</a:t>
            </a:r>
            <a:r>
              <a:rPr lang="en-US" sz="1400">
                <a:ea typeface="Roboto"/>
                <a:cs typeface="Segoe UI"/>
              </a:rPr>
              <a:t> Workforce Mgmt. Software: SaaS Transformation​</a:t>
            </a:r>
          </a:p>
          <a:p>
            <a:pPr lvl="1">
              <a:lnSpc>
                <a:spcPct val="90000"/>
              </a:lnSpc>
              <a:spcAft>
                <a:spcPts val="100"/>
              </a:spcAft>
            </a:pPr>
            <a:r>
              <a:rPr lang="en-US" sz="1400"/>
              <a:t>$700M Higher Ed Software: Cloud offering launch and scale​</a:t>
            </a:r>
          </a:p>
        </p:txBody>
      </p:sp>
      <p:sp>
        <p:nvSpPr>
          <p:cNvPr id="4" name="Text Placeholder 3">
            <a:extLst>
              <a:ext uri="{FF2B5EF4-FFF2-40B4-BE49-F238E27FC236}">
                <a16:creationId xmlns:a16="http://schemas.microsoft.com/office/drawing/2014/main" id="{82E6A0BE-40DB-4CA7-FBE7-DABBE61F41C1}"/>
              </a:ext>
            </a:extLst>
          </p:cNvPr>
          <p:cNvSpPr>
            <a:spLocks noGrp="1"/>
          </p:cNvSpPr>
          <p:nvPr>
            <p:ph type="body" sz="quarter" idx="19"/>
          </p:nvPr>
        </p:nvSpPr>
        <p:spPr/>
        <p:txBody>
          <a:bodyPr/>
          <a:lstStyle/>
          <a:p>
            <a:endParaRPr lang="en-US"/>
          </a:p>
        </p:txBody>
      </p:sp>
      <p:graphicFrame>
        <p:nvGraphicFramePr>
          <p:cNvPr id="12" name="Table 11">
            <a:extLst>
              <a:ext uri="{FF2B5EF4-FFF2-40B4-BE49-F238E27FC236}">
                <a16:creationId xmlns:a16="http://schemas.microsoft.com/office/drawing/2014/main" id="{8BD44367-390D-A0FA-3E1E-FC29046E4F08}"/>
              </a:ext>
            </a:extLst>
          </p:cNvPr>
          <p:cNvGraphicFramePr>
            <a:graphicFrameLocks noGrp="1"/>
          </p:cNvGraphicFramePr>
          <p:nvPr>
            <p:extLst>
              <p:ext uri="{D42A27DB-BD31-4B8C-83A1-F6EECF244321}">
                <p14:modId xmlns:p14="http://schemas.microsoft.com/office/powerpoint/2010/main" val="3294621468"/>
              </p:ext>
            </p:extLst>
          </p:nvPr>
        </p:nvGraphicFramePr>
        <p:xfrm>
          <a:off x="11841036" y="194314"/>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Name</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Tree>
    <p:extLst>
      <p:ext uri="{BB962C8B-B14F-4D97-AF65-F5344CB8AC3E}">
        <p14:creationId xmlns:p14="http://schemas.microsoft.com/office/powerpoint/2010/main" val="3488580643"/>
      </p:ext>
    </p:extLst>
  </p:cSld>
  <p:clrMapOvr>
    <a:masterClrMapping/>
  </p:clrMapOvr>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DBC3D-77F3-A67C-EC43-53295DDF6F8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8265E9C-8ECB-6402-483E-FBB3D914CCE2}"/>
              </a:ext>
            </a:extLst>
          </p:cNvPr>
          <p:cNvSpPr>
            <a:spLocks noGrp="1"/>
          </p:cNvSpPr>
          <p:nvPr>
            <p:ph type="ftr" sz="quarter" idx="24"/>
          </p:nvPr>
        </p:nvSpPr>
        <p:spPr/>
        <p:txBody>
          <a:bodyPr/>
          <a:lstStyle/>
          <a:p>
            <a:r>
              <a:rPr lang="en-US"/>
              <a:t>© 2025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67745AF3-568F-41C7-2671-443D034E8E47}"/>
              </a:ext>
            </a:extLst>
          </p:cNvPr>
          <p:cNvSpPr>
            <a:spLocks noGrp="1"/>
          </p:cNvSpPr>
          <p:nvPr>
            <p:ph type="sldNum" sz="quarter" idx="25"/>
          </p:nvPr>
        </p:nvSpPr>
        <p:spPr/>
        <p:txBody>
          <a:bodyPr/>
          <a:lstStyle/>
          <a:p>
            <a:fld id="{63DCA5C9-2E11-4C67-86EB-AE1DE127DC64}" type="slidenum">
              <a:rPr lang="en-US" smtClean="0"/>
              <a:pPr/>
              <a:t>35</a:t>
            </a:fld>
            <a:endParaRPr lang="en-US"/>
          </a:p>
        </p:txBody>
      </p:sp>
      <p:pic>
        <p:nvPicPr>
          <p:cNvPr id="20" name="Picture Placeholder 10" descr="A person wearing a suit and tie smiling at the camera&#10;&#10;Description automatically generated">
            <a:extLst>
              <a:ext uri="{FF2B5EF4-FFF2-40B4-BE49-F238E27FC236}">
                <a16:creationId xmlns:a16="http://schemas.microsoft.com/office/drawing/2014/main" id="{7DB959FE-933D-9A2E-809C-F05719142C5D}"/>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2397" t="6908" r="22397" b="10700"/>
          <a:stretch/>
        </p:blipFill>
        <p:spPr>
          <a:xfrm>
            <a:off x="460375" y="1424072"/>
            <a:ext cx="1600199" cy="1589663"/>
          </a:xfrm>
        </p:spPr>
      </p:pic>
      <p:sp>
        <p:nvSpPr>
          <p:cNvPr id="6" name="Text Placeholder 5">
            <a:extLst>
              <a:ext uri="{FF2B5EF4-FFF2-40B4-BE49-F238E27FC236}">
                <a16:creationId xmlns:a16="http://schemas.microsoft.com/office/drawing/2014/main" id="{B1B3053F-0930-C98C-5BE8-ADBF22D50832}"/>
              </a:ext>
            </a:extLst>
          </p:cNvPr>
          <p:cNvSpPr>
            <a:spLocks noGrp="1"/>
          </p:cNvSpPr>
          <p:nvPr>
            <p:ph type="body" sz="quarter" idx="27"/>
          </p:nvPr>
        </p:nvSpPr>
        <p:spPr/>
        <p:txBody>
          <a:bodyPr>
            <a:normAutofit fontScale="92500" lnSpcReduction="20000"/>
          </a:bodyPr>
          <a:lstStyle/>
          <a:p>
            <a:r>
              <a:rPr lang="en-US"/>
              <a:t>Erik Brown</a:t>
            </a:r>
          </a:p>
          <a:p>
            <a:pPr lvl="1"/>
            <a:r>
              <a:rPr lang="en-US" sz="1400"/>
              <a:t>Senior</a:t>
            </a:r>
            <a:br>
              <a:rPr lang="en-US" sz="1400"/>
            </a:br>
            <a:r>
              <a:rPr lang="en-US" sz="1400"/>
              <a:t>Partner, Product</a:t>
            </a:r>
            <a:br>
              <a:rPr lang="en-US" sz="1400"/>
            </a:br>
            <a:r>
              <a:rPr lang="en-US" sz="1400"/>
              <a:t>Experience and Engineering Lab</a:t>
            </a:r>
          </a:p>
          <a:p>
            <a:pPr lvl="1"/>
            <a:endParaRPr lang="en-US" sz="1400"/>
          </a:p>
        </p:txBody>
      </p:sp>
      <p:sp>
        <p:nvSpPr>
          <p:cNvPr id="7" name="Text Placeholder 6">
            <a:extLst>
              <a:ext uri="{FF2B5EF4-FFF2-40B4-BE49-F238E27FC236}">
                <a16:creationId xmlns:a16="http://schemas.microsoft.com/office/drawing/2014/main" id="{9A7E4489-4219-BA06-CEBC-9087177F31ED}"/>
              </a:ext>
            </a:extLst>
          </p:cNvPr>
          <p:cNvSpPr>
            <a:spLocks noGrp="1"/>
          </p:cNvSpPr>
          <p:nvPr>
            <p:ph type="body" sz="quarter" idx="28"/>
          </p:nvPr>
        </p:nvSpPr>
        <p:spPr/>
        <p:txBody>
          <a:bodyPr/>
          <a:lstStyle/>
          <a:p>
            <a:pPr lvl="0">
              <a:spcBef>
                <a:spcPts val="600"/>
              </a:spcBef>
              <a:spcAft>
                <a:spcPts val="0"/>
              </a:spcAft>
              <a:defRPr/>
            </a:pPr>
            <a:r>
              <a:rPr lang="en-US" sz="1400" b="1">
                <a:solidFill>
                  <a:schemeClr val="tx2"/>
                </a:solidFill>
                <a:ea typeface="+mn-ea"/>
                <a:cs typeface="+mn-cs"/>
              </a:rPr>
              <a:t>Background</a:t>
            </a:r>
          </a:p>
          <a:p>
            <a:pPr lvl="0">
              <a:spcBef>
                <a:spcPts val="600"/>
              </a:spcBef>
              <a:spcAft>
                <a:spcPts val="600"/>
              </a:spcAft>
              <a:defRPr/>
            </a:pPr>
            <a:r>
              <a:rPr lang="en-US" sz="1400">
                <a:ea typeface="+mn-ea"/>
                <a:cs typeface="+mn-cs"/>
              </a:rPr>
              <a:t>Erik is a seasoned software engineer, entrepreneur, and leader who leverages innovative technology to drive business value. He led a $20 million technology roadmap project, enhancing a client’s risk modeling and cutting technology costs by over $10 million annually. As the executive technical lead for West Monroe’s AI Lab, he spearheaded the rollout of an internal AI chat platform and client-facing AI accelerators. Erik frequently speaks at industry events and hosts West Monroe’s “This is Digital” podcast. With extensive experience in software engineering, cloud computing, and AI, he leads the engineering team in PXEL practice. Erik holds a bachelor’s degree from the University</a:t>
            </a:r>
            <a:br>
              <a:rPr lang="en-US" sz="1400">
                <a:ea typeface="+mn-ea"/>
                <a:cs typeface="+mn-cs"/>
              </a:rPr>
            </a:br>
            <a:r>
              <a:rPr lang="en-US" sz="1400">
                <a:ea typeface="+mn-ea"/>
                <a:cs typeface="+mn-cs"/>
              </a:rPr>
              <a:t>of Illinois.</a:t>
            </a:r>
            <a:endParaRPr lang="en-US" sz="1400"/>
          </a:p>
          <a:p>
            <a:pPr marL="9144" lvl="1" indent="0">
              <a:spcBef>
                <a:spcPts val="600"/>
              </a:spcBef>
              <a:spcAft>
                <a:spcPts val="0"/>
              </a:spcAft>
              <a:buNone/>
            </a:pPr>
            <a:r>
              <a:rPr lang="en-US" sz="1400" b="1">
                <a:solidFill>
                  <a:schemeClr val="tx2"/>
                </a:solidFill>
              </a:rPr>
              <a:t>What makes Erik different</a:t>
            </a:r>
          </a:p>
          <a:p>
            <a:pPr lvl="0">
              <a:spcBef>
                <a:spcPts val="600"/>
              </a:spcBef>
              <a:spcAft>
                <a:spcPts val="600"/>
              </a:spcAft>
              <a:defRPr/>
            </a:pPr>
            <a:r>
              <a:rPr lang="en-US" sz="1400"/>
              <a:t>Erik lives in Chicago with his family, enjoys music, and blends artistic expression with math and science through piano.</a:t>
            </a:r>
          </a:p>
          <a:p>
            <a:pPr marL="9144" lvl="1" indent="0">
              <a:spcBef>
                <a:spcPts val="600"/>
              </a:spcBef>
              <a:spcAft>
                <a:spcPts val="0"/>
              </a:spcAft>
              <a:buNone/>
            </a:pPr>
            <a:r>
              <a:rPr lang="en-US" sz="1400" b="1">
                <a:solidFill>
                  <a:schemeClr val="tx2"/>
                </a:solidFill>
              </a:rPr>
              <a:t>Where Erik makes an impact</a:t>
            </a:r>
          </a:p>
          <a:p>
            <a:pPr lvl="0">
              <a:spcBef>
                <a:spcPts val="600"/>
              </a:spcBef>
              <a:spcAft>
                <a:spcPts val="600"/>
              </a:spcAft>
              <a:defRPr/>
            </a:pPr>
            <a:r>
              <a:rPr lang="en-US" sz="1400"/>
              <a:t>Erik volunteers at St. Francis Xavier School, leading the Technology Committee; West Monroe designs their annual report.</a:t>
            </a:r>
          </a:p>
          <a:p>
            <a:pPr lvl="0">
              <a:spcBef>
                <a:spcPts val="600"/>
              </a:spcBef>
              <a:spcAft>
                <a:spcPts val="600"/>
              </a:spcAft>
              <a:defRPr/>
            </a:pPr>
            <a:endParaRPr lang="en-US" sz="1400">
              <a:solidFill>
                <a:srgbClr val="082952"/>
              </a:solidFill>
            </a:endParaRPr>
          </a:p>
          <a:p>
            <a:pPr lvl="0">
              <a:spcBef>
                <a:spcPts val="600"/>
              </a:spcBef>
              <a:spcAft>
                <a:spcPts val="600"/>
              </a:spcAft>
              <a:defRPr/>
            </a:pPr>
            <a:endParaRPr lang="en-US" sz="1400">
              <a:solidFill>
                <a:srgbClr val="5E5E5E"/>
              </a:solidFill>
            </a:endParaRPr>
          </a:p>
        </p:txBody>
      </p:sp>
      <p:sp>
        <p:nvSpPr>
          <p:cNvPr id="8" name="Text Placeholder 7">
            <a:extLst>
              <a:ext uri="{FF2B5EF4-FFF2-40B4-BE49-F238E27FC236}">
                <a16:creationId xmlns:a16="http://schemas.microsoft.com/office/drawing/2014/main" id="{4042C3C6-F883-FCF8-1D9A-BA2419EAC4C6}"/>
              </a:ext>
            </a:extLst>
          </p:cNvPr>
          <p:cNvSpPr>
            <a:spLocks noGrp="1"/>
          </p:cNvSpPr>
          <p:nvPr>
            <p:ph type="body" sz="quarter" idx="29"/>
          </p:nvPr>
        </p:nvSpPr>
        <p:spPr/>
        <p:txBody>
          <a:bodyPr/>
          <a:lstStyle/>
          <a:p>
            <a:pPr>
              <a:spcAft>
                <a:spcPts val="600"/>
              </a:spcAft>
            </a:pPr>
            <a:r>
              <a:rPr lang="en-US" sz="1400"/>
              <a:t>Industries served</a:t>
            </a:r>
          </a:p>
          <a:p>
            <a:pPr lvl="1"/>
            <a:r>
              <a:rPr lang="en-US" sz="1400"/>
              <a:t>Healthcare</a:t>
            </a:r>
          </a:p>
          <a:p>
            <a:pPr lvl="1"/>
            <a:r>
              <a:rPr lang="en-US" sz="1400"/>
              <a:t>Private Equity</a:t>
            </a:r>
          </a:p>
          <a:p>
            <a:pPr lvl="1"/>
            <a:r>
              <a:rPr lang="en-US" sz="1400"/>
              <a:t>Capital Markets</a:t>
            </a:r>
          </a:p>
        </p:txBody>
      </p:sp>
      <p:sp>
        <p:nvSpPr>
          <p:cNvPr id="9" name="Text Placeholder 8">
            <a:extLst>
              <a:ext uri="{FF2B5EF4-FFF2-40B4-BE49-F238E27FC236}">
                <a16:creationId xmlns:a16="http://schemas.microsoft.com/office/drawing/2014/main" id="{6F2CF27F-2FDB-AFBD-71F5-AB4B2506CB9A}"/>
              </a:ext>
            </a:extLst>
          </p:cNvPr>
          <p:cNvSpPr>
            <a:spLocks noGrp="1"/>
          </p:cNvSpPr>
          <p:nvPr>
            <p:ph type="body" sz="quarter" idx="30"/>
          </p:nvPr>
        </p:nvSpPr>
        <p:spPr/>
        <p:txBody>
          <a:bodyPr>
            <a:normAutofit lnSpcReduction="10000"/>
          </a:bodyPr>
          <a:lstStyle/>
          <a:p>
            <a:pPr>
              <a:spcAft>
                <a:spcPts val="600"/>
              </a:spcAft>
            </a:pPr>
            <a:r>
              <a:rPr lang="en-US" sz="1400"/>
              <a:t>Skills &amp; Specialties</a:t>
            </a:r>
          </a:p>
          <a:p>
            <a:pPr lvl="1">
              <a:spcAft>
                <a:spcPts val="400"/>
              </a:spcAft>
            </a:pPr>
            <a:r>
              <a:rPr lang="en-US" sz="1400"/>
              <a:t>Machine Learning / Artificial Intelligence​ </a:t>
            </a:r>
          </a:p>
          <a:p>
            <a:pPr lvl="1">
              <a:spcAft>
                <a:spcPts val="400"/>
              </a:spcAft>
            </a:pPr>
            <a:r>
              <a:rPr lang="en-US" sz="1400"/>
              <a:t>Amazon Web Services​ </a:t>
            </a:r>
          </a:p>
          <a:p>
            <a:pPr lvl="1">
              <a:spcAft>
                <a:spcPts val="400"/>
              </a:spcAft>
            </a:pPr>
            <a:r>
              <a:rPr lang="en-US" sz="1400"/>
              <a:t>Microsoft Windows Azure​ </a:t>
            </a:r>
          </a:p>
          <a:p>
            <a:pPr lvl="1">
              <a:spcAft>
                <a:spcPts val="400"/>
              </a:spcAft>
            </a:pPr>
            <a:r>
              <a:rPr lang="en-US" sz="1400"/>
              <a:t>Enterprise messaging and distributed architecture​ </a:t>
            </a:r>
          </a:p>
          <a:p>
            <a:pPr lvl="1">
              <a:spcAft>
                <a:spcPts val="400"/>
              </a:spcAft>
            </a:pPr>
            <a:r>
              <a:rPr lang="en-US" sz="1400"/>
              <a:t>Java/JEE, Microsoft .NET &amp; Python</a:t>
            </a:r>
          </a:p>
          <a:p>
            <a:pPr>
              <a:spcAft>
                <a:spcPts val="600"/>
              </a:spcAft>
            </a:pPr>
            <a:endParaRPr lang="en-US" sz="1400"/>
          </a:p>
        </p:txBody>
      </p:sp>
      <p:sp>
        <p:nvSpPr>
          <p:cNvPr id="4" name="Text Placeholder 3">
            <a:extLst>
              <a:ext uri="{FF2B5EF4-FFF2-40B4-BE49-F238E27FC236}">
                <a16:creationId xmlns:a16="http://schemas.microsoft.com/office/drawing/2014/main" id="{E6516C19-A2D4-B3BD-528E-E7A4F711F4BD}"/>
              </a:ext>
            </a:extLst>
          </p:cNvPr>
          <p:cNvSpPr>
            <a:spLocks noGrp="1"/>
          </p:cNvSpPr>
          <p:nvPr>
            <p:ph type="body" sz="quarter" idx="19"/>
          </p:nvPr>
        </p:nvSpPr>
        <p:spPr/>
        <p:txBody>
          <a:bodyPr/>
          <a:lstStyle/>
          <a:p>
            <a:endParaRPr lang="en-US"/>
          </a:p>
        </p:txBody>
      </p:sp>
      <p:graphicFrame>
        <p:nvGraphicFramePr>
          <p:cNvPr id="12" name="Table 11">
            <a:extLst>
              <a:ext uri="{FF2B5EF4-FFF2-40B4-BE49-F238E27FC236}">
                <a16:creationId xmlns:a16="http://schemas.microsoft.com/office/drawing/2014/main" id="{3A2692A0-8C7E-062B-8E69-FD66663BD4A9}"/>
              </a:ext>
            </a:extLst>
          </p:cNvPr>
          <p:cNvGraphicFramePr>
            <a:graphicFrameLocks noGrp="1"/>
          </p:cNvGraphicFramePr>
          <p:nvPr>
            <p:extLst>
              <p:ext uri="{D42A27DB-BD31-4B8C-83A1-F6EECF244321}">
                <p14:modId xmlns:p14="http://schemas.microsoft.com/office/powerpoint/2010/main" val="3294621468"/>
              </p:ext>
            </p:extLst>
          </p:nvPr>
        </p:nvGraphicFramePr>
        <p:xfrm>
          <a:off x="11841036" y="194314"/>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Name</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Tree>
    <p:extLst>
      <p:ext uri="{BB962C8B-B14F-4D97-AF65-F5344CB8AC3E}">
        <p14:creationId xmlns:p14="http://schemas.microsoft.com/office/powerpoint/2010/main" val="155411181"/>
      </p:ext>
    </p:extLst>
  </p:cSld>
  <p:clrMapOvr>
    <a:masterClrMapping/>
  </p:clrMapOvr>
  <p:extLst>
    <p:ext uri="{6950BFC3-D8DA-4A85-94F7-54DA5524770B}">
      <p188:commentRel xmlns:p188="http://schemas.microsoft.com/office/powerpoint/2018/8/main" r:id="rId2"/>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567B4-ED16-F9D9-24E3-A2C088B8F68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D178A33-4A97-AAC2-6F44-A01A92FA1492}"/>
              </a:ext>
            </a:extLst>
          </p:cNvPr>
          <p:cNvSpPr>
            <a:spLocks noGrp="1"/>
          </p:cNvSpPr>
          <p:nvPr>
            <p:ph type="ftr" sz="quarter" idx="24"/>
          </p:nvPr>
        </p:nvSpPr>
        <p:spPr/>
        <p:txBody>
          <a:bodyPr/>
          <a:lstStyle/>
          <a:p>
            <a:r>
              <a:rPr lang="en-US"/>
              <a:t>© 2025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45576AF3-670A-EC75-7775-4B372F5F381A}"/>
              </a:ext>
            </a:extLst>
          </p:cNvPr>
          <p:cNvSpPr>
            <a:spLocks noGrp="1"/>
          </p:cNvSpPr>
          <p:nvPr>
            <p:ph type="sldNum" sz="quarter" idx="25"/>
          </p:nvPr>
        </p:nvSpPr>
        <p:spPr/>
        <p:txBody>
          <a:bodyPr/>
          <a:lstStyle/>
          <a:p>
            <a:fld id="{63DCA5C9-2E11-4C67-86EB-AE1DE127DC64}" type="slidenum">
              <a:rPr lang="en-US" smtClean="0"/>
              <a:pPr/>
              <a:t>36</a:t>
            </a:fld>
            <a:endParaRPr lang="en-US"/>
          </a:p>
        </p:txBody>
      </p:sp>
      <p:pic>
        <p:nvPicPr>
          <p:cNvPr id="20" name="Picture Placeholder 10">
            <a:extLst>
              <a:ext uri="{FF2B5EF4-FFF2-40B4-BE49-F238E27FC236}">
                <a16:creationId xmlns:a16="http://schemas.microsoft.com/office/drawing/2014/main" id="{B3C64361-3E2F-72FD-BE16-3B2B3052DD67}"/>
              </a:ext>
            </a:extLst>
          </p:cNvPr>
          <p:cNvPicPr>
            <a:picLocks noGrp="1" noChangeAspect="1"/>
          </p:cNvPicPr>
          <p:nvPr>
            <p:ph type="pic" sz="quarter" idx="10"/>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10249" b="10249"/>
          <a:stretch/>
        </p:blipFill>
        <p:spPr>
          <a:xfrm>
            <a:off x="460375" y="1424072"/>
            <a:ext cx="1600199" cy="1589663"/>
          </a:xfrm>
        </p:spPr>
      </p:pic>
      <p:sp>
        <p:nvSpPr>
          <p:cNvPr id="6" name="Text Placeholder 5">
            <a:extLst>
              <a:ext uri="{FF2B5EF4-FFF2-40B4-BE49-F238E27FC236}">
                <a16:creationId xmlns:a16="http://schemas.microsoft.com/office/drawing/2014/main" id="{479D22A1-ADB3-85A4-A045-9900CB1202C6}"/>
              </a:ext>
            </a:extLst>
          </p:cNvPr>
          <p:cNvSpPr>
            <a:spLocks noGrp="1"/>
          </p:cNvSpPr>
          <p:nvPr>
            <p:ph type="body" sz="quarter" idx="27"/>
          </p:nvPr>
        </p:nvSpPr>
        <p:spPr/>
        <p:txBody>
          <a:bodyPr>
            <a:normAutofit fontScale="85000" lnSpcReduction="20000"/>
          </a:bodyPr>
          <a:lstStyle/>
          <a:p>
            <a:r>
              <a:rPr lang="en-US"/>
              <a:t>Ri Scott</a:t>
            </a:r>
          </a:p>
          <a:p>
            <a:pPr marL="9144" lvl="1" indent="0">
              <a:buNone/>
            </a:pPr>
            <a:r>
              <a:rPr lang="en-US" sz="1400"/>
              <a:t>Managing Partner</a:t>
            </a:r>
          </a:p>
          <a:p>
            <a:pPr marL="9144" lvl="1" indent="0">
              <a:buNone/>
            </a:pPr>
            <a:r>
              <a:rPr lang="en-US" sz="1400"/>
              <a:t>Product Engineering &amp; Software Modernization</a:t>
            </a:r>
          </a:p>
          <a:p>
            <a:pPr lvl="1"/>
            <a:endParaRPr lang="en-US" sz="1400"/>
          </a:p>
        </p:txBody>
      </p:sp>
      <p:sp>
        <p:nvSpPr>
          <p:cNvPr id="7" name="Text Placeholder 6">
            <a:extLst>
              <a:ext uri="{FF2B5EF4-FFF2-40B4-BE49-F238E27FC236}">
                <a16:creationId xmlns:a16="http://schemas.microsoft.com/office/drawing/2014/main" id="{85E920DF-FD29-F207-9A0E-CC110854D028}"/>
              </a:ext>
            </a:extLst>
          </p:cNvPr>
          <p:cNvSpPr>
            <a:spLocks noGrp="1"/>
          </p:cNvSpPr>
          <p:nvPr>
            <p:ph type="body" sz="quarter" idx="28"/>
          </p:nvPr>
        </p:nvSpPr>
        <p:spPr/>
        <p:txBody>
          <a:bodyPr/>
          <a:lstStyle/>
          <a:p>
            <a:pPr lvl="0">
              <a:spcBef>
                <a:spcPts val="600"/>
              </a:spcBef>
              <a:spcAft>
                <a:spcPts val="0"/>
              </a:spcAft>
              <a:defRPr/>
            </a:pPr>
            <a:r>
              <a:rPr lang="en-US" sz="1400" b="1">
                <a:solidFill>
                  <a:schemeClr val="tx2"/>
                </a:solidFill>
                <a:ea typeface="+mn-ea"/>
                <a:cs typeface="+mn-cs"/>
              </a:rPr>
              <a:t>Background</a:t>
            </a:r>
          </a:p>
          <a:p>
            <a:pPr lvl="0">
              <a:spcBef>
                <a:spcPts val="600"/>
              </a:spcBef>
              <a:spcAft>
                <a:spcPts val="600"/>
              </a:spcAft>
              <a:defRPr/>
            </a:pPr>
            <a:r>
              <a:rPr lang="en-US" sz="1400">
                <a:ea typeface="+mn-ea"/>
                <a:cs typeface="+mn-cs"/>
              </a:rPr>
              <a:t>To fill in</a:t>
            </a:r>
            <a:endParaRPr lang="en-US" sz="1400"/>
          </a:p>
          <a:p>
            <a:pPr marL="9144" lvl="1" indent="0">
              <a:spcBef>
                <a:spcPts val="600"/>
              </a:spcBef>
              <a:spcAft>
                <a:spcPts val="0"/>
              </a:spcAft>
              <a:buNone/>
            </a:pPr>
            <a:r>
              <a:rPr lang="en-US" sz="1400" b="1">
                <a:solidFill>
                  <a:schemeClr val="tx2"/>
                </a:solidFill>
              </a:rPr>
              <a:t>What makes Ri different</a:t>
            </a:r>
          </a:p>
          <a:p>
            <a:pPr lvl="0">
              <a:spcBef>
                <a:spcPts val="600"/>
              </a:spcBef>
              <a:spcAft>
                <a:spcPts val="600"/>
              </a:spcAft>
              <a:defRPr/>
            </a:pPr>
            <a:r>
              <a:rPr lang="en-US" sz="1400"/>
              <a:t>To fill in</a:t>
            </a:r>
          </a:p>
          <a:p>
            <a:pPr marL="9144" lvl="1" indent="0">
              <a:spcBef>
                <a:spcPts val="600"/>
              </a:spcBef>
              <a:spcAft>
                <a:spcPts val="0"/>
              </a:spcAft>
              <a:buNone/>
            </a:pPr>
            <a:r>
              <a:rPr lang="en-US" sz="1400" b="1">
                <a:solidFill>
                  <a:schemeClr val="tx2"/>
                </a:solidFill>
              </a:rPr>
              <a:t>Where Erik makes an impact</a:t>
            </a:r>
          </a:p>
          <a:p>
            <a:pPr lvl="0">
              <a:spcBef>
                <a:spcPts val="600"/>
              </a:spcBef>
              <a:spcAft>
                <a:spcPts val="600"/>
              </a:spcAft>
              <a:defRPr/>
            </a:pPr>
            <a:r>
              <a:rPr lang="en-US" sz="1400"/>
              <a:t>To fill in</a:t>
            </a:r>
          </a:p>
          <a:p>
            <a:pPr lvl="0">
              <a:spcBef>
                <a:spcPts val="600"/>
              </a:spcBef>
              <a:spcAft>
                <a:spcPts val="600"/>
              </a:spcAft>
              <a:defRPr/>
            </a:pPr>
            <a:endParaRPr lang="en-US" sz="1400">
              <a:solidFill>
                <a:srgbClr val="082952"/>
              </a:solidFill>
            </a:endParaRPr>
          </a:p>
          <a:p>
            <a:pPr lvl="0">
              <a:spcBef>
                <a:spcPts val="600"/>
              </a:spcBef>
              <a:spcAft>
                <a:spcPts val="600"/>
              </a:spcAft>
              <a:defRPr/>
            </a:pPr>
            <a:endParaRPr lang="en-US" sz="1400">
              <a:solidFill>
                <a:srgbClr val="5E5E5E"/>
              </a:solidFill>
            </a:endParaRPr>
          </a:p>
        </p:txBody>
      </p:sp>
      <p:sp>
        <p:nvSpPr>
          <p:cNvPr id="8" name="Text Placeholder 7">
            <a:extLst>
              <a:ext uri="{FF2B5EF4-FFF2-40B4-BE49-F238E27FC236}">
                <a16:creationId xmlns:a16="http://schemas.microsoft.com/office/drawing/2014/main" id="{3768DC65-6C98-6ECA-89AC-B18AA0730A12}"/>
              </a:ext>
            </a:extLst>
          </p:cNvPr>
          <p:cNvSpPr>
            <a:spLocks noGrp="1"/>
          </p:cNvSpPr>
          <p:nvPr>
            <p:ph type="body" sz="quarter" idx="29"/>
          </p:nvPr>
        </p:nvSpPr>
        <p:spPr/>
        <p:txBody>
          <a:bodyPr/>
          <a:lstStyle/>
          <a:p>
            <a:pPr>
              <a:spcAft>
                <a:spcPts val="600"/>
              </a:spcAft>
            </a:pPr>
            <a:r>
              <a:rPr lang="en-US" sz="1400"/>
              <a:t>Industries served</a:t>
            </a:r>
          </a:p>
          <a:p>
            <a:pPr lvl="1"/>
            <a:r>
              <a:rPr lang="en-US" sz="1400"/>
              <a:t>Healthcare</a:t>
            </a:r>
          </a:p>
          <a:p>
            <a:pPr lvl="1"/>
            <a:r>
              <a:rPr lang="en-US" sz="1400"/>
              <a:t>Private Equity</a:t>
            </a:r>
          </a:p>
          <a:p>
            <a:pPr lvl="1"/>
            <a:r>
              <a:rPr lang="en-US" sz="1400"/>
              <a:t>Financial Services</a:t>
            </a:r>
          </a:p>
          <a:p>
            <a:pPr lvl="1"/>
            <a:r>
              <a:rPr lang="en-US" sz="1400"/>
              <a:t>Technology &amp; Softw</a:t>
            </a:r>
            <a:r>
              <a:rPr lang="en-US"/>
              <a:t>are</a:t>
            </a:r>
            <a:endParaRPr lang="en-US" sz="1400"/>
          </a:p>
        </p:txBody>
      </p:sp>
      <p:sp>
        <p:nvSpPr>
          <p:cNvPr id="9" name="Text Placeholder 8">
            <a:extLst>
              <a:ext uri="{FF2B5EF4-FFF2-40B4-BE49-F238E27FC236}">
                <a16:creationId xmlns:a16="http://schemas.microsoft.com/office/drawing/2014/main" id="{140A66C7-ED4E-8692-0035-88CCC08D5590}"/>
              </a:ext>
            </a:extLst>
          </p:cNvPr>
          <p:cNvSpPr>
            <a:spLocks noGrp="1"/>
          </p:cNvSpPr>
          <p:nvPr>
            <p:ph type="body" sz="quarter" idx="30"/>
          </p:nvPr>
        </p:nvSpPr>
        <p:spPr/>
        <p:txBody>
          <a:bodyPr>
            <a:normAutofit lnSpcReduction="10000"/>
          </a:bodyPr>
          <a:lstStyle/>
          <a:p>
            <a:pPr>
              <a:spcAft>
                <a:spcPts val="600"/>
              </a:spcAft>
            </a:pPr>
            <a:r>
              <a:rPr lang="en-US" sz="1400"/>
              <a:t>Skills &amp; Specialties</a:t>
            </a:r>
          </a:p>
          <a:p>
            <a:pPr lvl="1">
              <a:spcAft>
                <a:spcPts val="400"/>
              </a:spcAft>
            </a:pPr>
            <a:r>
              <a:rPr lang="en-US" sz="1400"/>
              <a:t>Artificial Intelligence​ </a:t>
            </a:r>
          </a:p>
          <a:p>
            <a:pPr lvl="1">
              <a:spcAft>
                <a:spcPts val="400"/>
              </a:spcAft>
            </a:pPr>
            <a:r>
              <a:rPr lang="en-US" sz="1400"/>
              <a:t>Software Modernization</a:t>
            </a:r>
          </a:p>
          <a:p>
            <a:pPr lvl="1">
              <a:spcAft>
                <a:spcPts val="400"/>
              </a:spcAft>
            </a:pPr>
            <a:r>
              <a:rPr lang="en-US" sz="1400"/>
              <a:t>AI-Native Product Development Lifecycle</a:t>
            </a:r>
          </a:p>
          <a:p>
            <a:pPr lvl="1">
              <a:spcAft>
                <a:spcPts val="400"/>
              </a:spcAft>
            </a:pPr>
            <a:r>
              <a:rPr lang="en-US" sz="1400"/>
              <a:t>Microsoft .NET, Go, Python, TypeScript, Web Application Development</a:t>
            </a:r>
          </a:p>
        </p:txBody>
      </p:sp>
      <p:sp>
        <p:nvSpPr>
          <p:cNvPr id="4" name="Text Placeholder 3">
            <a:extLst>
              <a:ext uri="{FF2B5EF4-FFF2-40B4-BE49-F238E27FC236}">
                <a16:creationId xmlns:a16="http://schemas.microsoft.com/office/drawing/2014/main" id="{AFC3D00E-19BF-BC7C-6200-C28DFDFF2674}"/>
              </a:ext>
            </a:extLst>
          </p:cNvPr>
          <p:cNvSpPr>
            <a:spLocks noGrp="1"/>
          </p:cNvSpPr>
          <p:nvPr>
            <p:ph type="body" sz="quarter" idx="19"/>
          </p:nvPr>
        </p:nvSpPr>
        <p:spPr/>
        <p:txBody>
          <a:bodyPr/>
          <a:lstStyle/>
          <a:p>
            <a:endParaRPr lang="en-US"/>
          </a:p>
        </p:txBody>
      </p:sp>
      <p:graphicFrame>
        <p:nvGraphicFramePr>
          <p:cNvPr id="12" name="Table 11">
            <a:extLst>
              <a:ext uri="{FF2B5EF4-FFF2-40B4-BE49-F238E27FC236}">
                <a16:creationId xmlns:a16="http://schemas.microsoft.com/office/drawing/2014/main" id="{806552FB-E7FF-E68D-562C-6525F8C3211B}"/>
              </a:ext>
            </a:extLst>
          </p:cNvPr>
          <p:cNvGraphicFramePr>
            <a:graphicFrameLocks noGrp="1"/>
          </p:cNvGraphicFramePr>
          <p:nvPr/>
        </p:nvGraphicFramePr>
        <p:xfrm>
          <a:off x="11841036" y="194314"/>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Name</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Tree>
    <p:extLst>
      <p:ext uri="{BB962C8B-B14F-4D97-AF65-F5344CB8AC3E}">
        <p14:creationId xmlns:p14="http://schemas.microsoft.com/office/powerpoint/2010/main" val="3110191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BF95BD9B-EC33-7701-47C9-A94A092394B8}"/>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17" name="think-cell data - do not delete" hidden="1">
                        <a:extLst>
                          <a:ext uri="{FF2B5EF4-FFF2-40B4-BE49-F238E27FC236}">
                            <a16:creationId xmlns:a16="http://schemas.microsoft.com/office/drawing/2014/main" id="{BF95BD9B-EC33-7701-47C9-A94A092394B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Footer Placeholder 1">
            <a:extLst>
              <a:ext uri="{FF2B5EF4-FFF2-40B4-BE49-F238E27FC236}">
                <a16:creationId xmlns:a16="http://schemas.microsoft.com/office/drawing/2014/main" id="{A655D082-6504-515D-69E9-0D06AF8D1DD9}"/>
              </a:ext>
            </a:extLst>
          </p:cNvPr>
          <p:cNvSpPr>
            <a:spLocks noGrp="1"/>
          </p:cNvSpPr>
          <p:nvPr>
            <p:ph type="ftr" sz="quarter" idx="24"/>
          </p:nvPr>
        </p:nvSpPr>
        <p:spPr/>
        <p:txBody>
          <a:bodyPr/>
          <a:lstStyle/>
          <a:p>
            <a:pPr marL="0" marR="0" lvl="0" indent="9525"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70154"/>
                </a:solidFill>
                <a:effectLst/>
                <a:uLnTx/>
                <a:uFillTx/>
                <a:latin typeface="Arial" panose="020B0604020202020204"/>
                <a:ea typeface="Roboto" panose="02000000000000000000" pitchFamily="2" charset="0"/>
                <a:cs typeface="Arial" panose="020B0604020202020204" pitchFamily="34" charset="0"/>
              </a:rPr>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6433A390-42AA-FC0F-AAF0-F9C54FCBB4C1}"/>
              </a:ext>
            </a:extLst>
          </p:cNvPr>
          <p:cNvSpPr>
            <a:spLocks noGrp="1"/>
          </p:cNvSpPr>
          <p:nvPr>
            <p:ph type="sldNum" sz="quarter" idx="25"/>
          </p:nvPr>
        </p:nvSpPr>
        <p:spPr/>
        <p:txBody>
          <a:bodyPr/>
          <a:lstStyle/>
          <a:p>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fld id="{63DCA5C9-2E11-4C67-86EB-AE1DE127DC64}" type="slidenum">
              <a:rPr kumimoji="0" lang="en-US" sz="900" b="0" i="0" u="none" strike="noStrike" kern="1200" cap="none" spc="0" normalizeH="0" baseline="0" noProof="0" smtClean="0">
                <a:ln>
                  <a:noFill/>
                </a:ln>
                <a:solidFill>
                  <a:srgbClr val="070154"/>
                </a:solidFill>
                <a:effectLst/>
                <a:uLnTx/>
                <a:uFillTx/>
                <a:latin typeface="Arial" panose="020B0604020202020204"/>
                <a:ea typeface="Verdana" panose="020B060403050404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t>37</a:t>
            </a:fld>
            <a:endParaRPr kumimoji="0" lang="en-US" sz="900" b="0" i="0" u="none" strike="noStrike" kern="1200" cap="none" spc="0" normalizeH="0" baseline="0" noProof="0">
              <a:ln>
                <a:noFill/>
              </a:ln>
              <a:solidFill>
                <a:srgbClr val="070154"/>
              </a:solidFill>
              <a:effectLst/>
              <a:uLnTx/>
              <a:uFillTx/>
              <a:latin typeface="Arial" panose="020B0604020202020204"/>
              <a:ea typeface="Verdana" panose="020B0604030504040204" pitchFamily="34" charset="0"/>
              <a:cs typeface="Arial" panose="020B0604020202020204" pitchFamily="34" charset="0"/>
            </a:endParaRPr>
          </a:p>
        </p:txBody>
      </p:sp>
      <p:sp>
        <p:nvSpPr>
          <p:cNvPr id="16" name="Title 15">
            <a:extLst>
              <a:ext uri="{FF2B5EF4-FFF2-40B4-BE49-F238E27FC236}">
                <a16:creationId xmlns:a16="http://schemas.microsoft.com/office/drawing/2014/main" id="{46935BC9-61F9-0BAE-138B-F6AE47C2C8AF}"/>
              </a:ext>
            </a:extLst>
          </p:cNvPr>
          <p:cNvSpPr>
            <a:spLocks noGrp="1"/>
          </p:cNvSpPr>
          <p:nvPr>
            <p:ph type="title"/>
          </p:nvPr>
        </p:nvSpPr>
        <p:spPr>
          <a:xfrm>
            <a:off x="460372" y="556953"/>
            <a:ext cx="11266491" cy="723275"/>
          </a:xfrm>
        </p:spPr>
        <p:txBody>
          <a:bodyPr vert="horz" wrap="square" rIns="0">
            <a:spAutoFit/>
          </a:bodyPr>
          <a:lstStyle/>
          <a:p>
            <a:r>
              <a:rPr lang="en-US" err="1">
                <a:cs typeface="Arial"/>
              </a:rPr>
              <a:t>Eaglesoft</a:t>
            </a:r>
            <a:r>
              <a:rPr lang="en-US">
                <a:cs typeface="Arial"/>
              </a:rPr>
              <a:t> will eliminate critical business continuity concerns, preserve critical features, drive differentiation, and unlock future optionality for the enterprise.</a:t>
            </a:r>
          </a:p>
        </p:txBody>
      </p:sp>
      <p:sp>
        <p:nvSpPr>
          <p:cNvPr id="10" name="Rectangle 1">
            <a:extLst>
              <a:ext uri="{FF2B5EF4-FFF2-40B4-BE49-F238E27FC236}">
                <a16:creationId xmlns:a16="http://schemas.microsoft.com/office/drawing/2014/main" id="{417F3A91-BB12-7A4E-6FDE-FDB7BC1589E4}"/>
              </a:ext>
            </a:extLst>
          </p:cNvPr>
          <p:cNvSpPr>
            <a:spLocks noGrp="1" noChangeArrowheads="1"/>
          </p:cNvSpPr>
          <p:nvPr>
            <p:ph type="body" sz="quarter" idx="27"/>
          </p:nvPr>
        </p:nvSpPr>
        <p:spPr bwMode="auto">
          <a:xfrm>
            <a:off x="8694939" y="1897372"/>
            <a:ext cx="3497061" cy="3708708"/>
          </a:xfr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2880" tIns="182880" rIns="457200" bIns="182880" numCol="1" anchor="t" anchorCtr="0" compatLnSpc="1">
            <a:prstTxWarp prst="textNoShape">
              <a:avLst/>
            </a:prstTxWarp>
            <a:spAutoFit/>
          </a:bodyPr>
          <a:lstStyle/>
          <a:p>
            <a:pPr marL="0" lvl="1" indent="0">
              <a:spcAft>
                <a:spcPts val="1800"/>
              </a:spcAft>
              <a:buNone/>
            </a:pPr>
            <a:r>
              <a:rPr lang="en-US" altLang="en-US" sz="1200" b="1">
                <a:solidFill>
                  <a:schemeClr val="accent1"/>
                </a:solidFill>
              </a:rPr>
              <a:t>RESULTS YOU CAN COUNT ON</a:t>
            </a:r>
            <a:endParaRPr lang="en-US" altLang="en-US" sz="1200" b="1">
              <a:solidFill>
                <a:schemeClr val="bg1"/>
              </a:solidFill>
            </a:endParaRPr>
          </a:p>
          <a:p>
            <a:pPr marL="0" lvl="1" indent="0">
              <a:spcAft>
                <a:spcPts val="1800"/>
              </a:spcAft>
              <a:buNone/>
            </a:pPr>
            <a:r>
              <a:rPr lang="en-US" altLang="en-US" sz="1300" b="1">
                <a:solidFill>
                  <a:schemeClr val="bg1"/>
                </a:solidFill>
              </a:rPr>
              <a:t>Functional parity with the VAX</a:t>
            </a:r>
          </a:p>
          <a:p>
            <a:pPr marL="0" lvl="1" indent="0">
              <a:buNone/>
            </a:pPr>
            <a:r>
              <a:rPr lang="en-US" altLang="en-US" sz="1300" b="1">
                <a:solidFill>
                  <a:schemeClr val="bg1"/>
                </a:solidFill>
              </a:rPr>
              <a:t>Improved SOX readiness through:</a:t>
            </a:r>
          </a:p>
          <a:p>
            <a:pPr marL="341313" lvl="2" indent="-119063"/>
            <a:r>
              <a:rPr lang="en-US" altLang="en-US" sz="1100">
                <a:solidFill>
                  <a:schemeClr val="accent4"/>
                </a:solidFill>
              </a:rPr>
              <a:t>Clear data lineage</a:t>
            </a:r>
          </a:p>
          <a:p>
            <a:pPr marL="341313" lvl="2" indent="-119063"/>
            <a:r>
              <a:rPr lang="en-US" altLang="en-US" sz="1100">
                <a:solidFill>
                  <a:schemeClr val="accent4"/>
                </a:solidFill>
              </a:rPr>
              <a:t>Modern controls</a:t>
            </a:r>
          </a:p>
          <a:p>
            <a:pPr marL="341313" lvl="2" indent="-119063">
              <a:spcAft>
                <a:spcPts val="1800"/>
              </a:spcAft>
            </a:pPr>
            <a:r>
              <a:rPr lang="en-US" altLang="en-US" sz="1100">
                <a:solidFill>
                  <a:schemeClr val="accent4"/>
                </a:solidFill>
              </a:rPr>
              <a:t>Documented architecture</a:t>
            </a:r>
          </a:p>
          <a:p>
            <a:pPr marL="0" lvl="1" indent="0">
              <a:buNone/>
            </a:pPr>
            <a:r>
              <a:rPr lang="en-US" altLang="en-US" sz="1300" b="1">
                <a:solidFill>
                  <a:schemeClr val="bg1"/>
                </a:solidFill>
              </a:rPr>
              <a:t>Platform extensibility:</a:t>
            </a:r>
          </a:p>
          <a:p>
            <a:pPr marL="341313" lvl="2" indent="-119063"/>
            <a:r>
              <a:rPr lang="en-US" altLang="en-US" sz="1100">
                <a:solidFill>
                  <a:schemeClr val="accent4"/>
                </a:solidFill>
              </a:rPr>
              <a:t>Multi-entity support</a:t>
            </a:r>
          </a:p>
          <a:p>
            <a:pPr marL="341313" lvl="2" indent="-119063">
              <a:spcAft>
                <a:spcPts val="1800"/>
              </a:spcAft>
            </a:pPr>
            <a:r>
              <a:rPr lang="en-US" altLang="en-US" sz="1100">
                <a:solidFill>
                  <a:schemeClr val="accent4"/>
                </a:solidFill>
              </a:rPr>
              <a:t>Future acquisitions</a:t>
            </a:r>
          </a:p>
          <a:p>
            <a:pPr marL="0" lvl="1" indent="0">
              <a:buNone/>
            </a:pPr>
            <a:r>
              <a:rPr lang="en-US" altLang="en-US" sz="1300" b="1">
                <a:solidFill>
                  <a:schemeClr val="bg1"/>
                </a:solidFill>
              </a:rPr>
              <a:t>Reduced dependency on tribal knowledge</a:t>
            </a:r>
          </a:p>
        </p:txBody>
      </p:sp>
      <p:sp>
        <p:nvSpPr>
          <p:cNvPr id="7" name="Text Placeholder 6">
            <a:extLst>
              <a:ext uri="{FF2B5EF4-FFF2-40B4-BE49-F238E27FC236}">
                <a16:creationId xmlns:a16="http://schemas.microsoft.com/office/drawing/2014/main" id="{83F8AD86-8E9D-F871-A78B-3477E4D899EA}"/>
              </a:ext>
            </a:extLst>
          </p:cNvPr>
          <p:cNvSpPr>
            <a:spLocks noGrp="1"/>
          </p:cNvSpPr>
          <p:nvPr>
            <p:ph type="body" sz="quarter" idx="19"/>
          </p:nvPr>
        </p:nvSpPr>
        <p:spPr/>
        <p:txBody>
          <a:bodyPr/>
          <a:lstStyle/>
          <a:p>
            <a:r>
              <a:rPr lang="en-US"/>
              <a:t>Scalable, secure &amp; maintainable enterprise architecture</a:t>
            </a:r>
          </a:p>
        </p:txBody>
      </p:sp>
      <p:grpSp>
        <p:nvGrpSpPr>
          <p:cNvPr id="143" name="Group 142">
            <a:extLst>
              <a:ext uri="{FF2B5EF4-FFF2-40B4-BE49-F238E27FC236}">
                <a16:creationId xmlns:a16="http://schemas.microsoft.com/office/drawing/2014/main" id="{268FDC4B-4D6D-4BE1-A22E-0BBC235ABD5F}"/>
              </a:ext>
            </a:extLst>
          </p:cNvPr>
          <p:cNvGrpSpPr>
            <a:grpSpLocks noChangeAspect="1"/>
          </p:cNvGrpSpPr>
          <p:nvPr/>
        </p:nvGrpSpPr>
        <p:grpSpPr>
          <a:xfrm>
            <a:off x="414652" y="1679187"/>
            <a:ext cx="7694849" cy="3112945"/>
            <a:chOff x="773892" y="1289514"/>
            <a:chExt cx="7694849" cy="3112945"/>
          </a:xfrm>
        </p:grpSpPr>
        <p:grpSp>
          <p:nvGrpSpPr>
            <p:cNvPr id="50" name="Group 49">
              <a:extLst>
                <a:ext uri="{FF2B5EF4-FFF2-40B4-BE49-F238E27FC236}">
                  <a16:creationId xmlns:a16="http://schemas.microsoft.com/office/drawing/2014/main" id="{2399BCF3-5263-BA56-DE02-B23096109B8F}"/>
                </a:ext>
              </a:extLst>
            </p:cNvPr>
            <p:cNvGrpSpPr>
              <a:grpSpLocks noChangeAspect="1"/>
            </p:cNvGrpSpPr>
            <p:nvPr/>
          </p:nvGrpSpPr>
          <p:grpSpPr>
            <a:xfrm>
              <a:off x="2299819" y="1330662"/>
              <a:ext cx="3272589" cy="2153822"/>
              <a:chOff x="944693" y="1716026"/>
              <a:chExt cx="3272589" cy="2153822"/>
            </a:xfrm>
          </p:grpSpPr>
          <p:sp>
            <p:nvSpPr>
              <p:cNvPr id="19" name="Isosceles Triangle 18">
                <a:extLst>
                  <a:ext uri="{FF2B5EF4-FFF2-40B4-BE49-F238E27FC236}">
                    <a16:creationId xmlns:a16="http://schemas.microsoft.com/office/drawing/2014/main" id="{745D1C14-AC5D-EDB7-C7C1-F318294920BF}"/>
                  </a:ext>
                </a:extLst>
              </p:cNvPr>
              <p:cNvSpPr/>
              <p:nvPr/>
            </p:nvSpPr>
            <p:spPr bwMode="auto">
              <a:xfrm flipV="1">
                <a:off x="944694" y="3490477"/>
                <a:ext cx="3272588" cy="379371"/>
              </a:xfrm>
              <a:prstGeom prst="triangle">
                <a:avLst/>
              </a:prstGeom>
              <a:solidFill>
                <a:schemeClr val="accent4"/>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8" name="Isosceles Triangle 17">
                <a:extLst>
                  <a:ext uri="{FF2B5EF4-FFF2-40B4-BE49-F238E27FC236}">
                    <a16:creationId xmlns:a16="http://schemas.microsoft.com/office/drawing/2014/main" id="{5F35CA90-A4F4-72ED-700E-496F7CDDECE7}"/>
                  </a:ext>
                </a:extLst>
              </p:cNvPr>
              <p:cNvSpPr/>
              <p:nvPr/>
            </p:nvSpPr>
            <p:spPr bwMode="auto">
              <a:xfrm>
                <a:off x="944693" y="1716026"/>
                <a:ext cx="3272588" cy="379371"/>
              </a:xfrm>
              <a:prstGeom prst="triangle">
                <a:avLst/>
              </a:prstGeom>
              <a:solidFill>
                <a:schemeClr val="accent4"/>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5" name="Rectangle 14">
                <a:extLst>
                  <a:ext uri="{FF2B5EF4-FFF2-40B4-BE49-F238E27FC236}">
                    <a16:creationId xmlns:a16="http://schemas.microsoft.com/office/drawing/2014/main" id="{54D589EF-C682-4082-A1F1-297130869AB3}"/>
                  </a:ext>
                </a:extLst>
              </p:cNvPr>
              <p:cNvSpPr/>
              <p:nvPr/>
            </p:nvSpPr>
            <p:spPr bwMode="auto">
              <a:xfrm>
                <a:off x="944693" y="2094846"/>
                <a:ext cx="3272588" cy="1395631"/>
              </a:xfrm>
              <a:prstGeom prst="rect">
                <a:avLst/>
              </a:prstGeom>
              <a:solidFill>
                <a:schemeClr val="accent4"/>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cxnSp>
            <p:nvCxnSpPr>
              <p:cNvPr id="34" name="Straight Connector 33">
                <a:extLst>
                  <a:ext uri="{FF2B5EF4-FFF2-40B4-BE49-F238E27FC236}">
                    <a16:creationId xmlns:a16="http://schemas.microsoft.com/office/drawing/2014/main" id="{5993847D-8F1D-1C7F-9FE6-ABABE03EA787}"/>
                  </a:ext>
                </a:extLst>
              </p:cNvPr>
              <p:cNvCxnSpPr>
                <a:stCxn id="18" idx="0"/>
                <a:endCxn id="18" idx="2"/>
              </p:cNvCxnSpPr>
              <p:nvPr/>
            </p:nvCxnSpPr>
            <p:spPr>
              <a:xfrm flipH="1">
                <a:off x="944693" y="1716026"/>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6BF1C08-232E-329C-4758-193E91CC72DF}"/>
                  </a:ext>
                </a:extLst>
              </p:cNvPr>
              <p:cNvCxnSpPr>
                <a:cxnSpLocks/>
                <a:stCxn id="18" idx="4"/>
                <a:endCxn id="18" idx="0"/>
              </p:cNvCxnSpPr>
              <p:nvPr/>
            </p:nvCxnSpPr>
            <p:spPr>
              <a:xfrm flipH="1" flipV="1">
                <a:off x="2580987" y="1716026"/>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85FBFCB-1617-66E1-A329-A4A45279A040}"/>
                  </a:ext>
                </a:extLst>
              </p:cNvPr>
              <p:cNvCxnSpPr>
                <a:cxnSpLocks/>
                <a:stCxn id="19" idx="4"/>
                <a:endCxn id="19" idx="0"/>
              </p:cNvCxnSpPr>
              <p:nvPr/>
            </p:nvCxnSpPr>
            <p:spPr>
              <a:xfrm flipH="1">
                <a:off x="2580988" y="3490477"/>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D4BA617-DBDB-B5BF-3BA2-B0EDA1E84165}"/>
                  </a:ext>
                </a:extLst>
              </p:cNvPr>
              <p:cNvCxnSpPr>
                <a:cxnSpLocks/>
                <a:stCxn id="19" idx="0"/>
                <a:endCxn id="19" idx="2"/>
              </p:cNvCxnSpPr>
              <p:nvPr/>
            </p:nvCxnSpPr>
            <p:spPr>
              <a:xfrm flipH="1" flipV="1">
                <a:off x="944694" y="3490477"/>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6066507-5F5B-684A-DEB8-95AC24A5CBF6}"/>
                  </a:ext>
                </a:extLst>
              </p:cNvPr>
              <p:cNvCxnSpPr>
                <a:cxnSpLocks/>
                <a:stCxn id="19" idx="2"/>
                <a:endCxn id="18" idx="2"/>
              </p:cNvCxnSpPr>
              <p:nvPr/>
            </p:nvCxnSpPr>
            <p:spPr>
              <a:xfrm flipH="1" flipV="1">
                <a:off x="944693" y="2095397"/>
                <a:ext cx="1" cy="139508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E3AF0D8-584D-116F-55C9-7C449ABF4A38}"/>
                  </a:ext>
                </a:extLst>
              </p:cNvPr>
              <p:cNvCxnSpPr>
                <a:cxnSpLocks/>
                <a:stCxn id="19" idx="4"/>
                <a:endCxn id="18" idx="4"/>
              </p:cNvCxnSpPr>
              <p:nvPr/>
            </p:nvCxnSpPr>
            <p:spPr>
              <a:xfrm flipH="1" flipV="1">
                <a:off x="4217281" y="2095397"/>
                <a:ext cx="1" cy="139508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9" name="Flowchart: Decision 8">
              <a:extLst>
                <a:ext uri="{FF2B5EF4-FFF2-40B4-BE49-F238E27FC236}">
                  <a16:creationId xmlns:a16="http://schemas.microsoft.com/office/drawing/2014/main" id="{50F63E22-DCAC-3D4B-832C-C30A5EFC4CF1}"/>
                </a:ext>
              </a:extLst>
            </p:cNvPr>
            <p:cNvSpPr/>
            <p:nvPr/>
          </p:nvSpPr>
          <p:spPr bwMode="auto">
            <a:xfrm>
              <a:off x="2442275" y="2652283"/>
              <a:ext cx="2987677" cy="701967"/>
            </a:xfrm>
            <a:prstGeom prst="flowChartDecision">
              <a:avLst/>
            </a:prstGeom>
            <a:solidFill>
              <a:schemeClr val="accent3"/>
            </a:solidFill>
            <a:ln>
              <a:solidFill>
                <a:schemeClr val="accent3">
                  <a:lumMod val="75000"/>
                </a:schemeClr>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r>
                <a:rPr kumimoji="0" lang="en-US" sz="1000" b="1" i="0" u="none" strike="noStrike" kern="1200" cap="none" spc="0" normalizeH="0" baseline="0" noProof="0">
                  <a:ln>
                    <a:noFill/>
                  </a:ln>
                  <a:solidFill>
                    <a:schemeClr val="accent2"/>
                  </a:solidFill>
                  <a:effectLst/>
                  <a:uLnTx/>
                  <a:uFillTx/>
                  <a:latin typeface="Arial" panose="020B0604020202020204"/>
                  <a:ea typeface="Roboto" panose="02000000000000000000" pitchFamily="2" charset="0"/>
                  <a:cs typeface="Segoe UI" panose="020B0502040204020203" pitchFamily="34" charset="0"/>
                </a:rPr>
                <a:t>DATABASE</a:t>
              </a:r>
            </a:p>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70154"/>
                  </a:solidFill>
                  <a:effectLst/>
                  <a:uLnTx/>
                  <a:uFillTx/>
                  <a:latin typeface="Arial" panose="020B0604020202020204"/>
                  <a:ea typeface="+mn-ea"/>
                  <a:cs typeface="+mn-cs"/>
                </a:rPr>
                <a:t>Azure SQL</a:t>
              </a:r>
            </a:p>
          </p:txBody>
        </p:sp>
        <p:sp>
          <p:nvSpPr>
            <p:cNvPr id="8" name="Flowchart: Decision 7">
              <a:extLst>
                <a:ext uri="{FF2B5EF4-FFF2-40B4-BE49-F238E27FC236}">
                  <a16:creationId xmlns:a16="http://schemas.microsoft.com/office/drawing/2014/main" id="{812D45CE-58ED-FAD5-89BB-41749D82DAC4}"/>
                </a:ext>
              </a:extLst>
            </p:cNvPr>
            <p:cNvSpPr/>
            <p:nvPr/>
          </p:nvSpPr>
          <p:spPr bwMode="auto">
            <a:xfrm>
              <a:off x="2442275" y="2045202"/>
              <a:ext cx="2987677" cy="701967"/>
            </a:xfrm>
            <a:prstGeom prst="flowChartDecision">
              <a:avLst/>
            </a:prstGeom>
            <a:solidFill>
              <a:schemeClr val="accent3"/>
            </a:solidFill>
            <a:ln>
              <a:solidFill>
                <a:schemeClr val="accent3">
                  <a:lumMod val="75000"/>
                </a:schemeClr>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r>
                <a:rPr kumimoji="0" lang="en-US" sz="1000" b="1" i="0" u="none" strike="noStrike" kern="1200" cap="none" spc="0" normalizeH="0" baseline="0" noProof="0">
                  <a:ln>
                    <a:noFill/>
                  </a:ln>
                  <a:solidFill>
                    <a:schemeClr val="accent2"/>
                  </a:solidFill>
                  <a:effectLst/>
                  <a:uLnTx/>
                  <a:uFillTx/>
                  <a:latin typeface="Arial" panose="020B0604020202020204"/>
                  <a:ea typeface="Roboto" panose="02000000000000000000" pitchFamily="2" charset="0"/>
                  <a:cs typeface="Segoe UI" panose="020B0502040204020203" pitchFamily="34" charset="0"/>
                </a:rPr>
                <a:t>BACK END</a:t>
              </a:r>
            </a:p>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70154"/>
                  </a:solidFill>
                  <a:effectLst/>
                  <a:uLnTx/>
                  <a:uFillTx/>
                  <a:latin typeface="Arial" panose="020B0604020202020204"/>
                  <a:ea typeface="+mn-ea"/>
                  <a:cs typeface="+mn-cs"/>
                </a:rPr>
                <a:t>Node.js</a:t>
              </a:r>
            </a:p>
          </p:txBody>
        </p:sp>
        <p:sp>
          <p:nvSpPr>
            <p:cNvPr id="6" name="Flowchart: Decision 5">
              <a:extLst>
                <a:ext uri="{FF2B5EF4-FFF2-40B4-BE49-F238E27FC236}">
                  <a16:creationId xmlns:a16="http://schemas.microsoft.com/office/drawing/2014/main" id="{68666F5F-7FA2-4809-8036-AF831E38A9B6}"/>
                </a:ext>
              </a:extLst>
            </p:cNvPr>
            <p:cNvSpPr/>
            <p:nvPr/>
          </p:nvSpPr>
          <p:spPr bwMode="auto">
            <a:xfrm>
              <a:off x="2442275" y="1462829"/>
              <a:ext cx="2987677" cy="701967"/>
            </a:xfrm>
            <a:prstGeom prst="flowChartDecision">
              <a:avLst/>
            </a:prstGeom>
            <a:solidFill>
              <a:schemeClr val="accent3"/>
            </a:solidFill>
            <a:ln>
              <a:solidFill>
                <a:schemeClr val="accent3">
                  <a:lumMod val="75000"/>
                </a:schemeClr>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algn="ctr">
                <a:spcAft>
                  <a:spcPts val="0"/>
                </a:spcAft>
              </a:pPr>
              <a:r>
                <a:rPr lang="en-US" sz="1000" b="1">
                  <a:solidFill>
                    <a:schemeClr val="accent2"/>
                  </a:solidFill>
                  <a:ea typeface="Roboto" panose="02000000000000000000" pitchFamily="2" charset="0"/>
                  <a:cs typeface="Segoe UI" panose="020B0502040204020203" pitchFamily="34" charset="0"/>
                </a:rPr>
                <a:t>FRONT END</a:t>
              </a:r>
            </a:p>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r>
                <a:rPr kumimoji="0" lang="en-US" sz="14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rPr>
                <a:t>React.js</a:t>
              </a:r>
            </a:p>
          </p:txBody>
        </p:sp>
        <p:sp>
          <p:nvSpPr>
            <p:cNvPr id="20" name="Flowchart: Decision 19">
              <a:extLst>
                <a:ext uri="{FF2B5EF4-FFF2-40B4-BE49-F238E27FC236}">
                  <a16:creationId xmlns:a16="http://schemas.microsoft.com/office/drawing/2014/main" id="{4E767628-3C40-13DE-03D1-2F61D01C86D5}"/>
                </a:ext>
              </a:extLst>
            </p:cNvPr>
            <p:cNvSpPr/>
            <p:nvPr/>
          </p:nvSpPr>
          <p:spPr bwMode="auto">
            <a:xfrm>
              <a:off x="4566634" y="3212314"/>
              <a:ext cx="2987677" cy="701967"/>
            </a:xfrm>
            <a:prstGeom prst="flowChartDecision">
              <a:avLst/>
            </a:prstGeom>
            <a:solidFill>
              <a:schemeClr val="accent3"/>
            </a:solidFill>
            <a:ln>
              <a:solidFill>
                <a:schemeClr val="accent3">
                  <a:lumMod val="75000"/>
                </a:schemeClr>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r>
                <a:rPr lang="en-US" sz="1000" b="1">
                  <a:solidFill>
                    <a:schemeClr val="accent2"/>
                  </a:solidFill>
                  <a:latin typeface="Arial" panose="020B0604020202020204"/>
                  <a:ea typeface="Roboto" panose="02000000000000000000" pitchFamily="2" charset="0"/>
                  <a:cs typeface="Segoe UI" panose="020B0502040204020203" pitchFamily="34" charset="0"/>
                </a:rPr>
                <a:t>REPORTING</a:t>
              </a:r>
            </a:p>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r>
                <a:rPr kumimoji="0" lang="en-US" sz="1400" b="1" i="0" u="none" strike="noStrike" kern="1200" cap="none" spc="0" normalizeH="0" baseline="0" noProof="0" err="1">
                  <a:ln>
                    <a:noFill/>
                  </a:ln>
                  <a:effectLst/>
                  <a:uLnTx/>
                  <a:uFillTx/>
                  <a:latin typeface="Arial" panose="020B0604020202020204"/>
                  <a:ea typeface="Roboto" panose="02000000000000000000" pitchFamily="2" charset="0"/>
                  <a:cs typeface="Segoe UI" panose="020B0502040204020203" pitchFamily="34" charset="0"/>
                </a:rPr>
                <a:t>PowerBI</a:t>
              </a:r>
              <a:endParaRPr kumimoji="0" lang="en-US" sz="14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endParaRPr>
            </a:p>
          </p:txBody>
        </p:sp>
        <p:sp>
          <p:nvSpPr>
            <p:cNvPr id="21" name="Flowchart: Decision 20">
              <a:extLst>
                <a:ext uri="{FF2B5EF4-FFF2-40B4-BE49-F238E27FC236}">
                  <a16:creationId xmlns:a16="http://schemas.microsoft.com/office/drawing/2014/main" id="{3596F0FD-D8EB-1469-24DD-BBFAB0F2CF99}"/>
                </a:ext>
              </a:extLst>
            </p:cNvPr>
            <p:cNvSpPr/>
            <p:nvPr/>
          </p:nvSpPr>
          <p:spPr bwMode="auto">
            <a:xfrm>
              <a:off x="2442275" y="3700492"/>
              <a:ext cx="2987677" cy="701967"/>
            </a:xfrm>
            <a:prstGeom prst="flowChartDecision">
              <a:avLst/>
            </a:prstGeom>
            <a:solidFill>
              <a:schemeClr val="accent3"/>
            </a:solidFill>
            <a:ln>
              <a:solidFill>
                <a:schemeClr val="accent3">
                  <a:lumMod val="75000"/>
                </a:schemeClr>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r>
                <a:rPr lang="en-US" sz="1000" b="1">
                  <a:solidFill>
                    <a:schemeClr val="accent2"/>
                  </a:solidFill>
                  <a:latin typeface="Arial" panose="020B0604020202020204"/>
                  <a:ea typeface="Roboto" panose="02000000000000000000" pitchFamily="2" charset="0"/>
                  <a:cs typeface="Segoe UI" panose="020B0502040204020203" pitchFamily="34" charset="0"/>
                </a:rPr>
                <a:t>INTEGRATIONS</a:t>
              </a:r>
            </a:p>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r>
                <a:rPr kumimoji="0" lang="en-US" sz="14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rPr>
                <a:t>Salesforce</a:t>
              </a:r>
            </a:p>
          </p:txBody>
        </p:sp>
        <p:cxnSp>
          <p:nvCxnSpPr>
            <p:cNvPr id="26" name="Straight Arrow Connector 25">
              <a:extLst>
                <a:ext uri="{FF2B5EF4-FFF2-40B4-BE49-F238E27FC236}">
                  <a16:creationId xmlns:a16="http://schemas.microsoft.com/office/drawing/2014/main" id="{AA81191B-D319-84E7-7D1C-EC3D642F7C1A}"/>
                </a:ext>
              </a:extLst>
            </p:cNvPr>
            <p:cNvCxnSpPr>
              <a:cxnSpLocks/>
            </p:cNvCxnSpPr>
            <p:nvPr/>
          </p:nvCxnSpPr>
          <p:spPr>
            <a:xfrm>
              <a:off x="4686056" y="3175822"/>
              <a:ext cx="725869" cy="191589"/>
            </a:xfrm>
            <a:prstGeom prst="straightConnector1">
              <a:avLst/>
            </a:prstGeom>
            <a:ln w="19050" cap="rnd">
              <a:solidFill>
                <a:schemeClr val="tx1"/>
              </a:solidFill>
              <a:round/>
              <a:headEnd type="none"/>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AC312FB-8401-41CE-5AA9-96ECEACF345D}"/>
                </a:ext>
              </a:extLst>
            </p:cNvPr>
            <p:cNvCxnSpPr>
              <a:cxnSpLocks/>
              <a:stCxn id="9" idx="2"/>
              <a:endCxn id="21" idx="0"/>
            </p:cNvCxnSpPr>
            <p:nvPr/>
          </p:nvCxnSpPr>
          <p:spPr>
            <a:xfrm>
              <a:off x="3936114" y="3354250"/>
              <a:ext cx="0" cy="346242"/>
            </a:xfrm>
            <a:prstGeom prst="straightConnector1">
              <a:avLst/>
            </a:prstGeom>
            <a:ln w="19050" cap="rnd">
              <a:solidFill>
                <a:schemeClr val="tx1"/>
              </a:solidFill>
              <a:round/>
              <a:headEnd type="arrow"/>
              <a:tailEnd type="arrow"/>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C8AD7152-902C-288B-53DC-071E3059C0FA}"/>
                </a:ext>
              </a:extLst>
            </p:cNvPr>
            <p:cNvSpPr txBox="1"/>
            <p:nvPr/>
          </p:nvSpPr>
          <p:spPr>
            <a:xfrm>
              <a:off x="2646431" y="3489458"/>
              <a:ext cx="1005773" cy="201168"/>
            </a:xfrm>
            <a:prstGeom prst="rect">
              <a:avLst/>
            </a:prstGeom>
            <a:solidFill>
              <a:schemeClr val="tx2"/>
            </a:solidFill>
          </p:spPr>
          <p:txBody>
            <a:bodyPr wrap="none" lIns="0" tIns="0" rIns="0" bIns="0" rtlCol="0" anchor="ctr" anchorCtr="0">
              <a:noAutofit/>
            </a:bodyPr>
            <a:lstStyle/>
            <a:p>
              <a:pPr marL="976313" indent="-976313" algn="ctr">
                <a:lnSpc>
                  <a:spcPct val="95000"/>
                </a:lnSpc>
                <a:spcAft>
                  <a:spcPts val="600"/>
                </a:spcAft>
                <a:tabLst/>
              </a:pPr>
              <a:r>
                <a:rPr lang="en-US" sz="900" b="1">
                  <a:solidFill>
                    <a:schemeClr val="bg1"/>
                  </a:solidFill>
                </a:rPr>
                <a:t>KEY FEATURE</a:t>
              </a:r>
              <a:endParaRPr lang="en-US" sz="1200" b="1"/>
            </a:p>
          </p:txBody>
        </p:sp>
        <p:sp>
          <p:nvSpPr>
            <p:cNvPr id="55" name="TextBox 54">
              <a:extLst>
                <a:ext uri="{FF2B5EF4-FFF2-40B4-BE49-F238E27FC236}">
                  <a16:creationId xmlns:a16="http://schemas.microsoft.com/office/drawing/2014/main" id="{EB268F65-AB5A-37D8-F7DE-08880F85013B}"/>
                </a:ext>
              </a:extLst>
            </p:cNvPr>
            <p:cNvSpPr txBox="1"/>
            <p:nvPr/>
          </p:nvSpPr>
          <p:spPr>
            <a:xfrm>
              <a:off x="1074261" y="3258615"/>
              <a:ext cx="1578291" cy="646331"/>
            </a:xfrm>
            <a:prstGeom prst="rect">
              <a:avLst/>
            </a:prstGeom>
            <a:noFill/>
          </p:spPr>
          <p:txBody>
            <a:bodyPr wrap="square">
              <a:spAutoFit/>
            </a:bodyPr>
            <a:lstStyle/>
            <a:p>
              <a:pPr algn="r">
                <a:spcAft>
                  <a:spcPts val="600"/>
                </a:spcAft>
                <a:tabLst/>
              </a:pPr>
              <a:r>
                <a:rPr lang="en-US" sz="1200"/>
                <a:t>Scalable integration framework for future expansions</a:t>
              </a:r>
            </a:p>
          </p:txBody>
        </p:sp>
        <p:sp>
          <p:nvSpPr>
            <p:cNvPr id="56" name="TextBox 55">
              <a:extLst>
                <a:ext uri="{FF2B5EF4-FFF2-40B4-BE49-F238E27FC236}">
                  <a16:creationId xmlns:a16="http://schemas.microsoft.com/office/drawing/2014/main" id="{C1DFD35C-3BBD-3E69-FEF3-065FC8E50716}"/>
                </a:ext>
              </a:extLst>
            </p:cNvPr>
            <p:cNvSpPr txBox="1"/>
            <p:nvPr/>
          </p:nvSpPr>
          <p:spPr>
            <a:xfrm>
              <a:off x="4670372" y="1437101"/>
              <a:ext cx="1005773" cy="201168"/>
            </a:xfrm>
            <a:prstGeom prst="rect">
              <a:avLst/>
            </a:prstGeom>
            <a:solidFill>
              <a:schemeClr val="tx2"/>
            </a:solidFill>
          </p:spPr>
          <p:txBody>
            <a:bodyPr wrap="none" lIns="0" tIns="0" rIns="0" bIns="0" rtlCol="0" anchor="ctr" anchorCtr="0">
              <a:noAutofit/>
            </a:bodyPr>
            <a:lstStyle/>
            <a:p>
              <a:pPr marL="976313" indent="-976313" algn="ctr">
                <a:lnSpc>
                  <a:spcPct val="95000"/>
                </a:lnSpc>
                <a:spcAft>
                  <a:spcPts val="600"/>
                </a:spcAft>
                <a:tabLst/>
              </a:pPr>
              <a:r>
                <a:rPr lang="en-US" sz="900" b="1">
                  <a:solidFill>
                    <a:schemeClr val="bg1"/>
                  </a:solidFill>
                </a:rPr>
                <a:t>KEY FEATURE</a:t>
              </a:r>
              <a:endParaRPr lang="en-US" sz="1200" b="1"/>
            </a:p>
          </p:txBody>
        </p:sp>
        <p:sp>
          <p:nvSpPr>
            <p:cNvPr id="57" name="TextBox 56">
              <a:extLst>
                <a:ext uri="{FF2B5EF4-FFF2-40B4-BE49-F238E27FC236}">
                  <a16:creationId xmlns:a16="http://schemas.microsoft.com/office/drawing/2014/main" id="{28F26E1F-BB5E-6E2E-BF40-E745EE198A37}"/>
                </a:ext>
              </a:extLst>
            </p:cNvPr>
            <p:cNvSpPr txBox="1"/>
            <p:nvPr/>
          </p:nvSpPr>
          <p:spPr>
            <a:xfrm>
              <a:off x="5676144" y="1289514"/>
              <a:ext cx="1732961" cy="1015663"/>
            </a:xfrm>
            <a:prstGeom prst="rect">
              <a:avLst/>
            </a:prstGeom>
            <a:noFill/>
          </p:spPr>
          <p:txBody>
            <a:bodyPr wrap="square">
              <a:spAutoFit/>
            </a:bodyPr>
            <a:lstStyle/>
            <a:p>
              <a:pPr>
                <a:spcAft>
                  <a:spcPts val="600"/>
                </a:spcAft>
                <a:tabLst/>
              </a:pPr>
              <a:r>
                <a:rPr lang="en-US" sz="1200"/>
                <a:t>Responsive UI </a:t>
              </a:r>
              <a:br>
                <a:rPr lang="en-US" sz="1200"/>
              </a:br>
              <a:r>
                <a:rPr lang="en-US" sz="1200"/>
                <a:t>optimized for desktop users and capable of rendering on tablet and mobile devices</a:t>
              </a:r>
            </a:p>
          </p:txBody>
        </p:sp>
        <p:sp>
          <p:nvSpPr>
            <p:cNvPr id="58" name="TextBox 57">
              <a:extLst>
                <a:ext uri="{FF2B5EF4-FFF2-40B4-BE49-F238E27FC236}">
                  <a16:creationId xmlns:a16="http://schemas.microsoft.com/office/drawing/2014/main" id="{5F466276-5024-685D-9C28-61CD32C415C9}"/>
                </a:ext>
              </a:extLst>
            </p:cNvPr>
            <p:cNvSpPr txBox="1"/>
            <p:nvPr/>
          </p:nvSpPr>
          <p:spPr>
            <a:xfrm>
              <a:off x="6884100" y="3537986"/>
              <a:ext cx="1005773" cy="201168"/>
            </a:xfrm>
            <a:prstGeom prst="rect">
              <a:avLst/>
            </a:prstGeom>
            <a:solidFill>
              <a:schemeClr val="tx2"/>
            </a:solidFill>
          </p:spPr>
          <p:txBody>
            <a:bodyPr wrap="none" lIns="0" tIns="0" rIns="0" bIns="0" rtlCol="0" anchor="ctr" anchorCtr="0">
              <a:noAutofit/>
            </a:bodyPr>
            <a:lstStyle/>
            <a:p>
              <a:pPr marL="976313" indent="-976313" algn="ctr">
                <a:lnSpc>
                  <a:spcPct val="95000"/>
                </a:lnSpc>
                <a:spcAft>
                  <a:spcPts val="600"/>
                </a:spcAft>
                <a:tabLst/>
              </a:pPr>
              <a:r>
                <a:rPr lang="en-US" sz="900" b="1">
                  <a:solidFill>
                    <a:schemeClr val="bg1"/>
                  </a:solidFill>
                </a:rPr>
                <a:t>KEY FEATURE</a:t>
              </a:r>
              <a:endParaRPr lang="en-US" sz="1200" b="1"/>
            </a:p>
          </p:txBody>
        </p:sp>
        <p:sp>
          <p:nvSpPr>
            <p:cNvPr id="60" name="TextBox 59">
              <a:extLst>
                <a:ext uri="{FF2B5EF4-FFF2-40B4-BE49-F238E27FC236}">
                  <a16:creationId xmlns:a16="http://schemas.microsoft.com/office/drawing/2014/main" id="{96BD1671-6B7A-F07B-E6D4-3378E9486B0E}"/>
                </a:ext>
              </a:extLst>
            </p:cNvPr>
            <p:cNvSpPr txBox="1"/>
            <p:nvPr/>
          </p:nvSpPr>
          <p:spPr>
            <a:xfrm>
              <a:off x="6884100" y="3729171"/>
              <a:ext cx="1584641" cy="461665"/>
            </a:xfrm>
            <a:prstGeom prst="rect">
              <a:avLst/>
            </a:prstGeom>
            <a:noFill/>
          </p:spPr>
          <p:txBody>
            <a:bodyPr wrap="square" lIns="0" tIns="91440" rIns="0" bIns="0">
              <a:spAutoFit/>
            </a:bodyPr>
            <a:lstStyle/>
            <a:p>
              <a:pPr>
                <a:spcAft>
                  <a:spcPts val="600"/>
                </a:spcAft>
                <a:tabLst/>
              </a:pPr>
              <a:r>
                <a:rPr lang="en-US" sz="1200"/>
                <a:t>Modernized reporting</a:t>
              </a:r>
              <a:br>
                <a:rPr lang="en-US" sz="1200"/>
              </a:br>
              <a:r>
                <a:rPr lang="en-US" sz="1200"/>
                <a:t>and analytics</a:t>
              </a:r>
            </a:p>
          </p:txBody>
        </p:sp>
        <p:sp>
          <p:nvSpPr>
            <p:cNvPr id="23" name="TextBox 22">
              <a:extLst>
                <a:ext uri="{FF2B5EF4-FFF2-40B4-BE49-F238E27FC236}">
                  <a16:creationId xmlns:a16="http://schemas.microsoft.com/office/drawing/2014/main" id="{1EA23EE4-2650-DBAD-499D-FBF06A7500ED}"/>
                </a:ext>
              </a:extLst>
            </p:cNvPr>
            <p:cNvSpPr txBox="1"/>
            <p:nvPr/>
          </p:nvSpPr>
          <p:spPr>
            <a:xfrm>
              <a:off x="1151590" y="1638269"/>
              <a:ext cx="1005773" cy="201168"/>
            </a:xfrm>
            <a:prstGeom prst="rect">
              <a:avLst/>
            </a:prstGeom>
            <a:solidFill>
              <a:schemeClr val="tx2"/>
            </a:solidFill>
          </p:spPr>
          <p:txBody>
            <a:bodyPr wrap="none" lIns="0" tIns="0" rIns="0" bIns="0" rtlCol="0" anchor="ctr" anchorCtr="0">
              <a:noAutofit/>
            </a:bodyPr>
            <a:lstStyle/>
            <a:p>
              <a:pPr marL="976313" indent="-976313" algn="ctr">
                <a:lnSpc>
                  <a:spcPct val="95000"/>
                </a:lnSpc>
                <a:spcAft>
                  <a:spcPts val="600"/>
                </a:spcAft>
                <a:tabLst/>
              </a:pPr>
              <a:r>
                <a:rPr lang="en-US" sz="900" b="1">
                  <a:solidFill>
                    <a:schemeClr val="bg1"/>
                  </a:solidFill>
                </a:rPr>
                <a:t>KEY FEATURE</a:t>
              </a:r>
              <a:endParaRPr lang="en-US" sz="1200" b="1"/>
            </a:p>
          </p:txBody>
        </p:sp>
        <p:sp>
          <p:nvSpPr>
            <p:cNvPr id="24" name="TextBox 23">
              <a:extLst>
                <a:ext uri="{FF2B5EF4-FFF2-40B4-BE49-F238E27FC236}">
                  <a16:creationId xmlns:a16="http://schemas.microsoft.com/office/drawing/2014/main" id="{187AF942-A901-9C44-FCE1-F7DA5955EC35}"/>
                </a:ext>
              </a:extLst>
            </p:cNvPr>
            <p:cNvSpPr txBox="1"/>
            <p:nvPr/>
          </p:nvSpPr>
          <p:spPr>
            <a:xfrm>
              <a:off x="773892" y="1829454"/>
              <a:ext cx="1383471" cy="830997"/>
            </a:xfrm>
            <a:prstGeom prst="rect">
              <a:avLst/>
            </a:prstGeom>
            <a:noFill/>
          </p:spPr>
          <p:txBody>
            <a:bodyPr wrap="square" lIns="0" tIns="91440" rIns="0" bIns="0">
              <a:spAutoFit/>
            </a:bodyPr>
            <a:lstStyle/>
            <a:p>
              <a:pPr algn="r">
                <a:spcAft>
                  <a:spcPts val="600"/>
                </a:spcAft>
                <a:tabLst/>
              </a:pPr>
              <a:r>
                <a:rPr lang="en-US" sz="1200"/>
                <a:t>Single language (JavaScript) for Front and Back End development</a:t>
              </a:r>
            </a:p>
          </p:txBody>
        </p:sp>
      </p:grpSp>
      <p:pic>
        <p:nvPicPr>
          <p:cNvPr id="144" name="Graphic 143">
            <a:extLst>
              <a:ext uri="{FF2B5EF4-FFF2-40B4-BE49-F238E27FC236}">
                <a16:creationId xmlns:a16="http://schemas.microsoft.com/office/drawing/2014/main" id="{7AC32726-5CBE-C1C6-4A7A-7EFDA5F14C3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60000">
            <a:off x="8890719" y="1904846"/>
            <a:ext cx="2277356" cy="753008"/>
          </a:xfrm>
          <a:prstGeom prst="rect">
            <a:avLst/>
          </a:prstGeom>
        </p:spPr>
      </p:pic>
      <p:grpSp>
        <p:nvGrpSpPr>
          <p:cNvPr id="150" name="Group 149">
            <a:extLst>
              <a:ext uri="{FF2B5EF4-FFF2-40B4-BE49-F238E27FC236}">
                <a16:creationId xmlns:a16="http://schemas.microsoft.com/office/drawing/2014/main" id="{3E185F20-E51E-6570-2A6D-C6A96F88E58B}"/>
              </a:ext>
            </a:extLst>
          </p:cNvPr>
          <p:cNvGrpSpPr>
            <a:grpSpLocks noChangeAspect="1"/>
          </p:cNvGrpSpPr>
          <p:nvPr/>
        </p:nvGrpSpPr>
        <p:grpSpPr>
          <a:xfrm>
            <a:off x="460372" y="5084148"/>
            <a:ext cx="6970644" cy="1075523"/>
            <a:chOff x="460372" y="5084148"/>
            <a:chExt cx="6970644" cy="1075523"/>
          </a:xfrm>
        </p:grpSpPr>
        <p:grpSp>
          <p:nvGrpSpPr>
            <p:cNvPr id="149" name="Group 148">
              <a:extLst>
                <a:ext uri="{FF2B5EF4-FFF2-40B4-BE49-F238E27FC236}">
                  <a16:creationId xmlns:a16="http://schemas.microsoft.com/office/drawing/2014/main" id="{4B04A097-0DD9-80E2-4416-456B829CEE5F}"/>
                </a:ext>
              </a:extLst>
            </p:cNvPr>
            <p:cNvGrpSpPr/>
            <p:nvPr/>
          </p:nvGrpSpPr>
          <p:grpSpPr>
            <a:xfrm>
              <a:off x="460372" y="5119541"/>
              <a:ext cx="6970644" cy="1040130"/>
              <a:chOff x="620392" y="5120640"/>
              <a:chExt cx="6970644" cy="1040130"/>
            </a:xfrm>
          </p:grpSpPr>
          <p:grpSp>
            <p:nvGrpSpPr>
              <p:cNvPr id="78" name="Group 77">
                <a:extLst>
                  <a:ext uri="{FF2B5EF4-FFF2-40B4-BE49-F238E27FC236}">
                    <a16:creationId xmlns:a16="http://schemas.microsoft.com/office/drawing/2014/main" id="{08CFA6CD-198B-DE28-7FBD-4179EB7B815D}"/>
                  </a:ext>
                </a:extLst>
              </p:cNvPr>
              <p:cNvGrpSpPr>
                <a:grpSpLocks noChangeAspect="1"/>
              </p:cNvGrpSpPr>
              <p:nvPr/>
            </p:nvGrpSpPr>
            <p:grpSpPr>
              <a:xfrm>
                <a:off x="635626" y="5269271"/>
                <a:ext cx="1355143" cy="792311"/>
                <a:chOff x="8379445" y="3979153"/>
                <a:chExt cx="5727154" cy="3348494"/>
              </a:xfrm>
            </p:grpSpPr>
            <p:grpSp>
              <p:nvGrpSpPr>
                <p:cNvPr id="61" name="Group 60">
                  <a:extLst>
                    <a:ext uri="{FF2B5EF4-FFF2-40B4-BE49-F238E27FC236}">
                      <a16:creationId xmlns:a16="http://schemas.microsoft.com/office/drawing/2014/main" id="{DED6CC2B-4618-6EFB-583F-3AD8BA5439E6}"/>
                    </a:ext>
                  </a:extLst>
                </p:cNvPr>
                <p:cNvGrpSpPr>
                  <a:grpSpLocks noChangeAspect="1"/>
                </p:cNvGrpSpPr>
                <p:nvPr/>
              </p:nvGrpSpPr>
              <p:grpSpPr>
                <a:xfrm>
                  <a:off x="8379445" y="3979153"/>
                  <a:ext cx="3272589" cy="2153822"/>
                  <a:chOff x="944693" y="1716026"/>
                  <a:chExt cx="3272589" cy="2153822"/>
                </a:xfrm>
              </p:grpSpPr>
              <p:sp>
                <p:nvSpPr>
                  <p:cNvPr id="62" name="Isosceles Triangle 61">
                    <a:extLst>
                      <a:ext uri="{FF2B5EF4-FFF2-40B4-BE49-F238E27FC236}">
                        <a16:creationId xmlns:a16="http://schemas.microsoft.com/office/drawing/2014/main" id="{CC47F7EA-2C81-1D5B-C01B-F5ED7AB71B64}"/>
                      </a:ext>
                    </a:extLst>
                  </p:cNvPr>
                  <p:cNvSpPr/>
                  <p:nvPr/>
                </p:nvSpPr>
                <p:spPr bwMode="auto">
                  <a:xfrm flipV="1">
                    <a:off x="944694" y="3490477"/>
                    <a:ext cx="3272588" cy="379371"/>
                  </a:xfrm>
                  <a:prstGeom prst="triangle">
                    <a:avLst/>
                  </a:prstGeom>
                  <a:solidFill>
                    <a:srgbClr val="F9FAFD"/>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3" name="Isosceles Triangle 62">
                    <a:extLst>
                      <a:ext uri="{FF2B5EF4-FFF2-40B4-BE49-F238E27FC236}">
                        <a16:creationId xmlns:a16="http://schemas.microsoft.com/office/drawing/2014/main" id="{0F927454-C564-B115-0251-A76F71E7761C}"/>
                      </a:ext>
                    </a:extLst>
                  </p:cNvPr>
                  <p:cNvSpPr/>
                  <p:nvPr/>
                </p:nvSpPr>
                <p:spPr bwMode="auto">
                  <a:xfrm>
                    <a:off x="944693" y="1716026"/>
                    <a:ext cx="3272588" cy="379371"/>
                  </a:xfrm>
                  <a:prstGeom prst="triangle">
                    <a:avLst/>
                  </a:prstGeom>
                  <a:solidFill>
                    <a:srgbClr val="F9FAFD"/>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64" name="Rectangle 63">
                    <a:extLst>
                      <a:ext uri="{FF2B5EF4-FFF2-40B4-BE49-F238E27FC236}">
                        <a16:creationId xmlns:a16="http://schemas.microsoft.com/office/drawing/2014/main" id="{09F184BB-9844-029A-774B-7A009DAC8543}"/>
                      </a:ext>
                    </a:extLst>
                  </p:cNvPr>
                  <p:cNvSpPr/>
                  <p:nvPr/>
                </p:nvSpPr>
                <p:spPr bwMode="auto">
                  <a:xfrm>
                    <a:off x="944693" y="2094846"/>
                    <a:ext cx="3272588" cy="1395631"/>
                  </a:xfrm>
                  <a:prstGeom prst="rect">
                    <a:avLst/>
                  </a:prstGeom>
                  <a:solidFill>
                    <a:srgbClr val="F9FAFD"/>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cxnSp>
                <p:nvCxnSpPr>
                  <p:cNvPr id="65" name="Straight Connector 64">
                    <a:extLst>
                      <a:ext uri="{FF2B5EF4-FFF2-40B4-BE49-F238E27FC236}">
                        <a16:creationId xmlns:a16="http://schemas.microsoft.com/office/drawing/2014/main" id="{773019A1-A65C-5460-8504-EAF85E8130FA}"/>
                      </a:ext>
                    </a:extLst>
                  </p:cNvPr>
                  <p:cNvCxnSpPr>
                    <a:cxnSpLocks/>
                    <a:stCxn id="63" idx="0"/>
                    <a:endCxn id="63" idx="2"/>
                  </p:cNvCxnSpPr>
                  <p:nvPr/>
                </p:nvCxnSpPr>
                <p:spPr>
                  <a:xfrm flipH="1">
                    <a:off x="944693" y="1716026"/>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87DE693-40F6-F4D3-3081-3868C1926F2B}"/>
                      </a:ext>
                    </a:extLst>
                  </p:cNvPr>
                  <p:cNvCxnSpPr>
                    <a:cxnSpLocks/>
                    <a:stCxn id="63" idx="4"/>
                    <a:endCxn id="63" idx="0"/>
                  </p:cNvCxnSpPr>
                  <p:nvPr/>
                </p:nvCxnSpPr>
                <p:spPr>
                  <a:xfrm flipH="1" flipV="1">
                    <a:off x="2580987" y="1716026"/>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DEAC71E-CFE1-E711-A9BE-D805288FB032}"/>
                      </a:ext>
                    </a:extLst>
                  </p:cNvPr>
                  <p:cNvCxnSpPr>
                    <a:cxnSpLocks/>
                    <a:stCxn id="62" idx="4"/>
                    <a:endCxn id="62" idx="0"/>
                  </p:cNvCxnSpPr>
                  <p:nvPr/>
                </p:nvCxnSpPr>
                <p:spPr>
                  <a:xfrm flipH="1">
                    <a:off x="2580988" y="3490477"/>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8A5347F-D15F-C45E-BF34-C0BF7173151F}"/>
                      </a:ext>
                    </a:extLst>
                  </p:cNvPr>
                  <p:cNvCxnSpPr>
                    <a:cxnSpLocks/>
                    <a:stCxn id="62" idx="0"/>
                    <a:endCxn id="62" idx="2"/>
                  </p:cNvCxnSpPr>
                  <p:nvPr/>
                </p:nvCxnSpPr>
                <p:spPr>
                  <a:xfrm flipH="1" flipV="1">
                    <a:off x="944694" y="3490477"/>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5398BB6-9533-22CB-C3D8-040264221CA2}"/>
                      </a:ext>
                    </a:extLst>
                  </p:cNvPr>
                  <p:cNvCxnSpPr>
                    <a:cxnSpLocks/>
                    <a:stCxn id="62" idx="2"/>
                    <a:endCxn id="63" idx="2"/>
                  </p:cNvCxnSpPr>
                  <p:nvPr/>
                </p:nvCxnSpPr>
                <p:spPr>
                  <a:xfrm flipH="1" flipV="1">
                    <a:off x="944693" y="2095397"/>
                    <a:ext cx="1" cy="139508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8120B67C-BFEF-C295-6B6A-2FDA916F8F04}"/>
                      </a:ext>
                    </a:extLst>
                  </p:cNvPr>
                  <p:cNvCxnSpPr>
                    <a:cxnSpLocks/>
                    <a:stCxn id="62" idx="4"/>
                    <a:endCxn id="63" idx="4"/>
                  </p:cNvCxnSpPr>
                  <p:nvPr/>
                </p:nvCxnSpPr>
                <p:spPr>
                  <a:xfrm flipH="1" flipV="1">
                    <a:off x="4217281" y="2095397"/>
                    <a:ext cx="1" cy="139508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71" name="Flowchart: Decision 70">
                  <a:extLst>
                    <a:ext uri="{FF2B5EF4-FFF2-40B4-BE49-F238E27FC236}">
                      <a16:creationId xmlns:a16="http://schemas.microsoft.com/office/drawing/2014/main" id="{65DA4511-7038-B055-9657-04280E4EC08B}"/>
                    </a:ext>
                  </a:extLst>
                </p:cNvPr>
                <p:cNvSpPr/>
                <p:nvPr/>
              </p:nvSpPr>
              <p:spPr bwMode="auto">
                <a:xfrm>
                  <a:off x="8521903" y="5300774"/>
                  <a:ext cx="2987678" cy="701966"/>
                </a:xfrm>
                <a:prstGeom prst="flowChartDecision">
                  <a:avLst/>
                </a:prstGeom>
                <a:solidFill>
                  <a:schemeClr val="accent4"/>
                </a:solidFill>
                <a:ln>
                  <a:solidFill>
                    <a:schemeClr val="accent3"/>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kumimoji="0" lang="en-US" sz="1400" b="1" i="0" u="none" strike="noStrike" kern="1200" cap="none" spc="0" normalizeH="0" baseline="0" noProof="0">
                    <a:ln>
                      <a:noFill/>
                    </a:ln>
                    <a:solidFill>
                      <a:srgbClr val="070154"/>
                    </a:solidFill>
                    <a:effectLst/>
                    <a:uLnTx/>
                    <a:uFillTx/>
                    <a:latin typeface="Arial" panose="020B0604020202020204"/>
                    <a:ea typeface="+mn-ea"/>
                    <a:cs typeface="+mn-cs"/>
                  </a:endParaRPr>
                </a:p>
              </p:txBody>
            </p:sp>
            <p:sp>
              <p:nvSpPr>
                <p:cNvPr id="72" name="Flowchart: Decision 71">
                  <a:extLst>
                    <a:ext uri="{FF2B5EF4-FFF2-40B4-BE49-F238E27FC236}">
                      <a16:creationId xmlns:a16="http://schemas.microsoft.com/office/drawing/2014/main" id="{12D54593-A516-F2AD-5F6D-81D14BA48E23}"/>
                    </a:ext>
                  </a:extLst>
                </p:cNvPr>
                <p:cNvSpPr/>
                <p:nvPr/>
              </p:nvSpPr>
              <p:spPr bwMode="auto">
                <a:xfrm>
                  <a:off x="8521901" y="4693693"/>
                  <a:ext cx="2987677" cy="701967"/>
                </a:xfrm>
                <a:prstGeom prst="flowChartDecision">
                  <a:avLst/>
                </a:prstGeom>
                <a:solidFill>
                  <a:schemeClr val="accent4"/>
                </a:solidFill>
                <a:ln>
                  <a:solidFill>
                    <a:schemeClr val="accent3"/>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kumimoji="0" lang="en-US" sz="1400" b="1" i="0" u="none" strike="noStrike" kern="1200" cap="none" spc="0" normalizeH="0" baseline="0" noProof="0">
                    <a:ln>
                      <a:noFill/>
                    </a:ln>
                    <a:solidFill>
                      <a:srgbClr val="070154"/>
                    </a:solidFill>
                    <a:effectLst/>
                    <a:uLnTx/>
                    <a:uFillTx/>
                    <a:latin typeface="Arial" panose="020B0604020202020204"/>
                    <a:ea typeface="+mn-ea"/>
                    <a:cs typeface="+mn-cs"/>
                  </a:endParaRPr>
                </a:p>
              </p:txBody>
            </p:sp>
            <p:sp>
              <p:nvSpPr>
                <p:cNvPr id="73" name="Flowchart: Decision 72">
                  <a:extLst>
                    <a:ext uri="{FF2B5EF4-FFF2-40B4-BE49-F238E27FC236}">
                      <a16:creationId xmlns:a16="http://schemas.microsoft.com/office/drawing/2014/main" id="{0503CBDE-DFFA-6B56-A4C7-8A580FF57969}"/>
                    </a:ext>
                  </a:extLst>
                </p:cNvPr>
                <p:cNvSpPr/>
                <p:nvPr/>
              </p:nvSpPr>
              <p:spPr bwMode="auto">
                <a:xfrm>
                  <a:off x="8521901" y="4111320"/>
                  <a:ext cx="2987677" cy="701967"/>
                </a:xfrm>
                <a:prstGeom prst="flowChartDecision">
                  <a:avLst/>
                </a:prstGeom>
                <a:solidFill>
                  <a:schemeClr val="accent4"/>
                </a:solidFill>
                <a:ln>
                  <a:solidFill>
                    <a:schemeClr val="accent3"/>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algn="ctr">
                    <a:spcAft>
                      <a:spcPts val="0"/>
                    </a:spcAft>
                  </a:pPr>
                  <a:endParaRPr kumimoji="0" lang="en-US" sz="14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endParaRPr>
                </a:p>
              </p:txBody>
            </p:sp>
            <p:sp>
              <p:nvSpPr>
                <p:cNvPr id="74" name="Flowchart: Decision 73">
                  <a:extLst>
                    <a:ext uri="{FF2B5EF4-FFF2-40B4-BE49-F238E27FC236}">
                      <a16:creationId xmlns:a16="http://schemas.microsoft.com/office/drawing/2014/main" id="{2CE19D3C-0DFE-4DA0-6A6F-67D1B29F3F75}"/>
                    </a:ext>
                  </a:extLst>
                </p:cNvPr>
                <p:cNvSpPr/>
                <p:nvPr/>
              </p:nvSpPr>
              <p:spPr bwMode="auto">
                <a:xfrm>
                  <a:off x="11118921" y="5966406"/>
                  <a:ext cx="2987678" cy="701965"/>
                </a:xfrm>
                <a:prstGeom prst="flowChartDecision">
                  <a:avLst/>
                </a:prstGeom>
                <a:solidFill>
                  <a:schemeClr val="accent4"/>
                </a:solidFill>
                <a:ln>
                  <a:solidFill>
                    <a:schemeClr val="accent3"/>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kumimoji="0" lang="en-US" sz="14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endParaRPr>
                </a:p>
              </p:txBody>
            </p:sp>
            <p:sp>
              <p:nvSpPr>
                <p:cNvPr id="75" name="Flowchart: Decision 74">
                  <a:extLst>
                    <a:ext uri="{FF2B5EF4-FFF2-40B4-BE49-F238E27FC236}">
                      <a16:creationId xmlns:a16="http://schemas.microsoft.com/office/drawing/2014/main" id="{D3CE0DBF-FFC8-E61D-EB76-E385348BB5C4}"/>
                    </a:ext>
                  </a:extLst>
                </p:cNvPr>
                <p:cNvSpPr/>
                <p:nvPr/>
              </p:nvSpPr>
              <p:spPr bwMode="auto">
                <a:xfrm>
                  <a:off x="8533939" y="6632042"/>
                  <a:ext cx="2975642" cy="695605"/>
                </a:xfrm>
                <a:prstGeom prst="flowChartDecision">
                  <a:avLst/>
                </a:prstGeom>
                <a:solidFill>
                  <a:schemeClr val="accent4"/>
                </a:solidFill>
                <a:ln>
                  <a:solidFill>
                    <a:schemeClr val="accent3"/>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kumimoji="0" lang="en-US" sz="14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endParaRPr>
                </a:p>
              </p:txBody>
            </p:sp>
            <p:cxnSp>
              <p:nvCxnSpPr>
                <p:cNvPr id="76" name="Straight Arrow Connector 75">
                  <a:extLst>
                    <a:ext uri="{FF2B5EF4-FFF2-40B4-BE49-F238E27FC236}">
                      <a16:creationId xmlns:a16="http://schemas.microsoft.com/office/drawing/2014/main" id="{0C39E822-33FC-E342-3168-D064F6722766}"/>
                    </a:ext>
                  </a:extLst>
                </p:cNvPr>
                <p:cNvCxnSpPr>
                  <a:cxnSpLocks/>
                </p:cNvCxnSpPr>
                <p:nvPr/>
              </p:nvCxnSpPr>
              <p:spPr>
                <a:xfrm>
                  <a:off x="10765683" y="5824311"/>
                  <a:ext cx="1071997" cy="308110"/>
                </a:xfrm>
                <a:prstGeom prst="straightConnector1">
                  <a:avLst/>
                </a:prstGeom>
                <a:ln w="3175">
                  <a:solidFill>
                    <a:schemeClr val="tx1"/>
                  </a:solidFill>
                  <a:headEnd type="none"/>
                  <a:tailEnd type="arrow" w="sm" len="sm"/>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3DD1BCCD-E0A7-629C-CE56-CFDA6CFD8E30}"/>
                    </a:ext>
                  </a:extLst>
                </p:cNvPr>
                <p:cNvCxnSpPr>
                  <a:cxnSpLocks/>
                  <a:stCxn id="71" idx="2"/>
                  <a:endCxn id="75" idx="0"/>
                </p:cNvCxnSpPr>
                <p:nvPr/>
              </p:nvCxnSpPr>
              <p:spPr>
                <a:xfrm>
                  <a:off x="10015742" y="6002739"/>
                  <a:ext cx="6018" cy="629304"/>
                </a:xfrm>
                <a:prstGeom prst="straightConnector1">
                  <a:avLst/>
                </a:prstGeom>
                <a:ln w="3175">
                  <a:solidFill>
                    <a:schemeClr val="tx1"/>
                  </a:solidFill>
                  <a:headEnd type="arrow" w="sm" len="sm"/>
                  <a:tailEnd type="arrow" w="sm" len="sm"/>
                </a:ln>
              </p:spPr>
              <p:style>
                <a:lnRef idx="1">
                  <a:schemeClr val="accent1"/>
                </a:lnRef>
                <a:fillRef idx="0">
                  <a:schemeClr val="accent1"/>
                </a:fillRef>
                <a:effectRef idx="0">
                  <a:schemeClr val="accent1"/>
                </a:effectRef>
                <a:fontRef idx="minor">
                  <a:schemeClr val="tx1"/>
                </a:fontRef>
              </p:style>
            </p:cxnSp>
          </p:grpSp>
          <p:grpSp>
            <p:nvGrpSpPr>
              <p:cNvPr id="81" name="Group 80">
                <a:extLst>
                  <a:ext uri="{FF2B5EF4-FFF2-40B4-BE49-F238E27FC236}">
                    <a16:creationId xmlns:a16="http://schemas.microsoft.com/office/drawing/2014/main" id="{D9DC3F53-467C-C0EE-4B91-BC5D9D006E44}"/>
                  </a:ext>
                </a:extLst>
              </p:cNvPr>
              <p:cNvGrpSpPr>
                <a:grpSpLocks noChangeAspect="1"/>
              </p:cNvGrpSpPr>
              <p:nvPr/>
            </p:nvGrpSpPr>
            <p:grpSpPr>
              <a:xfrm>
                <a:off x="2497168" y="5272313"/>
                <a:ext cx="1355143" cy="792311"/>
                <a:chOff x="8379445" y="3979153"/>
                <a:chExt cx="5727154" cy="3348494"/>
              </a:xfrm>
            </p:grpSpPr>
            <p:grpSp>
              <p:nvGrpSpPr>
                <p:cNvPr id="82" name="Group 81">
                  <a:extLst>
                    <a:ext uri="{FF2B5EF4-FFF2-40B4-BE49-F238E27FC236}">
                      <a16:creationId xmlns:a16="http://schemas.microsoft.com/office/drawing/2014/main" id="{C28EA41A-3B69-4616-9E18-6A21996382DE}"/>
                    </a:ext>
                  </a:extLst>
                </p:cNvPr>
                <p:cNvGrpSpPr>
                  <a:grpSpLocks noChangeAspect="1"/>
                </p:cNvGrpSpPr>
                <p:nvPr/>
              </p:nvGrpSpPr>
              <p:grpSpPr>
                <a:xfrm>
                  <a:off x="8379445" y="3979153"/>
                  <a:ext cx="3272589" cy="2153822"/>
                  <a:chOff x="944693" y="1716026"/>
                  <a:chExt cx="3272589" cy="2153822"/>
                </a:xfrm>
              </p:grpSpPr>
              <p:sp>
                <p:nvSpPr>
                  <p:cNvPr id="90" name="Isosceles Triangle 89">
                    <a:extLst>
                      <a:ext uri="{FF2B5EF4-FFF2-40B4-BE49-F238E27FC236}">
                        <a16:creationId xmlns:a16="http://schemas.microsoft.com/office/drawing/2014/main" id="{9BDBD588-3828-D891-F6DA-EDFBEAE4C87A}"/>
                      </a:ext>
                    </a:extLst>
                  </p:cNvPr>
                  <p:cNvSpPr/>
                  <p:nvPr/>
                </p:nvSpPr>
                <p:spPr bwMode="auto">
                  <a:xfrm flipV="1">
                    <a:off x="944694" y="3490477"/>
                    <a:ext cx="3272588" cy="379371"/>
                  </a:xfrm>
                  <a:prstGeom prst="triangle">
                    <a:avLst/>
                  </a:prstGeom>
                  <a:solidFill>
                    <a:srgbClr val="F9FAFD"/>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1" name="Isosceles Triangle 90">
                    <a:extLst>
                      <a:ext uri="{FF2B5EF4-FFF2-40B4-BE49-F238E27FC236}">
                        <a16:creationId xmlns:a16="http://schemas.microsoft.com/office/drawing/2014/main" id="{09D35321-5CE1-EAA5-D418-EB257A9EF129}"/>
                      </a:ext>
                    </a:extLst>
                  </p:cNvPr>
                  <p:cNvSpPr/>
                  <p:nvPr/>
                </p:nvSpPr>
                <p:spPr bwMode="auto">
                  <a:xfrm>
                    <a:off x="944693" y="1716026"/>
                    <a:ext cx="3272588" cy="379371"/>
                  </a:xfrm>
                  <a:prstGeom prst="triangle">
                    <a:avLst/>
                  </a:prstGeom>
                  <a:solidFill>
                    <a:srgbClr val="F9FAFD"/>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92" name="Rectangle 91">
                    <a:extLst>
                      <a:ext uri="{FF2B5EF4-FFF2-40B4-BE49-F238E27FC236}">
                        <a16:creationId xmlns:a16="http://schemas.microsoft.com/office/drawing/2014/main" id="{85078B36-6681-47C3-30E5-7D182D7CEFEB}"/>
                      </a:ext>
                    </a:extLst>
                  </p:cNvPr>
                  <p:cNvSpPr/>
                  <p:nvPr/>
                </p:nvSpPr>
                <p:spPr bwMode="auto">
                  <a:xfrm>
                    <a:off x="944693" y="2094846"/>
                    <a:ext cx="3272588" cy="1395631"/>
                  </a:xfrm>
                  <a:prstGeom prst="rect">
                    <a:avLst/>
                  </a:prstGeom>
                  <a:solidFill>
                    <a:srgbClr val="F9FAFD"/>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cxnSp>
                <p:nvCxnSpPr>
                  <p:cNvPr id="93" name="Straight Connector 92">
                    <a:extLst>
                      <a:ext uri="{FF2B5EF4-FFF2-40B4-BE49-F238E27FC236}">
                        <a16:creationId xmlns:a16="http://schemas.microsoft.com/office/drawing/2014/main" id="{9C681666-7607-8F4B-C975-FAC25F2596C9}"/>
                      </a:ext>
                    </a:extLst>
                  </p:cNvPr>
                  <p:cNvCxnSpPr>
                    <a:cxnSpLocks/>
                    <a:stCxn id="91" idx="0"/>
                    <a:endCxn id="91" idx="2"/>
                  </p:cNvCxnSpPr>
                  <p:nvPr/>
                </p:nvCxnSpPr>
                <p:spPr>
                  <a:xfrm flipH="1">
                    <a:off x="944693" y="1716026"/>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23F4F99-8BBE-00F3-805A-95886ED23613}"/>
                      </a:ext>
                    </a:extLst>
                  </p:cNvPr>
                  <p:cNvCxnSpPr>
                    <a:cxnSpLocks/>
                    <a:stCxn id="91" idx="4"/>
                    <a:endCxn id="91" idx="0"/>
                  </p:cNvCxnSpPr>
                  <p:nvPr/>
                </p:nvCxnSpPr>
                <p:spPr>
                  <a:xfrm flipH="1" flipV="1">
                    <a:off x="2580987" y="1716026"/>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861EB61-8A19-2016-548F-20974B5EBB2D}"/>
                      </a:ext>
                    </a:extLst>
                  </p:cNvPr>
                  <p:cNvCxnSpPr>
                    <a:cxnSpLocks/>
                    <a:stCxn id="90" idx="4"/>
                    <a:endCxn id="90" idx="0"/>
                  </p:cNvCxnSpPr>
                  <p:nvPr/>
                </p:nvCxnSpPr>
                <p:spPr>
                  <a:xfrm flipH="1">
                    <a:off x="2580988" y="3490477"/>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D4EB72E-D2A3-A37F-2DFF-091271C595E0}"/>
                      </a:ext>
                    </a:extLst>
                  </p:cNvPr>
                  <p:cNvCxnSpPr>
                    <a:cxnSpLocks/>
                    <a:stCxn id="90" idx="0"/>
                    <a:endCxn id="90" idx="2"/>
                  </p:cNvCxnSpPr>
                  <p:nvPr/>
                </p:nvCxnSpPr>
                <p:spPr>
                  <a:xfrm flipH="1" flipV="1">
                    <a:off x="944694" y="3490477"/>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32629ADF-A40A-7539-5478-AEAF541BABA8}"/>
                      </a:ext>
                    </a:extLst>
                  </p:cNvPr>
                  <p:cNvCxnSpPr>
                    <a:cxnSpLocks/>
                    <a:stCxn id="90" idx="2"/>
                    <a:endCxn id="91" idx="2"/>
                  </p:cNvCxnSpPr>
                  <p:nvPr/>
                </p:nvCxnSpPr>
                <p:spPr>
                  <a:xfrm flipH="1" flipV="1">
                    <a:off x="944693" y="2095397"/>
                    <a:ext cx="1" cy="139508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AEBE9E6A-6BE1-E01D-CC27-15591F84DFCC}"/>
                      </a:ext>
                    </a:extLst>
                  </p:cNvPr>
                  <p:cNvCxnSpPr>
                    <a:cxnSpLocks/>
                    <a:stCxn id="90" idx="4"/>
                    <a:endCxn id="91" idx="4"/>
                  </p:cNvCxnSpPr>
                  <p:nvPr/>
                </p:nvCxnSpPr>
                <p:spPr>
                  <a:xfrm flipH="1" flipV="1">
                    <a:off x="4217281" y="2095397"/>
                    <a:ext cx="1" cy="139508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83" name="Flowchart: Decision 82">
                  <a:extLst>
                    <a:ext uri="{FF2B5EF4-FFF2-40B4-BE49-F238E27FC236}">
                      <a16:creationId xmlns:a16="http://schemas.microsoft.com/office/drawing/2014/main" id="{DC5C18B2-30D6-6FAF-72B6-33F096B216DF}"/>
                    </a:ext>
                  </a:extLst>
                </p:cNvPr>
                <p:cNvSpPr/>
                <p:nvPr/>
              </p:nvSpPr>
              <p:spPr bwMode="auto">
                <a:xfrm>
                  <a:off x="8521903" y="5300774"/>
                  <a:ext cx="2987678" cy="701966"/>
                </a:xfrm>
                <a:prstGeom prst="flowChartDecision">
                  <a:avLst/>
                </a:prstGeom>
                <a:solidFill>
                  <a:schemeClr val="accent4"/>
                </a:solidFill>
                <a:ln>
                  <a:solidFill>
                    <a:schemeClr val="accent3"/>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kumimoji="0" lang="en-US" sz="1400" b="1" i="0" u="none" strike="noStrike" kern="1200" cap="none" spc="0" normalizeH="0" baseline="0" noProof="0">
                    <a:ln>
                      <a:noFill/>
                    </a:ln>
                    <a:solidFill>
                      <a:srgbClr val="070154"/>
                    </a:solidFill>
                    <a:effectLst/>
                    <a:uLnTx/>
                    <a:uFillTx/>
                    <a:latin typeface="Arial" panose="020B0604020202020204"/>
                    <a:ea typeface="+mn-ea"/>
                    <a:cs typeface="+mn-cs"/>
                  </a:endParaRPr>
                </a:p>
              </p:txBody>
            </p:sp>
            <p:sp>
              <p:nvSpPr>
                <p:cNvPr id="84" name="Flowchart: Decision 83">
                  <a:extLst>
                    <a:ext uri="{FF2B5EF4-FFF2-40B4-BE49-F238E27FC236}">
                      <a16:creationId xmlns:a16="http://schemas.microsoft.com/office/drawing/2014/main" id="{420D83A5-9541-809D-2403-DAF101B0365C}"/>
                    </a:ext>
                  </a:extLst>
                </p:cNvPr>
                <p:cNvSpPr/>
                <p:nvPr/>
              </p:nvSpPr>
              <p:spPr bwMode="auto">
                <a:xfrm>
                  <a:off x="8521901" y="4693693"/>
                  <a:ext cx="2987677" cy="701967"/>
                </a:xfrm>
                <a:prstGeom prst="flowChartDecision">
                  <a:avLst/>
                </a:prstGeom>
                <a:solidFill>
                  <a:schemeClr val="accent4"/>
                </a:solidFill>
                <a:ln>
                  <a:solidFill>
                    <a:schemeClr val="accent3"/>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kumimoji="0" lang="en-US" sz="1400" b="1" i="0" u="none" strike="noStrike" kern="1200" cap="none" spc="0" normalizeH="0" baseline="0" noProof="0">
                    <a:ln>
                      <a:noFill/>
                    </a:ln>
                    <a:solidFill>
                      <a:srgbClr val="070154"/>
                    </a:solidFill>
                    <a:effectLst/>
                    <a:uLnTx/>
                    <a:uFillTx/>
                    <a:latin typeface="Arial" panose="020B0604020202020204"/>
                    <a:ea typeface="+mn-ea"/>
                    <a:cs typeface="+mn-cs"/>
                  </a:endParaRPr>
                </a:p>
              </p:txBody>
            </p:sp>
            <p:sp>
              <p:nvSpPr>
                <p:cNvPr id="85" name="Flowchart: Decision 84">
                  <a:extLst>
                    <a:ext uri="{FF2B5EF4-FFF2-40B4-BE49-F238E27FC236}">
                      <a16:creationId xmlns:a16="http://schemas.microsoft.com/office/drawing/2014/main" id="{79708B1E-E905-559F-5E6C-304531BFC368}"/>
                    </a:ext>
                  </a:extLst>
                </p:cNvPr>
                <p:cNvSpPr/>
                <p:nvPr/>
              </p:nvSpPr>
              <p:spPr bwMode="auto">
                <a:xfrm>
                  <a:off x="8521901" y="4111320"/>
                  <a:ext cx="2987677" cy="701967"/>
                </a:xfrm>
                <a:prstGeom prst="flowChartDecision">
                  <a:avLst/>
                </a:prstGeom>
                <a:solidFill>
                  <a:schemeClr val="accent4"/>
                </a:solidFill>
                <a:ln>
                  <a:solidFill>
                    <a:schemeClr val="accent3"/>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algn="ctr">
                    <a:spcAft>
                      <a:spcPts val="0"/>
                    </a:spcAft>
                  </a:pPr>
                  <a:endParaRPr kumimoji="0" lang="en-US" sz="14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endParaRPr>
                </a:p>
              </p:txBody>
            </p:sp>
            <p:sp>
              <p:nvSpPr>
                <p:cNvPr id="86" name="Flowchart: Decision 85">
                  <a:extLst>
                    <a:ext uri="{FF2B5EF4-FFF2-40B4-BE49-F238E27FC236}">
                      <a16:creationId xmlns:a16="http://schemas.microsoft.com/office/drawing/2014/main" id="{F4C8249B-6C80-6EB3-D63F-55B7378A8B12}"/>
                    </a:ext>
                  </a:extLst>
                </p:cNvPr>
                <p:cNvSpPr/>
                <p:nvPr/>
              </p:nvSpPr>
              <p:spPr bwMode="auto">
                <a:xfrm>
                  <a:off x="11118921" y="5966406"/>
                  <a:ext cx="2987678" cy="701965"/>
                </a:xfrm>
                <a:prstGeom prst="flowChartDecision">
                  <a:avLst/>
                </a:prstGeom>
                <a:solidFill>
                  <a:schemeClr val="accent4"/>
                </a:solidFill>
                <a:ln>
                  <a:solidFill>
                    <a:schemeClr val="accent3"/>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kumimoji="0" lang="en-US" sz="14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endParaRPr>
                </a:p>
              </p:txBody>
            </p:sp>
            <p:sp>
              <p:nvSpPr>
                <p:cNvPr id="87" name="Flowchart: Decision 86">
                  <a:extLst>
                    <a:ext uri="{FF2B5EF4-FFF2-40B4-BE49-F238E27FC236}">
                      <a16:creationId xmlns:a16="http://schemas.microsoft.com/office/drawing/2014/main" id="{76022BE3-715D-B00D-8D58-718E4640B510}"/>
                    </a:ext>
                  </a:extLst>
                </p:cNvPr>
                <p:cNvSpPr/>
                <p:nvPr/>
              </p:nvSpPr>
              <p:spPr bwMode="auto">
                <a:xfrm>
                  <a:off x="8533939" y="6632042"/>
                  <a:ext cx="2975642" cy="695605"/>
                </a:xfrm>
                <a:prstGeom prst="flowChartDecision">
                  <a:avLst/>
                </a:prstGeom>
                <a:solidFill>
                  <a:schemeClr val="accent4"/>
                </a:solidFill>
                <a:ln>
                  <a:solidFill>
                    <a:schemeClr val="accent3"/>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kumimoji="0" lang="en-US" sz="14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endParaRPr>
                </a:p>
              </p:txBody>
            </p:sp>
            <p:cxnSp>
              <p:nvCxnSpPr>
                <p:cNvPr id="88" name="Straight Arrow Connector 87">
                  <a:extLst>
                    <a:ext uri="{FF2B5EF4-FFF2-40B4-BE49-F238E27FC236}">
                      <a16:creationId xmlns:a16="http://schemas.microsoft.com/office/drawing/2014/main" id="{37EA10B6-B4CA-D108-4098-E9A30906598F}"/>
                    </a:ext>
                  </a:extLst>
                </p:cNvPr>
                <p:cNvCxnSpPr>
                  <a:cxnSpLocks/>
                </p:cNvCxnSpPr>
                <p:nvPr/>
              </p:nvCxnSpPr>
              <p:spPr>
                <a:xfrm>
                  <a:off x="10765683" y="5824311"/>
                  <a:ext cx="1071997" cy="308110"/>
                </a:xfrm>
                <a:prstGeom prst="straightConnector1">
                  <a:avLst/>
                </a:prstGeom>
                <a:ln w="3175">
                  <a:solidFill>
                    <a:schemeClr val="tx1"/>
                  </a:solidFill>
                  <a:headEnd type="none"/>
                  <a:tailEnd type="arrow" w="sm" len="sm"/>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91E69044-583D-B04B-B2C8-D1EEDE134BA2}"/>
                    </a:ext>
                  </a:extLst>
                </p:cNvPr>
                <p:cNvCxnSpPr>
                  <a:cxnSpLocks/>
                  <a:stCxn id="83" idx="2"/>
                  <a:endCxn id="87" idx="0"/>
                </p:cNvCxnSpPr>
                <p:nvPr/>
              </p:nvCxnSpPr>
              <p:spPr>
                <a:xfrm>
                  <a:off x="10015742" y="6002739"/>
                  <a:ext cx="6018" cy="629304"/>
                </a:xfrm>
                <a:prstGeom prst="straightConnector1">
                  <a:avLst/>
                </a:prstGeom>
                <a:ln w="3175">
                  <a:solidFill>
                    <a:schemeClr val="tx1"/>
                  </a:solidFill>
                  <a:headEnd type="arrow" w="sm" len="sm"/>
                  <a:tailEnd type="arrow" w="sm" len="sm"/>
                </a:ln>
              </p:spPr>
              <p:style>
                <a:lnRef idx="1">
                  <a:schemeClr val="accent1"/>
                </a:lnRef>
                <a:fillRef idx="0">
                  <a:schemeClr val="accent1"/>
                </a:fillRef>
                <a:effectRef idx="0">
                  <a:schemeClr val="accent1"/>
                </a:effectRef>
                <a:fontRef idx="minor">
                  <a:schemeClr val="tx1"/>
                </a:fontRef>
              </p:style>
            </p:cxnSp>
          </p:grpSp>
          <p:grpSp>
            <p:nvGrpSpPr>
              <p:cNvPr id="100" name="Group 99">
                <a:extLst>
                  <a:ext uri="{FF2B5EF4-FFF2-40B4-BE49-F238E27FC236}">
                    <a16:creationId xmlns:a16="http://schemas.microsoft.com/office/drawing/2014/main" id="{1EDB58C0-113C-B914-DD38-88CAE9B68BFF}"/>
                  </a:ext>
                </a:extLst>
              </p:cNvPr>
              <p:cNvGrpSpPr>
                <a:grpSpLocks noChangeAspect="1"/>
              </p:cNvGrpSpPr>
              <p:nvPr/>
            </p:nvGrpSpPr>
            <p:grpSpPr>
              <a:xfrm>
                <a:off x="4355468" y="5272313"/>
                <a:ext cx="1355143" cy="792311"/>
                <a:chOff x="8379445" y="3979153"/>
                <a:chExt cx="5727154" cy="3348494"/>
              </a:xfrm>
            </p:grpSpPr>
            <p:grpSp>
              <p:nvGrpSpPr>
                <p:cNvPr id="101" name="Group 100">
                  <a:extLst>
                    <a:ext uri="{FF2B5EF4-FFF2-40B4-BE49-F238E27FC236}">
                      <a16:creationId xmlns:a16="http://schemas.microsoft.com/office/drawing/2014/main" id="{732AEB39-C10B-95B8-F347-F554689E5E1D}"/>
                    </a:ext>
                  </a:extLst>
                </p:cNvPr>
                <p:cNvGrpSpPr>
                  <a:grpSpLocks noChangeAspect="1"/>
                </p:cNvGrpSpPr>
                <p:nvPr/>
              </p:nvGrpSpPr>
              <p:grpSpPr>
                <a:xfrm>
                  <a:off x="8379445" y="3979153"/>
                  <a:ext cx="3272589" cy="2153822"/>
                  <a:chOff x="944693" y="1716026"/>
                  <a:chExt cx="3272589" cy="2153822"/>
                </a:xfrm>
              </p:grpSpPr>
              <p:sp>
                <p:nvSpPr>
                  <p:cNvPr id="109" name="Isosceles Triangle 108">
                    <a:extLst>
                      <a:ext uri="{FF2B5EF4-FFF2-40B4-BE49-F238E27FC236}">
                        <a16:creationId xmlns:a16="http://schemas.microsoft.com/office/drawing/2014/main" id="{C6C1CF1B-4198-E338-D152-06FB64C1E042}"/>
                      </a:ext>
                    </a:extLst>
                  </p:cNvPr>
                  <p:cNvSpPr/>
                  <p:nvPr/>
                </p:nvSpPr>
                <p:spPr bwMode="auto">
                  <a:xfrm flipV="1">
                    <a:off x="944694" y="3490477"/>
                    <a:ext cx="3272588" cy="379371"/>
                  </a:xfrm>
                  <a:prstGeom prst="triangle">
                    <a:avLst/>
                  </a:prstGeom>
                  <a:solidFill>
                    <a:srgbClr val="F9FAFD"/>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0" name="Isosceles Triangle 109">
                    <a:extLst>
                      <a:ext uri="{FF2B5EF4-FFF2-40B4-BE49-F238E27FC236}">
                        <a16:creationId xmlns:a16="http://schemas.microsoft.com/office/drawing/2014/main" id="{4C3C2174-90BB-478B-B9E8-EB0B444E683C}"/>
                      </a:ext>
                    </a:extLst>
                  </p:cNvPr>
                  <p:cNvSpPr/>
                  <p:nvPr/>
                </p:nvSpPr>
                <p:spPr bwMode="auto">
                  <a:xfrm>
                    <a:off x="944693" y="1716026"/>
                    <a:ext cx="3272588" cy="379371"/>
                  </a:xfrm>
                  <a:prstGeom prst="triangle">
                    <a:avLst/>
                  </a:prstGeom>
                  <a:solidFill>
                    <a:srgbClr val="F9FAFD"/>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11" name="Rectangle 110">
                    <a:extLst>
                      <a:ext uri="{FF2B5EF4-FFF2-40B4-BE49-F238E27FC236}">
                        <a16:creationId xmlns:a16="http://schemas.microsoft.com/office/drawing/2014/main" id="{3E6D0CFD-B023-D36E-CC57-B274A23D4397}"/>
                      </a:ext>
                    </a:extLst>
                  </p:cNvPr>
                  <p:cNvSpPr/>
                  <p:nvPr/>
                </p:nvSpPr>
                <p:spPr bwMode="auto">
                  <a:xfrm>
                    <a:off x="944693" y="2094846"/>
                    <a:ext cx="3272588" cy="1395631"/>
                  </a:xfrm>
                  <a:prstGeom prst="rect">
                    <a:avLst/>
                  </a:prstGeom>
                  <a:solidFill>
                    <a:srgbClr val="F9FAFD"/>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cxnSp>
                <p:nvCxnSpPr>
                  <p:cNvPr id="112" name="Straight Connector 111">
                    <a:extLst>
                      <a:ext uri="{FF2B5EF4-FFF2-40B4-BE49-F238E27FC236}">
                        <a16:creationId xmlns:a16="http://schemas.microsoft.com/office/drawing/2014/main" id="{52E2B114-A14C-A1BE-DB42-CE5ED160D907}"/>
                      </a:ext>
                    </a:extLst>
                  </p:cNvPr>
                  <p:cNvCxnSpPr>
                    <a:cxnSpLocks/>
                    <a:stCxn id="110" idx="0"/>
                    <a:endCxn id="110" idx="2"/>
                  </p:cNvCxnSpPr>
                  <p:nvPr/>
                </p:nvCxnSpPr>
                <p:spPr>
                  <a:xfrm flipH="1">
                    <a:off x="944693" y="1716026"/>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648BC33A-313B-6DAF-8F35-B5387155D118}"/>
                      </a:ext>
                    </a:extLst>
                  </p:cNvPr>
                  <p:cNvCxnSpPr>
                    <a:cxnSpLocks/>
                    <a:stCxn id="110" idx="4"/>
                    <a:endCxn id="110" idx="0"/>
                  </p:cNvCxnSpPr>
                  <p:nvPr/>
                </p:nvCxnSpPr>
                <p:spPr>
                  <a:xfrm flipH="1" flipV="1">
                    <a:off x="2580987" y="1716026"/>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A8276FB1-387C-B5EE-26C5-B4913CEAD2AA}"/>
                      </a:ext>
                    </a:extLst>
                  </p:cNvPr>
                  <p:cNvCxnSpPr>
                    <a:cxnSpLocks/>
                    <a:stCxn id="109" idx="4"/>
                    <a:endCxn id="109" idx="0"/>
                  </p:cNvCxnSpPr>
                  <p:nvPr/>
                </p:nvCxnSpPr>
                <p:spPr>
                  <a:xfrm flipH="1">
                    <a:off x="2580988" y="3490477"/>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9958FCFC-144E-B7FC-7D1B-1939C5742C2F}"/>
                      </a:ext>
                    </a:extLst>
                  </p:cNvPr>
                  <p:cNvCxnSpPr>
                    <a:cxnSpLocks/>
                    <a:stCxn id="109" idx="0"/>
                    <a:endCxn id="109" idx="2"/>
                  </p:cNvCxnSpPr>
                  <p:nvPr/>
                </p:nvCxnSpPr>
                <p:spPr>
                  <a:xfrm flipH="1" flipV="1">
                    <a:off x="944694" y="3490477"/>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3FDD2E92-BFBB-A176-1375-767D551E490E}"/>
                      </a:ext>
                    </a:extLst>
                  </p:cNvPr>
                  <p:cNvCxnSpPr>
                    <a:cxnSpLocks/>
                    <a:stCxn id="109" idx="2"/>
                    <a:endCxn id="110" idx="2"/>
                  </p:cNvCxnSpPr>
                  <p:nvPr/>
                </p:nvCxnSpPr>
                <p:spPr>
                  <a:xfrm flipH="1" flipV="1">
                    <a:off x="944693" y="2095397"/>
                    <a:ext cx="1" cy="139508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D58FF7B1-A759-500A-5607-B649E234A7C4}"/>
                      </a:ext>
                    </a:extLst>
                  </p:cNvPr>
                  <p:cNvCxnSpPr>
                    <a:cxnSpLocks/>
                    <a:stCxn id="109" idx="4"/>
                    <a:endCxn id="110" idx="4"/>
                  </p:cNvCxnSpPr>
                  <p:nvPr/>
                </p:nvCxnSpPr>
                <p:spPr>
                  <a:xfrm flipH="1" flipV="1">
                    <a:off x="4217281" y="2095397"/>
                    <a:ext cx="1" cy="139508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02" name="Flowchart: Decision 101">
                  <a:extLst>
                    <a:ext uri="{FF2B5EF4-FFF2-40B4-BE49-F238E27FC236}">
                      <a16:creationId xmlns:a16="http://schemas.microsoft.com/office/drawing/2014/main" id="{CD03566E-83EC-91E7-6A2D-14CB76D83EC6}"/>
                    </a:ext>
                  </a:extLst>
                </p:cNvPr>
                <p:cNvSpPr/>
                <p:nvPr/>
              </p:nvSpPr>
              <p:spPr bwMode="auto">
                <a:xfrm>
                  <a:off x="8521903" y="5300774"/>
                  <a:ext cx="2987678" cy="701966"/>
                </a:xfrm>
                <a:prstGeom prst="flowChartDecision">
                  <a:avLst/>
                </a:prstGeom>
                <a:solidFill>
                  <a:schemeClr val="accent4"/>
                </a:solidFill>
                <a:ln>
                  <a:solidFill>
                    <a:schemeClr val="accent3"/>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kumimoji="0" lang="en-US" sz="1400" b="1" i="0" u="none" strike="noStrike" kern="1200" cap="none" spc="0" normalizeH="0" baseline="0" noProof="0">
                    <a:ln>
                      <a:noFill/>
                    </a:ln>
                    <a:solidFill>
                      <a:srgbClr val="070154"/>
                    </a:solidFill>
                    <a:effectLst/>
                    <a:uLnTx/>
                    <a:uFillTx/>
                    <a:latin typeface="Arial" panose="020B0604020202020204"/>
                    <a:ea typeface="+mn-ea"/>
                    <a:cs typeface="+mn-cs"/>
                  </a:endParaRPr>
                </a:p>
              </p:txBody>
            </p:sp>
            <p:sp>
              <p:nvSpPr>
                <p:cNvPr id="103" name="Flowchart: Decision 102">
                  <a:extLst>
                    <a:ext uri="{FF2B5EF4-FFF2-40B4-BE49-F238E27FC236}">
                      <a16:creationId xmlns:a16="http://schemas.microsoft.com/office/drawing/2014/main" id="{AC360A82-139F-24E2-637C-782B2CE3E6FA}"/>
                    </a:ext>
                  </a:extLst>
                </p:cNvPr>
                <p:cNvSpPr/>
                <p:nvPr/>
              </p:nvSpPr>
              <p:spPr bwMode="auto">
                <a:xfrm>
                  <a:off x="8521901" y="4693693"/>
                  <a:ext cx="2987677" cy="701967"/>
                </a:xfrm>
                <a:prstGeom prst="flowChartDecision">
                  <a:avLst/>
                </a:prstGeom>
                <a:solidFill>
                  <a:schemeClr val="accent4"/>
                </a:solidFill>
                <a:ln>
                  <a:solidFill>
                    <a:schemeClr val="accent3"/>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kumimoji="0" lang="en-US" sz="1400" b="1" i="0" u="none" strike="noStrike" kern="1200" cap="none" spc="0" normalizeH="0" baseline="0" noProof="0">
                    <a:ln>
                      <a:noFill/>
                    </a:ln>
                    <a:solidFill>
                      <a:srgbClr val="070154"/>
                    </a:solidFill>
                    <a:effectLst/>
                    <a:uLnTx/>
                    <a:uFillTx/>
                    <a:latin typeface="Arial" panose="020B0604020202020204"/>
                    <a:ea typeface="+mn-ea"/>
                    <a:cs typeface="+mn-cs"/>
                  </a:endParaRPr>
                </a:p>
              </p:txBody>
            </p:sp>
            <p:sp>
              <p:nvSpPr>
                <p:cNvPr id="104" name="Flowchart: Decision 103">
                  <a:extLst>
                    <a:ext uri="{FF2B5EF4-FFF2-40B4-BE49-F238E27FC236}">
                      <a16:creationId xmlns:a16="http://schemas.microsoft.com/office/drawing/2014/main" id="{9FE4B5EC-C21B-852E-5111-AB3ADB66A0A6}"/>
                    </a:ext>
                  </a:extLst>
                </p:cNvPr>
                <p:cNvSpPr/>
                <p:nvPr/>
              </p:nvSpPr>
              <p:spPr bwMode="auto">
                <a:xfrm>
                  <a:off x="8521901" y="4111320"/>
                  <a:ext cx="2987677" cy="701967"/>
                </a:xfrm>
                <a:prstGeom prst="flowChartDecision">
                  <a:avLst/>
                </a:prstGeom>
                <a:solidFill>
                  <a:schemeClr val="accent4"/>
                </a:solidFill>
                <a:ln>
                  <a:solidFill>
                    <a:schemeClr val="accent3"/>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algn="ctr">
                    <a:spcAft>
                      <a:spcPts val="0"/>
                    </a:spcAft>
                  </a:pPr>
                  <a:endParaRPr kumimoji="0" lang="en-US" sz="14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endParaRPr>
                </a:p>
              </p:txBody>
            </p:sp>
            <p:sp>
              <p:nvSpPr>
                <p:cNvPr id="105" name="Flowchart: Decision 104">
                  <a:extLst>
                    <a:ext uri="{FF2B5EF4-FFF2-40B4-BE49-F238E27FC236}">
                      <a16:creationId xmlns:a16="http://schemas.microsoft.com/office/drawing/2014/main" id="{B8BB6A2B-3FFE-29E0-7B71-AA517B885736}"/>
                    </a:ext>
                  </a:extLst>
                </p:cNvPr>
                <p:cNvSpPr/>
                <p:nvPr/>
              </p:nvSpPr>
              <p:spPr bwMode="auto">
                <a:xfrm>
                  <a:off x="11118921" y="5966406"/>
                  <a:ext cx="2987678" cy="701965"/>
                </a:xfrm>
                <a:prstGeom prst="flowChartDecision">
                  <a:avLst/>
                </a:prstGeom>
                <a:solidFill>
                  <a:schemeClr val="accent4"/>
                </a:solidFill>
                <a:ln>
                  <a:solidFill>
                    <a:schemeClr val="accent3"/>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kumimoji="0" lang="en-US" sz="14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endParaRPr>
                </a:p>
              </p:txBody>
            </p:sp>
            <p:sp>
              <p:nvSpPr>
                <p:cNvPr id="106" name="Flowchart: Decision 105">
                  <a:extLst>
                    <a:ext uri="{FF2B5EF4-FFF2-40B4-BE49-F238E27FC236}">
                      <a16:creationId xmlns:a16="http://schemas.microsoft.com/office/drawing/2014/main" id="{ADDD1B2A-A143-DDCC-B0AC-C559FCC8D106}"/>
                    </a:ext>
                  </a:extLst>
                </p:cNvPr>
                <p:cNvSpPr/>
                <p:nvPr/>
              </p:nvSpPr>
              <p:spPr bwMode="auto">
                <a:xfrm>
                  <a:off x="8533939" y="6632042"/>
                  <a:ext cx="2975642" cy="695605"/>
                </a:xfrm>
                <a:prstGeom prst="flowChartDecision">
                  <a:avLst/>
                </a:prstGeom>
                <a:solidFill>
                  <a:schemeClr val="accent4"/>
                </a:solidFill>
                <a:ln>
                  <a:solidFill>
                    <a:schemeClr val="accent3"/>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kumimoji="0" lang="en-US" sz="14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endParaRPr>
                </a:p>
              </p:txBody>
            </p:sp>
            <p:cxnSp>
              <p:nvCxnSpPr>
                <p:cNvPr id="107" name="Straight Arrow Connector 106">
                  <a:extLst>
                    <a:ext uri="{FF2B5EF4-FFF2-40B4-BE49-F238E27FC236}">
                      <a16:creationId xmlns:a16="http://schemas.microsoft.com/office/drawing/2014/main" id="{E9245B93-418C-DB7F-8E11-CF2907ACDF81}"/>
                    </a:ext>
                  </a:extLst>
                </p:cNvPr>
                <p:cNvCxnSpPr>
                  <a:cxnSpLocks/>
                </p:cNvCxnSpPr>
                <p:nvPr/>
              </p:nvCxnSpPr>
              <p:spPr>
                <a:xfrm>
                  <a:off x="10765683" y="5824311"/>
                  <a:ext cx="1071997" cy="308110"/>
                </a:xfrm>
                <a:prstGeom prst="straightConnector1">
                  <a:avLst/>
                </a:prstGeom>
                <a:ln w="3175">
                  <a:solidFill>
                    <a:schemeClr val="tx1"/>
                  </a:solidFill>
                  <a:headEnd type="none"/>
                  <a:tailEnd type="arrow" w="sm" len="sm"/>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C1F830B2-B05E-997F-D1C5-48EACB7B9427}"/>
                    </a:ext>
                  </a:extLst>
                </p:cNvPr>
                <p:cNvCxnSpPr>
                  <a:cxnSpLocks/>
                  <a:stCxn id="102" idx="2"/>
                  <a:endCxn id="106" idx="0"/>
                </p:cNvCxnSpPr>
                <p:nvPr/>
              </p:nvCxnSpPr>
              <p:spPr>
                <a:xfrm>
                  <a:off x="10015742" y="6002739"/>
                  <a:ext cx="6018" cy="629304"/>
                </a:xfrm>
                <a:prstGeom prst="straightConnector1">
                  <a:avLst/>
                </a:prstGeom>
                <a:ln w="3175">
                  <a:solidFill>
                    <a:schemeClr val="tx1"/>
                  </a:solidFill>
                  <a:headEnd type="arrow" w="sm" len="sm"/>
                  <a:tailEnd type="arrow" w="sm" len="sm"/>
                </a:ln>
              </p:spPr>
              <p:style>
                <a:lnRef idx="1">
                  <a:schemeClr val="accent1"/>
                </a:lnRef>
                <a:fillRef idx="0">
                  <a:schemeClr val="accent1"/>
                </a:fillRef>
                <a:effectRef idx="0">
                  <a:schemeClr val="accent1"/>
                </a:effectRef>
                <a:fontRef idx="minor">
                  <a:schemeClr val="tx1"/>
                </a:fontRef>
              </p:style>
            </p:cxnSp>
          </p:grpSp>
          <p:grpSp>
            <p:nvGrpSpPr>
              <p:cNvPr id="119" name="Group 118">
                <a:extLst>
                  <a:ext uri="{FF2B5EF4-FFF2-40B4-BE49-F238E27FC236}">
                    <a16:creationId xmlns:a16="http://schemas.microsoft.com/office/drawing/2014/main" id="{3519B07C-9AE5-2475-638F-D2BA869CFD57}"/>
                  </a:ext>
                </a:extLst>
              </p:cNvPr>
              <p:cNvGrpSpPr>
                <a:grpSpLocks noChangeAspect="1"/>
              </p:cNvGrpSpPr>
              <p:nvPr/>
            </p:nvGrpSpPr>
            <p:grpSpPr>
              <a:xfrm>
                <a:off x="6235893" y="5269271"/>
                <a:ext cx="1355143" cy="792311"/>
                <a:chOff x="8379445" y="3979153"/>
                <a:chExt cx="5727154" cy="3348494"/>
              </a:xfrm>
            </p:grpSpPr>
            <p:grpSp>
              <p:nvGrpSpPr>
                <p:cNvPr id="120" name="Group 119">
                  <a:extLst>
                    <a:ext uri="{FF2B5EF4-FFF2-40B4-BE49-F238E27FC236}">
                      <a16:creationId xmlns:a16="http://schemas.microsoft.com/office/drawing/2014/main" id="{93D7EAA2-8B90-FB2E-C7F8-1EE0AC916669}"/>
                    </a:ext>
                  </a:extLst>
                </p:cNvPr>
                <p:cNvGrpSpPr>
                  <a:grpSpLocks noChangeAspect="1"/>
                </p:cNvGrpSpPr>
                <p:nvPr/>
              </p:nvGrpSpPr>
              <p:grpSpPr>
                <a:xfrm>
                  <a:off x="8379445" y="3979153"/>
                  <a:ext cx="3272589" cy="2153822"/>
                  <a:chOff x="944693" y="1716026"/>
                  <a:chExt cx="3272589" cy="2153822"/>
                </a:xfrm>
              </p:grpSpPr>
              <p:sp>
                <p:nvSpPr>
                  <p:cNvPr id="128" name="Isosceles Triangle 127">
                    <a:extLst>
                      <a:ext uri="{FF2B5EF4-FFF2-40B4-BE49-F238E27FC236}">
                        <a16:creationId xmlns:a16="http://schemas.microsoft.com/office/drawing/2014/main" id="{D0220B35-B282-0E4A-E6EA-4EA6FE906E69}"/>
                      </a:ext>
                    </a:extLst>
                  </p:cNvPr>
                  <p:cNvSpPr/>
                  <p:nvPr/>
                </p:nvSpPr>
                <p:spPr bwMode="auto">
                  <a:xfrm flipV="1">
                    <a:off x="944694" y="3490477"/>
                    <a:ext cx="3272588" cy="379371"/>
                  </a:xfrm>
                  <a:prstGeom prst="triangle">
                    <a:avLst/>
                  </a:prstGeom>
                  <a:solidFill>
                    <a:srgbClr val="F9FAFD"/>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29" name="Isosceles Triangle 128">
                    <a:extLst>
                      <a:ext uri="{FF2B5EF4-FFF2-40B4-BE49-F238E27FC236}">
                        <a16:creationId xmlns:a16="http://schemas.microsoft.com/office/drawing/2014/main" id="{8BFADB9C-6F46-45A9-3E48-BAEE7F091861}"/>
                      </a:ext>
                    </a:extLst>
                  </p:cNvPr>
                  <p:cNvSpPr/>
                  <p:nvPr/>
                </p:nvSpPr>
                <p:spPr bwMode="auto">
                  <a:xfrm>
                    <a:off x="944693" y="1716026"/>
                    <a:ext cx="3272588" cy="379371"/>
                  </a:xfrm>
                  <a:prstGeom prst="triangle">
                    <a:avLst/>
                  </a:prstGeom>
                  <a:solidFill>
                    <a:srgbClr val="F9FAFD"/>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
                <p:nvSpPr>
                  <p:cNvPr id="130" name="Rectangle 129">
                    <a:extLst>
                      <a:ext uri="{FF2B5EF4-FFF2-40B4-BE49-F238E27FC236}">
                        <a16:creationId xmlns:a16="http://schemas.microsoft.com/office/drawing/2014/main" id="{1ACBA44B-3216-AF2C-1B63-716D68771804}"/>
                      </a:ext>
                    </a:extLst>
                  </p:cNvPr>
                  <p:cNvSpPr/>
                  <p:nvPr/>
                </p:nvSpPr>
                <p:spPr bwMode="auto">
                  <a:xfrm>
                    <a:off x="944693" y="2094846"/>
                    <a:ext cx="3272588" cy="1395631"/>
                  </a:xfrm>
                  <a:prstGeom prst="rect">
                    <a:avLst/>
                  </a:prstGeom>
                  <a:solidFill>
                    <a:srgbClr val="F9FAFD"/>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cxnSp>
                <p:nvCxnSpPr>
                  <p:cNvPr id="131" name="Straight Connector 130">
                    <a:extLst>
                      <a:ext uri="{FF2B5EF4-FFF2-40B4-BE49-F238E27FC236}">
                        <a16:creationId xmlns:a16="http://schemas.microsoft.com/office/drawing/2014/main" id="{9231DD79-82D9-740C-8D6C-B30D85D376B7}"/>
                      </a:ext>
                    </a:extLst>
                  </p:cNvPr>
                  <p:cNvCxnSpPr>
                    <a:cxnSpLocks/>
                    <a:stCxn id="129" idx="0"/>
                    <a:endCxn id="129" idx="2"/>
                  </p:cNvCxnSpPr>
                  <p:nvPr/>
                </p:nvCxnSpPr>
                <p:spPr>
                  <a:xfrm flipH="1">
                    <a:off x="944693" y="1716026"/>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53DEB3D6-1DEB-2D94-B2ED-8EB47B4603D1}"/>
                      </a:ext>
                    </a:extLst>
                  </p:cNvPr>
                  <p:cNvCxnSpPr>
                    <a:cxnSpLocks/>
                    <a:stCxn id="129" idx="4"/>
                    <a:endCxn id="129" idx="0"/>
                  </p:cNvCxnSpPr>
                  <p:nvPr/>
                </p:nvCxnSpPr>
                <p:spPr>
                  <a:xfrm flipH="1" flipV="1">
                    <a:off x="2580987" y="1716026"/>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4896D08-20C4-7895-C4B7-F6431A06404F}"/>
                      </a:ext>
                    </a:extLst>
                  </p:cNvPr>
                  <p:cNvCxnSpPr>
                    <a:cxnSpLocks/>
                    <a:stCxn id="128" idx="4"/>
                    <a:endCxn id="128" idx="0"/>
                  </p:cNvCxnSpPr>
                  <p:nvPr/>
                </p:nvCxnSpPr>
                <p:spPr>
                  <a:xfrm flipH="1">
                    <a:off x="2580988" y="3490477"/>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A37E81D3-2B90-F0AA-7772-709F19D76F6F}"/>
                      </a:ext>
                    </a:extLst>
                  </p:cNvPr>
                  <p:cNvCxnSpPr>
                    <a:cxnSpLocks/>
                    <a:stCxn id="128" idx="0"/>
                    <a:endCxn id="128" idx="2"/>
                  </p:cNvCxnSpPr>
                  <p:nvPr/>
                </p:nvCxnSpPr>
                <p:spPr>
                  <a:xfrm flipH="1" flipV="1">
                    <a:off x="944694" y="3490477"/>
                    <a:ext cx="1636294" cy="37937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0D1B17D5-3BC7-7232-2A04-BAFFD3B17E7F}"/>
                      </a:ext>
                    </a:extLst>
                  </p:cNvPr>
                  <p:cNvCxnSpPr>
                    <a:cxnSpLocks/>
                    <a:stCxn id="128" idx="2"/>
                    <a:endCxn id="129" idx="2"/>
                  </p:cNvCxnSpPr>
                  <p:nvPr/>
                </p:nvCxnSpPr>
                <p:spPr>
                  <a:xfrm flipH="1" flipV="1">
                    <a:off x="944693" y="2095397"/>
                    <a:ext cx="1" cy="139508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D68A859-54DC-BCC0-65A3-8BB9FE359542}"/>
                      </a:ext>
                    </a:extLst>
                  </p:cNvPr>
                  <p:cNvCxnSpPr>
                    <a:cxnSpLocks/>
                    <a:stCxn id="128" idx="4"/>
                    <a:endCxn id="129" idx="4"/>
                  </p:cNvCxnSpPr>
                  <p:nvPr/>
                </p:nvCxnSpPr>
                <p:spPr>
                  <a:xfrm flipH="1" flipV="1">
                    <a:off x="4217281" y="2095397"/>
                    <a:ext cx="1" cy="139508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21" name="Flowchart: Decision 120">
                  <a:extLst>
                    <a:ext uri="{FF2B5EF4-FFF2-40B4-BE49-F238E27FC236}">
                      <a16:creationId xmlns:a16="http://schemas.microsoft.com/office/drawing/2014/main" id="{FC039CEA-E042-BF2A-2E89-CE83D4FB08E7}"/>
                    </a:ext>
                  </a:extLst>
                </p:cNvPr>
                <p:cNvSpPr/>
                <p:nvPr/>
              </p:nvSpPr>
              <p:spPr bwMode="auto">
                <a:xfrm>
                  <a:off x="8521903" y="5300774"/>
                  <a:ext cx="2987678" cy="701966"/>
                </a:xfrm>
                <a:prstGeom prst="flowChartDecision">
                  <a:avLst/>
                </a:prstGeom>
                <a:solidFill>
                  <a:schemeClr val="accent4"/>
                </a:solidFill>
                <a:ln>
                  <a:solidFill>
                    <a:schemeClr val="accent3"/>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kumimoji="0" lang="en-US" sz="1400" b="1" i="0" u="none" strike="noStrike" kern="1200" cap="none" spc="0" normalizeH="0" baseline="0" noProof="0">
                    <a:ln>
                      <a:noFill/>
                    </a:ln>
                    <a:solidFill>
                      <a:srgbClr val="070154"/>
                    </a:solidFill>
                    <a:effectLst/>
                    <a:uLnTx/>
                    <a:uFillTx/>
                    <a:latin typeface="Arial" panose="020B0604020202020204"/>
                    <a:ea typeface="+mn-ea"/>
                    <a:cs typeface="+mn-cs"/>
                  </a:endParaRPr>
                </a:p>
              </p:txBody>
            </p:sp>
            <p:sp>
              <p:nvSpPr>
                <p:cNvPr id="122" name="Flowchart: Decision 121">
                  <a:extLst>
                    <a:ext uri="{FF2B5EF4-FFF2-40B4-BE49-F238E27FC236}">
                      <a16:creationId xmlns:a16="http://schemas.microsoft.com/office/drawing/2014/main" id="{9C302D7A-4508-1030-0CB7-AFE4C88DEDF0}"/>
                    </a:ext>
                  </a:extLst>
                </p:cNvPr>
                <p:cNvSpPr/>
                <p:nvPr/>
              </p:nvSpPr>
              <p:spPr bwMode="auto">
                <a:xfrm>
                  <a:off x="8521901" y="4693693"/>
                  <a:ext cx="2987677" cy="701967"/>
                </a:xfrm>
                <a:prstGeom prst="flowChartDecision">
                  <a:avLst/>
                </a:prstGeom>
                <a:solidFill>
                  <a:schemeClr val="accent4"/>
                </a:solidFill>
                <a:ln>
                  <a:solidFill>
                    <a:schemeClr val="accent3"/>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kumimoji="0" lang="en-US" sz="1400" b="1" i="0" u="none" strike="noStrike" kern="1200" cap="none" spc="0" normalizeH="0" baseline="0" noProof="0">
                    <a:ln>
                      <a:noFill/>
                    </a:ln>
                    <a:solidFill>
                      <a:srgbClr val="070154"/>
                    </a:solidFill>
                    <a:effectLst/>
                    <a:uLnTx/>
                    <a:uFillTx/>
                    <a:latin typeface="Arial" panose="020B0604020202020204"/>
                    <a:ea typeface="+mn-ea"/>
                    <a:cs typeface="+mn-cs"/>
                  </a:endParaRPr>
                </a:p>
              </p:txBody>
            </p:sp>
            <p:sp>
              <p:nvSpPr>
                <p:cNvPr id="123" name="Flowchart: Decision 122">
                  <a:extLst>
                    <a:ext uri="{FF2B5EF4-FFF2-40B4-BE49-F238E27FC236}">
                      <a16:creationId xmlns:a16="http://schemas.microsoft.com/office/drawing/2014/main" id="{D5212669-0FF3-66D7-9B94-15495E707958}"/>
                    </a:ext>
                  </a:extLst>
                </p:cNvPr>
                <p:cNvSpPr/>
                <p:nvPr/>
              </p:nvSpPr>
              <p:spPr bwMode="auto">
                <a:xfrm>
                  <a:off x="8521901" y="4111320"/>
                  <a:ext cx="2987677" cy="701967"/>
                </a:xfrm>
                <a:prstGeom prst="flowChartDecision">
                  <a:avLst/>
                </a:prstGeom>
                <a:solidFill>
                  <a:schemeClr val="accent4"/>
                </a:solidFill>
                <a:ln>
                  <a:solidFill>
                    <a:schemeClr val="accent3"/>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algn="ctr">
                    <a:spcAft>
                      <a:spcPts val="0"/>
                    </a:spcAft>
                  </a:pPr>
                  <a:endParaRPr kumimoji="0" lang="en-US" sz="14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endParaRPr>
                </a:p>
              </p:txBody>
            </p:sp>
            <p:sp>
              <p:nvSpPr>
                <p:cNvPr id="124" name="Flowchart: Decision 123">
                  <a:extLst>
                    <a:ext uri="{FF2B5EF4-FFF2-40B4-BE49-F238E27FC236}">
                      <a16:creationId xmlns:a16="http://schemas.microsoft.com/office/drawing/2014/main" id="{E4DC8B3A-F297-A768-2BA8-6AEC084EBA9F}"/>
                    </a:ext>
                  </a:extLst>
                </p:cNvPr>
                <p:cNvSpPr/>
                <p:nvPr/>
              </p:nvSpPr>
              <p:spPr bwMode="auto">
                <a:xfrm>
                  <a:off x="11118921" y="5966406"/>
                  <a:ext cx="2987678" cy="701965"/>
                </a:xfrm>
                <a:prstGeom prst="flowChartDecision">
                  <a:avLst/>
                </a:prstGeom>
                <a:solidFill>
                  <a:schemeClr val="accent4"/>
                </a:solidFill>
                <a:ln>
                  <a:solidFill>
                    <a:schemeClr val="accent3"/>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kumimoji="0" lang="en-US" sz="14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endParaRPr>
                </a:p>
              </p:txBody>
            </p:sp>
            <p:sp>
              <p:nvSpPr>
                <p:cNvPr id="125" name="Flowchart: Decision 124">
                  <a:extLst>
                    <a:ext uri="{FF2B5EF4-FFF2-40B4-BE49-F238E27FC236}">
                      <a16:creationId xmlns:a16="http://schemas.microsoft.com/office/drawing/2014/main" id="{D82BDA61-292D-BE54-BA65-9146E0A8A8C5}"/>
                    </a:ext>
                  </a:extLst>
                </p:cNvPr>
                <p:cNvSpPr/>
                <p:nvPr/>
              </p:nvSpPr>
              <p:spPr bwMode="auto">
                <a:xfrm>
                  <a:off x="8533939" y="6632042"/>
                  <a:ext cx="2975642" cy="695605"/>
                </a:xfrm>
                <a:prstGeom prst="flowChartDecision">
                  <a:avLst/>
                </a:prstGeom>
                <a:solidFill>
                  <a:schemeClr val="accent4"/>
                </a:solidFill>
                <a:ln>
                  <a:solidFill>
                    <a:schemeClr val="accent3"/>
                  </a:solid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endParaRPr kumimoji="0" lang="en-US" sz="14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endParaRPr>
                </a:p>
              </p:txBody>
            </p:sp>
            <p:cxnSp>
              <p:nvCxnSpPr>
                <p:cNvPr id="126" name="Straight Arrow Connector 125">
                  <a:extLst>
                    <a:ext uri="{FF2B5EF4-FFF2-40B4-BE49-F238E27FC236}">
                      <a16:creationId xmlns:a16="http://schemas.microsoft.com/office/drawing/2014/main" id="{696D2621-0B76-338E-3D17-58CEB1EABBDD}"/>
                    </a:ext>
                  </a:extLst>
                </p:cNvPr>
                <p:cNvCxnSpPr>
                  <a:cxnSpLocks/>
                </p:cNvCxnSpPr>
                <p:nvPr/>
              </p:nvCxnSpPr>
              <p:spPr>
                <a:xfrm>
                  <a:off x="10765683" y="5824311"/>
                  <a:ext cx="1071997" cy="308110"/>
                </a:xfrm>
                <a:prstGeom prst="straightConnector1">
                  <a:avLst/>
                </a:prstGeom>
                <a:ln w="3175">
                  <a:solidFill>
                    <a:schemeClr val="tx1"/>
                  </a:solidFill>
                  <a:headEnd type="none"/>
                  <a:tailEnd type="arrow" w="sm" len="sm"/>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5E468B09-0142-CA29-7A3B-534A8EC63914}"/>
                    </a:ext>
                  </a:extLst>
                </p:cNvPr>
                <p:cNvCxnSpPr>
                  <a:cxnSpLocks/>
                  <a:stCxn id="121" idx="2"/>
                  <a:endCxn id="125" idx="0"/>
                </p:cNvCxnSpPr>
                <p:nvPr/>
              </p:nvCxnSpPr>
              <p:spPr>
                <a:xfrm>
                  <a:off x="10015742" y="6002739"/>
                  <a:ext cx="6018" cy="629304"/>
                </a:xfrm>
                <a:prstGeom prst="straightConnector1">
                  <a:avLst/>
                </a:prstGeom>
                <a:ln w="3175">
                  <a:solidFill>
                    <a:schemeClr val="tx1"/>
                  </a:solidFill>
                  <a:headEnd type="arrow" w="sm" len="sm"/>
                  <a:tailEnd type="arrow" w="sm" len="sm"/>
                </a:ln>
              </p:spPr>
              <p:style>
                <a:lnRef idx="1">
                  <a:schemeClr val="accent1"/>
                </a:lnRef>
                <a:fillRef idx="0">
                  <a:schemeClr val="accent1"/>
                </a:fillRef>
                <a:effectRef idx="0">
                  <a:schemeClr val="accent1"/>
                </a:effectRef>
                <a:fontRef idx="minor">
                  <a:schemeClr val="tx1"/>
                </a:fontRef>
              </p:style>
            </p:cxnSp>
          </p:grpSp>
          <p:sp>
            <p:nvSpPr>
              <p:cNvPr id="148" name="Rectangle 147">
                <a:extLst>
                  <a:ext uri="{FF2B5EF4-FFF2-40B4-BE49-F238E27FC236}">
                    <a16:creationId xmlns:a16="http://schemas.microsoft.com/office/drawing/2014/main" id="{45E4B0D0-3327-83EA-01F6-7BB56904A290}"/>
                  </a:ext>
                </a:extLst>
              </p:cNvPr>
              <p:cNvSpPr/>
              <p:nvPr/>
            </p:nvSpPr>
            <p:spPr bwMode="auto">
              <a:xfrm>
                <a:off x="620392" y="5120640"/>
                <a:ext cx="6970644" cy="1040130"/>
              </a:xfrm>
              <a:prstGeom prst="rect">
                <a:avLst/>
              </a:prstGeom>
              <a:solidFill>
                <a:schemeClr val="bg1">
                  <a:alpha val="20000"/>
                </a:schemeClr>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grpSp>
        <p:sp>
          <p:nvSpPr>
            <p:cNvPr id="80" name="TextBox 79">
              <a:extLst>
                <a:ext uri="{FF2B5EF4-FFF2-40B4-BE49-F238E27FC236}">
                  <a16:creationId xmlns:a16="http://schemas.microsoft.com/office/drawing/2014/main" id="{09FD7FB2-52FC-5418-02DE-831ECC3B7A7C}"/>
                </a:ext>
              </a:extLst>
            </p:cNvPr>
            <p:cNvSpPr txBox="1"/>
            <p:nvPr/>
          </p:nvSpPr>
          <p:spPr>
            <a:xfrm>
              <a:off x="482851" y="5434563"/>
              <a:ext cx="769545" cy="215444"/>
            </a:xfrm>
            <a:prstGeom prst="rect">
              <a:avLst/>
            </a:prstGeom>
            <a:noFill/>
          </p:spPr>
          <p:txBody>
            <a:bodyPr wrap="square" lIns="0" tIns="0" rIns="0" bIns="0">
              <a:spAutoFit/>
            </a:bodyPr>
            <a:lstStyle/>
            <a:p>
              <a:pPr algn="ctr">
                <a:spcAft>
                  <a:spcPts val="600"/>
                </a:spcAft>
                <a:tabLst/>
              </a:pPr>
              <a:r>
                <a:rPr lang="en-US" sz="1400" b="1"/>
                <a:t>DEV</a:t>
              </a:r>
            </a:p>
          </p:txBody>
        </p:sp>
        <p:sp>
          <p:nvSpPr>
            <p:cNvPr id="139" name="TextBox 138">
              <a:extLst>
                <a:ext uri="{FF2B5EF4-FFF2-40B4-BE49-F238E27FC236}">
                  <a16:creationId xmlns:a16="http://schemas.microsoft.com/office/drawing/2014/main" id="{289F6C35-E5A0-44A0-1BC3-BC118592171B}"/>
                </a:ext>
              </a:extLst>
            </p:cNvPr>
            <p:cNvSpPr txBox="1"/>
            <p:nvPr/>
          </p:nvSpPr>
          <p:spPr>
            <a:xfrm>
              <a:off x="509314" y="5084148"/>
              <a:ext cx="6384837" cy="153888"/>
            </a:xfrm>
            <a:prstGeom prst="rect">
              <a:avLst/>
            </a:prstGeom>
            <a:noFill/>
          </p:spPr>
          <p:txBody>
            <a:bodyPr wrap="square" lIns="0" tIns="0" rIns="0" bIns="0">
              <a:spAutoFit/>
            </a:bodyPr>
            <a:lstStyle/>
            <a:p>
              <a:pPr marL="9525" marR="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pPr>
              <a:r>
                <a:rPr kumimoji="0" lang="en-US" sz="1000" b="1" i="0" u="none" strike="noStrike" kern="1200" cap="none" normalizeH="0" baseline="0" noProof="0">
                  <a:ln>
                    <a:noFill/>
                  </a:ln>
                  <a:effectLst/>
                  <a:uLnTx/>
                  <a:uFillTx/>
                  <a:latin typeface="Arial" panose="020B0604020202020204"/>
                  <a:ea typeface="Roboto" panose="02000000000000000000" pitchFamily="2" charset="0"/>
                  <a:cs typeface="Segoe UI" panose="020B0502040204020203" pitchFamily="34" charset="0"/>
                </a:rPr>
                <a:t>ENVIRONMENT </a:t>
              </a:r>
              <a:r>
                <a:rPr lang="en-US" sz="1000" b="1">
                  <a:latin typeface="Arial" panose="020B0604020202020204"/>
                  <a:ea typeface="Roboto" panose="02000000000000000000" pitchFamily="2" charset="0"/>
                  <a:cs typeface="Segoe UI" panose="020B0502040204020203" pitchFamily="34" charset="0"/>
                </a:rPr>
                <a:t>SETUP</a:t>
              </a:r>
              <a:endParaRPr kumimoji="0" lang="en-US" sz="1000" b="1" i="0" u="none" strike="noStrike" kern="1200" cap="none" normalizeH="0" baseline="0" noProof="0">
                <a:ln>
                  <a:noFill/>
                </a:ln>
                <a:effectLst/>
                <a:uLnTx/>
                <a:uFillTx/>
                <a:latin typeface="Arial" panose="020B0604020202020204"/>
                <a:ea typeface="Roboto" panose="02000000000000000000" pitchFamily="2" charset="0"/>
                <a:cs typeface="Segoe UI" panose="020B0502040204020203" pitchFamily="34" charset="0"/>
              </a:endParaRPr>
            </a:p>
          </p:txBody>
        </p:sp>
        <p:sp>
          <p:nvSpPr>
            <p:cNvPr id="145" name="TextBox 144">
              <a:extLst>
                <a:ext uri="{FF2B5EF4-FFF2-40B4-BE49-F238E27FC236}">
                  <a16:creationId xmlns:a16="http://schemas.microsoft.com/office/drawing/2014/main" id="{8F937A41-64B8-232A-1573-801E665B0B3E}"/>
                </a:ext>
              </a:extLst>
            </p:cNvPr>
            <p:cNvSpPr txBox="1"/>
            <p:nvPr/>
          </p:nvSpPr>
          <p:spPr>
            <a:xfrm>
              <a:off x="2339197" y="5434563"/>
              <a:ext cx="769545" cy="215444"/>
            </a:xfrm>
            <a:prstGeom prst="rect">
              <a:avLst/>
            </a:prstGeom>
            <a:noFill/>
          </p:spPr>
          <p:txBody>
            <a:bodyPr wrap="square" lIns="0" tIns="0" rIns="0" bIns="0">
              <a:spAutoFit/>
            </a:bodyPr>
            <a:lstStyle/>
            <a:p>
              <a:pPr algn="ctr">
                <a:spcAft>
                  <a:spcPts val="600"/>
                </a:spcAft>
                <a:tabLst/>
              </a:pPr>
              <a:r>
                <a:rPr lang="en-US" sz="1400" b="1"/>
                <a:t>QA</a:t>
              </a:r>
            </a:p>
          </p:txBody>
        </p:sp>
        <p:sp>
          <p:nvSpPr>
            <p:cNvPr id="146" name="TextBox 145">
              <a:extLst>
                <a:ext uri="{FF2B5EF4-FFF2-40B4-BE49-F238E27FC236}">
                  <a16:creationId xmlns:a16="http://schemas.microsoft.com/office/drawing/2014/main" id="{78A18E00-6BC4-4490-1FAC-013A8B364A71}"/>
                </a:ext>
              </a:extLst>
            </p:cNvPr>
            <p:cNvSpPr txBox="1"/>
            <p:nvPr/>
          </p:nvSpPr>
          <p:spPr>
            <a:xfrm>
              <a:off x="4195543" y="5434563"/>
              <a:ext cx="769546" cy="215444"/>
            </a:xfrm>
            <a:prstGeom prst="rect">
              <a:avLst/>
            </a:prstGeom>
            <a:noFill/>
          </p:spPr>
          <p:txBody>
            <a:bodyPr wrap="square" lIns="0" tIns="0" rIns="0" bIns="0">
              <a:spAutoFit/>
            </a:bodyPr>
            <a:lstStyle/>
            <a:p>
              <a:pPr algn="ctr">
                <a:spcAft>
                  <a:spcPts val="600"/>
                </a:spcAft>
                <a:tabLst/>
              </a:pPr>
              <a:r>
                <a:rPr lang="en-US" sz="1400" b="1"/>
                <a:t>TEST</a:t>
              </a:r>
            </a:p>
          </p:txBody>
        </p:sp>
        <p:sp>
          <p:nvSpPr>
            <p:cNvPr id="147" name="TextBox 146">
              <a:extLst>
                <a:ext uri="{FF2B5EF4-FFF2-40B4-BE49-F238E27FC236}">
                  <a16:creationId xmlns:a16="http://schemas.microsoft.com/office/drawing/2014/main" id="{72F80CED-A61E-6932-E5F8-CA74BF981CDA}"/>
                </a:ext>
              </a:extLst>
            </p:cNvPr>
            <p:cNvSpPr txBox="1"/>
            <p:nvPr/>
          </p:nvSpPr>
          <p:spPr>
            <a:xfrm>
              <a:off x="6076384" y="5434563"/>
              <a:ext cx="769546" cy="215444"/>
            </a:xfrm>
            <a:prstGeom prst="rect">
              <a:avLst/>
            </a:prstGeom>
            <a:noFill/>
          </p:spPr>
          <p:txBody>
            <a:bodyPr wrap="square" lIns="0" tIns="0" rIns="0" bIns="0">
              <a:spAutoFit/>
            </a:bodyPr>
            <a:lstStyle/>
            <a:p>
              <a:pPr algn="ctr">
                <a:spcAft>
                  <a:spcPts val="600"/>
                </a:spcAft>
                <a:tabLst/>
              </a:pPr>
              <a:r>
                <a:rPr lang="en-US" sz="1400" b="1"/>
                <a:t>PROD</a:t>
              </a:r>
            </a:p>
          </p:txBody>
        </p:sp>
      </p:grpSp>
      <p:graphicFrame>
        <p:nvGraphicFramePr>
          <p:cNvPr id="5" name="Table 4">
            <a:extLst>
              <a:ext uri="{FF2B5EF4-FFF2-40B4-BE49-F238E27FC236}">
                <a16:creationId xmlns:a16="http://schemas.microsoft.com/office/drawing/2014/main" id="{DFCF3DA6-D097-AB96-58C2-1B86BC054C47}"/>
              </a:ext>
            </a:extLst>
          </p:cNvPr>
          <p:cNvGraphicFramePr>
            <a:graphicFrameLocks noGrp="1"/>
          </p:cNvGraphicFramePr>
          <p:nvPr/>
        </p:nvGraphicFramePr>
        <p:xfrm>
          <a:off x="11841036" y="194314"/>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RI</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
        <p:nvSpPr>
          <p:cNvPr id="11" name="Rectangle 10">
            <a:extLst>
              <a:ext uri="{FF2B5EF4-FFF2-40B4-BE49-F238E27FC236}">
                <a16:creationId xmlns:a16="http://schemas.microsoft.com/office/drawing/2014/main" id="{FD751619-DB2F-9159-E5C1-18859DB70AC5}"/>
              </a:ext>
            </a:extLst>
          </p:cNvPr>
          <p:cNvSpPr/>
          <p:nvPr/>
        </p:nvSpPr>
        <p:spPr bwMode="auto">
          <a:xfrm>
            <a:off x="4701709" y="1829487"/>
            <a:ext cx="5365487" cy="2489728"/>
          </a:xfrm>
          <a:prstGeom prst="rect">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rPr>
              <a:t>Update</a:t>
            </a:r>
          </a:p>
          <a:p>
            <a:pPr marL="9525" algn="ctr">
              <a:spcAft>
                <a:spcPts val="400"/>
              </a:spcAft>
            </a:pPr>
            <a:r>
              <a:rPr lang="en-US">
                <a:solidFill>
                  <a:schemeClr val="bg1"/>
                </a:solidFill>
              </a:rPr>
              <a:t>Phase Zero mobilization and baseline - First 30 days to validate the estate, existing performance suite, environments, datasets, priorities, telemetry, and acceptance measures.</a:t>
            </a: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14245671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2BE1751B-D176-1B8B-BAAA-3422BECCB92A}"/>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7" name="think-cell data - do not delete" hidden="1">
                        <a:extLst>
                          <a:ext uri="{FF2B5EF4-FFF2-40B4-BE49-F238E27FC236}">
                            <a16:creationId xmlns:a16="http://schemas.microsoft.com/office/drawing/2014/main" id="{2BE1751B-D176-1B8B-BAAA-3422BECCB92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Footer Placeholder 2">
            <a:extLst>
              <a:ext uri="{FF2B5EF4-FFF2-40B4-BE49-F238E27FC236}">
                <a16:creationId xmlns:a16="http://schemas.microsoft.com/office/drawing/2014/main" id="{DF2C46A3-1A50-4A25-66CA-0F66B8AF2D6D}"/>
              </a:ext>
            </a:extLst>
          </p:cNvPr>
          <p:cNvSpPr>
            <a:spLocks noGrp="1"/>
          </p:cNvSpPr>
          <p:nvPr>
            <p:ph type="ftr" sz="quarter" idx="24"/>
          </p:nvPr>
        </p:nvSpPr>
        <p:spPr/>
        <p:txBody>
          <a:bodyPr/>
          <a:lstStyle/>
          <a:p>
            <a:r>
              <a:rPr lang="en-US"/>
              <a:t>© 2026 West Monroe Partners | Reproduction and/or distribution without West Monroe Partners’ prior consent is prohibited.</a:t>
            </a:r>
          </a:p>
        </p:txBody>
      </p:sp>
      <p:sp>
        <p:nvSpPr>
          <p:cNvPr id="4" name="Slide Number Placeholder 3">
            <a:extLst>
              <a:ext uri="{FF2B5EF4-FFF2-40B4-BE49-F238E27FC236}">
                <a16:creationId xmlns:a16="http://schemas.microsoft.com/office/drawing/2014/main" id="{A1803EC0-A51E-8A34-5CA5-B536CE38614C}"/>
              </a:ext>
            </a:extLst>
          </p:cNvPr>
          <p:cNvSpPr>
            <a:spLocks noGrp="1"/>
          </p:cNvSpPr>
          <p:nvPr>
            <p:ph type="sldNum" sz="quarter" idx="25"/>
          </p:nvPr>
        </p:nvSpPr>
        <p:spPr/>
        <p:txBody>
          <a:bodyPr/>
          <a:lstStyle/>
          <a:p>
            <a:fld id="{63DCA5C9-2E11-4C67-86EB-AE1DE127DC64}" type="slidenum">
              <a:rPr lang="en-US" smtClean="0"/>
              <a:pPr/>
              <a:t>38</a:t>
            </a:fld>
            <a:endParaRPr lang="en-US"/>
          </a:p>
        </p:txBody>
      </p:sp>
      <p:sp>
        <p:nvSpPr>
          <p:cNvPr id="5" name="Title 4">
            <a:extLst>
              <a:ext uri="{FF2B5EF4-FFF2-40B4-BE49-F238E27FC236}">
                <a16:creationId xmlns:a16="http://schemas.microsoft.com/office/drawing/2014/main" id="{5897AA8C-7D8B-74C3-3F80-A252D0F63CC6}"/>
              </a:ext>
            </a:extLst>
          </p:cNvPr>
          <p:cNvSpPr>
            <a:spLocks noGrp="1"/>
          </p:cNvSpPr>
          <p:nvPr>
            <p:ph type="title"/>
          </p:nvPr>
        </p:nvSpPr>
        <p:spPr>
          <a:xfrm>
            <a:off x="463552" y="2593166"/>
            <a:ext cx="3471450" cy="2702668"/>
          </a:xfrm>
        </p:spPr>
        <p:txBody>
          <a:bodyPr vert="horz" rIns="0"/>
          <a:lstStyle/>
          <a:p>
            <a:r>
              <a:rPr lang="en-US" sz="2400"/>
              <a:t>Working with your team (and our AI-tools and your source code), we’ve </a:t>
            </a:r>
            <a:r>
              <a:rPr lang="en-US" sz="2400">
                <a:solidFill>
                  <a:schemeClr val="accent1"/>
                </a:solidFill>
              </a:rPr>
              <a:t>already identified </a:t>
            </a:r>
            <a:r>
              <a:rPr lang="en-US" sz="2400"/>
              <a:t>the functional and </a:t>
            </a:r>
            <a:br>
              <a:rPr lang="en-US" sz="2400"/>
            </a:br>
            <a:r>
              <a:rPr lang="en-US" sz="2400"/>
              <a:t>non-functional backlog that must be delivered.</a:t>
            </a:r>
          </a:p>
        </p:txBody>
      </p:sp>
      <p:sp>
        <p:nvSpPr>
          <p:cNvPr id="8" name="Rectangle 1">
            <a:extLst>
              <a:ext uri="{FF2B5EF4-FFF2-40B4-BE49-F238E27FC236}">
                <a16:creationId xmlns:a16="http://schemas.microsoft.com/office/drawing/2014/main" id="{0EF2092E-A05D-E056-0F24-43FC23322FEE}"/>
              </a:ext>
            </a:extLst>
          </p:cNvPr>
          <p:cNvSpPr>
            <a:spLocks noGrp="1" noChangeArrowheads="1"/>
          </p:cNvSpPr>
          <p:nvPr>
            <p:ph type="body" sz="quarter" idx="27"/>
          </p:nvPr>
        </p:nvSpPr>
        <p:spPr bwMode="auto">
          <a:xfrm>
            <a:off x="5274176" y="1020601"/>
            <a:ext cx="6454272" cy="2339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a:ln>
                  <a:noFill/>
                </a:ln>
                <a:solidFill>
                  <a:schemeClr val="tx2"/>
                </a:solidFill>
                <a:effectLst/>
                <a:latin typeface="Arial" panose="020B0604020202020204" pitchFamily="34" charset="0"/>
              </a:rPr>
              <a:t>545</a:t>
            </a:r>
            <a:r>
              <a:rPr kumimoji="0" lang="en-US" altLang="en-US" sz="1400" b="1" i="0" u="none" strike="noStrike" cap="none" normalizeH="0" baseline="0">
                <a:ln>
                  <a:noFill/>
                </a:ln>
                <a:solidFill>
                  <a:schemeClr val="tx2"/>
                </a:solidFill>
                <a:effectLst/>
                <a:latin typeface="Arial" panose="020B0604020202020204" pitchFamily="34" charset="0"/>
              </a:rPr>
              <a:t> </a:t>
            </a:r>
            <a:r>
              <a:rPr kumimoji="0" lang="en-US" altLang="en-US" sz="1400" b="1" i="0" u="none" strike="noStrike" cap="none" normalizeH="0" baseline="0">
                <a:ln>
                  <a:noFill/>
                </a:ln>
                <a:solidFill>
                  <a:schemeClr val="tx1"/>
                </a:solidFill>
                <a:effectLst/>
                <a:latin typeface="Arial" panose="020B0604020202020204" pitchFamily="34" charset="0"/>
              </a:rPr>
              <a:t>Total Functional Features</a:t>
            </a:r>
            <a:endParaRPr kumimoji="0" lang="en-US" altLang="en-US" sz="1400" b="0" i="0" u="none" strike="noStrike" cap="none" normalizeH="0" baseline="0">
              <a:ln>
                <a:noFill/>
              </a:ln>
              <a:solidFill>
                <a:schemeClr val="tx1"/>
              </a:solidFill>
              <a:effectLst/>
              <a:latin typeface="Arial" panose="020B0604020202020204" pitchFamily="34" charset="0"/>
            </a:endParaRPr>
          </a:p>
          <a:p>
            <a:pPr marL="287338" lvl="1" indent="-166688" eaLnBrk="0" fontAlgn="base" hangingPunct="0">
              <a:spcBef>
                <a:spcPct val="0"/>
              </a:spcBef>
              <a:spcAft>
                <a:spcPct val="0"/>
              </a:spcAft>
            </a:pPr>
            <a:r>
              <a:rPr kumimoji="0" lang="en-US" altLang="en-US" sz="1400" b="0" i="0" u="none" strike="noStrike" cap="none" normalizeH="0" baseline="0">
                <a:ln>
                  <a:noFill/>
                </a:ln>
                <a:solidFill>
                  <a:schemeClr val="tx1"/>
                </a:solidFill>
                <a:effectLst/>
              </a:rPr>
              <a:t>Fairly evenly split between WM (250) and Pantheon (235) contributions </a:t>
            </a:r>
            <a:br>
              <a:rPr kumimoji="0" lang="en-US" altLang="en-US" sz="1400" b="0" i="0" u="none" strike="noStrike" cap="none" normalizeH="0" baseline="0">
                <a:ln>
                  <a:noFill/>
                </a:ln>
                <a:solidFill>
                  <a:schemeClr val="tx1"/>
                </a:solidFill>
                <a:effectLst/>
              </a:rPr>
            </a:br>
            <a:r>
              <a:rPr kumimoji="0" lang="en-US" altLang="en-US" sz="1400" b="0" i="0" u="none" strike="noStrike" cap="none" normalizeH="0" baseline="0">
                <a:ln>
                  <a:noFill/>
                </a:ln>
                <a:solidFill>
                  <a:schemeClr val="tx1"/>
                </a:solidFill>
                <a:effectLst/>
              </a:rPr>
              <a:t>(not MECE)</a:t>
            </a:r>
          </a:p>
          <a:p>
            <a:pPr marL="287338" lvl="1" indent="-166688" eaLnBrk="0" fontAlgn="base" hangingPunct="0">
              <a:spcBef>
                <a:spcPct val="0"/>
              </a:spcBef>
              <a:spcAft>
                <a:spcPct val="0"/>
              </a:spcAft>
            </a:pPr>
            <a:r>
              <a:rPr lang="en-US" sz="1400"/>
              <a:t>Jointly identified scope: 51</a:t>
            </a:r>
          </a:p>
          <a:p>
            <a:pPr marL="287338" lvl="1" indent="-166688" eaLnBrk="0" fontAlgn="base" hangingPunct="0">
              <a:spcBef>
                <a:spcPct val="0"/>
              </a:spcBef>
              <a:spcAft>
                <a:spcPct val="0"/>
              </a:spcAft>
            </a:pPr>
            <a:r>
              <a:rPr kumimoji="0" lang="en-US" altLang="en-US" sz="1400" i="0" u="none" strike="noStrike" cap="none" normalizeH="0" baseline="0">
                <a:ln>
                  <a:noFill/>
                </a:ln>
                <a:solidFill>
                  <a:schemeClr val="tx1"/>
                </a:solidFill>
                <a:effectLst/>
              </a:rPr>
              <a:t>Broken up into 232 Epic</a:t>
            </a:r>
            <a:r>
              <a:rPr lang="en-US" altLang="en-US" sz="1400"/>
              <a:t>s</a:t>
            </a:r>
          </a:p>
          <a:p>
            <a:pPr marL="581025" lvl="1" indent="-285750" eaLnBrk="0" fontAlgn="base" hangingPunct="0">
              <a:spcBef>
                <a:spcPct val="0"/>
              </a:spcBef>
              <a:spcAft>
                <a:spcPct val="0"/>
              </a:spcAft>
            </a:pPr>
            <a:endParaRPr kumimoji="0" lang="en-US" altLang="en-US" sz="1400" b="1" i="0" u="none" strike="noStrike" cap="none" normalizeH="0" baseline="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a:ln>
                  <a:noFill/>
                </a:ln>
                <a:solidFill>
                  <a:schemeClr val="tx2"/>
                </a:solidFill>
                <a:effectLst/>
                <a:latin typeface="Arial" panose="020B0604020202020204" pitchFamily="34" charset="0"/>
              </a:rPr>
              <a:t>54</a:t>
            </a:r>
            <a:r>
              <a:rPr kumimoji="0" lang="en-US" altLang="en-US" sz="2400" b="1" i="0" u="none" strike="noStrike" cap="none" normalizeH="0" baseline="0">
                <a:ln>
                  <a:noFill/>
                </a:ln>
                <a:solidFill>
                  <a:schemeClr val="tx1"/>
                </a:solidFill>
                <a:effectLst/>
                <a:latin typeface="Arial" panose="020B0604020202020204" pitchFamily="34" charset="0"/>
              </a:rPr>
              <a:t> </a:t>
            </a:r>
            <a:r>
              <a:rPr kumimoji="0" lang="en-US" altLang="en-US" sz="1400" b="1" i="0" u="none" strike="noStrike" cap="none" normalizeH="0" baseline="0">
                <a:ln>
                  <a:noFill/>
                </a:ln>
                <a:solidFill>
                  <a:schemeClr val="tx1"/>
                </a:solidFill>
                <a:effectLst/>
                <a:latin typeface="Arial" panose="020B0604020202020204" pitchFamily="34" charset="0"/>
              </a:rPr>
              <a:t>Non-functional Requirements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400" b="1">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a:ln>
                  <a:noFill/>
                </a:ln>
                <a:solidFill>
                  <a:schemeClr val="tx1"/>
                </a:solidFill>
                <a:effectLst/>
                <a:latin typeface="Arial" panose="020B0604020202020204" pitchFamily="34" charset="0"/>
              </a:rPr>
              <a:t>All requirements are broken divided into </a:t>
            </a:r>
            <a:r>
              <a:rPr kumimoji="0" lang="en-US" altLang="en-US" sz="1400" b="1" i="0" u="none" strike="noStrike" cap="none" normalizeH="0" baseline="0">
                <a:ln>
                  <a:noFill/>
                </a:ln>
                <a:effectLst/>
                <a:latin typeface="Arial" panose="020B0604020202020204" pitchFamily="34" charset="0"/>
              </a:rPr>
              <a:t>20</a:t>
            </a:r>
            <a:r>
              <a:rPr kumimoji="0" lang="en-US" altLang="en-US" sz="1400" b="0" i="0" u="none" strike="noStrike" cap="none" normalizeH="0" baseline="0">
                <a:ln>
                  <a:noFill/>
                </a:ln>
                <a:solidFill>
                  <a:schemeClr val="tx1"/>
                </a:solidFill>
                <a:effectLst/>
                <a:latin typeface="Arial" panose="020B0604020202020204" pitchFamily="34" charset="0"/>
              </a:rPr>
              <a:t> </a:t>
            </a:r>
            <a:r>
              <a:rPr kumimoji="0" lang="en-US" altLang="en-US" sz="1400" b="1" i="0" u="none" strike="noStrike" cap="none" normalizeH="0" baseline="0">
                <a:ln>
                  <a:noFill/>
                </a:ln>
                <a:solidFill>
                  <a:schemeClr val="tx2"/>
                </a:solidFill>
                <a:effectLst/>
                <a:latin typeface="Arial" panose="020B0604020202020204" pitchFamily="34" charset="0"/>
              </a:rPr>
              <a:t>Business Capability Domains</a:t>
            </a:r>
            <a:endParaRPr kumimoji="0" lang="en-US" altLang="en-US" sz="1800" b="1" i="0" u="none" strike="noStrike" cap="none" normalizeH="0" baseline="0">
              <a:ln>
                <a:noFill/>
              </a:ln>
              <a:solidFill>
                <a:schemeClr val="tx2"/>
              </a:solidFill>
              <a:effectLst/>
              <a:latin typeface="Arial" panose="020B0604020202020204" pitchFamily="34" charset="0"/>
            </a:endParaRPr>
          </a:p>
        </p:txBody>
      </p:sp>
      <p:sp>
        <p:nvSpPr>
          <p:cNvPr id="6" name="Text Placeholder 5">
            <a:extLst>
              <a:ext uri="{FF2B5EF4-FFF2-40B4-BE49-F238E27FC236}">
                <a16:creationId xmlns:a16="http://schemas.microsoft.com/office/drawing/2014/main" id="{61791350-6ABC-1860-AFCD-1953FE888A45}"/>
              </a:ext>
            </a:extLst>
          </p:cNvPr>
          <p:cNvSpPr>
            <a:spLocks noGrp="1"/>
          </p:cNvSpPr>
          <p:nvPr>
            <p:ph type="body" sz="quarter" idx="19"/>
          </p:nvPr>
        </p:nvSpPr>
        <p:spPr/>
        <p:txBody>
          <a:bodyPr/>
          <a:lstStyle/>
          <a:p>
            <a:r>
              <a:rPr lang="en-US"/>
              <a:t>Scalable, secure &amp; maintainable enterprise architecture</a:t>
            </a:r>
          </a:p>
        </p:txBody>
      </p:sp>
      <p:sp>
        <p:nvSpPr>
          <p:cNvPr id="9" name="Content Placeholder 1">
            <a:extLst>
              <a:ext uri="{FF2B5EF4-FFF2-40B4-BE49-F238E27FC236}">
                <a16:creationId xmlns:a16="http://schemas.microsoft.com/office/drawing/2014/main" id="{92CC383E-336C-452F-0B92-FAAE11F969D4}"/>
              </a:ext>
            </a:extLst>
          </p:cNvPr>
          <p:cNvSpPr txBox="1">
            <a:spLocks noChangeArrowheads="1"/>
          </p:cNvSpPr>
          <p:nvPr/>
        </p:nvSpPr>
        <p:spPr bwMode="auto">
          <a:xfrm>
            <a:off x="5393934" y="3287785"/>
            <a:ext cx="6500117" cy="2702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2" rtlCol="0" anchor="ctr" anchorCtr="0" compatLnSpc="1">
            <a:prstTxWarp prst="textNoShape">
              <a:avLst/>
            </a:prstTxWarp>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500" kern="1200">
                <a:solidFill>
                  <a:schemeClr val="tx1"/>
                </a:solidFill>
                <a:latin typeface="+mn-lt"/>
                <a:ea typeface="+mn-ea"/>
                <a:cs typeface="+mn-cs"/>
              </a:defRPr>
            </a:lvl1pPr>
            <a:lvl2pPr marL="295275" indent="-295275" algn="l" defTabSz="914400" rtl="0" eaLnBrk="1" latinLnBrk="0" hangingPunct="1">
              <a:lnSpc>
                <a:spcPct val="100000"/>
              </a:lnSpc>
              <a:spcBef>
                <a:spcPts val="0"/>
              </a:spcBef>
              <a:spcAft>
                <a:spcPts val="600"/>
              </a:spcAft>
              <a:buFont typeface="Arial" panose="020B0604020202020204" pitchFamily="34" charset="0"/>
              <a:buChar char="•"/>
              <a:tabLst/>
              <a:defRPr sz="1500" kern="1200">
                <a:solidFill>
                  <a:schemeClr val="tx1"/>
                </a:solidFill>
                <a:latin typeface="+mn-lt"/>
                <a:ea typeface="+mn-ea"/>
                <a:cs typeface="+mn-cs"/>
              </a:defRPr>
            </a:lvl2pPr>
            <a:lvl3pPr marL="5669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3pPr>
            <a:lvl4pPr marL="9144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4pPr>
            <a:lvl5pPr marL="12618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5pPr>
            <a:lvl6pPr marL="16002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6pPr>
            <a:lvl7pPr marL="1938528"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7pPr>
            <a:lvl8pPr marL="2286000"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8pPr>
            <a:lvl9pPr marL="2633472" indent="-283464" algn="l" defTabSz="914400" rtl="0" eaLnBrk="1" latinLnBrk="0" hangingPunct="1">
              <a:lnSpc>
                <a:spcPct val="100000"/>
              </a:lnSpc>
              <a:spcBef>
                <a:spcPts val="0"/>
              </a:spcBef>
              <a:spcAft>
                <a:spcPts val="600"/>
              </a:spcAft>
              <a:buFont typeface="Arial" panose="020B0604020202020204" pitchFamily="34" charset="0"/>
              <a:buChar char="•"/>
              <a:defRPr sz="1500" kern="1200">
                <a:solidFill>
                  <a:schemeClr val="tx1"/>
                </a:solidFill>
                <a:latin typeface="+mn-lt"/>
                <a:ea typeface="+mn-ea"/>
                <a:cs typeface="+mn-cs"/>
              </a:defRPr>
            </a:lvl9pPr>
          </a:lstStyle>
          <a:p>
            <a:pPr marL="173736" indent="-173736" eaLnBrk="0" fontAlgn="base" hangingPunct="0">
              <a:spcBef>
                <a:spcPct val="0"/>
              </a:spcBef>
              <a:spcAft>
                <a:spcPct val="0"/>
              </a:spcAft>
              <a:buFont typeface="Arial" panose="020B0604020202020204" pitchFamily="34" charset="0"/>
              <a:buChar char="•"/>
            </a:pPr>
            <a:r>
              <a:rPr lang="en-US" altLang="en-US" sz="1400">
                <a:latin typeface="Arial" panose="020B0604020202020204" pitchFamily="34" charset="0"/>
              </a:rPr>
              <a:t>Customer Management</a:t>
            </a:r>
          </a:p>
          <a:p>
            <a:pPr marL="173736" indent="-173736" eaLnBrk="0" fontAlgn="base" hangingPunct="0">
              <a:spcBef>
                <a:spcPct val="0"/>
              </a:spcBef>
              <a:spcAft>
                <a:spcPct val="0"/>
              </a:spcAft>
              <a:buFont typeface="Arial" panose="020B0604020202020204" pitchFamily="34" charset="0"/>
              <a:buChar char="•"/>
            </a:pPr>
            <a:r>
              <a:rPr lang="en-US" altLang="en-US" sz="1400">
                <a:latin typeface="Arial" panose="020B0604020202020204" pitchFamily="34" charset="0"/>
              </a:rPr>
              <a:t>Order Management</a:t>
            </a:r>
          </a:p>
          <a:p>
            <a:pPr marL="173736" indent="-173736" eaLnBrk="0" fontAlgn="base" hangingPunct="0">
              <a:spcBef>
                <a:spcPct val="0"/>
              </a:spcBef>
              <a:spcAft>
                <a:spcPct val="0"/>
              </a:spcAft>
              <a:buFont typeface="Arial" panose="020B0604020202020204" pitchFamily="34" charset="0"/>
              <a:buChar char="•"/>
            </a:pPr>
            <a:r>
              <a:rPr lang="en-US" altLang="en-US" sz="1400">
                <a:latin typeface="Arial" panose="020B0604020202020204" pitchFamily="34" charset="0"/>
              </a:rPr>
              <a:t>Pricing</a:t>
            </a:r>
          </a:p>
          <a:p>
            <a:pPr marL="173736" indent="-173736" eaLnBrk="0" fontAlgn="base" hangingPunct="0">
              <a:spcBef>
                <a:spcPct val="0"/>
              </a:spcBef>
              <a:spcAft>
                <a:spcPct val="0"/>
              </a:spcAft>
              <a:buFont typeface="Arial" panose="020B0604020202020204" pitchFamily="34" charset="0"/>
              <a:buChar char="•"/>
            </a:pPr>
            <a:r>
              <a:rPr lang="en-US" altLang="en-US" sz="1400">
                <a:latin typeface="Arial" panose="020B0604020202020204" pitchFamily="34" charset="0"/>
              </a:rPr>
              <a:t>Complaint Tracking</a:t>
            </a:r>
          </a:p>
          <a:p>
            <a:pPr marL="173736" indent="-173736" eaLnBrk="0" fontAlgn="base" hangingPunct="0">
              <a:spcBef>
                <a:spcPct val="0"/>
              </a:spcBef>
              <a:spcAft>
                <a:spcPct val="0"/>
              </a:spcAft>
              <a:buFont typeface="Arial" panose="020B0604020202020204" pitchFamily="34" charset="0"/>
              <a:buChar char="•"/>
            </a:pPr>
            <a:r>
              <a:rPr lang="en-US" altLang="en-US" sz="1400">
                <a:latin typeface="Arial" panose="020B0604020202020204" pitchFamily="34" charset="0"/>
              </a:rPr>
              <a:t>Purchasing</a:t>
            </a:r>
          </a:p>
          <a:p>
            <a:pPr marL="173736" indent="-173736" eaLnBrk="0" fontAlgn="base" hangingPunct="0">
              <a:spcBef>
                <a:spcPct val="0"/>
              </a:spcBef>
              <a:spcAft>
                <a:spcPct val="0"/>
              </a:spcAft>
              <a:buFont typeface="Arial" panose="020B0604020202020204" pitchFamily="34" charset="0"/>
              <a:buChar char="•"/>
            </a:pPr>
            <a:r>
              <a:rPr lang="en-US" altLang="en-US" sz="1400">
                <a:latin typeface="Arial" panose="020B0604020202020204" pitchFamily="34" charset="0"/>
              </a:rPr>
              <a:t>Inventory</a:t>
            </a:r>
          </a:p>
          <a:p>
            <a:pPr marL="173736" indent="-173736" eaLnBrk="0" fontAlgn="base" hangingPunct="0">
              <a:spcBef>
                <a:spcPct val="0"/>
              </a:spcBef>
              <a:spcAft>
                <a:spcPct val="0"/>
              </a:spcAft>
              <a:buFont typeface="Arial" panose="020B0604020202020204" pitchFamily="34" charset="0"/>
              <a:buChar char="•"/>
            </a:pPr>
            <a:r>
              <a:rPr lang="en-US" altLang="en-US" sz="1400">
                <a:latin typeface="Arial" panose="020B0604020202020204" pitchFamily="34" charset="0"/>
              </a:rPr>
              <a:t>Warehouse</a:t>
            </a:r>
          </a:p>
          <a:p>
            <a:pPr marL="173736" indent="-173736" eaLnBrk="0" fontAlgn="base" hangingPunct="0">
              <a:spcBef>
                <a:spcPct val="0"/>
              </a:spcBef>
              <a:spcAft>
                <a:spcPct val="0"/>
              </a:spcAft>
              <a:buFont typeface="Arial" panose="020B0604020202020204" pitchFamily="34" charset="0"/>
              <a:buChar char="•"/>
            </a:pPr>
            <a:r>
              <a:rPr lang="en-US" altLang="en-US" sz="1400">
                <a:latin typeface="Arial" panose="020B0604020202020204" pitchFamily="34" charset="0"/>
              </a:rPr>
              <a:t>Toll Customer</a:t>
            </a:r>
          </a:p>
          <a:p>
            <a:pPr marL="173736" indent="-173736" eaLnBrk="0" fontAlgn="base" hangingPunct="0">
              <a:spcBef>
                <a:spcPct val="0"/>
              </a:spcBef>
              <a:spcAft>
                <a:spcPct val="0"/>
              </a:spcAft>
              <a:buFont typeface="Arial" panose="020B0604020202020204" pitchFamily="34" charset="0"/>
              <a:buChar char="•"/>
            </a:pPr>
            <a:r>
              <a:rPr lang="en-US" altLang="en-US" sz="1400">
                <a:latin typeface="Arial" panose="020B0604020202020204" pitchFamily="34" charset="0"/>
              </a:rPr>
              <a:t>Scheduling</a:t>
            </a:r>
          </a:p>
          <a:p>
            <a:pPr marL="173736" indent="-173736" eaLnBrk="0" fontAlgn="base" hangingPunct="0">
              <a:spcBef>
                <a:spcPct val="0"/>
              </a:spcBef>
              <a:spcAft>
                <a:spcPct val="0"/>
              </a:spcAft>
              <a:buFont typeface="Arial" panose="020B0604020202020204" pitchFamily="34" charset="0"/>
              <a:buChar char="•"/>
            </a:pPr>
            <a:r>
              <a:rPr lang="en-US" altLang="en-US" sz="1400">
                <a:latin typeface="Arial" panose="020B0604020202020204" pitchFamily="34" charset="0"/>
              </a:rPr>
              <a:t>QC Testing</a:t>
            </a:r>
          </a:p>
          <a:p>
            <a:pPr marL="173736" indent="-173736" eaLnBrk="0" fontAlgn="base" hangingPunct="0">
              <a:spcBef>
                <a:spcPct val="0"/>
              </a:spcBef>
              <a:spcAft>
                <a:spcPct val="0"/>
              </a:spcAft>
              <a:buFont typeface="Arial" panose="020B0604020202020204" pitchFamily="34" charset="0"/>
              <a:buChar char="•"/>
            </a:pPr>
            <a:r>
              <a:rPr lang="en-US" altLang="en-US" sz="1400">
                <a:latin typeface="Arial" panose="020B0604020202020204" pitchFamily="34" charset="0"/>
              </a:rPr>
              <a:t>MOTARS</a:t>
            </a:r>
          </a:p>
          <a:p>
            <a:pPr marL="173736" indent="-173736" eaLnBrk="0" fontAlgn="base" hangingPunct="0">
              <a:spcBef>
                <a:spcPct val="0"/>
              </a:spcBef>
              <a:spcAft>
                <a:spcPct val="0"/>
              </a:spcAft>
              <a:buFont typeface="Arial" panose="020B0604020202020204" pitchFamily="34" charset="0"/>
              <a:buChar char="•"/>
            </a:pPr>
            <a:r>
              <a:rPr lang="en-US" altLang="en-US" sz="1400">
                <a:latin typeface="Arial" panose="020B0604020202020204" pitchFamily="34" charset="0"/>
              </a:rPr>
              <a:t>Engineering</a:t>
            </a:r>
          </a:p>
          <a:p>
            <a:pPr marL="173736" indent="-173736" eaLnBrk="0" fontAlgn="base" hangingPunct="0">
              <a:spcBef>
                <a:spcPct val="0"/>
              </a:spcBef>
              <a:spcAft>
                <a:spcPct val="0"/>
              </a:spcAft>
              <a:buFont typeface="Arial" panose="020B0604020202020204" pitchFamily="34" charset="0"/>
              <a:buChar char="•"/>
            </a:pPr>
            <a:r>
              <a:rPr lang="en-US" altLang="en-US" sz="1400">
                <a:latin typeface="Arial" panose="020B0604020202020204" pitchFamily="34" charset="0"/>
              </a:rPr>
              <a:t>AP</a:t>
            </a:r>
          </a:p>
          <a:p>
            <a:pPr marL="173736" indent="-173736" eaLnBrk="0" fontAlgn="base" hangingPunct="0">
              <a:spcBef>
                <a:spcPct val="0"/>
              </a:spcBef>
              <a:spcAft>
                <a:spcPct val="0"/>
              </a:spcAft>
              <a:buFont typeface="Arial" panose="020B0604020202020204" pitchFamily="34" charset="0"/>
              <a:buChar char="•"/>
            </a:pPr>
            <a:r>
              <a:rPr lang="en-US" altLang="en-US" sz="1400">
                <a:latin typeface="Arial" panose="020B0604020202020204" pitchFamily="34" charset="0"/>
              </a:rPr>
              <a:t>AR</a:t>
            </a:r>
          </a:p>
          <a:p>
            <a:pPr marL="173736" indent="-173736" eaLnBrk="0" fontAlgn="base" hangingPunct="0">
              <a:spcBef>
                <a:spcPct val="0"/>
              </a:spcBef>
              <a:spcAft>
                <a:spcPct val="0"/>
              </a:spcAft>
              <a:buFont typeface="Arial" panose="020B0604020202020204" pitchFamily="34" charset="0"/>
              <a:buChar char="•"/>
            </a:pPr>
            <a:r>
              <a:rPr lang="en-US" altLang="en-US" sz="1400">
                <a:latin typeface="Arial" panose="020B0604020202020204" pitchFamily="34" charset="0"/>
              </a:rPr>
              <a:t>GL</a:t>
            </a:r>
          </a:p>
          <a:p>
            <a:pPr marL="173736" indent="-173736" eaLnBrk="0" fontAlgn="base" hangingPunct="0">
              <a:spcBef>
                <a:spcPct val="0"/>
              </a:spcBef>
              <a:spcAft>
                <a:spcPct val="0"/>
              </a:spcAft>
              <a:buFont typeface="Arial" panose="020B0604020202020204" pitchFamily="34" charset="0"/>
              <a:buChar char="•"/>
            </a:pPr>
            <a:r>
              <a:rPr lang="en-US" altLang="en-US" sz="1400">
                <a:latin typeface="Arial" panose="020B0604020202020204" pitchFamily="34" charset="0"/>
              </a:rPr>
              <a:t>Payroll</a:t>
            </a:r>
          </a:p>
          <a:p>
            <a:pPr marL="173736" indent="-173736" eaLnBrk="0" fontAlgn="base" hangingPunct="0">
              <a:spcBef>
                <a:spcPct val="0"/>
              </a:spcBef>
              <a:spcAft>
                <a:spcPct val="0"/>
              </a:spcAft>
              <a:buFont typeface="Arial" panose="020B0604020202020204" pitchFamily="34" charset="0"/>
              <a:buChar char="•"/>
            </a:pPr>
            <a:r>
              <a:rPr lang="en-US" altLang="en-US" sz="1400">
                <a:latin typeface="Arial" panose="020B0604020202020204" pitchFamily="34" charset="0"/>
              </a:rPr>
              <a:t>Reporting</a:t>
            </a:r>
          </a:p>
          <a:p>
            <a:pPr marL="173736" indent="-173736" eaLnBrk="0" fontAlgn="base" hangingPunct="0">
              <a:spcBef>
                <a:spcPct val="0"/>
              </a:spcBef>
              <a:spcAft>
                <a:spcPct val="0"/>
              </a:spcAft>
              <a:buFont typeface="Arial" panose="020B0604020202020204" pitchFamily="34" charset="0"/>
              <a:buChar char="•"/>
            </a:pPr>
            <a:r>
              <a:rPr lang="en-US" altLang="en-US" sz="1400">
                <a:latin typeface="Arial" panose="020B0604020202020204" pitchFamily="34" charset="0"/>
              </a:rPr>
              <a:t>Security &amp; Access Control</a:t>
            </a:r>
          </a:p>
          <a:p>
            <a:pPr marL="173736" indent="-173736" eaLnBrk="0" fontAlgn="base" hangingPunct="0">
              <a:spcBef>
                <a:spcPct val="0"/>
              </a:spcBef>
              <a:spcAft>
                <a:spcPct val="0"/>
              </a:spcAft>
              <a:buFont typeface="Arial" panose="020B0604020202020204" pitchFamily="34" charset="0"/>
              <a:buChar char="•"/>
            </a:pPr>
            <a:r>
              <a:rPr lang="en-US" altLang="en-US" sz="1400">
                <a:latin typeface="Arial" panose="020B0604020202020204" pitchFamily="34" charset="0"/>
              </a:rPr>
              <a:t>Error Handling &amp; Exceptions</a:t>
            </a:r>
          </a:p>
          <a:p>
            <a:pPr marL="173736" indent="-173736" eaLnBrk="0" fontAlgn="base" hangingPunct="0">
              <a:spcBef>
                <a:spcPct val="0"/>
              </a:spcBef>
              <a:spcAft>
                <a:spcPct val="0"/>
              </a:spcAft>
              <a:buFont typeface="Arial" panose="020B0604020202020204" pitchFamily="34" charset="0"/>
              <a:buChar char="•"/>
            </a:pPr>
            <a:r>
              <a:rPr lang="en-US" altLang="en-US" sz="1400">
                <a:latin typeface="Arial" panose="020B0604020202020204" pitchFamily="34" charset="0"/>
              </a:rPr>
              <a:t>System Administration &amp; Monitoring</a:t>
            </a:r>
          </a:p>
        </p:txBody>
      </p:sp>
      <p:graphicFrame>
        <p:nvGraphicFramePr>
          <p:cNvPr id="10" name="Table 9">
            <a:extLst>
              <a:ext uri="{FF2B5EF4-FFF2-40B4-BE49-F238E27FC236}">
                <a16:creationId xmlns:a16="http://schemas.microsoft.com/office/drawing/2014/main" id="{569EDCD5-7A80-4AAE-9A86-5BEA8666B187}"/>
              </a:ext>
            </a:extLst>
          </p:cNvPr>
          <p:cNvGraphicFramePr>
            <a:graphicFrameLocks noGrp="1"/>
          </p:cNvGraphicFramePr>
          <p:nvPr/>
        </p:nvGraphicFramePr>
        <p:xfrm>
          <a:off x="11841036" y="194314"/>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Ri</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
        <p:nvSpPr>
          <p:cNvPr id="12" name="Rectangle 11">
            <a:extLst>
              <a:ext uri="{FF2B5EF4-FFF2-40B4-BE49-F238E27FC236}">
                <a16:creationId xmlns:a16="http://schemas.microsoft.com/office/drawing/2014/main" id="{F7A50BE2-1E3F-9950-FE15-FCA1A8F672EF}"/>
              </a:ext>
            </a:extLst>
          </p:cNvPr>
          <p:cNvSpPr/>
          <p:nvPr/>
        </p:nvSpPr>
        <p:spPr bwMode="auto">
          <a:xfrm>
            <a:off x="2793824" y="2699636"/>
            <a:ext cx="5365487" cy="2489728"/>
          </a:xfrm>
          <a:prstGeom prst="rect">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rPr>
              <a:t>Update</a:t>
            </a:r>
          </a:p>
          <a:p>
            <a:pPr marL="9525" algn="ctr">
              <a:spcAft>
                <a:spcPts val="400"/>
              </a:spcAft>
            </a:pPr>
            <a:r>
              <a:rPr lang="en-US">
                <a:solidFill>
                  <a:schemeClr val="bg1"/>
                </a:solidFill>
              </a:rPr>
              <a:t>Modernization Factory- How priority workflows move from inventory through domain design, conversion, testing, parallel operation, rollout, and handoff. Including AI as an execution accelerator for analysis and coding. </a:t>
            </a:r>
          </a:p>
          <a:p>
            <a:pPr marL="9525" algn="ctr">
              <a:spcAft>
                <a:spcPts val="400"/>
              </a:spcAft>
            </a:pPr>
            <a:r>
              <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rPr>
              <a:t>Milestones could include: inventory, prioritize, prove, migrate, scale</a:t>
            </a:r>
          </a:p>
        </p:txBody>
      </p:sp>
    </p:spTree>
    <p:extLst>
      <p:ext uri="{BB962C8B-B14F-4D97-AF65-F5344CB8AC3E}">
        <p14:creationId xmlns:p14="http://schemas.microsoft.com/office/powerpoint/2010/main" val="29518669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EB201E8-B9C5-120C-D9F8-8BFB71E393AB}"/>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8289FB50-17A8-9602-DDF4-C0555005D60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8" name="think-cell data - do not delete" hidden="1">
                        <a:extLst>
                          <a:ext uri="{FF2B5EF4-FFF2-40B4-BE49-F238E27FC236}">
                            <a16:creationId xmlns:a16="http://schemas.microsoft.com/office/drawing/2014/main" id="{8289FB50-17A8-9602-DDF4-C0555005D60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65903DD6-9702-378F-35EB-3E6E9BBA0378}"/>
              </a:ext>
            </a:extLst>
          </p:cNvPr>
          <p:cNvSpPr>
            <a:spLocks noGrp="1" noRot="1" noMove="1" noResize="1" noEditPoints="1" noAdjustHandles="1" noChangeArrowheads="1" noChangeShapeType="1"/>
          </p:cNvSpPr>
          <p:nvPr/>
        </p:nvSpPr>
        <p:spPr bwMode="auto">
          <a:xfrm>
            <a:off x="4607169" y="803868"/>
            <a:ext cx="7584832" cy="4963886"/>
          </a:xfrm>
          <a:prstGeom prst="rect">
            <a:avLst/>
          </a:prstGeom>
          <a:solidFill>
            <a:schemeClr val="accent4"/>
          </a:solidFill>
          <a:ln>
            <a:noFill/>
          </a:ln>
          <a:effectLst/>
        </p:spPr>
        <p:txBody>
          <a:bodyPr rot="0" spcFirstLastPara="0" vertOverflow="overflow" horzOverflow="overflow" vert="horz" wrap="square" lIns="182880" tIns="182880" rIns="91440" bIns="91440" numCol="1" spcCol="0" rtlCol="0" fromWordArt="0" anchor="t"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1" i="0" u="none" strike="noStrike" kern="1200" cap="none" spc="0" normalizeH="0" baseline="0" noProof="0">
                <a:ln>
                  <a:noFill/>
                </a:ln>
                <a:effectLst/>
                <a:uLnTx/>
                <a:uFillTx/>
                <a:latin typeface="Arial" panose="020B0604020202020204"/>
                <a:ea typeface="Roboto" panose="02000000000000000000" pitchFamily="2" charset="0"/>
                <a:cs typeface="Segoe UI" panose="020B0502040204020203" pitchFamily="34" charset="0"/>
              </a:rPr>
              <a:t>Conceptual Future State Architecture</a:t>
            </a:r>
          </a:p>
        </p:txBody>
      </p:sp>
      <p:sp>
        <p:nvSpPr>
          <p:cNvPr id="2" name="Footer Placeholder 1">
            <a:extLst>
              <a:ext uri="{FF2B5EF4-FFF2-40B4-BE49-F238E27FC236}">
                <a16:creationId xmlns:a16="http://schemas.microsoft.com/office/drawing/2014/main" id="{C4B4F00D-E7C3-D4A5-C482-BD1154AE4383}"/>
              </a:ext>
            </a:extLst>
          </p:cNvPr>
          <p:cNvSpPr>
            <a:spLocks noGrp="1"/>
          </p:cNvSpPr>
          <p:nvPr>
            <p:ph type="ftr" sz="quarter" idx="24"/>
          </p:nvPr>
        </p:nvSpPr>
        <p:spPr/>
        <p:txBody>
          <a:bodyPr/>
          <a:lstStyle/>
          <a:p>
            <a:r>
              <a:rPr lang="en-US"/>
              <a:t>© 2026 West Monroe Partners | Reproduction and/or distribution without West Monroe Partners’ prior consent is prohibited.</a:t>
            </a:r>
          </a:p>
        </p:txBody>
      </p:sp>
      <p:sp>
        <p:nvSpPr>
          <p:cNvPr id="3" name="Slide Number Placeholder 2">
            <a:extLst>
              <a:ext uri="{FF2B5EF4-FFF2-40B4-BE49-F238E27FC236}">
                <a16:creationId xmlns:a16="http://schemas.microsoft.com/office/drawing/2014/main" id="{91F5498E-508A-2CFF-3DB5-4C892E07A861}"/>
              </a:ext>
            </a:extLst>
          </p:cNvPr>
          <p:cNvSpPr>
            <a:spLocks noGrp="1"/>
          </p:cNvSpPr>
          <p:nvPr>
            <p:ph type="sldNum" sz="quarter" idx="25"/>
          </p:nvPr>
        </p:nvSpPr>
        <p:spPr/>
        <p:txBody>
          <a:bodyPr/>
          <a:lstStyle/>
          <a:p>
            <a:fld id="{63DCA5C9-2E11-4C67-86EB-AE1DE127DC64}" type="slidenum">
              <a:rPr lang="en-US" smtClean="0"/>
              <a:pPr/>
              <a:t>39</a:t>
            </a:fld>
            <a:endParaRPr lang="en-US"/>
          </a:p>
        </p:txBody>
      </p:sp>
      <p:sp>
        <p:nvSpPr>
          <p:cNvPr id="4" name="Title 3">
            <a:extLst>
              <a:ext uri="{FF2B5EF4-FFF2-40B4-BE49-F238E27FC236}">
                <a16:creationId xmlns:a16="http://schemas.microsoft.com/office/drawing/2014/main" id="{0400922C-9750-FC17-1AE9-8756CFB8C7A0}"/>
              </a:ext>
            </a:extLst>
          </p:cNvPr>
          <p:cNvSpPr>
            <a:spLocks noGrp="1"/>
          </p:cNvSpPr>
          <p:nvPr>
            <p:ph type="title"/>
          </p:nvPr>
        </p:nvSpPr>
        <p:spPr>
          <a:xfrm>
            <a:off x="460372" y="640815"/>
            <a:ext cx="3860647" cy="2826299"/>
          </a:xfrm>
        </p:spPr>
        <p:txBody>
          <a:bodyPr vert="horz" rIns="0"/>
          <a:lstStyle/>
          <a:p>
            <a:r>
              <a:rPr lang="en-US" sz="1800" b="0"/>
              <a:t>We’ll design and </a:t>
            </a:r>
            <a:br>
              <a:rPr lang="en-US" sz="1800" b="0"/>
            </a:br>
            <a:r>
              <a:rPr lang="en-US" sz="1800" b="0"/>
              <a:t>co-develop a scalable, flexible solution that will </a:t>
            </a:r>
            <a:r>
              <a:rPr lang="en-US" sz="1800"/>
              <a:t>help enable </a:t>
            </a:r>
            <a:r>
              <a:rPr lang="en-US" sz="1800" err="1"/>
              <a:t>Eaglesoft</a:t>
            </a:r>
            <a:r>
              <a:rPr lang="en-US" sz="1800"/>
              <a:t> to transition from a database-coupled PowerBuilder architecture to a governed service and domain architecture </a:t>
            </a:r>
            <a:r>
              <a:rPr lang="en-US" sz="1800" b="0"/>
              <a:t>that supports modernization and future browser-based deployment..</a:t>
            </a:r>
          </a:p>
        </p:txBody>
      </p:sp>
      <p:sp>
        <p:nvSpPr>
          <p:cNvPr id="5" name="Text Placeholder 4">
            <a:extLst>
              <a:ext uri="{FF2B5EF4-FFF2-40B4-BE49-F238E27FC236}">
                <a16:creationId xmlns:a16="http://schemas.microsoft.com/office/drawing/2014/main" id="{517855CA-C88F-954B-D999-7A8252D3D5D8}"/>
              </a:ext>
            </a:extLst>
          </p:cNvPr>
          <p:cNvSpPr>
            <a:spLocks noGrp="1"/>
          </p:cNvSpPr>
          <p:nvPr>
            <p:ph type="body" sz="quarter" idx="19"/>
          </p:nvPr>
        </p:nvSpPr>
        <p:spPr/>
        <p:txBody>
          <a:bodyPr/>
          <a:lstStyle/>
          <a:p>
            <a:r>
              <a:rPr lang="en-US"/>
              <a:t>Scalable, secure &amp; maintainable enterprise architecture</a:t>
            </a:r>
          </a:p>
        </p:txBody>
      </p:sp>
      <p:sp>
        <p:nvSpPr>
          <p:cNvPr id="7" name="TextBox 6">
            <a:extLst>
              <a:ext uri="{FF2B5EF4-FFF2-40B4-BE49-F238E27FC236}">
                <a16:creationId xmlns:a16="http://schemas.microsoft.com/office/drawing/2014/main" id="{0E3128D1-5694-4491-1C3B-E4A4C1ED5DF0}"/>
              </a:ext>
            </a:extLst>
          </p:cNvPr>
          <p:cNvSpPr txBox="1"/>
          <p:nvPr/>
        </p:nvSpPr>
        <p:spPr>
          <a:xfrm>
            <a:off x="460372" y="3542470"/>
            <a:ext cx="3544068" cy="2431435"/>
          </a:xfrm>
          <a:prstGeom prst="rect">
            <a:avLst/>
          </a:prstGeom>
          <a:noFill/>
        </p:spPr>
        <p:txBody>
          <a:bodyPr wrap="square" lIns="0" tIns="0" rIns="0" bIns="0">
            <a:spAutoFit/>
          </a:bodyPr>
          <a:lstStyle/>
          <a:p>
            <a:pPr>
              <a:spcAft>
                <a:spcPts val="1200"/>
              </a:spcAft>
            </a:pPr>
            <a:r>
              <a:rPr lang="en-US" sz="1200">
                <a:solidFill>
                  <a:schemeClr val="tx1"/>
                </a:solidFill>
              </a:rPr>
              <a:t>We’ll work </a:t>
            </a:r>
            <a:r>
              <a:rPr lang="en-US" sz="1200" b="1">
                <a:solidFill>
                  <a:schemeClr val="tx2"/>
                </a:solidFill>
              </a:rPr>
              <a:t>hand-in-hand with you </a:t>
            </a:r>
            <a:r>
              <a:rPr lang="en-US" sz="1200">
                <a:solidFill>
                  <a:schemeClr val="tx1"/>
                </a:solidFill>
              </a:rPr>
              <a:t>to design a future-state architecture that: </a:t>
            </a:r>
          </a:p>
          <a:p>
            <a:pPr marL="169863" indent="-169863">
              <a:spcAft>
                <a:spcPts val="1200"/>
              </a:spcAft>
              <a:buFont typeface="Arial" panose="020B0604020202020204" pitchFamily="34" charset="0"/>
              <a:buChar char="•"/>
            </a:pPr>
            <a:r>
              <a:rPr lang="en-US" sz="1200"/>
              <a:t>Removes direct database access from PowerBuilder</a:t>
            </a:r>
          </a:p>
          <a:p>
            <a:pPr marL="169863" indent="-169863">
              <a:spcAft>
                <a:spcPts val="1200"/>
              </a:spcAft>
              <a:buFont typeface="Arial" panose="020B0604020202020204" pitchFamily="34" charset="0"/>
              <a:buChar char="•"/>
            </a:pPr>
            <a:r>
              <a:rPr lang="en-US" sz="1200"/>
              <a:t>Introduces a stable service/API boundary</a:t>
            </a:r>
          </a:p>
          <a:p>
            <a:pPr marL="169863" indent="-169863">
              <a:spcAft>
                <a:spcPts val="1200"/>
              </a:spcAft>
              <a:buFont typeface="Arial" panose="020B0604020202020204" pitchFamily="34" charset="0"/>
              <a:buChar char="•"/>
            </a:pPr>
            <a:r>
              <a:rPr lang="en-US" sz="1200"/>
              <a:t>Establishes a domain-oriented application layer</a:t>
            </a:r>
          </a:p>
          <a:p>
            <a:pPr marL="169863" indent="-169863">
              <a:spcAft>
                <a:spcPts val="1200"/>
              </a:spcAft>
              <a:buFont typeface="Arial" panose="020B0604020202020204" pitchFamily="34" charset="0"/>
              <a:buChar char="•"/>
            </a:pPr>
            <a:r>
              <a:rPr lang="en-US" sz="1200"/>
              <a:t>Centralizes and governs PostgreSQL data access</a:t>
            </a:r>
          </a:p>
          <a:p>
            <a:pPr marL="169863" indent="-169863">
              <a:spcAft>
                <a:spcPts val="1200"/>
              </a:spcAft>
              <a:buFont typeface="Arial" panose="020B0604020202020204" pitchFamily="34" charset="0"/>
              <a:buChar char="•"/>
            </a:pPr>
            <a:r>
              <a:rPr lang="en-US" sz="1200">
                <a:solidFill>
                  <a:schemeClr val="tx1"/>
                </a:solidFill>
              </a:rPr>
              <a:t>Among other changes to </a:t>
            </a:r>
            <a:r>
              <a:rPr lang="en-US" sz="1200"/>
              <a:t>enable future scalability and security </a:t>
            </a:r>
            <a:endParaRPr lang="en-US" sz="1200">
              <a:solidFill>
                <a:schemeClr val="tx1"/>
              </a:solidFill>
            </a:endParaRPr>
          </a:p>
        </p:txBody>
      </p:sp>
      <p:graphicFrame>
        <p:nvGraphicFramePr>
          <p:cNvPr id="9" name="Table 8">
            <a:extLst>
              <a:ext uri="{FF2B5EF4-FFF2-40B4-BE49-F238E27FC236}">
                <a16:creationId xmlns:a16="http://schemas.microsoft.com/office/drawing/2014/main" id="{4FE147B1-9EE8-18E9-85A2-60FBC78D2B57}"/>
              </a:ext>
            </a:extLst>
          </p:cNvPr>
          <p:cNvGraphicFramePr>
            <a:graphicFrameLocks noGrp="1"/>
          </p:cNvGraphicFramePr>
          <p:nvPr/>
        </p:nvGraphicFramePr>
        <p:xfrm>
          <a:off x="11841036" y="194314"/>
          <a:ext cx="3297630" cy="1356360"/>
        </p:xfrm>
        <a:graphic>
          <a:graphicData uri="http://schemas.openxmlformats.org/drawingml/2006/table">
            <a:tbl>
              <a:tblPr/>
              <a:tblGrid>
                <a:gridCol w="396240">
                  <a:extLst>
                    <a:ext uri="{9D8B030D-6E8A-4147-A177-3AD203B41FA5}">
                      <a16:colId xmlns:a16="http://schemas.microsoft.com/office/drawing/2014/main" val="3018807672"/>
                    </a:ext>
                  </a:extLst>
                </a:gridCol>
                <a:gridCol w="870195">
                  <a:extLst>
                    <a:ext uri="{9D8B030D-6E8A-4147-A177-3AD203B41FA5}">
                      <a16:colId xmlns:a16="http://schemas.microsoft.com/office/drawing/2014/main" val="2468947119"/>
                    </a:ext>
                  </a:extLst>
                </a:gridCol>
                <a:gridCol w="541938">
                  <a:extLst>
                    <a:ext uri="{9D8B030D-6E8A-4147-A177-3AD203B41FA5}">
                      <a16:colId xmlns:a16="http://schemas.microsoft.com/office/drawing/2014/main" val="1212878472"/>
                    </a:ext>
                  </a:extLst>
                </a:gridCol>
                <a:gridCol w="971411">
                  <a:extLst>
                    <a:ext uri="{9D8B030D-6E8A-4147-A177-3AD203B41FA5}">
                      <a16:colId xmlns:a16="http://schemas.microsoft.com/office/drawing/2014/main" val="3565351485"/>
                    </a:ext>
                  </a:extLst>
                </a:gridCol>
                <a:gridCol w="517846">
                  <a:extLst>
                    <a:ext uri="{9D8B030D-6E8A-4147-A177-3AD203B41FA5}">
                      <a16:colId xmlns:a16="http://schemas.microsoft.com/office/drawing/2014/main" val="1827473007"/>
                    </a:ext>
                  </a:extLst>
                </a:gridCol>
              </a:tblGrid>
              <a:tr h="259080">
                <a:tc rowSpan="5">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1400" b="1" i="0">
                          <a:solidFill>
                            <a:srgbClr val="FFFFFF"/>
                          </a:solidFill>
                          <a:effectLst/>
                          <a:latin typeface="+mn-lt"/>
                        </a:rPr>
                        <a:t>Status</a:t>
                      </a:r>
                      <a:endParaRPr lang="en-US" b="1" i="0">
                        <a:solidFill>
                          <a:srgbClr val="FFFFFF"/>
                        </a:solidFill>
                        <a:effectLst/>
                        <a:latin typeface="+mn-lt"/>
                      </a:endParaRPr>
                    </a:p>
                  </a:txBody>
                  <a:tcPr vert="vert27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base"/>
                      <a:r>
                        <a:rPr lang="en-US" b="1" i="0">
                          <a:solidFill>
                            <a:srgbClr val="FFFFFF"/>
                          </a:solidFill>
                          <a:effectLst/>
                          <a:latin typeface="+mn-lt"/>
                        </a:rPr>
                        <a:t>Drew / Jim </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98510834"/>
                  </a:ext>
                </a:extLst>
              </a:tr>
              <a:tr h="147859">
                <a:tc vMerge="1">
                  <a:txBody>
                    <a:bodyPr/>
                    <a:lstStyle/>
                    <a:p>
                      <a:endParaRPr lang="en-US"/>
                    </a:p>
                  </a:txBody>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rgbClr val="FFFFFF"/>
                          </a:solidFill>
                          <a:effectLst/>
                          <a:latin typeface="+mn-lt"/>
                        </a:rPr>
                        <a:t>Not Started</a:t>
                      </a:r>
                      <a:r>
                        <a:rPr lang="en-US" sz="900" b="0" i="0">
                          <a:solidFill>
                            <a:srgbClr val="797979"/>
                          </a:solidFill>
                          <a:effectLst/>
                          <a:latin typeface="+mn-lt"/>
                        </a:rPr>
                        <a:t>​</a:t>
                      </a:r>
                      <a:endParaRPr lang="en-US" b="0" i="0">
                        <a:solidFill>
                          <a:srgbClr val="797979"/>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2C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WIP</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700"/>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tx1"/>
                          </a:solidFill>
                          <a:effectLst/>
                          <a:latin typeface="+mn-lt"/>
                        </a:rPr>
                        <a:t>Complete</a:t>
                      </a:r>
                      <a:r>
                        <a:rPr lang="en-US" sz="900" b="0" i="0">
                          <a:solidFill>
                            <a:schemeClr val="tx1"/>
                          </a:solidFill>
                          <a:effectLst/>
                          <a:latin typeface="+mn-lt"/>
                        </a:rPr>
                        <a:t>​</a:t>
                      </a:r>
                      <a:endParaRPr lang="en-US" b="0" i="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DD566"/>
                    </a:solidFill>
                  </a:tcPr>
                </a:tc>
                <a:tc>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ctr" fontAlgn="base"/>
                      <a:r>
                        <a:rPr lang="en-US" sz="900" b="1" i="0">
                          <a:solidFill>
                            <a:schemeClr val="bg1"/>
                          </a:solidFill>
                          <a:effectLst/>
                          <a:latin typeface="+mn-lt"/>
                        </a:rPr>
                        <a:t>QA’d</a:t>
                      </a:r>
                      <a:r>
                        <a:rPr lang="en-US" sz="900" b="0" i="0">
                          <a:solidFill>
                            <a:schemeClr val="bg1"/>
                          </a:solidFill>
                          <a:effectLst/>
                          <a:latin typeface="+mn-lt"/>
                        </a:rPr>
                        <a:t>​</a:t>
                      </a:r>
                      <a:endParaRPr lang="en-US" b="0" i="0">
                        <a:solidFill>
                          <a:schemeClr val="bg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85761993"/>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​Notes</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7867786"/>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54614897"/>
                  </a:ext>
                </a:extLst>
              </a:tr>
              <a:tr h="167640">
                <a:tc vMerge="1">
                  <a:txBody>
                    <a:bodyPr/>
                    <a:lstStyle/>
                    <a:p>
                      <a:endParaRPr lang="en-US"/>
                    </a:p>
                  </a:txBody>
                  <a:tcPr/>
                </a:tc>
                <a:tc gridSpan="4">
                  <a:txBody>
                    <a:bodyPr/>
                    <a:lstStyle>
                      <a:lvl1pPr marL="0" algn="l" defTabSz="914400" rtl="0" eaLnBrk="1" latinLnBrk="0" hangingPunct="1">
                        <a:defRPr sz="1400" kern="1200">
                          <a:solidFill>
                            <a:schemeClr val="tx1"/>
                          </a:solidFill>
                          <a:latin typeface="Segoe UI"/>
                        </a:defRPr>
                      </a:lvl1pPr>
                      <a:lvl2pPr marL="457200" algn="l" defTabSz="914400" rtl="0" eaLnBrk="1" latinLnBrk="0" hangingPunct="1">
                        <a:defRPr sz="1400" kern="1200">
                          <a:solidFill>
                            <a:schemeClr val="tx1"/>
                          </a:solidFill>
                          <a:latin typeface="Segoe UI"/>
                        </a:defRPr>
                      </a:lvl2pPr>
                      <a:lvl3pPr marL="914400" algn="l" defTabSz="914400" rtl="0" eaLnBrk="1" latinLnBrk="0" hangingPunct="1">
                        <a:defRPr sz="1400" kern="1200">
                          <a:solidFill>
                            <a:schemeClr val="tx1"/>
                          </a:solidFill>
                          <a:latin typeface="Segoe UI"/>
                        </a:defRPr>
                      </a:lvl3pPr>
                      <a:lvl4pPr marL="1371600" algn="l" defTabSz="914400" rtl="0" eaLnBrk="1" latinLnBrk="0" hangingPunct="1">
                        <a:defRPr sz="1400" kern="1200">
                          <a:solidFill>
                            <a:schemeClr val="tx1"/>
                          </a:solidFill>
                          <a:latin typeface="Segoe UI"/>
                        </a:defRPr>
                      </a:lvl4pPr>
                      <a:lvl5pPr marL="1828800" algn="l" defTabSz="914400" rtl="0" eaLnBrk="1" latinLnBrk="0" hangingPunct="1">
                        <a:defRPr sz="1400" kern="1200">
                          <a:solidFill>
                            <a:schemeClr val="tx1"/>
                          </a:solidFill>
                          <a:latin typeface="Segoe UI"/>
                        </a:defRPr>
                      </a:lvl5pPr>
                      <a:lvl6pPr marL="2286000" algn="l" defTabSz="914400" rtl="0" eaLnBrk="1" latinLnBrk="0" hangingPunct="1">
                        <a:defRPr sz="1400" kern="1200">
                          <a:solidFill>
                            <a:schemeClr val="tx1"/>
                          </a:solidFill>
                          <a:latin typeface="Segoe UI"/>
                        </a:defRPr>
                      </a:lvl6pPr>
                      <a:lvl7pPr marL="2743200" algn="l" defTabSz="914400" rtl="0" eaLnBrk="1" latinLnBrk="0" hangingPunct="1">
                        <a:defRPr sz="1400" kern="1200">
                          <a:solidFill>
                            <a:schemeClr val="tx1"/>
                          </a:solidFill>
                          <a:latin typeface="Segoe UI"/>
                        </a:defRPr>
                      </a:lvl7pPr>
                      <a:lvl8pPr marL="3200400" algn="l" defTabSz="914400" rtl="0" eaLnBrk="1" latinLnBrk="0" hangingPunct="1">
                        <a:defRPr sz="1400" kern="1200">
                          <a:solidFill>
                            <a:schemeClr val="tx1"/>
                          </a:solidFill>
                          <a:latin typeface="Segoe UI"/>
                        </a:defRPr>
                      </a:lvl8pPr>
                      <a:lvl9pPr marL="3657600" algn="l" defTabSz="914400" rtl="0" eaLnBrk="1" latinLnBrk="0" hangingPunct="1">
                        <a:defRPr sz="1400" kern="1200">
                          <a:solidFill>
                            <a:schemeClr val="tx1"/>
                          </a:solidFill>
                          <a:latin typeface="Segoe UI"/>
                        </a:defRPr>
                      </a:lvl9pPr>
                    </a:lstStyle>
                    <a:p>
                      <a:pPr algn="l" fontAlgn="auto"/>
                      <a:r>
                        <a:rPr lang="en-US" sz="1200" b="0" i="0">
                          <a:solidFill>
                            <a:schemeClr val="tx1"/>
                          </a:solidFill>
                          <a:effectLst/>
                          <a:latin typeface="+mn-lt"/>
                        </a:rPr>
                        <a:t>​</a:t>
                      </a:r>
                    </a:p>
                  </a:txBody>
                  <a:tcPr>
                    <a:lnL w="12700" cap="flat" cmpd="sng" algn="ctr">
                      <a:solidFill>
                        <a:srgbClr val="FFFFFF"/>
                      </a:solidFill>
                      <a:prstDash val="solid"/>
                      <a:round/>
                      <a:headEnd type="none" w="med" len="med"/>
                      <a:tailEnd type="none" w="med" len="med"/>
                    </a:lnL>
                    <a:lnR w="11460" cap="flat" cmpd="sng" algn="ctr">
                      <a:solidFill>
                        <a:srgbClr val="FFFFFF"/>
                      </a:solidFill>
                      <a:prstDash val="solid"/>
                      <a:round/>
                      <a:headEnd type="none" w="med" len="med"/>
                      <a:tailEnd type="none" w="med" len="med"/>
                    </a:lnR>
                    <a:lnT w="11460" cap="flat" cmpd="sng" algn="ctr">
                      <a:solidFill>
                        <a:srgbClr val="FFFFFF"/>
                      </a:solidFill>
                      <a:prstDash val="solid"/>
                      <a:round/>
                      <a:headEnd type="none" w="med" len="med"/>
                      <a:tailEnd type="none" w="med" len="med"/>
                    </a:lnT>
                    <a:lnB w="1146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35578135"/>
                  </a:ext>
                </a:extLst>
              </a:tr>
            </a:tbl>
          </a:graphicData>
        </a:graphic>
      </p:graphicFrame>
      <p:sp>
        <p:nvSpPr>
          <p:cNvPr id="12" name="Rectangle 11">
            <a:extLst>
              <a:ext uri="{FF2B5EF4-FFF2-40B4-BE49-F238E27FC236}">
                <a16:creationId xmlns:a16="http://schemas.microsoft.com/office/drawing/2014/main" id="{514C24B5-7FD4-E30F-1E49-DD7F4E217E1F}"/>
              </a:ext>
            </a:extLst>
          </p:cNvPr>
          <p:cNvSpPr/>
          <p:nvPr/>
        </p:nvSpPr>
        <p:spPr bwMode="auto">
          <a:xfrm>
            <a:off x="12498069" y="2297606"/>
            <a:ext cx="5365487" cy="2489728"/>
          </a:xfrm>
          <a:prstGeom prst="rect">
            <a:avLst/>
          </a:prstGeom>
          <a:solidFill>
            <a:schemeClr val="tx1"/>
          </a:solidFill>
          <a:ln>
            <a:noFill/>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pPr>
            <a:r>
              <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rPr>
              <a:t>Update</a:t>
            </a:r>
          </a:p>
          <a:p>
            <a:pPr marL="9525" algn="ctr">
              <a:spcAft>
                <a:spcPts val="400"/>
              </a:spcAft>
            </a:pPr>
            <a:r>
              <a:rPr lang="en-US">
                <a:solidFill>
                  <a:schemeClr val="bg1"/>
                </a:solidFill>
              </a:rPr>
              <a:t>Reusable Data and API Foundation- Explain that the architecture is intended to be reused across PowerBuilder and desktop workflows, browser experiences, and SaaS products. Creates foundation for Saas Journey</a:t>
            </a:r>
            <a:endParaRPr kumimoji="0" lang="en-US" sz="1400" b="0" i="0" u="none" strike="noStrike" kern="1200" cap="none" spc="0" normalizeH="0" baseline="0" noProof="0">
              <a:ln>
                <a:noFill/>
              </a:ln>
              <a:solidFill>
                <a:schemeClr val="bg1"/>
              </a:solidFill>
              <a:effectLst/>
              <a:uLnTx/>
              <a:uFillTx/>
              <a:latin typeface="Arial" panose="020B0604020202020204"/>
              <a:ea typeface="Roboto" panose="02000000000000000000" pitchFamily="2" charset="0"/>
              <a:cs typeface="Segoe UI" panose="020B0502040204020203" pitchFamily="34" charset="0"/>
            </a:endParaRPr>
          </a:p>
        </p:txBody>
      </p:sp>
      <p:pic>
        <p:nvPicPr>
          <p:cNvPr id="10" name="Picture 9">
            <a:extLst>
              <a:ext uri="{FF2B5EF4-FFF2-40B4-BE49-F238E27FC236}">
                <a16:creationId xmlns:a16="http://schemas.microsoft.com/office/drawing/2014/main" id="{A79243D2-83EA-BFBB-159B-6A0B9A93B899}"/>
              </a:ext>
            </a:extLst>
          </p:cNvPr>
          <p:cNvPicPr>
            <a:picLocks noChangeAspect="1"/>
          </p:cNvPicPr>
          <p:nvPr/>
        </p:nvPicPr>
        <p:blipFill>
          <a:blip r:embed="rId6"/>
          <a:stretch>
            <a:fillRect/>
          </a:stretch>
        </p:blipFill>
        <p:spPr>
          <a:xfrm>
            <a:off x="5003340" y="1550674"/>
            <a:ext cx="6792489" cy="3649556"/>
          </a:xfrm>
          <a:prstGeom prst="rect">
            <a:avLst/>
          </a:prstGeom>
        </p:spPr>
      </p:pic>
    </p:spTree>
    <p:extLst>
      <p:ext uri="{BB962C8B-B14F-4D97-AF65-F5344CB8AC3E}">
        <p14:creationId xmlns:p14="http://schemas.microsoft.com/office/powerpoint/2010/main" val="57037179"/>
      </p:ext>
    </p:extLst>
  </p:cSld>
  <p:clrMapOvr>
    <a:masterClrMapping/>
  </p:clrMapOvr>
  <p:extLst>
    <p:ext uri="{6950BFC3-D8DA-4A85-94F7-54DA5524770B}">
      <p188:commentRel xmlns:p188="http://schemas.microsoft.com/office/powerpoint/2018/8/main" r:id="rId3"/>
    </p:ext>
  </p:extLs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BTFPLAYOUTCOLUMNS" val="1"/>
  <p:tag name="BTFPLAYOUTENABLED" val="1"/>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West Monroe 032625">
  <a:themeElements>
    <a:clrScheme name="West Monroe 03122025">
      <a:dk1>
        <a:srgbClr val="070154"/>
      </a:dk1>
      <a:lt1>
        <a:srgbClr val="FFFFFF"/>
      </a:lt1>
      <a:dk2>
        <a:srgbClr val="0047FF"/>
      </a:dk2>
      <a:lt2>
        <a:srgbClr val="FFFFFF"/>
      </a:lt2>
      <a:accent1>
        <a:srgbClr val="F900D3"/>
      </a:accent1>
      <a:accent2>
        <a:srgbClr val="50658E"/>
      </a:accent2>
      <a:accent3>
        <a:srgbClr val="CED7E6"/>
      </a:accent3>
      <a:accent4>
        <a:srgbClr val="E8EEF8"/>
      </a:accent4>
      <a:accent5>
        <a:srgbClr val="00E8FA"/>
      </a:accent5>
      <a:accent6>
        <a:srgbClr val="00A3FF"/>
      </a:accent6>
      <a:hlink>
        <a:srgbClr val="070053"/>
      </a:hlink>
      <a:folHlink>
        <a:srgbClr val="F802D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tx1"/>
        </a:solidFill>
        <a:ln>
          <a:noFill/>
        </a:ln>
        <a:effectLst/>
      </a:spPr>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kumimoji="0"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defRPr>
        </a:defPPr>
      </a:lstStyle>
    </a:spDef>
    <a:txDef>
      <a:spPr>
        <a:noFill/>
      </a:spPr>
      <a:bodyPr wrap="square" lIns="0" tIns="0" rIns="0" bIns="0" rtlCol="0">
        <a:noAutofit/>
      </a:bodyPr>
      <a:lstStyle>
        <a:defPPr marL="0" indent="0" algn="l">
          <a:spcAft>
            <a:spcPts val="600"/>
          </a:spcAft>
          <a:tabLst/>
          <a:defRPr sz="1500" dirty="0" smtClean="0"/>
        </a:defPPr>
      </a:lstStyle>
    </a:txDef>
  </a:objectDefaults>
  <a:extraClrSchemeLst/>
  <a:custClrLst>
    <a:custClr name="Highlight Magenta">
      <a:srgbClr val="F900D3"/>
    </a:custClr>
    <a:custClr name="WM Light Blue">
      <a:srgbClr val="00E8FA"/>
    </a:custClr>
    <a:custClr name="WM Green">
      <a:srgbClr val="1DD566"/>
    </a:custClr>
    <a:custClr name="WM Gold">
      <a:srgbClr val="FFC700"/>
    </a:custClr>
    <a:custClr name="WM Purple">
      <a:srgbClr val="B741FF"/>
    </a:custClr>
    <a:custClr name="WM Light Green">
      <a:srgbClr val="00FCB0"/>
    </a:custClr>
    <a:custClr name="WM Orange">
      <a:srgbClr val="FF8A00"/>
    </a:custClr>
    <a:custClr name="WM Blue">
      <a:srgbClr val="00A3FF"/>
    </a:custClr>
    <a:custClr name="WM Red">
      <a:srgbClr val="F52C00"/>
    </a:custClr>
    <a:custClr name="WM Light Gray">
      <a:srgbClr val="E8EEF8"/>
    </a:custClr>
    <a:custClr name="WM Medium Gray">
      <a:srgbClr val="CED7E6"/>
    </a:custClr>
    <a:custClr name="WM Gray">
      <a:srgbClr val="97A4BA"/>
    </a:custClr>
  </a:custClrLst>
  <a:extLst>
    <a:ext uri="{05A4C25C-085E-4340-85A3-A5531E510DB2}">
      <thm15:themeFamily xmlns:thm15="http://schemas.microsoft.com/office/thememl/2012/main" name="Presentation7" id="{CC74132B-EACF-5441-879B-F0AC8FABDF4B}" vid="{79058BBF-E54F-D740-8EA0-A9A39B8CCE05}"/>
    </a:ext>
  </a:extLst>
</a:theme>
</file>

<file path=ppt/theme/theme2.xml><?xml version="1.0" encoding="utf-8"?>
<a:theme xmlns:a="http://schemas.openxmlformats.org/drawingml/2006/main" name="Dividers, callouts, specialty slides">
  <a:themeElements>
    <a:clrScheme name="west monroe 3">
      <a:dk1>
        <a:srgbClr val="070154"/>
      </a:dk1>
      <a:lt1>
        <a:srgbClr val="FFFFFF"/>
      </a:lt1>
      <a:dk2>
        <a:srgbClr val="0047FF"/>
      </a:dk2>
      <a:lt2>
        <a:srgbClr val="F6EB20"/>
      </a:lt2>
      <a:accent1>
        <a:srgbClr val="F900D3"/>
      </a:accent1>
      <a:accent2>
        <a:srgbClr val="50658E"/>
      </a:accent2>
      <a:accent3>
        <a:srgbClr val="CED7E6"/>
      </a:accent3>
      <a:accent4>
        <a:srgbClr val="E8EEF8"/>
      </a:accent4>
      <a:accent5>
        <a:srgbClr val="00E8FA"/>
      </a:accent5>
      <a:accent6>
        <a:srgbClr val="00A3FF"/>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rot="0" spcFirstLastPara="0" vertOverflow="overflow" horzOverflow="overflow" vert="horz" wrap="square" lIns="137160" tIns="0" rIns="137160" bIns="0" numCol="1" spcCol="0" rtlCol="0" fromWordArt="0" anchor="ctr" anchorCtr="0" forceAA="0" compatLnSpc="1">
        <a:prstTxWarp prst="textNoShape">
          <a:avLst/>
        </a:prstTxWarp>
        <a:noAutofit/>
      </a:bodyPr>
      <a:lstStyle>
        <a:defPPr algn="ctr">
          <a:defRPr sz="1800" b="0" i="0" dirty="0" smtClean="0">
            <a:solidFill>
              <a:schemeClr val="bg1"/>
            </a:solidFill>
            <a:latin typeface="+mn-lt"/>
            <a:ea typeface="Roboto" panose="02000000000000000000" pitchFamily="2" charset="0"/>
            <a:cs typeface="Segoe UI" panose="020B0502040204020203" pitchFamily="34" charset="0"/>
          </a:defRPr>
        </a:defPPr>
      </a:lstStyle>
    </a:spDef>
    <a:txDef>
      <a:spPr>
        <a:noFill/>
      </a:spPr>
      <a:bodyPr wrap="square" lIns="0" tIns="0" rIns="0" bIns="0" rtlCol="0">
        <a:normAutofit/>
      </a:bodyPr>
      <a:lstStyle>
        <a:defPPr marL="0" indent="-3657600" algn="l">
          <a:spcAft>
            <a:spcPts val="600"/>
          </a:spcAft>
          <a:defRPr sz="1600" b="0" i="0" dirty="0" err="1" smtClean="0">
            <a:solidFill>
              <a:schemeClr val="tx1"/>
            </a:solidFill>
            <a:latin typeface="+mn-lt"/>
            <a:ea typeface="Roboto" panose="02000000000000000000" pitchFamily="2" charset="0"/>
            <a:cs typeface="Segoe UI" panose="020B0502040204020203" pitchFamily="34" charset="0"/>
          </a:defRPr>
        </a:defPPr>
      </a:lstStyle>
    </a:txDef>
  </a:objectDefaults>
  <a:extraClrSchemeLst/>
  <a:custClrLst>
    <a:custClr name="Highlight Magenta">
      <a:srgbClr val="F900D3"/>
    </a:custClr>
    <a:custClr name="WM Light Blue">
      <a:srgbClr val="00E8FA"/>
    </a:custClr>
    <a:custClr name="WM Green">
      <a:srgbClr val="1DD566"/>
    </a:custClr>
    <a:custClr name="WM Gold">
      <a:srgbClr val="FFC700"/>
    </a:custClr>
    <a:custClr name="WM Purple">
      <a:srgbClr val="B741FF"/>
    </a:custClr>
    <a:custClr name="WM Light Green">
      <a:srgbClr val="00FCB0"/>
    </a:custClr>
    <a:custClr name="WM Orange">
      <a:srgbClr val="FF8A00"/>
    </a:custClr>
    <a:custClr name="WM Blue">
      <a:srgbClr val="00A3FF"/>
    </a:custClr>
    <a:custClr name="WM Red">
      <a:srgbClr val="F52C00"/>
    </a:custClr>
    <a:custClr name="WM Light Gray">
      <a:srgbClr val="E8EEF8"/>
    </a:custClr>
    <a:custClr name="WM Medium Gray">
      <a:srgbClr val="CED7E6"/>
    </a:custClr>
    <a:custClr name="WM Gray">
      <a:srgbClr val="97A4BA"/>
    </a:custClr>
  </a:custClrLst>
  <a:extLst>
    <a:ext uri="{05A4C25C-085E-4340-85A3-A5531E510DB2}">
      <thm15:themeFamily xmlns:thm15="http://schemas.microsoft.com/office/thememl/2012/main" name="Presentation5" id="{15AE62F2-6933-1F4F-B5D1-B0D4C3062FBF}" vid="{7EA8976A-8B5B-DA4D-ADDF-05EAE975669B}"/>
    </a:ext>
  </a:extLst>
</a:theme>
</file>

<file path=ppt/theme/theme3.xml><?xml version="1.0" encoding="utf-8"?>
<a:theme xmlns:a="http://schemas.openxmlformats.org/drawingml/2006/main" name="1_West Monroe 032625">
  <a:themeElements>
    <a:clrScheme name="West Monroe 03122025">
      <a:dk1>
        <a:srgbClr val="070154"/>
      </a:dk1>
      <a:lt1>
        <a:srgbClr val="FFFFFF"/>
      </a:lt1>
      <a:dk2>
        <a:srgbClr val="0047FF"/>
      </a:dk2>
      <a:lt2>
        <a:srgbClr val="FFFFFF"/>
      </a:lt2>
      <a:accent1>
        <a:srgbClr val="F900D3"/>
      </a:accent1>
      <a:accent2>
        <a:srgbClr val="50658E"/>
      </a:accent2>
      <a:accent3>
        <a:srgbClr val="CED7E6"/>
      </a:accent3>
      <a:accent4>
        <a:srgbClr val="E8EEF8"/>
      </a:accent4>
      <a:accent5>
        <a:srgbClr val="00E8FA"/>
      </a:accent5>
      <a:accent6>
        <a:srgbClr val="00A3FF"/>
      </a:accent6>
      <a:hlink>
        <a:srgbClr val="070053"/>
      </a:hlink>
      <a:folHlink>
        <a:srgbClr val="F802D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tx1"/>
        </a:solidFill>
        <a:ln>
          <a:noFill/>
        </a:ln>
        <a:effectLst/>
      </a:spPr>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kumimoji="0"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defRPr>
        </a:defPPr>
      </a:lstStyle>
    </a:spDef>
    <a:txDef>
      <a:spPr>
        <a:noFill/>
      </a:spPr>
      <a:bodyPr wrap="square" lIns="0" tIns="0" rIns="0" bIns="0" rtlCol="0">
        <a:noAutofit/>
      </a:bodyPr>
      <a:lstStyle>
        <a:defPPr marL="0" indent="0" algn="l">
          <a:spcAft>
            <a:spcPts val="600"/>
          </a:spcAft>
          <a:tabLst/>
          <a:defRPr sz="1500" dirty="0" smtClean="0"/>
        </a:defPPr>
      </a:lstStyle>
    </a:txDef>
  </a:objectDefaults>
  <a:extraClrSchemeLst/>
  <a:custClrLst>
    <a:custClr name="Highlight Magenta">
      <a:srgbClr val="F900D3"/>
    </a:custClr>
    <a:custClr name="WM Light Blue">
      <a:srgbClr val="00E8FA"/>
    </a:custClr>
    <a:custClr name="WM Green">
      <a:srgbClr val="1DD566"/>
    </a:custClr>
    <a:custClr name="WM Gold">
      <a:srgbClr val="FFC700"/>
    </a:custClr>
    <a:custClr name="WM Purple">
      <a:srgbClr val="B741FF"/>
    </a:custClr>
    <a:custClr name="WM Light Green">
      <a:srgbClr val="00FCB0"/>
    </a:custClr>
    <a:custClr name="WM Orange">
      <a:srgbClr val="FF8A00"/>
    </a:custClr>
    <a:custClr name="WM Blue">
      <a:srgbClr val="00A3FF"/>
    </a:custClr>
    <a:custClr name="WM Red">
      <a:srgbClr val="F52C00"/>
    </a:custClr>
    <a:custClr name="WM Light Gray">
      <a:srgbClr val="E8EEF8"/>
    </a:custClr>
    <a:custClr name="WM Medium Gray">
      <a:srgbClr val="CED7E6"/>
    </a:custClr>
    <a:custClr name="WM Gray">
      <a:srgbClr val="97A4BA"/>
    </a:custClr>
  </a:custClrLst>
  <a:extLst>
    <a:ext uri="{05A4C25C-085E-4340-85A3-A5531E510DB2}">
      <thm15:themeFamily xmlns:thm15="http://schemas.microsoft.com/office/thememl/2012/main" name="WestMonroe_Template_03272025.potx" id="{07754E13-C4CB-4F32-8B77-73E86FF645A4}" vid="{51087A3A-967C-48C3-A16E-87565DDB2BAE}"/>
    </a:ext>
  </a:extLst>
</a:theme>
</file>

<file path=ppt/theme/theme4.xml><?xml version="1.0" encoding="utf-8"?>
<a:theme xmlns:a="http://schemas.openxmlformats.org/drawingml/2006/main" name="3_West Monroe 032625">
  <a:themeElements>
    <a:clrScheme name="West Monroe 03122025">
      <a:dk1>
        <a:srgbClr val="070154"/>
      </a:dk1>
      <a:lt1>
        <a:srgbClr val="FFFFFF"/>
      </a:lt1>
      <a:dk2>
        <a:srgbClr val="0047FF"/>
      </a:dk2>
      <a:lt2>
        <a:srgbClr val="FFFFFF"/>
      </a:lt2>
      <a:accent1>
        <a:srgbClr val="F900D3"/>
      </a:accent1>
      <a:accent2>
        <a:srgbClr val="50658E"/>
      </a:accent2>
      <a:accent3>
        <a:srgbClr val="CED7E6"/>
      </a:accent3>
      <a:accent4>
        <a:srgbClr val="E8EEF8"/>
      </a:accent4>
      <a:accent5>
        <a:srgbClr val="00E8FA"/>
      </a:accent5>
      <a:accent6>
        <a:srgbClr val="00A3FF"/>
      </a:accent6>
      <a:hlink>
        <a:srgbClr val="070053"/>
      </a:hlink>
      <a:folHlink>
        <a:srgbClr val="F802D3"/>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est Monroe 03122025">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2_West Monroe 032625">
  <a:themeElements>
    <a:clrScheme name="West Monroe 03122025">
      <a:dk1>
        <a:srgbClr val="070154"/>
      </a:dk1>
      <a:lt1>
        <a:srgbClr val="FFFFFF"/>
      </a:lt1>
      <a:dk2>
        <a:srgbClr val="0047FF"/>
      </a:dk2>
      <a:lt2>
        <a:srgbClr val="FFFFFF"/>
      </a:lt2>
      <a:accent1>
        <a:srgbClr val="F900D3"/>
      </a:accent1>
      <a:accent2>
        <a:srgbClr val="50658E"/>
      </a:accent2>
      <a:accent3>
        <a:srgbClr val="CED7E6"/>
      </a:accent3>
      <a:accent4>
        <a:srgbClr val="E8EEF8"/>
      </a:accent4>
      <a:accent5>
        <a:srgbClr val="00E8FA"/>
      </a:accent5>
      <a:accent6>
        <a:srgbClr val="00A3FF"/>
      </a:accent6>
      <a:hlink>
        <a:srgbClr val="070053"/>
      </a:hlink>
      <a:folHlink>
        <a:srgbClr val="F802D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tx1"/>
        </a:solidFill>
        <a:ln>
          <a:noFill/>
        </a:ln>
        <a:effectLst/>
      </a:spPr>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marL="9525" marR="0" indent="0" algn="ctr" defTabSz="914400" rtl="0" eaLnBrk="1" fontAlgn="auto" latinLnBrk="0" hangingPunct="1">
          <a:lnSpc>
            <a:spcPct val="100000"/>
          </a:lnSpc>
          <a:spcBef>
            <a:spcPts val="0"/>
          </a:spcBef>
          <a:spcAft>
            <a:spcPts val="400"/>
          </a:spcAft>
          <a:buClrTx/>
          <a:buSzTx/>
          <a:buFont typeface="Arial" panose="020B0604020202020204" pitchFamily="34" charset="0"/>
          <a:buNone/>
          <a:tabLst/>
          <a:defRPr kumimoji="0" sz="1400" b="0" i="0" u="none" strike="noStrike" kern="1200" cap="none" spc="0" normalizeH="0" baseline="0" noProof="0" dirty="0">
            <a:ln>
              <a:noFill/>
            </a:ln>
            <a:solidFill>
              <a:schemeClr val="bg1"/>
            </a:solidFill>
            <a:effectLst/>
            <a:uLnTx/>
            <a:uFillTx/>
            <a:latin typeface="Arial" panose="020B0604020202020204"/>
            <a:ea typeface="Roboto" panose="02000000000000000000" pitchFamily="2" charset="0"/>
            <a:cs typeface="Segoe UI" panose="020B0502040204020203" pitchFamily="34" charset="0"/>
          </a:defRPr>
        </a:defPPr>
      </a:lstStyle>
    </a:spDef>
    <a:txDef>
      <a:spPr>
        <a:noFill/>
      </a:spPr>
      <a:bodyPr wrap="square" lIns="0" tIns="0" rIns="0" bIns="0" rtlCol="0">
        <a:noAutofit/>
      </a:bodyPr>
      <a:lstStyle>
        <a:defPPr marL="0" indent="0" algn="l">
          <a:spcAft>
            <a:spcPts val="600"/>
          </a:spcAft>
          <a:tabLst/>
          <a:defRPr sz="1500" dirty="0" smtClean="0"/>
        </a:defPPr>
      </a:lstStyle>
    </a:txDef>
  </a:objectDefaults>
  <a:extraClrSchemeLst/>
  <a:custClrLst>
    <a:custClr name="Highlight Magenta">
      <a:srgbClr val="F900D3"/>
    </a:custClr>
    <a:custClr name="WM Light Blue">
      <a:srgbClr val="00E8FA"/>
    </a:custClr>
    <a:custClr name="WM Green">
      <a:srgbClr val="1DD566"/>
    </a:custClr>
    <a:custClr name="WM Gold">
      <a:srgbClr val="FFC700"/>
    </a:custClr>
    <a:custClr name="WM Purple">
      <a:srgbClr val="B741FF"/>
    </a:custClr>
    <a:custClr name="WM Light Green">
      <a:srgbClr val="00FCB0"/>
    </a:custClr>
    <a:custClr name="WM Orange">
      <a:srgbClr val="FF8A00"/>
    </a:custClr>
    <a:custClr name="WM Blue">
      <a:srgbClr val="00A3FF"/>
    </a:custClr>
    <a:custClr name="WM Red">
      <a:srgbClr val="F52C00"/>
    </a:custClr>
    <a:custClr name="WM Light Gray">
      <a:srgbClr val="E8EEF8"/>
    </a:custClr>
    <a:custClr name="WM Medium Gray">
      <a:srgbClr val="CED7E6"/>
    </a:custClr>
    <a:custClr name="WM Gray">
      <a:srgbClr val="97A4BA"/>
    </a:custClr>
  </a:custClrLst>
  <a:extLst>
    <a:ext uri="{05A4C25C-085E-4340-85A3-A5531E510DB2}">
      <thm15:themeFamily xmlns:thm15="http://schemas.microsoft.com/office/thememl/2012/main" name="2025_WestMonroe_PPT_16x9" id="{D8249156-33F1-A444-9F5B-3C07B1700CBC}" vid="{F37ACE5C-BE5B-7142-BA3B-58D5C6FB2387}"/>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46A1945-19C9-0246-AC13-B3F27468DB2A}">
  <we:reference id="d2164860-9689-45e3-a1e5-90c76032056e" version="2.0.0.5"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755FF2E5-52D0-A24D-9D6C-65B05676ADBC}">
  <we:reference id="cba9fc06-6fc9-492e-9525-923870a3b909" version="2.0.0.1" store="EXCatalog" storeType="EXCatalog"/>
  <we:alternateReferences>
    <we:reference id="WA200010215" version="2.0.0.1" store="en-US" storeType="OMEX"/>
  </we:alternateReferences>
  <we:properties>
    <we:property name="bps.codex_control.document_id" value="&quot;f0ff58ae-ec63-40c7-abb1-6288182a3de1&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item1.xml><?xml version="1.0" encoding="utf-8"?>
<TemplafySlideFormConfiguration><![CDATA[{"formFields":[],"formDataEntries":[]}]]></TemplafySlideFormConfiguration>
</file>

<file path=customXml/item2.xml><?xml version="1.0" encoding="utf-8"?>
<TemplafySlideTemplateConfiguration><![CDATA[{"slideVersion":1,"isValidatorEnabled":false,"isLocked":false,"elementsMetadata":[],"slideId":"1039091463197556753","enableDocumentContentUpdater":false,"version":"2.0"}]]></TemplafySlideTemplateConfiguration>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4.xml><?xml version="1.0" encoding="utf-8"?>
<TemplafyTemplateConfiguration><![CDATA[{"elementsMetadata":[],"transformationConfigurations":[],"templateName":"2026_WestMonroe_PPT_16x9","templateDescription":"","enableDocumentContentUpdater":false,"version":"2.0"}]]></TemplafyTemplateConfiguration>
</file>

<file path=customXml/item5.xml><?xml version="1.0" encoding="utf-8"?>
<TemplafySlideFormConfiguration><![CDATA[{"formFields":[],"formDataEntries":[]}]]></TemplafySlideFormConfiguration>
</file>

<file path=customXml/item6.xml><?xml version="1.0" encoding="utf-8"?>
<ct:contentTypeSchema xmlns:ct="http://schemas.microsoft.com/office/2006/metadata/contentType" xmlns:ma="http://schemas.microsoft.com/office/2006/metadata/properties/metaAttributes" ct:_="" ma:_="" ma:contentTypeName="Document" ma:contentTypeID="0x0101006BC7E9CB94327A42BD55275212F804F0" ma:contentTypeVersion="3" ma:contentTypeDescription="Create a new document." ma:contentTypeScope="" ma:versionID="94397a0586be130c1651091cebfce871">
  <xsd:schema xmlns:xsd="http://www.w3.org/2001/XMLSchema" xmlns:xs="http://www.w3.org/2001/XMLSchema" xmlns:p="http://schemas.microsoft.com/office/2006/metadata/properties" xmlns:ns2="484531b2-5dba-4450-a5b4-7204d4b97e13" targetNamespace="http://schemas.microsoft.com/office/2006/metadata/properties" ma:root="true" ma:fieldsID="d9402a9d9e439690170a28b8f322f8bf" ns2:_="">
    <xsd:import namespace="484531b2-5dba-4450-a5b4-7204d4b97e1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4531b2-5dba-4450-a5b4-7204d4b97e1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7.xml><?xml version="1.0" encoding="utf-8"?>
<TemplafyFormConfiguration><![CDATA[{"formFields":[],"formDataEntries":[]}]]></TemplafyFormConfiguration>
</file>

<file path=customXml/item8.xml><?xml version="1.0" encoding="utf-8"?>
<TemplafySlideFormConfiguration><![CDATA[{"formFields":[],"formDataEntries":[]}]]></TemplafySlideFormConfiguration>
</file>

<file path=customXml/item9.xml><?xml version="1.0" encoding="utf-8"?>
<TemplafySlideTemplateConfiguration><![CDATA[{"slideVersion":1,"isValidatorEnabled":false,"isLocked":false,"elementsMetadata":[],"slideId":"1347550096106717184","enableDocumentContentUpdater":false,"version":"2.0"}]]></TemplafySlideTemplateConfiguration>
</file>

<file path=customXml/item10.xml><?xml version="1.0" encoding="utf-8"?>
<TemplafySlideTemplateConfiguration><![CDATA[{"slideVersion":1,"isValidatorEnabled":false,"isLocked":false,"elementsMetadata":[],"slideId":"1348252752482140160","enableDocumentContentUpdater":false,"version":"2.0"}]]></TemplafySlideTemplateConfiguration>
</file>

<file path=customXml/item11.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5C88AF-F21B-A546-BDB2-0D0042D601FE}">
  <ds:schemaRefs/>
</ds:datastoreItem>
</file>

<file path=customXml/itemProps2.xml><?xml version="1.0" encoding="utf-8"?>
<ds:datastoreItem xmlns:ds="http://schemas.openxmlformats.org/officeDocument/2006/customXml" ds:itemID="{26144693-3D11-CA49-A781-1B200BA5E802}">
  <ds:schemaRefs/>
</ds:datastoreItem>
</file>

<file path=customXml/itemProps3.xml><?xml version="1.0" encoding="utf-8"?>
<ds:datastoreItem xmlns:ds="http://schemas.openxmlformats.org/officeDocument/2006/customXml" ds:itemID="{EEF607C6-A57A-4B03-A83A-45F6327B7BA6}">
  <ds:schemaRefs>
    <ds:schemaRef ds:uri="484531b2-5dba-4450-a5b4-7204d4b97e1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715F87DD-855A-466B-B963-5CBA1C78262D}">
  <ds:schemaRefs/>
</ds:datastoreItem>
</file>

<file path=customXml/itemProps5.xml><?xml version="1.0" encoding="utf-8"?>
<ds:datastoreItem xmlns:ds="http://schemas.openxmlformats.org/officeDocument/2006/customXml" ds:itemID="{B4277105-0B54-40C4-8222-C100565DB734}">
  <ds:schemaRefs/>
</ds:datastoreItem>
</file>

<file path=customXml/itemProps6.xml><?xml version="1.0" encoding="utf-8"?>
<ds:datastoreItem xmlns:ds="http://schemas.openxmlformats.org/officeDocument/2006/customXml" ds:itemID="{3AE03194-71DA-448C-9AEA-0402420A73D6}">
  <ds:schemaRefs>
    <ds:schemaRef ds:uri="484531b2-5dba-4450-a5b4-7204d4b97e1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7.xml><?xml version="1.0" encoding="utf-8"?>
<ds:datastoreItem xmlns:ds="http://schemas.openxmlformats.org/officeDocument/2006/customXml" ds:itemID="{0CBC1FBE-A17B-4339-B47E-16E242FBE46B}">
  <ds:schemaRefs/>
</ds:datastoreItem>
</file>

<file path=customXml/itemProps8.xml><?xml version="1.0" encoding="utf-8"?>
<ds:datastoreItem xmlns:ds="http://schemas.openxmlformats.org/officeDocument/2006/customXml" ds:itemID="{84A0B196-0E9D-49B3-9E00-3B501C813775}">
  <ds:schemaRefs/>
</ds:datastoreItem>
</file>

<file path=customXml/itemProps9.xml><?xml version="1.0" encoding="utf-8"?>
<ds:datastoreItem xmlns:ds="http://schemas.openxmlformats.org/officeDocument/2006/customXml" ds:itemID="{B778BD54-4221-4544-A94E-4176DE253BCC}">
  <ds:schemaRefs/>
</ds:datastoreItem>
</file>

<file path=customXml/itemProps10.xml><?xml version="1.0" encoding="utf-8"?>
<ds:datastoreItem xmlns:ds="http://schemas.openxmlformats.org/officeDocument/2006/customXml" ds:itemID="{46379616-0866-490A-9599-E52346A653D7}">
  <ds:schemaRefs/>
</ds:datastoreItem>
</file>

<file path=customXml/itemProps11.xml><?xml version="1.0" encoding="utf-8"?>
<ds:datastoreItem xmlns:ds="http://schemas.openxmlformats.org/officeDocument/2006/customXml" ds:itemID="{B4EE1DD2-7369-4637-890C-945791B46234}">
  <ds:schemaRefs>
    <ds:schemaRef ds:uri="http://schemas.microsoft.com/sharepoint/v3/contenttype/forms"/>
  </ds:schemaRefs>
</ds:datastoreItem>
</file>

<file path=docMetadata/LabelInfo.xml><?xml version="1.0" encoding="utf-8"?>
<clbl:labelList xmlns:clbl="http://schemas.microsoft.com/office/2020/mipLabelMetadata">
  <clbl:label id="{53d2f50d-dc6e-4d07-88dc-32fef40a0f51}" enabled="0" method="" siteId="{53d2f50d-dc6e-4d07-88dc-32fef40a0f51}" removed="1"/>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39</Slides>
  <Notes>15</Notes>
  <HiddenSlides>6</HiddenSlides>
  <ScaleCrop>false</ScaleCrop>
  <HeadingPairs>
    <vt:vector size="4" baseType="variant">
      <vt:variant>
        <vt:lpstr>Theme</vt:lpstr>
      </vt:variant>
      <vt:variant>
        <vt:i4>5</vt:i4>
      </vt:variant>
      <vt:variant>
        <vt:lpstr>Slide Titles</vt:lpstr>
      </vt:variant>
      <vt:variant>
        <vt:i4>39</vt:i4>
      </vt:variant>
    </vt:vector>
  </HeadingPairs>
  <TitlesOfParts>
    <vt:vector size="44" baseType="lpstr">
      <vt:lpstr>West Monroe 032625</vt:lpstr>
      <vt:lpstr>Dividers, callouts, specialty slides</vt:lpstr>
      <vt:lpstr>1_West Monroe 032625</vt:lpstr>
      <vt:lpstr>3_West Monroe 032625</vt:lpstr>
      <vt:lpstr>2_West Monroe 032625</vt:lpstr>
      <vt:lpstr>Eaglesoft Modernization Proposal discussion</vt:lpstr>
      <vt:lpstr>Our Understanding</vt:lpstr>
      <vt:lpstr>PowerPoint Presentation</vt:lpstr>
      <vt:lpstr>Key considerations driving the approach…</vt:lpstr>
      <vt:lpstr>Eaglesoft Architecture – What We Know &amp; Understand Today </vt:lpstr>
      <vt:lpstr>PowerBuilder Data Access &amp; UI Modernization Approach</vt:lpstr>
      <vt:lpstr>West Monroe recommends 2 goals for this modernization effort: aligning Eaglesoft to a classic 3-tier architecture and modernizing the user interface stack</vt:lpstr>
      <vt:lpstr>Recommended target architecture for Eaglesoft user journeys</vt:lpstr>
      <vt:lpstr>Recommended target architecture for Eaglesoft user journeys</vt:lpstr>
      <vt:lpstr>PowerPoint Presentation</vt:lpstr>
      <vt:lpstr>PowerPoint Presentation</vt:lpstr>
      <vt:lpstr>PowerPoint Presentation</vt:lpstr>
      <vt:lpstr>PowerPoint Presentation</vt:lpstr>
      <vt:lpstr>Intellio® Evolve combines AI with advanced code analysis to guide modernization that not only rebuilds code but enhances the product itself.</vt:lpstr>
      <vt:lpstr>Automated Performance Testing and Operability Approach</vt:lpstr>
      <vt:lpstr>Performance Assurance</vt:lpstr>
      <vt:lpstr>Our six-week sprint will refine the work around deployed AI, drive adoption in one Workers’ Comp cell team, and prepare the model to scale</vt:lpstr>
      <vt:lpstr>Execution, Evidence, and Commitment</vt:lpstr>
      <vt:lpstr>PowerPoint Presentation</vt:lpstr>
      <vt:lpstr>One shared journey inventory directs Eaglesoft’s next delivery increments</vt:lpstr>
      <vt:lpstr>PowerPoint Presentation</vt:lpstr>
      <vt:lpstr>Phase 0 aligns the current state, target architecture, and test standard before a two-week pilot, then roadmaps remaining journeys and prepares modernization pods to launch</vt:lpstr>
      <vt:lpstr>West Monroe will scale delivery pods by workstream, working side by side with Eaglesoft and transitioning platform maintenance over time</vt:lpstr>
      <vt:lpstr>West Monroe will scale delivery pods by workstream, working side by side with Eaglesoft and transitioning platform maintenance over time</vt:lpstr>
      <vt:lpstr>Scope Guardrails </vt:lpstr>
      <vt:lpstr>The proposed fees and team structure will allow us to align on the required approach, while providing flexibility to adapt as the engagement evolves</vt:lpstr>
      <vt:lpstr>Decisions and next steps </vt:lpstr>
      <vt:lpstr>Case Studies </vt:lpstr>
      <vt:lpstr>Accelerated understanding, planning, and refactoring efforts of a legacy platform</vt:lpstr>
      <vt:lpstr>Designed the all-new Volt ERP experience, retiring decades of legacy mainframe operations </vt:lpstr>
      <vt:lpstr>West Monroe brings relevant EMS market exposure and proven capabilities to support complex, multi-site technology implementations</vt:lpstr>
      <vt:lpstr>Representative Bio’s</vt:lpstr>
      <vt:lpstr>PowerPoint Presentation</vt:lpstr>
      <vt:lpstr>PowerPoint Presentation</vt:lpstr>
      <vt:lpstr>PowerPoint Presentation</vt:lpstr>
      <vt:lpstr>PowerPoint Presentation</vt:lpstr>
      <vt:lpstr>Eaglesoft will eliminate critical business continuity concerns, preserve critical features, drive differentiation, and unlock future optionality for the enterprise.</vt:lpstr>
      <vt:lpstr>Working with your team (and our AI-tools and your source code), we’ve already identified the functional and  non-functional backlog that must be delivered.</vt:lpstr>
      <vt:lpstr>We’ll design and  co-develop a scalable, flexible solution that will help enable Eaglesoft to transition from a database-coupled PowerBuilder architecture to a governed service and domain architecture that supports modernization and future browser-based deployment..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Sarah Kennedy</dc:creator>
  <cp:keywords/>
  <dc:description/>
  <cp:revision>1</cp:revision>
  <dcterms:created xsi:type="dcterms:W3CDTF">2026-08-13T13:59:25Z</dcterms:created>
  <dcterms:modified xsi:type="dcterms:W3CDTF">2026-09-25T19:55:57Z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0x0101006BC7E9CB94327A42BD55275212F804F0</vt:lpwstr>
  </property>
  <property fmtid="{D5CDD505-2E9C-101B-9397-08002B2CF9AE}" pid="3" name="MediaServiceImageTags">
    <vt:lpwstr/>
  </property>
  <property fmtid="{D5CDD505-2E9C-101B-9397-08002B2CF9AE}" pid="4" name="TemplafyTimeStamp">
    <vt:lpwstr>2025-12-22T15:14:38</vt:lpwstr>
  </property>
  <property fmtid="{D5CDD505-2E9C-101B-9397-08002B2CF9AE}" pid="5" name="TemplafyTenantId">
    <vt:lpwstr>westmonroe</vt:lpwstr>
  </property>
  <property fmtid="{D5CDD505-2E9C-101B-9397-08002B2CF9AE}" pid="6" name="TemplafyTemplateId">
    <vt:lpwstr>1348252751764127798</vt:lpwstr>
  </property>
  <property fmtid="{D5CDD505-2E9C-101B-9397-08002B2CF9AE}" pid="7" name="TemplafyUserProfileId">
    <vt:lpwstr>1521152017087332962</vt:lpwstr>
  </property>
  <property fmtid="{D5CDD505-2E9C-101B-9397-08002B2CF9AE}" pid="8" name="TemplafyFromBlank">
    <vt:bool>true</vt:bool>
  </property>
</Properties>
</file>