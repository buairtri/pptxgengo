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Original authored content retained for provenance:
source-8-copy:
OUR UNDERSTANDING
Patterson is seeking to modernize Eaglesoft by creating a reusable data and API layer, upgrading selected PowerBuilder and UI workflows, and building automated performance testing to ensure the product remains reliable
source-20-copy:
What We Heard
Eaglesoft is a desktop dental practice management platform built mainly on PowerBuilder
PowerBuilder code still accesses SQL Anywhere directly through embedded SQL, DataWindows, dynamic SQL, and transaction logic
Rules are distributed across the UI, application code, database queries and stored procedures, making change and testing difficult
A working PostgreSQL environment already exists, so the primary need is architectural decoupling and modernization
The platform needs a reusable service and API foundation that supports current desktop modernization while preserving options for future browser or SaaS development
source-22-copy:
Desired Outcomes
Establish a reusable service and data layer that modernizes the UI and implements a 3-tier architecture to decouple UI logic from direct data access without destabilizing the current product
Initiate an incremental modernization of priority workflows and selected UI experiences 
Build automated full-stack performance testing, telemetry, and release gates to validate performance across the desktop, APIs, services, database, and infrastructure 
Develop a maintainable platform with a path toward future browser or cloud capabilities
WMDS bound template. Content classification: supplied_content. Frozen source and binding provenance are recorded in layout-report.json and binding-report.json.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browser application or PWA is the current pilot hypothesis because users can open a practice-network URL without installing or updating a desktop application. This reduces user effort and deployment friction.
In Phase 0, work with Patterson to select the appropriate pilot route and test that route with a real workflow. The intent is not to spike all three routes. Compare the relevant trade-offs and consider another option if the selected journey exposes a gap.
An installed desktop companion can render the same React application through Electron, Tauri, or a .NET WebView2 host. It can support printing and tighter device access, but may require users or practice IT to install and update software on each workstation. Assess how much native integration the selected journey actually needs.
React and TypeScript remain the recommendation. Phase 0 can assess Vue, Svelte, Angular, or Blazor and .NET when organizational standards or language alignment justify the trade-offs.
All modern entry routes call the Eaglesoft API layer. The API layer uses the segregated, governed practice data ecosystem. All deployment remains on premises.
Patterson public Eaglesoft product information: https://www.pattersondental.com/cp/software/dental-practice-management-software/eaglesoft-
Appeon PowerBuilder runtime notes: https://docs.appeon.com/pb/release_bulletin_for_pb/Build-2797-MR-UpgradeNotes.html
Appeon WebBrowser packaging reference: https://docs.appeon.com/pb2025/pbug/Packaging_WebBrowser.html
Internal RFP understanding: /Users/rscott/Documents/clients/private equity/patient square capital/patterson companies/Deliverables/2026-09-23 UTC - Patterson Eaglesoft Our Understanding.md
Internal technical narrative: /Users/rscott/Documents/clients/private equity/patient square capital/patterson companies/Working/2026-09-23 UTC - Patterson Eaglesoft Technical Narrative Revision 2.md
Historical diligence, validation context only: /Users/rscott/Documents/clients/private equity/patient square capital/patterson companies/Context/2026-09-23 UTC - Patterson Eaglesoft Prior Deliverables Evidence Store.md
11
Original authored content retained for provenance:
source-2-copy:
TRANSITION ARCHITECTURE
source-3-copy:
React entry points during the PowerBuilder transition
source-4-copy:
West Monroe currently sees three potential paths forward for maintaining PowerBuilder screens in parallel with modernizing the user interface to be a modern web stack. We currently recommend redirecting users towards a browser based application; however, the exact approach will be validated during Phase 0.
source-7-copy:
PRACTICE NETWORK
source-16-copy:
Embedded PowerBuilder web view
source-17-copy:
Retains the Eaglesoft window. Use only when the installed PowerBuilder runtime supports the required behavior and the adoption value is clear.
source-48-copy:
CURRENT PILOT HYPOTHESIS
source-50-copy:
Browser application or PWA
source-51-copy:
Users open a practice network URL without installing or updating a desktop application. This is currently our preferred pilot for a bounded journey with limited native device needs.
source-66-copy:
Installed desktop companion
source-67-copy:
A React UI can run in Electron, Tauri, or a .NET WebView2 shell. Useful for printing and tighter device access, but it may require an added workstation install. Phase 0 will assess how much native integration is needed.
source-76-copy:
PHASE 0 VALIDATION
source-77-copy:
Work with Patterson to select one pilot route and test the assumptions that matter for that journey. Assess runtime behavior, identity, printing, imaging, device access, deployment, recovery, and user effort.
source-78-copy:
Current belief: browser or PWA offers the easiest user access.
source-82-copy:
Recommended modern web application
source-86-copy:
React + TypeScript is the recommendation
source-87-copy:
Phase 0 can assess Vue, Svelte, Angular, or Blazor/.NET if alternatives to React are considered desireable.
source-91-copy:
Eaglesoft API layer
source-92-copy:
Domain operations, authorization, and transaction control
source-96-copy:
Segregated data ecosystem
source-97-copy:
Governed PostgreSQL and related practice data
source-98-copy:
Phase 0. Work with Patterson to select one route to test. Use user effort, runtime compatibility, printing, device needs, deployment support, and recovery evidence to choose the pilot.
draft-28-copy:
Tyler – pull through carestream and prior modernization examples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
Original authored content retained for provenance:
source-5-copy:
WORKPLAN
cell-51-r0-c0-copy:
Week
cell-51-r0-c1-copy:
Pre
cell-51-r0-c2-copy:
1
cell-51-r0-c3-copy:
2
cell-51-r0-c4-copy:
3
cell-51-r0-c5-copy:
4
cell-51-r0-c6-copy:
5
cell-51-r0-c7-copy:
6
cell-51-r0-c8-copy:
7
cell-51-r1-c0-copy:
00: Access, Onboarding &amp; Mobilize
cell-51-r2-c0-copy:
Confirm system access, environments, tooling, and data; conduct onboarding and kickoff workshop
cell-51-r3-c0-copy:
01: Current State &amp; Journey Inventory
cell-51-r4-c0-copy:
Assess the current architecture and active modernization initiatives
cell-51-r5-c0-copy:
Inventory user journeys, queries, PowerBuilder screens, dependencies, reusable tests, and data
cell-51-r6-c0-copy:
02: Prioritize, Design &amp; Prepare
cell-51-r7-c0-copy:
Prioritize the catalog and select the pilot journey
cell-51-r8-c0-copy:
Finalize target architecture, implementation plan, and acceptable test standard
cell-51-r9-c0-copy:
03: Integrated Two-Week Pilot
cell-51-r10-c0-copy:
Prepare pilot backlog, environments, baseline data, instrumentation, and regression harness
cell-51-r11-c0-copy:
Modernize the selected journey on the target architecture; build, test, and iterate
cell-51-r12-c0-copy:
Run performance baseline/pilot and regression testing against the selected journey
cell-51-r13-c0-copy:
04: Roadmap &amp; Pod Transition
cell-51-r14-c0-copy:
Roadmap and prioritize the remaining journey catalog into implementation waves
cell-51-r15-c0-copy:
Prepare pod onboarding documentation, backlog, dependencies, and technical plans
cell-51-r16-c0-copy:
Recurring: Governance, architecture/test decisions, risk management, and stakeholder readouts
source-3-copy:
Architecture + test
standard locked
source-12-copy:
Two-week pilot readout
source-15-copy:
Pods ready
to launch
source-23-copy:
Pilot journey selected
source-4-copy:
Phase 0 aligns the current state, target architecture, and test standard before a two-week pilot,
then roadmaps remaining journeys and prepares modernization pods to launch
source-9-copy:
Pre-week confirms access and onboarding readiness; detailed dependencies will be refined during kickoff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Changed Aligned and excited architecture team by creating a holistic view of the architecture and dependencies
 to Aligned and energized the architecture team by establishing a clear, end-to-end view of the architecture and its dependencies.
29
Original authored content retained for provenance:
source-5-copy:
Our client’s core product is built on legacy technologies and has been customized over time, increasing maintenance costs while losing market share and delaying innovation. Previous modernization efforts have taken multiple years and have failed due to the complexity of 4GL code transformation and migration strategies.
How we helped
Used an AI-first approach to evaluate the codebase and plan the strategic rewrite of one of the core modules 
Utilized Intellio Evolve alongside commercial AI tooling (Claude Code, AWS Kiro) to build a rapid prototype of a full rewrite to a modern language (Java / Spring) in a fraction of the time it would have taken with traditional approaches
Best outcomes were driven by our approach using domain-driven design, technical specs, architecture steering files to guide AI agents with implementation
source-6-copy:
Building Smarter Solutions to Modernize Legacy Code with AI
source-7-copy:
Accelerated understanding, planning, and refactoring efforts of a legacy platform
source-18-copy:
Case study
source-21-copy:
6+
source-22-copy:
months condensed into weeks
source-23-copy:
Planning the rebuild strategy was complex and the team couldn’t agree on a starting point. Using our agentic modernization approach supported by Intellio Evolve, we condensed an activity that had taken months into days
source-25-copy:
A big thank you to you and the West Monroe team. We highly appreciate the partnership and all that WM has contributed to our current success. It would not have been possible without the team's work.
—Client CEO
source-27-copy:
10X
source-29-copy:
One of the platforms modules (~200K LoC) was targeted for transformation and performed inside a single sprint, an activity that would have taken 10 times longer using traditional approaches
source-12-copy:
Drove ~10x improvement in architecture team productivity by creating a shared, end-to-end view of the architecture and dependencies—reducing discovery time and rework so the team could deliver more with less.
Produced a highly granular build plan that would serve as the foundation for next-gen code generation
source-13-copy:
Created a repeatable, agentic workflow to serve as the go-forward development process
Enabled ongoing refinement with the leadership team to fine-tune the build based on their domain expertise
source-20-copy:
productivity
increase
WMDS foundation reference; synthetic labels. Source files and exact font identities are in layout-report.json. This Go layout profile requires PowerPoint qualification.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mds.frame.553c346042c23db17db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sp>
        <p:nvSpPr>
          <p:cNvPr id="94" name="wm.header.rule"/>
          <p:cNvSpPr/>
          <p:nvPr/>
        </p:nvSpPr>
        <p:spPr>
          <a:xfrm>
            <a:off x="723900" y="1371600"/>
            <a:ext cx="10744200" cy="9525"/>
          </a:xfrm>
          <a:prstGeom prst="rect">
            <a:avLst/>
          </a:prstGeom>
          <a:solidFill>
            <a:srgbClr val="CED7E6"/>
          </a:solidFill>
          <a:ln>
            <a:noFill/>
          </a:ln>
        </p:spPr>
      </p:sp>
      <p:pic>
        <p:nvPicPr>
          <p:cNvPr id="95"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6"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mds.frame.f53eef68b553941e34d2">
    <p:bg>
      <p:bgPr>
        <a:solidFill>
          <a:srgbClr val="FFFFFF"/>
        </a:solidFill>
      </p:bgPr>
    </p:bg>
    <p:spTree>
      <p:nvGrpSpPr>
        <p:cNvPr id="1" name=""/>
        <p:cNvGrpSpPr/>
        <p:nvPr/>
      </p:nvGrpSpPr>
      <p:grpSpPr>
        <a:xfrm>
          <a:off x="0" y="0"/>
          <a:ext cx="0" cy="0"/>
          <a:chOff x="0" y="0"/>
          <a:chExt cx="0" cy="0"/>
        </a:xfrm>
      </p:grpSpPr>
      <p:sp>
        <p:nvSpPr>
          <p:cNvPr id="2" name="wm.footer.rule"/>
          <p:cNvSpPr/>
          <p:nvPr/>
        </p:nvSpPr>
        <p:spPr>
          <a:xfrm>
            <a:off x="723900" y="6057900"/>
            <a:ext cx="10744200" cy="9525"/>
          </a:xfrm>
          <a:prstGeom prst="rect">
            <a:avLst/>
          </a:prstGeom>
          <a:solidFill>
            <a:srgbClr val="CED7E6"/>
          </a:solidFill>
          <a:ln>
            <a:noFill/>
          </a:ln>
        </p:spPr>
      </p:sp>
      <p:sp>
        <p:nvSpPr>
          <p:cNvPr id="3" name="wm.whiteboard.0.0"/>
          <p:cNvSpPr/>
          <p:nvPr/>
        </p:nvSpPr>
        <p:spPr>
          <a:xfrm>
            <a:off x="266700" y="228600"/>
            <a:ext cx="38100" cy="38100"/>
          </a:xfrm>
          <a:prstGeom prst="rect">
            <a:avLst/>
          </a:prstGeom>
          <a:solidFill>
            <a:srgbClr val="CED7E6"/>
          </a:solidFill>
          <a:ln>
            <a:noFill/>
          </a:ln>
        </p:spPr>
      </p:sp>
      <p:sp>
        <p:nvSpPr>
          <p:cNvPr id="4" name="wm.whiteboard.0.18"/>
          <p:cNvSpPr/>
          <p:nvPr/>
        </p:nvSpPr>
        <p:spPr>
          <a:xfrm>
            <a:off x="266700" y="457200"/>
            <a:ext cx="38100" cy="38100"/>
          </a:xfrm>
          <a:prstGeom prst="rect">
            <a:avLst/>
          </a:prstGeom>
          <a:solidFill>
            <a:srgbClr val="CED7E6"/>
          </a:solidFill>
          <a:ln>
            <a:noFill/>
          </a:ln>
        </p:spPr>
      </p:sp>
      <p:sp>
        <p:nvSpPr>
          <p:cNvPr id="5" name="wm.whiteboard.0.36"/>
          <p:cNvSpPr/>
          <p:nvPr/>
        </p:nvSpPr>
        <p:spPr>
          <a:xfrm>
            <a:off x="266700" y="685800"/>
            <a:ext cx="38100" cy="38100"/>
          </a:xfrm>
          <a:prstGeom prst="rect">
            <a:avLst/>
          </a:prstGeom>
          <a:solidFill>
            <a:srgbClr val="CED7E6"/>
          </a:solidFill>
          <a:ln>
            <a:noFill/>
          </a:ln>
        </p:spPr>
      </p:sp>
      <p:sp>
        <p:nvSpPr>
          <p:cNvPr id="6" name="wm.whiteboard.0.54"/>
          <p:cNvSpPr/>
          <p:nvPr/>
        </p:nvSpPr>
        <p:spPr>
          <a:xfrm>
            <a:off x="266700" y="914400"/>
            <a:ext cx="38100" cy="38100"/>
          </a:xfrm>
          <a:prstGeom prst="rect">
            <a:avLst/>
          </a:prstGeom>
          <a:solidFill>
            <a:srgbClr val="CED7E6"/>
          </a:solidFill>
          <a:ln>
            <a:noFill/>
          </a:ln>
        </p:spPr>
      </p:sp>
      <p:sp>
        <p:nvSpPr>
          <p:cNvPr id="7" name="wm.whiteboard.0.72"/>
          <p:cNvSpPr/>
          <p:nvPr/>
        </p:nvSpPr>
        <p:spPr>
          <a:xfrm>
            <a:off x="266700" y="1143000"/>
            <a:ext cx="38100" cy="38100"/>
          </a:xfrm>
          <a:prstGeom prst="rect">
            <a:avLst/>
          </a:prstGeom>
          <a:solidFill>
            <a:srgbClr val="CED7E6">
              <a:alpha val="85305"/>
            </a:srgbClr>
          </a:solidFill>
          <a:ln>
            <a:noFill/>
          </a:ln>
        </p:spPr>
      </p:sp>
      <p:sp>
        <p:nvSpPr>
          <p:cNvPr id="8" name="wm.whiteboard.0.90"/>
          <p:cNvSpPr/>
          <p:nvPr/>
        </p:nvSpPr>
        <p:spPr>
          <a:xfrm>
            <a:off x="266700" y="1371600"/>
            <a:ext cx="38100" cy="38100"/>
          </a:xfrm>
          <a:prstGeom prst="rect">
            <a:avLst/>
          </a:prstGeom>
          <a:solidFill>
            <a:srgbClr val="CED7E6">
              <a:alpha val="68524"/>
            </a:srgbClr>
          </a:solidFill>
          <a:ln>
            <a:noFill/>
          </a:ln>
        </p:spPr>
      </p:sp>
      <p:sp>
        <p:nvSpPr>
          <p:cNvPr id="9" name="wm.whiteboard.0.108"/>
          <p:cNvSpPr/>
          <p:nvPr/>
        </p:nvSpPr>
        <p:spPr>
          <a:xfrm>
            <a:off x="266700" y="1600200"/>
            <a:ext cx="38100" cy="38100"/>
          </a:xfrm>
          <a:prstGeom prst="rect">
            <a:avLst/>
          </a:prstGeom>
          <a:solidFill>
            <a:srgbClr val="CED7E6">
              <a:alpha val="51742"/>
            </a:srgbClr>
          </a:solidFill>
          <a:ln>
            <a:noFill/>
          </a:ln>
        </p:spPr>
      </p:sp>
      <p:sp>
        <p:nvSpPr>
          <p:cNvPr id="10" name="wm.whiteboard.0.126"/>
          <p:cNvSpPr/>
          <p:nvPr/>
        </p:nvSpPr>
        <p:spPr>
          <a:xfrm>
            <a:off x="266700" y="1828800"/>
            <a:ext cx="38100" cy="38100"/>
          </a:xfrm>
          <a:prstGeom prst="rect">
            <a:avLst/>
          </a:prstGeom>
          <a:solidFill>
            <a:srgbClr val="CED7E6">
              <a:alpha val="34959"/>
            </a:srgbClr>
          </a:solidFill>
          <a:ln>
            <a:noFill/>
          </a:ln>
        </p:spPr>
      </p:sp>
      <p:sp>
        <p:nvSpPr>
          <p:cNvPr id="11" name="wm.whiteboard.0.144"/>
          <p:cNvSpPr/>
          <p:nvPr/>
        </p:nvSpPr>
        <p:spPr>
          <a:xfrm>
            <a:off x="266700" y="2057400"/>
            <a:ext cx="38100" cy="38100"/>
          </a:xfrm>
          <a:prstGeom prst="rect">
            <a:avLst/>
          </a:prstGeom>
          <a:solidFill>
            <a:srgbClr val="CED7E6">
              <a:alpha val="18177"/>
            </a:srgbClr>
          </a:solidFill>
          <a:ln>
            <a:noFill/>
          </a:ln>
        </p:spPr>
      </p:sp>
      <p:sp>
        <p:nvSpPr>
          <p:cNvPr id="12" name="wm.whiteboard.0.162"/>
          <p:cNvSpPr/>
          <p:nvPr/>
        </p:nvSpPr>
        <p:spPr>
          <a:xfrm>
            <a:off x="266700" y="2286000"/>
            <a:ext cx="38100" cy="38100"/>
          </a:xfrm>
          <a:prstGeom prst="rect">
            <a:avLst/>
          </a:prstGeom>
          <a:solidFill>
            <a:srgbClr val="CED7E6">
              <a:alpha val="1394"/>
            </a:srgbClr>
          </a:solidFill>
          <a:ln>
            <a:noFill/>
          </a:ln>
        </p:spPr>
      </p:sp>
      <p:sp>
        <p:nvSpPr>
          <p:cNvPr id="13" name="wm.whiteboard.18.0"/>
          <p:cNvSpPr/>
          <p:nvPr/>
        </p:nvSpPr>
        <p:spPr>
          <a:xfrm>
            <a:off x="495300" y="228600"/>
            <a:ext cx="38100" cy="38100"/>
          </a:xfrm>
          <a:prstGeom prst="rect">
            <a:avLst/>
          </a:prstGeom>
          <a:solidFill>
            <a:srgbClr val="CED7E6"/>
          </a:solidFill>
          <a:ln>
            <a:noFill/>
          </a:ln>
        </p:spPr>
      </p:sp>
      <p:sp>
        <p:nvSpPr>
          <p:cNvPr id="14" name="wm.whiteboard.18.18"/>
          <p:cNvSpPr/>
          <p:nvPr/>
        </p:nvSpPr>
        <p:spPr>
          <a:xfrm>
            <a:off x="495300" y="457200"/>
            <a:ext cx="38100" cy="38100"/>
          </a:xfrm>
          <a:prstGeom prst="rect">
            <a:avLst/>
          </a:prstGeom>
          <a:solidFill>
            <a:srgbClr val="CED7E6"/>
          </a:solidFill>
          <a:ln>
            <a:noFill/>
          </a:ln>
        </p:spPr>
      </p:sp>
      <p:sp>
        <p:nvSpPr>
          <p:cNvPr id="15" name="wm.whiteboard.18.36"/>
          <p:cNvSpPr/>
          <p:nvPr/>
        </p:nvSpPr>
        <p:spPr>
          <a:xfrm>
            <a:off x="495300" y="685800"/>
            <a:ext cx="38100" cy="38100"/>
          </a:xfrm>
          <a:prstGeom prst="rect">
            <a:avLst/>
          </a:prstGeom>
          <a:solidFill>
            <a:srgbClr val="CED7E6"/>
          </a:solidFill>
          <a:ln>
            <a:noFill/>
          </a:ln>
        </p:spPr>
      </p:sp>
      <p:sp>
        <p:nvSpPr>
          <p:cNvPr id="16" name="wm.whiteboard.18.54"/>
          <p:cNvSpPr/>
          <p:nvPr/>
        </p:nvSpPr>
        <p:spPr>
          <a:xfrm>
            <a:off x="495300" y="914400"/>
            <a:ext cx="38100" cy="38100"/>
          </a:xfrm>
          <a:prstGeom prst="rect">
            <a:avLst/>
          </a:prstGeom>
          <a:solidFill>
            <a:srgbClr val="CED7E6">
              <a:alpha val="99988"/>
            </a:srgbClr>
          </a:solidFill>
          <a:ln>
            <a:noFill/>
          </a:ln>
        </p:spPr>
      </p:sp>
      <p:sp>
        <p:nvSpPr>
          <p:cNvPr id="17" name="wm.whiteboard.18.72"/>
          <p:cNvSpPr/>
          <p:nvPr/>
        </p:nvSpPr>
        <p:spPr>
          <a:xfrm>
            <a:off x="495300" y="1143000"/>
            <a:ext cx="38100" cy="38100"/>
          </a:xfrm>
          <a:prstGeom prst="rect">
            <a:avLst/>
          </a:prstGeom>
          <a:solidFill>
            <a:srgbClr val="CED7E6">
              <a:alpha val="83708"/>
            </a:srgbClr>
          </a:solidFill>
          <a:ln>
            <a:noFill/>
          </a:ln>
        </p:spPr>
      </p:sp>
      <p:sp>
        <p:nvSpPr>
          <p:cNvPr id="18" name="wm.whiteboard.18.90"/>
          <p:cNvSpPr/>
          <p:nvPr/>
        </p:nvSpPr>
        <p:spPr>
          <a:xfrm>
            <a:off x="495300" y="1371600"/>
            <a:ext cx="38100" cy="38100"/>
          </a:xfrm>
          <a:prstGeom prst="rect">
            <a:avLst/>
          </a:prstGeom>
          <a:solidFill>
            <a:srgbClr val="CED7E6">
              <a:alpha val="67236"/>
            </a:srgbClr>
          </a:solidFill>
          <a:ln>
            <a:noFill/>
          </a:ln>
        </p:spPr>
      </p:sp>
      <p:sp>
        <p:nvSpPr>
          <p:cNvPr id="19" name="wm.whiteboard.18.108"/>
          <p:cNvSpPr/>
          <p:nvPr/>
        </p:nvSpPr>
        <p:spPr>
          <a:xfrm>
            <a:off x="495300" y="1600200"/>
            <a:ext cx="38100" cy="38100"/>
          </a:xfrm>
          <a:prstGeom prst="rect">
            <a:avLst/>
          </a:prstGeom>
          <a:solidFill>
            <a:srgbClr val="CED7E6">
              <a:alpha val="50663"/>
            </a:srgbClr>
          </a:solidFill>
          <a:ln>
            <a:noFill/>
          </a:ln>
        </p:spPr>
      </p:sp>
      <p:sp>
        <p:nvSpPr>
          <p:cNvPr id="20" name="wm.whiteboard.18.126"/>
          <p:cNvSpPr/>
          <p:nvPr/>
        </p:nvSpPr>
        <p:spPr>
          <a:xfrm>
            <a:off x="495300" y="1828800"/>
            <a:ext cx="38100" cy="38100"/>
          </a:xfrm>
          <a:prstGeom prst="rect">
            <a:avLst/>
          </a:prstGeom>
          <a:solidFill>
            <a:srgbClr val="CED7E6">
              <a:alpha val="34032"/>
            </a:srgbClr>
          </a:solidFill>
          <a:ln>
            <a:noFill/>
          </a:ln>
        </p:spPr>
      </p:sp>
      <p:sp>
        <p:nvSpPr>
          <p:cNvPr id="21" name="wm.whiteboard.18.144"/>
          <p:cNvSpPr/>
          <p:nvPr/>
        </p:nvSpPr>
        <p:spPr>
          <a:xfrm>
            <a:off x="495300" y="2057400"/>
            <a:ext cx="38100" cy="38100"/>
          </a:xfrm>
          <a:prstGeom prst="rect">
            <a:avLst/>
          </a:prstGeom>
          <a:solidFill>
            <a:srgbClr val="CED7E6">
              <a:alpha val="17363"/>
            </a:srgbClr>
          </a:solidFill>
          <a:ln>
            <a:noFill/>
          </a:ln>
        </p:spPr>
      </p:sp>
      <p:sp>
        <p:nvSpPr>
          <p:cNvPr id="22" name="wm.whiteboard.18.162"/>
          <p:cNvSpPr/>
          <p:nvPr/>
        </p:nvSpPr>
        <p:spPr>
          <a:xfrm>
            <a:off x="495300" y="2286000"/>
            <a:ext cx="38100" cy="38100"/>
          </a:xfrm>
          <a:prstGeom prst="rect">
            <a:avLst/>
          </a:prstGeom>
          <a:solidFill>
            <a:srgbClr val="CED7E6">
              <a:alpha val="670"/>
            </a:srgbClr>
          </a:solidFill>
          <a:ln>
            <a:noFill/>
          </a:ln>
        </p:spPr>
      </p:sp>
      <p:sp>
        <p:nvSpPr>
          <p:cNvPr id="23" name="wm.whiteboard.36.0"/>
          <p:cNvSpPr/>
          <p:nvPr/>
        </p:nvSpPr>
        <p:spPr>
          <a:xfrm>
            <a:off x="723900" y="228600"/>
            <a:ext cx="38100" cy="38100"/>
          </a:xfrm>
          <a:prstGeom prst="rect">
            <a:avLst/>
          </a:prstGeom>
          <a:solidFill>
            <a:srgbClr val="CED7E6"/>
          </a:solidFill>
          <a:ln>
            <a:noFill/>
          </a:ln>
        </p:spPr>
      </p:sp>
      <p:sp>
        <p:nvSpPr>
          <p:cNvPr id="24" name="wm.whiteboard.36.18"/>
          <p:cNvSpPr/>
          <p:nvPr/>
        </p:nvSpPr>
        <p:spPr>
          <a:xfrm>
            <a:off x="723900" y="457200"/>
            <a:ext cx="38100" cy="38100"/>
          </a:xfrm>
          <a:prstGeom prst="rect">
            <a:avLst/>
          </a:prstGeom>
          <a:solidFill>
            <a:srgbClr val="CED7E6"/>
          </a:solidFill>
          <a:ln>
            <a:noFill/>
          </a:ln>
        </p:spPr>
      </p:sp>
      <p:sp>
        <p:nvSpPr>
          <p:cNvPr id="25" name="wm.whiteboard.36.36"/>
          <p:cNvSpPr/>
          <p:nvPr/>
        </p:nvSpPr>
        <p:spPr>
          <a:xfrm>
            <a:off x="723900" y="685800"/>
            <a:ext cx="38100" cy="38100"/>
          </a:xfrm>
          <a:prstGeom prst="rect">
            <a:avLst/>
          </a:prstGeom>
          <a:solidFill>
            <a:srgbClr val="CED7E6"/>
          </a:solidFill>
          <a:ln>
            <a:noFill/>
          </a:ln>
        </p:spPr>
      </p:sp>
      <p:sp>
        <p:nvSpPr>
          <p:cNvPr id="26" name="wm.whiteboard.36.54"/>
          <p:cNvSpPr/>
          <p:nvPr/>
        </p:nvSpPr>
        <p:spPr>
          <a:xfrm>
            <a:off x="723900" y="914400"/>
            <a:ext cx="38100" cy="38100"/>
          </a:xfrm>
          <a:prstGeom prst="rect">
            <a:avLst/>
          </a:prstGeom>
          <a:solidFill>
            <a:srgbClr val="CED7E6">
              <a:alpha val="94671"/>
            </a:srgbClr>
          </a:solidFill>
          <a:ln>
            <a:noFill/>
          </a:ln>
        </p:spPr>
      </p:sp>
      <p:sp>
        <p:nvSpPr>
          <p:cNvPr id="27" name="wm.whiteboard.36.72"/>
          <p:cNvSpPr/>
          <p:nvPr/>
        </p:nvSpPr>
        <p:spPr>
          <a:xfrm>
            <a:off x="723900" y="1143000"/>
            <a:ext cx="38100" cy="38100"/>
          </a:xfrm>
          <a:prstGeom prst="rect">
            <a:avLst/>
          </a:prstGeom>
          <a:solidFill>
            <a:srgbClr val="CED7E6">
              <a:alpha val="79547"/>
            </a:srgbClr>
          </a:solidFill>
          <a:ln>
            <a:noFill/>
          </a:ln>
        </p:spPr>
      </p:sp>
      <p:sp>
        <p:nvSpPr>
          <p:cNvPr id="28" name="wm.whiteboard.36.90"/>
          <p:cNvSpPr/>
          <p:nvPr/>
        </p:nvSpPr>
        <p:spPr>
          <a:xfrm>
            <a:off x="723900" y="1371600"/>
            <a:ext cx="38100" cy="38100"/>
          </a:xfrm>
          <a:prstGeom prst="rect">
            <a:avLst/>
          </a:prstGeom>
          <a:solidFill>
            <a:srgbClr val="CED7E6">
              <a:alpha val="63833"/>
            </a:srgbClr>
          </a:solidFill>
          <a:ln>
            <a:noFill/>
          </a:ln>
        </p:spPr>
      </p:sp>
      <p:sp>
        <p:nvSpPr>
          <p:cNvPr id="29" name="wm.whiteboard.36.108"/>
          <p:cNvSpPr/>
          <p:nvPr/>
        </p:nvSpPr>
        <p:spPr>
          <a:xfrm>
            <a:off x="723900" y="1600200"/>
            <a:ext cx="38100" cy="38100"/>
          </a:xfrm>
          <a:prstGeom prst="rect">
            <a:avLst/>
          </a:prstGeom>
          <a:solidFill>
            <a:srgbClr val="CED7E6">
              <a:alpha val="47790"/>
            </a:srgbClr>
          </a:solidFill>
          <a:ln>
            <a:noFill/>
          </a:ln>
        </p:spPr>
      </p:sp>
      <p:sp>
        <p:nvSpPr>
          <p:cNvPr id="30" name="wm.whiteboard.36.126"/>
          <p:cNvSpPr/>
          <p:nvPr/>
        </p:nvSpPr>
        <p:spPr>
          <a:xfrm>
            <a:off x="723900" y="1828800"/>
            <a:ext cx="38100" cy="38100"/>
          </a:xfrm>
          <a:prstGeom prst="rect">
            <a:avLst/>
          </a:prstGeom>
          <a:solidFill>
            <a:srgbClr val="CED7E6">
              <a:alpha val="31549"/>
            </a:srgbClr>
          </a:solidFill>
          <a:ln>
            <a:noFill/>
          </a:ln>
        </p:spPr>
      </p:sp>
      <p:sp>
        <p:nvSpPr>
          <p:cNvPr id="31" name="wm.whiteboard.36.144"/>
          <p:cNvSpPr/>
          <p:nvPr/>
        </p:nvSpPr>
        <p:spPr>
          <a:xfrm>
            <a:off x="723900" y="2057400"/>
            <a:ext cx="38100" cy="38100"/>
          </a:xfrm>
          <a:prstGeom prst="rect">
            <a:avLst/>
          </a:prstGeom>
          <a:solidFill>
            <a:srgbClr val="CED7E6">
              <a:alpha val="15179"/>
            </a:srgbClr>
          </a:solidFill>
          <a:ln>
            <a:noFill/>
          </a:ln>
        </p:spPr>
      </p:sp>
      <p:sp>
        <p:nvSpPr>
          <p:cNvPr id="32" name="wm.whiteboard.54.0"/>
          <p:cNvSpPr/>
          <p:nvPr/>
        </p:nvSpPr>
        <p:spPr>
          <a:xfrm>
            <a:off x="952500" y="228600"/>
            <a:ext cx="38100" cy="38100"/>
          </a:xfrm>
          <a:prstGeom prst="rect">
            <a:avLst/>
          </a:prstGeom>
          <a:solidFill>
            <a:srgbClr val="CED7E6"/>
          </a:solidFill>
          <a:ln>
            <a:noFill/>
          </a:ln>
        </p:spPr>
      </p:sp>
      <p:sp>
        <p:nvSpPr>
          <p:cNvPr id="33" name="wm.whiteboard.54.18"/>
          <p:cNvSpPr/>
          <p:nvPr/>
        </p:nvSpPr>
        <p:spPr>
          <a:xfrm>
            <a:off x="952500" y="457200"/>
            <a:ext cx="38100" cy="38100"/>
          </a:xfrm>
          <a:prstGeom prst="rect">
            <a:avLst/>
          </a:prstGeom>
          <a:solidFill>
            <a:srgbClr val="CED7E6"/>
          </a:solidFill>
          <a:ln>
            <a:noFill/>
          </a:ln>
        </p:spPr>
      </p:sp>
      <p:sp>
        <p:nvSpPr>
          <p:cNvPr id="34" name="wm.whiteboard.54.36"/>
          <p:cNvSpPr/>
          <p:nvPr/>
        </p:nvSpPr>
        <p:spPr>
          <a:xfrm>
            <a:off x="952500" y="685800"/>
            <a:ext cx="38100" cy="38100"/>
          </a:xfrm>
          <a:prstGeom prst="rect">
            <a:avLst/>
          </a:prstGeom>
          <a:solidFill>
            <a:srgbClr val="CED7E6">
              <a:alpha val="98827"/>
            </a:srgbClr>
          </a:solidFill>
          <a:ln>
            <a:noFill/>
          </a:ln>
        </p:spPr>
      </p:sp>
      <p:sp>
        <p:nvSpPr>
          <p:cNvPr id="35" name="wm.whiteboard.54.54"/>
          <p:cNvSpPr/>
          <p:nvPr/>
        </p:nvSpPr>
        <p:spPr>
          <a:xfrm>
            <a:off x="952500" y="914400"/>
            <a:ext cx="38100" cy="38100"/>
          </a:xfrm>
          <a:prstGeom prst="rect">
            <a:avLst/>
          </a:prstGeom>
          <a:solidFill>
            <a:srgbClr val="CED7E6">
              <a:alpha val="86895"/>
            </a:srgbClr>
          </a:solidFill>
          <a:ln>
            <a:noFill/>
          </a:ln>
        </p:spPr>
      </p:sp>
      <p:sp>
        <p:nvSpPr>
          <p:cNvPr id="36" name="wm.whiteboard.54.72"/>
          <p:cNvSpPr/>
          <p:nvPr/>
        </p:nvSpPr>
        <p:spPr>
          <a:xfrm>
            <a:off x="952500" y="1143000"/>
            <a:ext cx="38100" cy="38100"/>
          </a:xfrm>
          <a:prstGeom prst="rect">
            <a:avLst/>
          </a:prstGeom>
          <a:solidFill>
            <a:srgbClr val="CED7E6">
              <a:alpha val="73217"/>
            </a:srgbClr>
          </a:solidFill>
          <a:ln>
            <a:noFill/>
          </a:ln>
        </p:spPr>
      </p:sp>
      <p:sp>
        <p:nvSpPr>
          <p:cNvPr id="37" name="wm.whiteboard.54.90"/>
          <p:cNvSpPr/>
          <p:nvPr/>
        </p:nvSpPr>
        <p:spPr>
          <a:xfrm>
            <a:off x="952500" y="1371600"/>
            <a:ext cx="38100" cy="38100"/>
          </a:xfrm>
          <a:prstGeom prst="rect">
            <a:avLst/>
          </a:prstGeom>
          <a:solidFill>
            <a:srgbClr val="CED7E6">
              <a:alpha val="58541"/>
            </a:srgbClr>
          </a:solidFill>
          <a:ln>
            <a:noFill/>
          </a:ln>
        </p:spPr>
      </p:sp>
      <p:sp>
        <p:nvSpPr>
          <p:cNvPr id="38" name="wm.whiteboard.54.108"/>
          <p:cNvSpPr/>
          <p:nvPr/>
        </p:nvSpPr>
        <p:spPr>
          <a:xfrm>
            <a:off x="952500" y="1600200"/>
            <a:ext cx="38100" cy="38100"/>
          </a:xfrm>
          <a:prstGeom prst="rect">
            <a:avLst/>
          </a:prstGeom>
          <a:solidFill>
            <a:srgbClr val="CED7E6">
              <a:alpha val="43263"/>
            </a:srgbClr>
          </a:solidFill>
          <a:ln>
            <a:noFill/>
          </a:ln>
        </p:spPr>
      </p:sp>
      <p:sp>
        <p:nvSpPr>
          <p:cNvPr id="39" name="wm.whiteboard.54.126"/>
          <p:cNvSpPr/>
          <p:nvPr/>
        </p:nvSpPr>
        <p:spPr>
          <a:xfrm>
            <a:off x="952500" y="1828800"/>
            <a:ext cx="38100" cy="38100"/>
          </a:xfrm>
          <a:prstGeom prst="rect">
            <a:avLst/>
          </a:prstGeom>
          <a:solidFill>
            <a:srgbClr val="CED7E6">
              <a:alpha val="27603"/>
            </a:srgbClr>
          </a:solidFill>
          <a:ln>
            <a:noFill/>
          </a:ln>
        </p:spPr>
      </p:sp>
      <p:sp>
        <p:nvSpPr>
          <p:cNvPr id="40" name="wm.whiteboard.54.144"/>
          <p:cNvSpPr/>
          <p:nvPr/>
        </p:nvSpPr>
        <p:spPr>
          <a:xfrm>
            <a:off x="952500" y="2057400"/>
            <a:ext cx="38100" cy="38100"/>
          </a:xfrm>
          <a:prstGeom prst="rect">
            <a:avLst/>
          </a:prstGeom>
          <a:solidFill>
            <a:srgbClr val="CED7E6">
              <a:alpha val="11687"/>
            </a:srgbClr>
          </a:solidFill>
          <a:ln>
            <a:noFill/>
          </a:ln>
        </p:spPr>
      </p:sp>
      <p:sp>
        <p:nvSpPr>
          <p:cNvPr id="41" name="wm.whiteboard.72.0"/>
          <p:cNvSpPr/>
          <p:nvPr/>
        </p:nvSpPr>
        <p:spPr>
          <a:xfrm>
            <a:off x="1181100" y="228600"/>
            <a:ext cx="38100" cy="38100"/>
          </a:xfrm>
          <a:prstGeom prst="rect">
            <a:avLst/>
          </a:prstGeom>
          <a:solidFill>
            <a:srgbClr val="CED7E6">
              <a:alpha val="97572"/>
            </a:srgbClr>
          </a:solidFill>
          <a:ln>
            <a:noFill/>
          </a:ln>
        </p:spPr>
      </p:sp>
      <p:sp>
        <p:nvSpPr>
          <p:cNvPr id="42" name="wm.whiteboard.72.18"/>
          <p:cNvSpPr/>
          <p:nvPr/>
        </p:nvSpPr>
        <p:spPr>
          <a:xfrm>
            <a:off x="1181100" y="457200"/>
            <a:ext cx="38100" cy="38100"/>
          </a:xfrm>
          <a:prstGeom prst="rect">
            <a:avLst/>
          </a:prstGeom>
          <a:solidFill>
            <a:srgbClr val="CED7E6">
              <a:alpha val="94724"/>
            </a:srgbClr>
          </a:solidFill>
          <a:ln>
            <a:noFill/>
          </a:ln>
        </p:spPr>
      </p:sp>
      <p:sp>
        <p:nvSpPr>
          <p:cNvPr id="43" name="wm.whiteboard.72.36"/>
          <p:cNvSpPr/>
          <p:nvPr/>
        </p:nvSpPr>
        <p:spPr>
          <a:xfrm>
            <a:off x="1181100" y="685800"/>
            <a:ext cx="38100" cy="38100"/>
          </a:xfrm>
          <a:prstGeom prst="rect">
            <a:avLst/>
          </a:prstGeom>
          <a:solidFill>
            <a:srgbClr val="CED7E6">
              <a:alpha val="87609"/>
            </a:srgbClr>
          </a:solidFill>
          <a:ln>
            <a:noFill/>
          </a:ln>
        </p:spPr>
      </p:sp>
      <p:sp>
        <p:nvSpPr>
          <p:cNvPr id="44" name="wm.whiteboard.72.54"/>
          <p:cNvSpPr/>
          <p:nvPr/>
        </p:nvSpPr>
        <p:spPr>
          <a:xfrm>
            <a:off x="1181100" y="914400"/>
            <a:ext cx="38100" cy="38100"/>
          </a:xfrm>
          <a:prstGeom prst="rect">
            <a:avLst/>
          </a:prstGeom>
          <a:solidFill>
            <a:srgbClr val="CED7E6">
              <a:alpha val="77408"/>
            </a:srgbClr>
          </a:solidFill>
          <a:ln>
            <a:noFill/>
          </a:ln>
        </p:spPr>
      </p:sp>
      <p:sp>
        <p:nvSpPr>
          <p:cNvPr id="45" name="wm.whiteboard.72.72"/>
          <p:cNvSpPr/>
          <p:nvPr/>
        </p:nvSpPr>
        <p:spPr>
          <a:xfrm>
            <a:off x="1181100" y="1143000"/>
            <a:ext cx="38100" cy="38100"/>
          </a:xfrm>
          <a:prstGeom prst="rect">
            <a:avLst/>
          </a:prstGeom>
          <a:solidFill>
            <a:srgbClr val="CED7E6">
              <a:alpha val="65181"/>
            </a:srgbClr>
          </a:solidFill>
          <a:ln>
            <a:noFill/>
          </a:ln>
        </p:spPr>
      </p:sp>
      <p:sp>
        <p:nvSpPr>
          <p:cNvPr id="46" name="wm.whiteboard.72.90"/>
          <p:cNvSpPr/>
          <p:nvPr/>
        </p:nvSpPr>
        <p:spPr>
          <a:xfrm>
            <a:off x="1181100" y="1371600"/>
            <a:ext cx="38100" cy="38100"/>
          </a:xfrm>
          <a:prstGeom prst="rect">
            <a:avLst/>
          </a:prstGeom>
          <a:solidFill>
            <a:srgbClr val="CED7E6">
              <a:alpha val="51653"/>
            </a:srgbClr>
          </a:solidFill>
          <a:ln>
            <a:noFill/>
          </a:ln>
        </p:spPr>
      </p:sp>
      <p:sp>
        <p:nvSpPr>
          <p:cNvPr id="47" name="wm.whiteboard.72.108"/>
          <p:cNvSpPr/>
          <p:nvPr/>
        </p:nvSpPr>
        <p:spPr>
          <a:xfrm>
            <a:off x="1181100" y="1600200"/>
            <a:ext cx="38100" cy="38100"/>
          </a:xfrm>
          <a:prstGeom prst="rect">
            <a:avLst/>
          </a:prstGeom>
          <a:solidFill>
            <a:srgbClr val="CED7E6">
              <a:alpha val="37275"/>
            </a:srgbClr>
          </a:solidFill>
          <a:ln>
            <a:noFill/>
          </a:ln>
        </p:spPr>
      </p:sp>
      <p:sp>
        <p:nvSpPr>
          <p:cNvPr id="48" name="wm.whiteboard.72.126"/>
          <p:cNvSpPr/>
          <p:nvPr/>
        </p:nvSpPr>
        <p:spPr>
          <a:xfrm>
            <a:off x="1181100" y="1828800"/>
            <a:ext cx="38100" cy="38100"/>
          </a:xfrm>
          <a:prstGeom prst="rect">
            <a:avLst/>
          </a:prstGeom>
          <a:solidFill>
            <a:srgbClr val="CED7E6">
              <a:alpha val="22326"/>
            </a:srgbClr>
          </a:solidFill>
          <a:ln>
            <a:noFill/>
          </a:ln>
        </p:spPr>
      </p:sp>
      <p:sp>
        <p:nvSpPr>
          <p:cNvPr id="49" name="wm.whiteboard.72.144"/>
          <p:cNvSpPr/>
          <p:nvPr/>
        </p:nvSpPr>
        <p:spPr>
          <a:xfrm>
            <a:off x="1181100" y="2057400"/>
            <a:ext cx="38100" cy="38100"/>
          </a:xfrm>
          <a:prstGeom prst="rect">
            <a:avLst/>
          </a:prstGeom>
          <a:solidFill>
            <a:srgbClr val="CED7E6">
              <a:alpha val="6980"/>
            </a:srgbClr>
          </a:solidFill>
          <a:ln>
            <a:noFill/>
          </a:ln>
        </p:spPr>
      </p:sp>
      <p:sp>
        <p:nvSpPr>
          <p:cNvPr id="50" name="wm.whiteboard.90.0"/>
          <p:cNvSpPr/>
          <p:nvPr/>
        </p:nvSpPr>
        <p:spPr>
          <a:xfrm>
            <a:off x="1409700" y="228600"/>
            <a:ext cx="38100" cy="38100"/>
          </a:xfrm>
          <a:prstGeom prst="rect">
            <a:avLst/>
          </a:prstGeom>
          <a:solidFill>
            <a:srgbClr val="CED7E6">
              <a:alpha val="83798"/>
            </a:srgbClr>
          </a:solidFill>
          <a:ln>
            <a:noFill/>
          </a:ln>
        </p:spPr>
      </p:sp>
      <p:sp>
        <p:nvSpPr>
          <p:cNvPr id="51" name="wm.whiteboard.90.18"/>
          <p:cNvSpPr/>
          <p:nvPr/>
        </p:nvSpPr>
        <p:spPr>
          <a:xfrm>
            <a:off x="1409700" y="457200"/>
            <a:ext cx="38100" cy="38100"/>
          </a:xfrm>
          <a:prstGeom prst="rect">
            <a:avLst/>
          </a:prstGeom>
          <a:solidFill>
            <a:srgbClr val="CED7E6">
              <a:alpha val="81490"/>
            </a:srgbClr>
          </a:solidFill>
          <a:ln>
            <a:noFill/>
          </a:ln>
        </p:spPr>
      </p:sp>
      <p:sp>
        <p:nvSpPr>
          <p:cNvPr id="52" name="wm.whiteboard.90.36"/>
          <p:cNvSpPr/>
          <p:nvPr/>
        </p:nvSpPr>
        <p:spPr>
          <a:xfrm>
            <a:off x="1409700" y="685800"/>
            <a:ext cx="38100" cy="38100"/>
          </a:xfrm>
          <a:prstGeom prst="rect">
            <a:avLst/>
          </a:prstGeom>
          <a:solidFill>
            <a:srgbClr val="CED7E6">
              <a:alpha val="75569"/>
            </a:srgbClr>
          </a:solidFill>
          <a:ln>
            <a:noFill/>
          </a:ln>
        </p:spPr>
      </p:sp>
      <p:sp>
        <p:nvSpPr>
          <p:cNvPr id="53" name="wm.whiteboard.90.54"/>
          <p:cNvSpPr/>
          <p:nvPr/>
        </p:nvSpPr>
        <p:spPr>
          <a:xfrm>
            <a:off x="1409700" y="914400"/>
            <a:ext cx="38100" cy="38100"/>
          </a:xfrm>
          <a:prstGeom prst="rect">
            <a:avLst/>
          </a:prstGeom>
          <a:solidFill>
            <a:srgbClr val="CED7E6">
              <a:alpha val="66767"/>
            </a:srgbClr>
          </a:solidFill>
          <a:ln>
            <a:noFill/>
          </a:ln>
        </p:spPr>
      </p:sp>
      <p:sp>
        <p:nvSpPr>
          <p:cNvPr id="54" name="wm.whiteboard.90.72"/>
          <p:cNvSpPr/>
          <p:nvPr/>
        </p:nvSpPr>
        <p:spPr>
          <a:xfrm>
            <a:off x="1409700" y="1143000"/>
            <a:ext cx="38100" cy="38100"/>
          </a:xfrm>
          <a:prstGeom prst="rect">
            <a:avLst/>
          </a:prstGeom>
          <a:solidFill>
            <a:srgbClr val="CED7E6">
              <a:alpha val="55859"/>
            </a:srgbClr>
          </a:solidFill>
          <a:ln>
            <a:noFill/>
          </a:ln>
        </p:spPr>
      </p:sp>
      <p:sp>
        <p:nvSpPr>
          <p:cNvPr id="55" name="wm.whiteboard.90.90"/>
          <p:cNvSpPr/>
          <p:nvPr/>
        </p:nvSpPr>
        <p:spPr>
          <a:xfrm>
            <a:off x="1409700" y="1371600"/>
            <a:ext cx="38100" cy="38100"/>
          </a:xfrm>
          <a:prstGeom prst="rect">
            <a:avLst/>
          </a:prstGeom>
          <a:solidFill>
            <a:srgbClr val="CED7E6">
              <a:alpha val="43468"/>
            </a:srgbClr>
          </a:solidFill>
          <a:ln>
            <a:noFill/>
          </a:ln>
        </p:spPr>
      </p:sp>
      <p:sp>
        <p:nvSpPr>
          <p:cNvPr id="56" name="wm.whiteboard.90.108"/>
          <p:cNvSpPr/>
          <p:nvPr/>
        </p:nvSpPr>
        <p:spPr>
          <a:xfrm>
            <a:off x="1409700" y="1600200"/>
            <a:ext cx="38100" cy="38100"/>
          </a:xfrm>
          <a:prstGeom prst="rect">
            <a:avLst/>
          </a:prstGeom>
          <a:solidFill>
            <a:srgbClr val="CED7E6">
              <a:alpha val="30037"/>
            </a:srgbClr>
          </a:solidFill>
          <a:ln>
            <a:noFill/>
          </a:ln>
        </p:spPr>
      </p:sp>
      <p:sp>
        <p:nvSpPr>
          <p:cNvPr id="57" name="wm.whiteboard.90.126"/>
          <p:cNvSpPr/>
          <p:nvPr/>
        </p:nvSpPr>
        <p:spPr>
          <a:xfrm>
            <a:off x="1409700" y="1828800"/>
            <a:ext cx="38100" cy="38100"/>
          </a:xfrm>
          <a:prstGeom prst="rect">
            <a:avLst/>
          </a:prstGeom>
          <a:solidFill>
            <a:srgbClr val="CED7E6">
              <a:alpha val="15870"/>
            </a:srgbClr>
          </a:solidFill>
          <a:ln>
            <a:noFill/>
          </a:ln>
        </p:spPr>
      </p:sp>
      <p:sp>
        <p:nvSpPr>
          <p:cNvPr id="58" name="wm.whiteboard.90.144"/>
          <p:cNvSpPr/>
          <p:nvPr/>
        </p:nvSpPr>
        <p:spPr>
          <a:xfrm>
            <a:off x="1409700" y="2057400"/>
            <a:ext cx="38100" cy="38100"/>
          </a:xfrm>
          <a:prstGeom prst="rect">
            <a:avLst/>
          </a:prstGeom>
          <a:solidFill>
            <a:srgbClr val="CED7E6">
              <a:alpha val="1171"/>
            </a:srgbClr>
          </a:solidFill>
          <a:ln>
            <a:noFill/>
          </a:ln>
        </p:spPr>
      </p:sp>
      <p:sp>
        <p:nvSpPr>
          <p:cNvPr id="59" name="wm.whiteboard.108.0"/>
          <p:cNvSpPr/>
          <p:nvPr/>
        </p:nvSpPr>
        <p:spPr>
          <a:xfrm>
            <a:off x="1638300" y="228600"/>
            <a:ext cx="38100" cy="38100"/>
          </a:xfrm>
          <a:prstGeom prst="rect">
            <a:avLst/>
          </a:prstGeom>
          <a:solidFill>
            <a:srgbClr val="CED7E6">
              <a:alpha val="70023"/>
            </a:srgbClr>
          </a:solidFill>
          <a:ln>
            <a:noFill/>
          </a:ln>
        </p:spPr>
      </p:sp>
      <p:sp>
        <p:nvSpPr>
          <p:cNvPr id="60" name="wm.whiteboard.108.18"/>
          <p:cNvSpPr/>
          <p:nvPr/>
        </p:nvSpPr>
        <p:spPr>
          <a:xfrm>
            <a:off x="1638300" y="457200"/>
            <a:ext cx="38100" cy="38100"/>
          </a:xfrm>
          <a:prstGeom prst="rect">
            <a:avLst/>
          </a:prstGeom>
          <a:solidFill>
            <a:srgbClr val="CED7E6">
              <a:alpha val="68085"/>
            </a:srgbClr>
          </a:solidFill>
          <a:ln>
            <a:noFill/>
          </a:ln>
        </p:spPr>
      </p:sp>
      <p:sp>
        <p:nvSpPr>
          <p:cNvPr id="61" name="wm.whiteboard.108.36"/>
          <p:cNvSpPr/>
          <p:nvPr/>
        </p:nvSpPr>
        <p:spPr>
          <a:xfrm>
            <a:off x="1638300" y="685800"/>
            <a:ext cx="38100" cy="38100"/>
          </a:xfrm>
          <a:prstGeom prst="rect">
            <a:avLst/>
          </a:prstGeom>
          <a:solidFill>
            <a:srgbClr val="CED7E6">
              <a:alpha val="63033"/>
            </a:srgbClr>
          </a:solidFill>
          <a:ln>
            <a:noFill/>
          </a:ln>
        </p:spPr>
      </p:sp>
      <p:sp>
        <p:nvSpPr>
          <p:cNvPr id="62" name="wm.whiteboard.108.54"/>
          <p:cNvSpPr/>
          <p:nvPr/>
        </p:nvSpPr>
        <p:spPr>
          <a:xfrm>
            <a:off x="1638300" y="914400"/>
            <a:ext cx="38100" cy="38100"/>
          </a:xfrm>
          <a:prstGeom prst="rect">
            <a:avLst/>
          </a:prstGeom>
          <a:solidFill>
            <a:srgbClr val="CED7E6">
              <a:alpha val="55346"/>
            </a:srgbClr>
          </a:solidFill>
          <a:ln>
            <a:noFill/>
          </a:ln>
        </p:spPr>
      </p:sp>
      <p:sp>
        <p:nvSpPr>
          <p:cNvPr id="63" name="wm.whiteboard.108.72"/>
          <p:cNvSpPr/>
          <p:nvPr/>
        </p:nvSpPr>
        <p:spPr>
          <a:xfrm>
            <a:off x="1638300" y="1143000"/>
            <a:ext cx="38100" cy="38100"/>
          </a:xfrm>
          <a:prstGeom prst="rect">
            <a:avLst/>
          </a:prstGeom>
          <a:solidFill>
            <a:srgbClr val="CED7E6">
              <a:alpha val="45583"/>
            </a:srgbClr>
          </a:solidFill>
          <a:ln>
            <a:noFill/>
          </a:ln>
        </p:spPr>
      </p:sp>
      <p:sp>
        <p:nvSpPr>
          <p:cNvPr id="64" name="wm.whiteboard.108.90"/>
          <p:cNvSpPr/>
          <p:nvPr/>
        </p:nvSpPr>
        <p:spPr>
          <a:xfrm>
            <a:off x="1638300" y="1371600"/>
            <a:ext cx="38100" cy="38100"/>
          </a:xfrm>
          <a:prstGeom prst="rect">
            <a:avLst/>
          </a:prstGeom>
          <a:solidFill>
            <a:srgbClr val="CED7E6">
              <a:alpha val="34251"/>
            </a:srgbClr>
          </a:solidFill>
          <a:ln>
            <a:noFill/>
          </a:ln>
        </p:spPr>
      </p:sp>
      <p:sp>
        <p:nvSpPr>
          <p:cNvPr id="65" name="wm.whiteboard.108.108"/>
          <p:cNvSpPr/>
          <p:nvPr/>
        </p:nvSpPr>
        <p:spPr>
          <a:xfrm>
            <a:off x="1638300" y="1600200"/>
            <a:ext cx="38100" cy="38100"/>
          </a:xfrm>
          <a:prstGeom prst="rect">
            <a:avLst/>
          </a:prstGeom>
          <a:solidFill>
            <a:srgbClr val="CED7E6">
              <a:alpha val="21754"/>
            </a:srgbClr>
          </a:solidFill>
          <a:ln>
            <a:noFill/>
          </a:ln>
        </p:spPr>
      </p:sp>
      <p:sp>
        <p:nvSpPr>
          <p:cNvPr id="66" name="wm.whiteboard.108.126"/>
          <p:cNvSpPr/>
          <p:nvPr/>
        </p:nvSpPr>
        <p:spPr>
          <a:xfrm>
            <a:off x="1638300" y="1828800"/>
            <a:ext cx="38100" cy="38100"/>
          </a:xfrm>
          <a:prstGeom prst="rect">
            <a:avLst/>
          </a:prstGeom>
          <a:solidFill>
            <a:srgbClr val="CED7E6">
              <a:alpha val="8391"/>
            </a:srgbClr>
          </a:solidFill>
          <a:ln>
            <a:noFill/>
          </a:ln>
        </p:spPr>
      </p:sp>
      <p:sp>
        <p:nvSpPr>
          <p:cNvPr id="67" name="wm.whiteboard.126.0"/>
          <p:cNvSpPr/>
          <p:nvPr/>
        </p:nvSpPr>
        <p:spPr>
          <a:xfrm>
            <a:off x="1866900" y="228600"/>
            <a:ext cx="38100" cy="38100"/>
          </a:xfrm>
          <a:prstGeom prst="rect">
            <a:avLst/>
          </a:prstGeom>
          <a:solidFill>
            <a:srgbClr val="CED7E6">
              <a:alpha val="56247"/>
            </a:srgbClr>
          </a:solidFill>
          <a:ln>
            <a:noFill/>
          </a:ln>
        </p:spPr>
      </p:sp>
      <p:sp>
        <p:nvSpPr>
          <p:cNvPr id="68" name="wm.whiteboard.126.18"/>
          <p:cNvSpPr/>
          <p:nvPr/>
        </p:nvSpPr>
        <p:spPr>
          <a:xfrm>
            <a:off x="1866900" y="457200"/>
            <a:ext cx="38100" cy="38100"/>
          </a:xfrm>
          <a:prstGeom prst="rect">
            <a:avLst/>
          </a:prstGeom>
          <a:solidFill>
            <a:srgbClr val="CED7E6">
              <a:alpha val="54578"/>
            </a:srgbClr>
          </a:solidFill>
          <a:ln>
            <a:noFill/>
          </a:ln>
        </p:spPr>
      </p:sp>
      <p:sp>
        <p:nvSpPr>
          <p:cNvPr id="69" name="wm.whiteboard.126.36"/>
          <p:cNvSpPr/>
          <p:nvPr/>
        </p:nvSpPr>
        <p:spPr>
          <a:xfrm>
            <a:off x="1866900" y="685800"/>
            <a:ext cx="38100" cy="38100"/>
          </a:xfrm>
          <a:prstGeom prst="rect">
            <a:avLst/>
          </a:prstGeom>
          <a:solidFill>
            <a:srgbClr val="CED7E6">
              <a:alpha val="50182"/>
            </a:srgbClr>
          </a:solidFill>
          <a:ln>
            <a:noFill/>
          </a:ln>
        </p:spPr>
      </p:sp>
      <p:sp>
        <p:nvSpPr>
          <p:cNvPr id="70" name="wm.whiteboard.126.54"/>
          <p:cNvSpPr/>
          <p:nvPr/>
        </p:nvSpPr>
        <p:spPr>
          <a:xfrm>
            <a:off x="1866900" y="914400"/>
            <a:ext cx="38100" cy="38100"/>
          </a:xfrm>
          <a:prstGeom prst="rect">
            <a:avLst/>
          </a:prstGeom>
          <a:solidFill>
            <a:srgbClr val="CED7E6">
              <a:alpha val="43386"/>
            </a:srgbClr>
          </a:solidFill>
          <a:ln>
            <a:noFill/>
          </a:ln>
        </p:spPr>
      </p:sp>
      <p:sp>
        <p:nvSpPr>
          <p:cNvPr id="71" name="wm.whiteboard.126.72"/>
          <p:cNvSpPr/>
          <p:nvPr/>
        </p:nvSpPr>
        <p:spPr>
          <a:xfrm>
            <a:off x="1866900" y="1143000"/>
            <a:ext cx="38100" cy="38100"/>
          </a:xfrm>
          <a:prstGeom prst="rect">
            <a:avLst/>
          </a:prstGeom>
          <a:solidFill>
            <a:srgbClr val="CED7E6">
              <a:alpha val="34598"/>
            </a:srgbClr>
          </a:solidFill>
          <a:ln>
            <a:noFill/>
          </a:ln>
        </p:spPr>
      </p:sp>
      <p:sp>
        <p:nvSpPr>
          <p:cNvPr id="72" name="wm.whiteboard.126.90"/>
          <p:cNvSpPr/>
          <p:nvPr/>
        </p:nvSpPr>
        <p:spPr>
          <a:xfrm>
            <a:off x="1866900" y="1371600"/>
            <a:ext cx="38100" cy="38100"/>
          </a:xfrm>
          <a:prstGeom prst="rect">
            <a:avLst/>
          </a:prstGeom>
          <a:solidFill>
            <a:srgbClr val="CED7E6">
              <a:alpha val="24223"/>
            </a:srgbClr>
          </a:solidFill>
          <a:ln>
            <a:noFill/>
          </a:ln>
        </p:spPr>
      </p:sp>
      <p:sp>
        <p:nvSpPr>
          <p:cNvPr id="73" name="wm.whiteboard.126.108"/>
          <p:cNvSpPr/>
          <p:nvPr/>
        </p:nvSpPr>
        <p:spPr>
          <a:xfrm>
            <a:off x="1866900" y="1600200"/>
            <a:ext cx="38100" cy="38100"/>
          </a:xfrm>
          <a:prstGeom prst="rect">
            <a:avLst/>
          </a:prstGeom>
          <a:solidFill>
            <a:srgbClr val="CED7E6">
              <a:alpha val="12610"/>
            </a:srgbClr>
          </a:solidFill>
          <a:ln>
            <a:noFill/>
          </a:ln>
        </p:spPr>
      </p:sp>
      <p:sp>
        <p:nvSpPr>
          <p:cNvPr id="74" name="wm.whiteboard.126.126"/>
          <p:cNvSpPr/>
          <p:nvPr/>
        </p:nvSpPr>
        <p:spPr>
          <a:xfrm>
            <a:off x="1866900" y="1828800"/>
            <a:ext cx="38100" cy="38100"/>
          </a:xfrm>
          <a:prstGeom prst="rect">
            <a:avLst/>
          </a:prstGeom>
          <a:solidFill>
            <a:srgbClr val="CED7E6">
              <a:alpha val="40"/>
            </a:srgbClr>
          </a:solidFill>
          <a:ln>
            <a:noFill/>
          </a:ln>
        </p:spPr>
      </p:sp>
      <p:sp>
        <p:nvSpPr>
          <p:cNvPr id="75" name="wm.whiteboard.144.0"/>
          <p:cNvSpPr/>
          <p:nvPr/>
        </p:nvSpPr>
        <p:spPr>
          <a:xfrm>
            <a:off x="2095500" y="228600"/>
            <a:ext cx="38100" cy="38100"/>
          </a:xfrm>
          <a:prstGeom prst="rect">
            <a:avLst/>
          </a:prstGeom>
          <a:solidFill>
            <a:srgbClr val="CED7E6">
              <a:alpha val="42471"/>
            </a:srgbClr>
          </a:solidFill>
          <a:ln>
            <a:noFill/>
          </a:ln>
        </p:spPr>
      </p:sp>
      <p:sp>
        <p:nvSpPr>
          <p:cNvPr id="76" name="wm.whiteboard.144.18"/>
          <p:cNvSpPr/>
          <p:nvPr/>
        </p:nvSpPr>
        <p:spPr>
          <a:xfrm>
            <a:off x="2095500" y="457200"/>
            <a:ext cx="38100" cy="38100"/>
          </a:xfrm>
          <a:prstGeom prst="rect">
            <a:avLst/>
          </a:prstGeom>
          <a:solidFill>
            <a:srgbClr val="CED7E6">
              <a:alpha val="41005"/>
            </a:srgbClr>
          </a:solidFill>
          <a:ln>
            <a:noFill/>
          </a:ln>
        </p:spPr>
      </p:sp>
      <p:sp>
        <p:nvSpPr>
          <p:cNvPr id="77" name="wm.whiteboard.144.36"/>
          <p:cNvSpPr/>
          <p:nvPr/>
        </p:nvSpPr>
        <p:spPr>
          <a:xfrm>
            <a:off x="2095500" y="685800"/>
            <a:ext cx="38100" cy="38100"/>
          </a:xfrm>
          <a:prstGeom prst="rect">
            <a:avLst/>
          </a:prstGeom>
          <a:solidFill>
            <a:srgbClr val="CED7E6">
              <a:alpha val="37120"/>
            </a:srgbClr>
          </a:solidFill>
          <a:ln>
            <a:noFill/>
          </a:ln>
        </p:spPr>
      </p:sp>
      <p:sp>
        <p:nvSpPr>
          <p:cNvPr id="78" name="wm.whiteboard.144.54"/>
          <p:cNvSpPr/>
          <p:nvPr/>
        </p:nvSpPr>
        <p:spPr>
          <a:xfrm>
            <a:off x="2095500" y="914400"/>
            <a:ext cx="38100" cy="38100"/>
          </a:xfrm>
          <a:prstGeom prst="rect">
            <a:avLst/>
          </a:prstGeom>
          <a:solidFill>
            <a:srgbClr val="CED7E6">
              <a:alpha val="31044"/>
            </a:srgbClr>
          </a:solidFill>
          <a:ln>
            <a:noFill/>
          </a:ln>
        </p:spPr>
      </p:sp>
      <p:sp>
        <p:nvSpPr>
          <p:cNvPr id="79" name="wm.whiteboard.144.72"/>
          <p:cNvSpPr/>
          <p:nvPr/>
        </p:nvSpPr>
        <p:spPr>
          <a:xfrm>
            <a:off x="2095500" y="1143000"/>
            <a:ext cx="38100" cy="38100"/>
          </a:xfrm>
          <a:prstGeom prst="rect">
            <a:avLst/>
          </a:prstGeom>
          <a:solidFill>
            <a:srgbClr val="CED7E6">
              <a:alpha val="23083"/>
            </a:srgbClr>
          </a:solidFill>
          <a:ln>
            <a:noFill/>
          </a:ln>
        </p:spPr>
      </p:sp>
      <p:sp>
        <p:nvSpPr>
          <p:cNvPr id="80" name="wm.whiteboard.144.90"/>
          <p:cNvSpPr/>
          <p:nvPr/>
        </p:nvSpPr>
        <p:spPr>
          <a:xfrm>
            <a:off x="2095500" y="1371600"/>
            <a:ext cx="38100" cy="38100"/>
          </a:xfrm>
          <a:prstGeom prst="rect">
            <a:avLst/>
          </a:prstGeom>
          <a:solidFill>
            <a:srgbClr val="CED7E6">
              <a:alpha val="13557"/>
            </a:srgbClr>
          </a:solidFill>
          <a:ln>
            <a:noFill/>
          </a:ln>
        </p:spPr>
      </p:sp>
      <p:sp>
        <p:nvSpPr>
          <p:cNvPr id="81" name="wm.whiteboard.144.108"/>
          <p:cNvSpPr/>
          <p:nvPr/>
        </p:nvSpPr>
        <p:spPr>
          <a:xfrm>
            <a:off x="2095500" y="1600200"/>
            <a:ext cx="38100" cy="38100"/>
          </a:xfrm>
          <a:prstGeom prst="rect">
            <a:avLst/>
          </a:prstGeom>
          <a:solidFill>
            <a:srgbClr val="CED7E6">
              <a:alpha val="2762"/>
            </a:srgbClr>
          </a:solidFill>
          <a:ln>
            <a:noFill/>
          </a:ln>
        </p:spPr>
      </p:sp>
      <p:sp>
        <p:nvSpPr>
          <p:cNvPr id="82" name="wm.whiteboard.162.0"/>
          <p:cNvSpPr/>
          <p:nvPr/>
        </p:nvSpPr>
        <p:spPr>
          <a:xfrm>
            <a:off x="2324100" y="228600"/>
            <a:ext cx="38100" cy="38100"/>
          </a:xfrm>
          <a:prstGeom prst="rect">
            <a:avLst/>
          </a:prstGeom>
          <a:solidFill>
            <a:srgbClr val="CED7E6">
              <a:alpha val="28695"/>
            </a:srgbClr>
          </a:solidFill>
          <a:ln>
            <a:noFill/>
          </a:ln>
        </p:spPr>
      </p:sp>
      <p:sp>
        <p:nvSpPr>
          <p:cNvPr id="83" name="wm.whiteboard.162.18"/>
          <p:cNvSpPr/>
          <p:nvPr/>
        </p:nvSpPr>
        <p:spPr>
          <a:xfrm>
            <a:off x="2324100" y="457200"/>
            <a:ext cx="38100" cy="38100"/>
          </a:xfrm>
          <a:prstGeom prst="rect">
            <a:avLst/>
          </a:prstGeom>
          <a:solidFill>
            <a:srgbClr val="CED7E6">
              <a:alpha val="27389"/>
            </a:srgbClr>
          </a:solidFill>
          <a:ln>
            <a:noFill/>
          </a:ln>
        </p:spPr>
      </p:sp>
      <p:sp>
        <p:nvSpPr>
          <p:cNvPr id="84" name="wm.whiteboard.162.36"/>
          <p:cNvSpPr/>
          <p:nvPr/>
        </p:nvSpPr>
        <p:spPr>
          <a:xfrm>
            <a:off x="2324100" y="685800"/>
            <a:ext cx="38100" cy="38100"/>
          </a:xfrm>
          <a:prstGeom prst="rect">
            <a:avLst/>
          </a:prstGeom>
          <a:solidFill>
            <a:srgbClr val="CED7E6">
              <a:alpha val="23910"/>
            </a:srgbClr>
          </a:solidFill>
          <a:ln>
            <a:noFill/>
          </a:ln>
        </p:spPr>
      </p:sp>
      <p:sp>
        <p:nvSpPr>
          <p:cNvPr id="85" name="wm.whiteboard.162.54"/>
          <p:cNvSpPr/>
          <p:nvPr/>
        </p:nvSpPr>
        <p:spPr>
          <a:xfrm>
            <a:off x="2324100" y="914400"/>
            <a:ext cx="38100" cy="38100"/>
          </a:xfrm>
          <a:prstGeom prst="rect">
            <a:avLst/>
          </a:prstGeom>
          <a:solidFill>
            <a:srgbClr val="CED7E6">
              <a:alpha val="18425"/>
            </a:srgbClr>
          </a:solidFill>
          <a:ln>
            <a:noFill/>
          </a:ln>
        </p:spPr>
      </p:sp>
      <p:sp>
        <p:nvSpPr>
          <p:cNvPr id="86" name="wm.whiteboard.162.72"/>
          <p:cNvSpPr/>
          <p:nvPr/>
        </p:nvSpPr>
        <p:spPr>
          <a:xfrm>
            <a:off x="2324100" y="1143000"/>
            <a:ext cx="38100" cy="38100"/>
          </a:xfrm>
          <a:prstGeom prst="rect">
            <a:avLst/>
          </a:prstGeom>
          <a:solidFill>
            <a:srgbClr val="CED7E6">
              <a:alpha val="11167"/>
            </a:srgbClr>
          </a:solidFill>
          <a:ln>
            <a:noFill/>
          </a:ln>
        </p:spPr>
      </p:sp>
      <p:sp>
        <p:nvSpPr>
          <p:cNvPr id="87" name="wm.whiteboard.162.90"/>
          <p:cNvSpPr/>
          <p:nvPr/>
        </p:nvSpPr>
        <p:spPr>
          <a:xfrm>
            <a:off x="2324100" y="1371600"/>
            <a:ext cx="38100" cy="38100"/>
          </a:xfrm>
          <a:prstGeom prst="rect">
            <a:avLst/>
          </a:prstGeom>
          <a:solidFill>
            <a:srgbClr val="CED7E6">
              <a:alpha val="2388"/>
            </a:srgbClr>
          </a:solidFill>
          <a:ln>
            <a:noFill/>
          </a:ln>
        </p:spPr>
      </p:sp>
      <p:sp>
        <p:nvSpPr>
          <p:cNvPr id="88" name="wm.whiteboard.180.0"/>
          <p:cNvSpPr/>
          <p:nvPr/>
        </p:nvSpPr>
        <p:spPr>
          <a:xfrm>
            <a:off x="2552700" y="228600"/>
            <a:ext cx="38100" cy="38100"/>
          </a:xfrm>
          <a:prstGeom prst="rect">
            <a:avLst/>
          </a:prstGeom>
          <a:solidFill>
            <a:srgbClr val="CED7E6">
              <a:alpha val="14918"/>
            </a:srgbClr>
          </a:solidFill>
          <a:ln>
            <a:noFill/>
          </a:ln>
        </p:spPr>
      </p:sp>
      <p:sp>
        <p:nvSpPr>
          <p:cNvPr id="89" name="wm.whiteboard.180.18"/>
          <p:cNvSpPr/>
          <p:nvPr/>
        </p:nvSpPr>
        <p:spPr>
          <a:xfrm>
            <a:off x="2552700" y="457200"/>
            <a:ext cx="38100" cy="38100"/>
          </a:xfrm>
          <a:prstGeom prst="rect">
            <a:avLst/>
          </a:prstGeom>
          <a:solidFill>
            <a:srgbClr val="CED7E6">
              <a:alpha val="13741"/>
            </a:srgbClr>
          </a:solidFill>
          <a:ln>
            <a:noFill/>
          </a:ln>
        </p:spPr>
      </p:sp>
      <p:sp>
        <p:nvSpPr>
          <p:cNvPr id="90" name="wm.whiteboard.180.36"/>
          <p:cNvSpPr/>
          <p:nvPr/>
        </p:nvSpPr>
        <p:spPr>
          <a:xfrm>
            <a:off x="2552700" y="685800"/>
            <a:ext cx="38100" cy="38100"/>
          </a:xfrm>
          <a:prstGeom prst="rect">
            <a:avLst/>
          </a:prstGeom>
          <a:solidFill>
            <a:srgbClr val="CED7E6">
              <a:alpha val="10593"/>
            </a:srgbClr>
          </a:solidFill>
          <a:ln>
            <a:noFill/>
          </a:ln>
        </p:spPr>
      </p:sp>
      <p:sp>
        <p:nvSpPr>
          <p:cNvPr id="91" name="wm.whiteboard.180.54"/>
          <p:cNvSpPr/>
          <p:nvPr/>
        </p:nvSpPr>
        <p:spPr>
          <a:xfrm>
            <a:off x="2552700" y="914400"/>
            <a:ext cx="38100" cy="38100"/>
          </a:xfrm>
          <a:prstGeom prst="rect">
            <a:avLst/>
          </a:prstGeom>
          <a:solidFill>
            <a:srgbClr val="CED7E6">
              <a:alpha val="5600"/>
            </a:srgbClr>
          </a:solidFill>
          <a:ln>
            <a:noFill/>
          </a:ln>
        </p:spPr>
      </p:sp>
      <p:sp>
        <p:nvSpPr>
          <p:cNvPr id="92" name="wm.whiteboard.198.0"/>
          <p:cNvSpPr/>
          <p:nvPr/>
        </p:nvSpPr>
        <p:spPr>
          <a:xfrm>
            <a:off x="2781300" y="228600"/>
            <a:ext cx="38100" cy="38100"/>
          </a:xfrm>
          <a:prstGeom prst="rect">
            <a:avLst/>
          </a:prstGeom>
          <a:solidFill>
            <a:srgbClr val="CED7E6">
              <a:alpha val="1142"/>
            </a:srgbClr>
          </a:solidFill>
          <a:ln>
            <a:noFill/>
          </a:ln>
        </p:spPr>
      </p:sp>
      <p:sp>
        <p:nvSpPr>
          <p:cNvPr id="93" name="wm.whiteboard.198.18"/>
          <p:cNvSpPr/>
          <p:nvPr/>
        </p:nvSpPr>
        <p:spPr>
          <a:xfrm>
            <a:off x="2781300" y="457200"/>
            <a:ext cx="38100" cy="38100"/>
          </a:xfrm>
          <a:prstGeom prst="rect">
            <a:avLst/>
          </a:prstGeom>
          <a:solidFill>
            <a:srgbClr val="CED7E6">
              <a:alpha val="69"/>
            </a:srgbClr>
          </a:solidFill>
          <a:ln>
            <a:noFill/>
          </a:ln>
        </p:spPr>
      </p:sp>
      <p:pic>
        <p:nvPicPr>
          <p:cNvPr id="94" name="wm.logo" descr="West Monro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 y="6210300"/>
            <a:ext cx="729403" cy="152400"/>
          </a:xfrm>
          <a:prstGeom prst="rect">
            <a:avLst/>
          </a:prstGeom>
        </p:spPr>
      </p:pic>
      <p:sp>
        <p:nvSpPr>
          <p:cNvPr id="95" name="wm.legal"/>
          <p:cNvSpPr/>
          <p:nvPr/>
        </p:nvSpPr>
        <p:spPr>
          <a:xfrm>
            <a:off x="2171700" y="6172200"/>
            <a:ext cx="8915400" cy="228600"/>
          </a:xfrm>
          <a:prstGeom prst="rect">
            <a:avLst/>
          </a:prstGeom>
          <a:noFill/>
          <a:ln/>
        </p:spPr>
        <p:txBody>
          <a:bodyPr wrap="square" lIns="0" tIns="0" rIns="0" bIns="0" rtlCol="0" anchor="t"/>
          <a:lstStyle/>
          <a:p>
            <a:pPr algn="r" indent="0" marL="0">
              <a:lnSpc>
                <a:spcPts val="900"/>
              </a:lnSpc>
              <a:buNone/>
            </a:pPr>
            <a:r>
              <a:rPr lang="en-US" sz="700" spc="0" kern="0" b="0" i="0" dirty="0">
                <a:solidFill>
                  <a:srgbClr val="50658E"/>
                </a:solidFill>
                <a:latin typeface="IBM Plex Mono"/>
                <a:ea typeface="IBM Plex Mono"/>
                <a:cs typeface="IBM Plex Mono"/>
              </a:rPr>
              <a:t>© 2026 West Monroe Partners | Reproduction and/or distribution without West Monroe Partners’ prior consent is prohibited.</a:t>
            </a:r>
            <a:endParaRPr lang="en-US" sz="700" spc="0" kern="0" b="0" i="0" dirty="0">
              <a:solidFill>
                <a:srgbClr val="50658E"/>
              </a:solidFill>
              <a:latin typeface="IBM Plex Mono"/>
              <a:ea typeface="IBM Plex Mono"/>
              <a:cs typeface="IBM Plex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patterson-003">
    <p:spTree>
      <p:nvGrpSpPr>
        <p:cNvPr id="1" name=""/>
        <p:cNvGrpSpPr/>
        <p:nvPr/>
      </p:nvGrpSpPr>
      <p:grpSpPr>
        <a:xfrm>
          <a:off x="0" y="0"/>
          <a:ext cx="0" cy="0"/>
          <a:chOff x="0" y="0"/>
          <a:chExt cx="0" cy="0"/>
        </a:xfrm>
      </p:grpSpPr>
      <p:sp>
        <p:nvSpPr>
          <p:cNvPr id="4" name="eyebrow"/>
          <p:cNvSpPr/>
          <p:nvPr/>
        </p:nvSpPr>
        <p:spPr>
          <a:xfrm>
            <a:off x="723900" y="457200"/>
            <a:ext cx="10744200" cy="152400"/>
          </a:xfrm>
          <a:prstGeom prst="rect">
            <a:avLst/>
          </a:prstGeom>
          <a:noFill/>
          <a:ln/>
        </p:spPr>
        <p:txBody>
          <a:bodyPr wrap="square" lIns="0" tIns="0" rIns="0" bIns="0" rtlCol="0" anchor="t"/>
          <a:lstStyle/>
          <a:p>
            <a:pPr algn="l" indent="0" marL="0">
              <a:lnSpc>
                <a:spcPts val="1200"/>
              </a:lnSpc>
              <a:buNone/>
            </a:pPr>
            <a:r>
              <a:rPr lang="en-US" sz="1000" spc="80" kern="0" b="0" i="0" dirty="0">
                <a:solidFill>
                  <a:srgbClr val="0047FF"/>
                </a:solidFill>
                <a:latin typeface="IBM Plex Mono SemiBold"/>
                <a:ea typeface="IBM Plex Mono SemiBold"/>
                <a:cs typeface="IBM Plex Mono SemiBold"/>
              </a:rPr>
              <a:t>OUR UNDERSTANDING · ALTERNATIVE</a:t>
            </a:r>
            <a:endParaRPr lang="en-US" sz="1000" spc="80" kern="0" b="0" i="0" dirty="0">
              <a:solidFill>
                <a:srgbClr val="0047FF"/>
              </a:solidFill>
              <a:latin typeface="IBM Plex Mono SemiBold"/>
              <a:ea typeface="IBM Plex Mono SemiBold"/>
              <a:cs typeface="IBM Plex Mono SemiBold"/>
            </a:endParaRPr>
          </a:p>
        </p:txBody>
      </p:sp>
      <p:sp>
        <p:nvSpPr>
          <p:cNvPr id="5" name="title"/>
          <p:cNvSpPr/>
          <p:nvPr/>
        </p:nvSpPr>
        <p:spPr>
          <a:xfrm>
            <a:off x="723900" y="685800"/>
            <a:ext cx="10744200" cy="685800"/>
          </a:xfrm>
          <a:prstGeom prst="rect">
            <a:avLst/>
          </a:prstGeom>
          <a:noFill/>
          <a:ln/>
        </p:spPr>
        <p:txBody>
          <a:bodyPr wrap="square" lIns="0" tIns="0" rIns="0" bIns="0" rtlCol="0" anchor="t"/>
          <a:lstStyle/>
          <a:p>
            <a:pPr algn="l" indent="0" marL="0">
              <a:lnSpc>
                <a:spcPts val="3600"/>
              </a:lnSpc>
              <a:buNone/>
            </a:pPr>
            <a:r>
              <a:rPr lang="en-US" sz="3200" spc="-64" kern="0" b="0" i="0" dirty="0">
                <a:solidFill>
                  <a:srgbClr val="070154"/>
                </a:solidFill>
                <a:latin typeface="IBM Plex Sans SemiBold"/>
                <a:ea typeface="IBM Plex Sans SemiBold"/>
                <a:cs typeface="IBM Plex Sans SemiBold"/>
              </a:rPr>
              <a:t>Clarify the estate and intended outcomes</a:t>
            </a:r>
            <a:endParaRPr lang="en-US" sz="3200" spc="-64" kern="0" b="0" i="0" dirty="0">
              <a:solidFill>
                <a:srgbClr val="070154"/>
              </a:solidFill>
              <a:latin typeface="IBM Plex Sans SemiBold"/>
              <a:ea typeface="IBM Plex Sans SemiBold"/>
              <a:cs typeface="IBM Plex Sans SemiBold"/>
            </a:endParaRPr>
          </a:p>
        </p:txBody>
      </p:sp>
      <p:sp>
        <p:nvSpPr>
          <p:cNvPr id="6"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1</a:t>
            </a:fld>
            <a:endParaRPr lang="en-US" sz="700" spc="0" kern="0" b="0" i="0" dirty="0">
              <a:solidFill>
                <a:srgbClr val="070154"/>
              </a:solidFill>
              <a:latin typeface="IBM Plex Mono SemiBold"/>
              <a:ea typeface="IBM Plex Mono SemiBold"/>
              <a:cs typeface="IBM Plex Mono SemiBold"/>
            </a:endParaRPr>
          </a:p>
        </p:txBody>
      </p:sp>
      <p:grpSp>
        <p:nvGrpSpPr>
          <p:cNvPr id="17" name="node01"/>
          <p:cNvGrpSpPr/>
          <p:nvPr/>
        </p:nvGrpSpPr>
        <p:grpSpPr>
          <a:xfrm>
            <a:off x="723900" y="1600200"/>
            <a:ext cx="5257800" cy="609600"/>
            <a:chOff x="723900" y="1600200"/>
            <a:chExt cx="5257800" cy="609600"/>
          </a:xfrm>
        </p:grpSpPr>
        <p:sp>
          <p:nvSpPr>
            <p:cNvPr id="7" name="node01.rule"/>
            <p:cNvSpPr/>
            <p:nvPr/>
          </p:nvSpPr>
          <p:spPr>
            <a:xfrm>
              <a:off x="723900" y="1600200"/>
              <a:ext cx="5257800" cy="38100"/>
            </a:xfrm>
            <a:prstGeom prst="rect">
              <a:avLst/>
            </a:prstGeom>
            <a:solidFill>
              <a:srgbClr val="070154"/>
            </a:solidFill>
            <a:ln>
              <a:noFill/>
            </a:ln>
          </p:spPr>
        </p:sp>
        <p:sp>
          <p:nvSpPr>
            <p:cNvPr id="8" name="node01.label"/>
            <p:cNvSpPr/>
            <p:nvPr/>
          </p:nvSpPr>
          <p:spPr>
            <a:xfrm>
              <a:off x="723900" y="1752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WHAT WE HEARD</a:t>
              </a:r>
              <a:endParaRPr lang="en-US" sz="900" spc="54" kern="0" b="0" i="0" dirty="0">
                <a:solidFill>
                  <a:srgbClr val="0047FF"/>
                </a:solidFill>
                <a:latin typeface="IBM Plex Mono Medium"/>
                <a:ea typeface="IBM Plex Mono Medium"/>
                <a:cs typeface="IBM Plex Mono Medium"/>
              </a:endParaRPr>
            </a:p>
          </p:txBody>
        </p:sp>
        <p:sp>
          <p:nvSpPr>
            <p:cNvPr id="9" name="node01.title"/>
            <p:cNvSpPr/>
            <p:nvPr/>
          </p:nvSpPr>
          <p:spPr>
            <a:xfrm>
              <a:off x="723900" y="19050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The current estate</a:t>
              </a:r>
              <a:endParaRPr lang="en-US" sz="1800" spc="-18" kern="0" b="0" i="0" dirty="0">
                <a:solidFill>
                  <a:srgbClr val="070154"/>
                </a:solidFill>
                <a:latin typeface="IBM Plex Sans SemiBold"/>
                <a:ea typeface="IBM Plex Sans SemiBold"/>
                <a:cs typeface="IBM Plex Sans SemiBold"/>
              </a:endParaRPr>
            </a:p>
          </p:txBody>
        </p:sp>
      </p:grpSp>
      <p:grpSp>
        <p:nvGrpSpPr>
          <p:cNvPr id="18" name="node02"/>
          <p:cNvGrpSpPr/>
          <p:nvPr/>
        </p:nvGrpSpPr>
        <p:grpSpPr>
          <a:xfrm>
            <a:off x="723900" y="2362200"/>
            <a:ext cx="5257800" cy="1066800"/>
            <a:chOff x="723900" y="2362200"/>
            <a:chExt cx="5257800" cy="1066800"/>
          </a:xfrm>
        </p:grpSpPr>
        <p:sp>
          <p:nvSpPr>
            <p:cNvPr id="10" name="node02.text"/>
            <p:cNvSpPr/>
            <p:nvPr/>
          </p:nvSpPr>
          <p:spPr>
            <a:xfrm>
              <a:off x="723900" y="2362200"/>
              <a:ext cx="5257800" cy="10668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PowerBuilder desktop dental platform; direct SQL Anywhere access; business rules dispersed across UI, application code, queries and stored procedures. A PostgreSQL environment already exists.</a:t>
              </a:r>
              <a:endParaRPr lang="en-US" sz="1400" spc="0" kern="0" b="0" i="0" dirty="0">
                <a:solidFill>
                  <a:srgbClr val="070154"/>
                </a:solidFill>
                <a:latin typeface="IBM Plex Sans"/>
                <a:ea typeface="IBM Plex Sans"/>
                <a:cs typeface="IBM Plex Sans"/>
              </a:endParaRPr>
            </a:p>
          </p:txBody>
        </p:sp>
      </p:grpSp>
      <p:grpSp>
        <p:nvGrpSpPr>
          <p:cNvPr id="19" name="node03"/>
          <p:cNvGrpSpPr/>
          <p:nvPr/>
        </p:nvGrpSpPr>
        <p:grpSpPr>
          <a:xfrm>
            <a:off x="723900" y="4114800"/>
            <a:ext cx="5257800" cy="533400"/>
            <a:chOff x="723900" y="4114800"/>
            <a:chExt cx="5257800" cy="533400"/>
          </a:xfrm>
        </p:grpSpPr>
        <p:sp>
          <p:nvSpPr>
            <p:cNvPr id="11" name="node03.text"/>
            <p:cNvSpPr/>
            <p:nvPr/>
          </p:nvSpPr>
          <p:spPr>
            <a:xfrm>
              <a:off x="7239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The architectural need is a reusable service and API foundation that supports desktop modernization and future options.</a:t>
              </a:r>
              <a:endParaRPr lang="en-US" sz="1400" spc="0" kern="0" b="0" i="0" dirty="0">
                <a:solidFill>
                  <a:srgbClr val="50658E"/>
                </a:solidFill>
                <a:latin typeface="IBM Plex Sans"/>
                <a:ea typeface="IBM Plex Sans"/>
                <a:cs typeface="IBM Plex Sans"/>
              </a:endParaRPr>
            </a:p>
          </p:txBody>
        </p:sp>
      </p:grpSp>
      <p:grpSp>
        <p:nvGrpSpPr>
          <p:cNvPr id="20" name="node04"/>
          <p:cNvGrpSpPr/>
          <p:nvPr/>
        </p:nvGrpSpPr>
        <p:grpSpPr>
          <a:xfrm>
            <a:off x="6210300" y="1600200"/>
            <a:ext cx="5257800" cy="609600"/>
            <a:chOff x="6210300" y="1600200"/>
            <a:chExt cx="5257800" cy="609600"/>
          </a:xfrm>
        </p:grpSpPr>
        <p:sp>
          <p:nvSpPr>
            <p:cNvPr id="12" name="node04.rule"/>
            <p:cNvSpPr/>
            <p:nvPr/>
          </p:nvSpPr>
          <p:spPr>
            <a:xfrm>
              <a:off x="6210300" y="1600200"/>
              <a:ext cx="5257800" cy="38100"/>
            </a:xfrm>
            <a:prstGeom prst="rect">
              <a:avLst/>
            </a:prstGeom>
            <a:solidFill>
              <a:srgbClr val="0047FF"/>
            </a:solidFill>
            <a:ln>
              <a:noFill/>
            </a:ln>
          </p:spPr>
        </p:sp>
        <p:sp>
          <p:nvSpPr>
            <p:cNvPr id="13" name="node04.label"/>
            <p:cNvSpPr/>
            <p:nvPr/>
          </p:nvSpPr>
          <p:spPr>
            <a:xfrm>
              <a:off x="6210300" y="1752600"/>
              <a:ext cx="5257800" cy="152400"/>
            </a:xfrm>
            <a:prstGeom prst="rect">
              <a:avLst/>
            </a:prstGeom>
            <a:noFill/>
            <a:ln/>
          </p:spPr>
          <p:txBody>
            <a:bodyPr wrap="square" lIns="0" tIns="0" rIns="0" bIns="0" rtlCol="0" anchor="t"/>
            <a:lstStyle/>
            <a:p>
              <a:pPr algn="l" indent="0" marL="0">
                <a:lnSpc>
                  <a:spcPts val="1200"/>
                </a:lnSpc>
                <a:buNone/>
              </a:pPr>
              <a:r>
                <a:rPr lang="en-US" sz="900" spc="54" kern="0" b="0" i="0" dirty="0">
                  <a:solidFill>
                    <a:srgbClr val="0047FF"/>
                  </a:solidFill>
                  <a:latin typeface="IBM Plex Mono Medium"/>
                  <a:ea typeface="IBM Plex Mono Medium"/>
                  <a:cs typeface="IBM Plex Mono Medium"/>
                </a:rPr>
                <a:t>DESIRED OUTCOMES</a:t>
              </a:r>
              <a:endParaRPr lang="en-US" sz="900" spc="54" kern="0" b="0" i="0" dirty="0">
                <a:solidFill>
                  <a:srgbClr val="0047FF"/>
                </a:solidFill>
                <a:latin typeface="IBM Plex Mono Medium"/>
                <a:ea typeface="IBM Plex Mono Medium"/>
                <a:cs typeface="IBM Plex Mono Medium"/>
              </a:endParaRPr>
            </a:p>
          </p:txBody>
        </p:sp>
        <p:sp>
          <p:nvSpPr>
            <p:cNvPr id="14" name="node04.title"/>
            <p:cNvSpPr/>
            <p:nvPr/>
          </p:nvSpPr>
          <p:spPr>
            <a:xfrm>
              <a:off x="6210300" y="1905000"/>
              <a:ext cx="5257800" cy="304800"/>
            </a:xfrm>
            <a:prstGeom prst="rect">
              <a:avLst/>
            </a:prstGeom>
            <a:noFill/>
            <a:ln/>
          </p:spPr>
          <p:txBody>
            <a:bodyPr wrap="square" lIns="0" tIns="0" rIns="0" bIns="0" rtlCol="0" anchor="t"/>
            <a:lstStyle/>
            <a:p>
              <a:pPr algn="l" indent="0" marL="0">
                <a:lnSpc>
                  <a:spcPts val="2400"/>
                </a:lnSpc>
                <a:buNone/>
              </a:pPr>
              <a:r>
                <a:rPr lang="en-US" sz="1800" spc="-18" kern="0" b="0" i="0" dirty="0">
                  <a:solidFill>
                    <a:srgbClr val="070154"/>
                  </a:solidFill>
                  <a:latin typeface="IBM Plex Sans SemiBold"/>
                  <a:ea typeface="IBM Plex Sans SemiBold"/>
                  <a:cs typeface="IBM Plex Sans SemiBold"/>
                </a:rPr>
                <a:t>The intended platform</a:t>
              </a:r>
              <a:endParaRPr lang="en-US" sz="1800" spc="-18" kern="0" b="0" i="0" dirty="0">
                <a:solidFill>
                  <a:srgbClr val="070154"/>
                </a:solidFill>
                <a:latin typeface="IBM Plex Sans SemiBold"/>
                <a:ea typeface="IBM Plex Sans SemiBold"/>
                <a:cs typeface="IBM Plex Sans SemiBold"/>
              </a:endParaRPr>
            </a:p>
          </p:txBody>
        </p:sp>
      </p:grpSp>
      <p:grpSp>
        <p:nvGrpSpPr>
          <p:cNvPr id="21" name="node05"/>
          <p:cNvGrpSpPr/>
          <p:nvPr/>
        </p:nvGrpSpPr>
        <p:grpSpPr>
          <a:xfrm>
            <a:off x="6210300" y="2362200"/>
            <a:ext cx="5257800" cy="800100"/>
            <a:chOff x="6210300" y="2362200"/>
            <a:chExt cx="5257800" cy="800100"/>
          </a:xfrm>
        </p:grpSpPr>
        <p:sp>
          <p:nvSpPr>
            <p:cNvPr id="15" name="node05.text"/>
            <p:cNvSpPr/>
            <p:nvPr/>
          </p:nvSpPr>
          <p:spPr>
            <a:xfrm>
              <a:off x="6210300" y="2362200"/>
              <a:ext cx="5257800" cy="8001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070154"/>
                  </a:solidFill>
                  <a:latin typeface="IBM Plex Sans"/>
                  <a:ea typeface="IBM Plex Sans"/>
                  <a:cs typeface="IBM Plex Sans"/>
                </a:rPr>
                <a:t>Decouple UI logic from governed data access. Modernize priority workflows and selected UI experiences. Prove full-stack performance with automation, telemetry and release gates.</a:t>
              </a:r>
              <a:endParaRPr lang="en-US" sz="1400" spc="0" kern="0" b="0" i="0" dirty="0">
                <a:solidFill>
                  <a:srgbClr val="070154"/>
                </a:solidFill>
                <a:latin typeface="IBM Plex Sans"/>
                <a:ea typeface="IBM Plex Sans"/>
                <a:cs typeface="IBM Plex Sans"/>
              </a:endParaRPr>
            </a:p>
          </p:txBody>
        </p:sp>
      </p:grpSp>
      <p:grpSp>
        <p:nvGrpSpPr>
          <p:cNvPr id="22" name="node06"/>
          <p:cNvGrpSpPr/>
          <p:nvPr/>
        </p:nvGrpSpPr>
        <p:grpSpPr>
          <a:xfrm>
            <a:off x="6210300" y="4114800"/>
            <a:ext cx="5257800" cy="533400"/>
            <a:chOff x="6210300" y="4114800"/>
            <a:chExt cx="5257800" cy="533400"/>
          </a:xfrm>
        </p:grpSpPr>
        <p:sp>
          <p:nvSpPr>
            <p:cNvPr id="16" name="node06.text"/>
            <p:cNvSpPr/>
            <p:nvPr/>
          </p:nvSpPr>
          <p:spPr>
            <a:xfrm>
              <a:off x="6210300" y="4114800"/>
              <a:ext cx="5257800" cy="533400"/>
            </a:xfrm>
            <a:prstGeom prst="rect">
              <a:avLst/>
            </a:prstGeom>
            <a:noFill/>
            <a:ln/>
          </p:spPr>
          <p:txBody>
            <a:bodyPr wrap="square" lIns="0" tIns="0" rIns="0" bIns="0" rtlCol="0" anchor="t"/>
            <a:lstStyle/>
            <a:p>
              <a:pPr algn="l" indent="0" marL="0">
                <a:lnSpc>
                  <a:spcPts val="2100"/>
                </a:lnSpc>
                <a:buNone/>
              </a:pPr>
              <a:r>
                <a:rPr lang="en-US" sz="1400" spc="0" kern="0" b="0" i="0" dirty="0">
                  <a:solidFill>
                    <a:srgbClr val="50658E"/>
                  </a:solidFill>
                  <a:latin typeface="IBM Plex Sans"/>
                  <a:ea typeface="IBM Plex Sans"/>
                  <a:cs typeface="IBM Plex Sans"/>
                </a:rPr>
                <a:t>Preserve current reliability while building a maintainable platform with future browser or cloud options.</a:t>
              </a:r>
              <a:endParaRPr lang="en-US" sz="1400" spc="0" kern="0" b="0" i="0" dirty="0">
                <a:solidFill>
                  <a:srgbClr val="50658E"/>
                </a:solidFill>
                <a:latin typeface="IBM Plex Sans"/>
                <a:ea typeface="IBM Plex Sans"/>
                <a:cs typeface="IBM Plex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tterson-011">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2</a:t>
            </a:fld>
            <a:endParaRPr lang="en-US" sz="700" spc="0" kern="0" b="0" i="0" dirty="0">
              <a:solidFill>
                <a:srgbClr val="070154"/>
              </a:solidFill>
              <a:latin typeface="IBM Plex Mono SemiBold"/>
              <a:ea typeface="IBM Plex Mono SemiBold"/>
              <a:cs typeface="IBM Plex Mono SemiBold"/>
            </a:endParaRPr>
          </a:p>
        </p:txBody>
      </p:sp>
      <p:grpSp>
        <p:nvGrpSpPr>
          <p:cNvPr id="36" name="draft-band"/>
          <p:cNvGrpSpPr/>
          <p:nvPr/>
        </p:nvGrpSpPr>
        <p:grpSpPr>
          <a:xfrm>
            <a:off x="723900" y="5232400"/>
            <a:ext cx="10744200" cy="711200"/>
            <a:chOff x="723900" y="5232400"/>
            <a:chExt cx="10744200" cy="711200"/>
          </a:xfrm>
        </p:grpSpPr>
        <p:sp>
          <p:nvSpPr>
            <p:cNvPr id="5" name="draft-band.surface"/>
            <p:cNvSpPr/>
            <p:nvPr/>
          </p:nvSpPr>
          <p:spPr>
            <a:xfrm>
              <a:off x="723900" y="5232400"/>
              <a:ext cx="10744200" cy="711200"/>
            </a:xfrm>
            <a:prstGeom prst="rect">
              <a:avLst/>
            </a:prstGeom>
            <a:solidFill>
              <a:srgbClr val="E8EEF8"/>
            </a:solidFill>
            <a:ln>
              <a:noFill/>
            </a:ln>
          </p:spPr>
        </p:sp>
      </p:grpSp>
      <p:grpSp>
        <p:nvGrpSpPr>
          <p:cNvPr id="37" name="foundation-row-96"/>
          <p:cNvGrpSpPr/>
          <p:nvPr/>
        </p:nvGrpSpPr>
        <p:grpSpPr>
          <a:xfrm>
            <a:off x="4356100" y="4584700"/>
            <a:ext cx="7112000" cy="304800"/>
            <a:chOff x="4356100" y="4584700"/>
            <a:chExt cx="7112000" cy="304800"/>
          </a:xfrm>
        </p:grpSpPr>
        <p:sp>
          <p:nvSpPr>
            <p:cNvPr id="6" name="foundation-row-96.surface"/>
            <p:cNvSpPr/>
            <p:nvPr/>
          </p:nvSpPr>
          <p:spPr>
            <a:xfrm>
              <a:off x="4356100" y="4584700"/>
              <a:ext cx="7112000" cy="304800"/>
            </a:xfrm>
            <a:prstGeom prst="rect">
              <a:avLst/>
            </a:prstGeom>
            <a:solidFill>
              <a:srgbClr val="E8EEF8"/>
            </a:solidFill>
            <a:ln>
              <a:noFill/>
            </a:ln>
          </p:spPr>
        </p:sp>
      </p:grpSp>
      <p:grpSp>
        <p:nvGrpSpPr>
          <p:cNvPr id="38" name="foundation-row-91"/>
          <p:cNvGrpSpPr/>
          <p:nvPr/>
        </p:nvGrpSpPr>
        <p:grpSpPr>
          <a:xfrm>
            <a:off x="4356100" y="4254500"/>
            <a:ext cx="7112000" cy="304800"/>
            <a:chOff x="4356100" y="4254500"/>
            <a:chExt cx="7112000" cy="304800"/>
          </a:xfrm>
        </p:grpSpPr>
        <p:sp>
          <p:nvSpPr>
            <p:cNvPr id="7" name="foundation-row-91.surface"/>
            <p:cNvSpPr/>
            <p:nvPr/>
          </p:nvSpPr>
          <p:spPr>
            <a:xfrm>
              <a:off x="4356100" y="4254500"/>
              <a:ext cx="7112000" cy="304800"/>
            </a:xfrm>
            <a:prstGeom prst="rect">
              <a:avLst/>
            </a:prstGeom>
            <a:solidFill>
              <a:srgbClr val="E8EEF8"/>
            </a:solidFill>
            <a:ln>
              <a:noFill/>
            </a:ln>
          </p:spPr>
        </p:sp>
      </p:grpSp>
      <p:grpSp>
        <p:nvGrpSpPr>
          <p:cNvPr id="39" name="modern-foundation"/>
          <p:cNvGrpSpPr/>
          <p:nvPr/>
        </p:nvGrpSpPr>
        <p:grpSpPr>
          <a:xfrm>
            <a:off x="4356100" y="3556000"/>
            <a:ext cx="7112000" cy="622300"/>
            <a:chOff x="4356100" y="3556000"/>
            <a:chExt cx="7112000" cy="622300"/>
          </a:xfrm>
        </p:grpSpPr>
        <p:sp>
          <p:nvSpPr>
            <p:cNvPr id="8" name="modern-foundation.surface"/>
            <p:cNvSpPr/>
            <p:nvPr/>
          </p:nvSpPr>
          <p:spPr>
            <a:xfrm>
              <a:off x="4356100" y="3556000"/>
              <a:ext cx="7112000" cy="622300"/>
            </a:xfrm>
            <a:prstGeom prst="rect">
              <a:avLst/>
            </a:prstGeom>
            <a:solidFill>
              <a:srgbClr val="070154"/>
            </a:solidFill>
            <a:ln>
              <a:noFill/>
            </a:ln>
          </p:spPr>
        </p:sp>
      </p:grpSp>
      <p:grpSp>
        <p:nvGrpSpPr>
          <p:cNvPr id="40" name="validation"/>
          <p:cNvGrpSpPr/>
          <p:nvPr/>
        </p:nvGrpSpPr>
        <p:grpSpPr>
          <a:xfrm>
            <a:off x="723900" y="3556000"/>
            <a:ext cx="3479800" cy="1460500"/>
            <a:chOff x="723900" y="3556000"/>
            <a:chExt cx="3479800" cy="1460500"/>
          </a:xfrm>
        </p:grpSpPr>
        <p:sp>
          <p:nvSpPr>
            <p:cNvPr id="9" name="validation.surface"/>
            <p:cNvSpPr/>
            <p:nvPr/>
          </p:nvSpPr>
          <p:spPr>
            <a:xfrm>
              <a:off x="723900" y="3556000"/>
              <a:ext cx="3479800" cy="1460500"/>
            </a:xfrm>
            <a:prstGeom prst="rect">
              <a:avLst/>
            </a:prstGeom>
            <a:solidFill>
              <a:srgbClr val="E8EEF8"/>
            </a:solidFill>
            <a:ln>
              <a:noFill/>
            </a:ln>
          </p:spPr>
        </p:sp>
      </p:grpSp>
      <p:grpSp>
        <p:nvGrpSpPr>
          <p:cNvPr id="41" name="route-2"/>
          <p:cNvGrpSpPr/>
          <p:nvPr/>
        </p:nvGrpSpPr>
        <p:grpSpPr>
          <a:xfrm>
            <a:off x="7988300" y="2235200"/>
            <a:ext cx="3479800" cy="1244600"/>
            <a:chOff x="7988300" y="2235200"/>
            <a:chExt cx="3479800" cy="1244600"/>
          </a:xfrm>
        </p:grpSpPr>
        <p:sp>
          <p:nvSpPr>
            <p:cNvPr id="10" name="route-2.surface"/>
            <p:cNvSpPr/>
            <p:nvPr/>
          </p:nvSpPr>
          <p:spPr>
            <a:xfrm>
              <a:off x="7988300" y="2235200"/>
              <a:ext cx="3479800" cy="1244600"/>
            </a:xfrm>
            <a:prstGeom prst="rect">
              <a:avLst/>
            </a:prstGeom>
            <a:solidFill>
              <a:srgbClr val="E8EEF8"/>
            </a:solidFill>
            <a:ln>
              <a:noFill/>
            </a:ln>
          </p:spPr>
        </p:sp>
      </p:grpSp>
      <p:grpSp>
        <p:nvGrpSpPr>
          <p:cNvPr id="42" name="route-1"/>
          <p:cNvGrpSpPr/>
          <p:nvPr/>
        </p:nvGrpSpPr>
        <p:grpSpPr>
          <a:xfrm>
            <a:off x="4356100" y="2235200"/>
            <a:ext cx="3479800" cy="1244600"/>
            <a:chOff x="4356100" y="2235200"/>
            <a:chExt cx="3479800" cy="1244600"/>
          </a:xfrm>
        </p:grpSpPr>
        <p:sp>
          <p:nvSpPr>
            <p:cNvPr id="11" name="route-1.surface"/>
            <p:cNvSpPr/>
            <p:nvPr/>
          </p:nvSpPr>
          <p:spPr>
            <a:xfrm>
              <a:off x="4356100" y="2235200"/>
              <a:ext cx="3479800" cy="1244600"/>
            </a:xfrm>
            <a:prstGeom prst="rect">
              <a:avLst/>
            </a:prstGeom>
            <a:solidFill>
              <a:srgbClr val="E8EEF8"/>
            </a:solidFill>
            <a:ln>
              <a:noFill/>
            </a:ln>
          </p:spPr>
        </p:sp>
      </p:grpSp>
      <p:grpSp>
        <p:nvGrpSpPr>
          <p:cNvPr id="43" name="route-0"/>
          <p:cNvGrpSpPr/>
          <p:nvPr/>
        </p:nvGrpSpPr>
        <p:grpSpPr>
          <a:xfrm>
            <a:off x="723900" y="2235200"/>
            <a:ext cx="3479800" cy="1244600"/>
            <a:chOff x="723900" y="2235200"/>
            <a:chExt cx="3479800" cy="1244600"/>
          </a:xfrm>
        </p:grpSpPr>
        <p:sp>
          <p:nvSpPr>
            <p:cNvPr id="12" name="route-0.surface"/>
            <p:cNvSpPr/>
            <p:nvPr/>
          </p:nvSpPr>
          <p:spPr>
            <a:xfrm>
              <a:off x="723900" y="2235200"/>
              <a:ext cx="3479800" cy="1244600"/>
            </a:xfrm>
            <a:prstGeom prst="rect">
              <a:avLst/>
            </a:prstGeom>
            <a:solidFill>
              <a:srgbClr val="E8EEF8"/>
            </a:solidFill>
            <a:ln>
              <a:noFill/>
            </a:ln>
          </p:spPr>
        </p:sp>
      </p:grpSp>
      <p:grpSp>
        <p:nvGrpSpPr>
          <p:cNvPr id="44" name="copy-2-0"/>
          <p:cNvGrpSpPr/>
          <p:nvPr/>
        </p:nvGrpSpPr>
        <p:grpSpPr>
          <a:xfrm>
            <a:off x="723900" y="457200"/>
            <a:ext cx="4445000" cy="228600"/>
            <a:chOff x="723900" y="457200"/>
            <a:chExt cx="4445000" cy="228600"/>
          </a:xfrm>
        </p:grpSpPr>
        <p:sp>
          <p:nvSpPr>
            <p:cNvPr id="13" name="copy-2-0.text"/>
            <p:cNvSpPr/>
            <p:nvPr/>
          </p:nvSpPr>
          <p:spPr>
            <a:xfrm>
              <a:off x="723900" y="457200"/>
              <a:ext cx="44450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TRANSITION ARCHITECTURE</a:t>
              </a:r>
              <a:endParaRPr lang="en-US" sz="900" spc="0" kern="0" b="0" i="0" dirty="0">
                <a:solidFill>
                  <a:srgbClr val="070154"/>
                </a:solidFill>
                <a:latin typeface="IBM Plex Sans"/>
                <a:ea typeface="IBM Plex Sans"/>
                <a:cs typeface="IBM Plex Sans"/>
              </a:endParaRPr>
            </a:p>
          </p:txBody>
        </p:sp>
      </p:grpSp>
      <p:grpSp>
        <p:nvGrpSpPr>
          <p:cNvPr id="45" name="copy-3-1"/>
          <p:cNvGrpSpPr/>
          <p:nvPr/>
        </p:nvGrpSpPr>
        <p:grpSpPr>
          <a:xfrm>
            <a:off x="723900" y="787400"/>
            <a:ext cx="10744200" cy="457200"/>
            <a:chOff x="723900" y="787400"/>
            <a:chExt cx="10744200" cy="457200"/>
          </a:xfrm>
        </p:grpSpPr>
        <p:sp>
          <p:nvSpPr>
            <p:cNvPr id="14" name="copy-3-1.text"/>
            <p:cNvSpPr/>
            <p:nvPr/>
          </p:nvSpPr>
          <p:spPr>
            <a:xfrm>
              <a:off x="723900" y="787400"/>
              <a:ext cx="10744200" cy="45720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Compare routes around a shared React and API foundation</a:t>
              </a:r>
              <a:endParaRPr lang="en-US" sz="2400" spc="-36" kern="0" b="0" i="0" dirty="0">
                <a:solidFill>
                  <a:srgbClr val="070154"/>
                </a:solidFill>
                <a:latin typeface="IBM Plex Sans SemiBold"/>
                <a:ea typeface="IBM Plex Sans SemiBold"/>
                <a:cs typeface="IBM Plex Sans SemiBold"/>
              </a:endParaRPr>
            </a:p>
          </p:txBody>
        </p:sp>
      </p:grpSp>
      <p:grpSp>
        <p:nvGrpSpPr>
          <p:cNvPr id="46" name="copy-4-2"/>
          <p:cNvGrpSpPr/>
          <p:nvPr/>
        </p:nvGrpSpPr>
        <p:grpSpPr>
          <a:xfrm>
            <a:off x="723900" y="1270000"/>
            <a:ext cx="10744200" cy="692150"/>
            <a:chOff x="723900" y="1270000"/>
            <a:chExt cx="10744200" cy="692150"/>
          </a:xfrm>
        </p:grpSpPr>
        <p:sp>
          <p:nvSpPr>
            <p:cNvPr id="15" name="copy-4-2.text"/>
            <p:cNvSpPr/>
            <p:nvPr/>
          </p:nvSpPr>
          <p:spPr>
            <a:xfrm>
              <a:off x="723900" y="1270000"/>
              <a:ext cx="10744200" cy="69215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Three transition options; browser/PWA is the preferred bounded-journey pilot hypothesis. Phase 0 validates the route.</a:t>
              </a:r>
              <a:endParaRPr lang="en-US" sz="1200" spc="0" kern="0" b="0" i="0" dirty="0">
                <a:solidFill>
                  <a:srgbClr val="070154"/>
                </a:solidFill>
                <a:latin typeface="IBM Plex Sans"/>
                <a:ea typeface="IBM Plex Sans"/>
                <a:cs typeface="IBM Plex Sans"/>
              </a:endParaRPr>
            </a:p>
          </p:txBody>
        </p:sp>
      </p:grpSp>
      <p:grpSp>
        <p:nvGrpSpPr>
          <p:cNvPr id="47" name="copy-7-5"/>
          <p:cNvGrpSpPr/>
          <p:nvPr/>
        </p:nvGrpSpPr>
        <p:grpSpPr>
          <a:xfrm>
            <a:off x="723900" y="2006600"/>
            <a:ext cx="3302000" cy="158750"/>
            <a:chOff x="723900" y="2006600"/>
            <a:chExt cx="3302000" cy="158750"/>
          </a:xfrm>
        </p:grpSpPr>
        <p:sp>
          <p:nvSpPr>
            <p:cNvPr id="16" name="copy-7-5.text"/>
            <p:cNvSpPr/>
            <p:nvPr/>
          </p:nvSpPr>
          <p:spPr>
            <a:xfrm>
              <a:off x="723900" y="2006600"/>
              <a:ext cx="3302000"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PRACTICE NETWORK</a:t>
              </a:r>
              <a:endParaRPr lang="en-US" sz="900" spc="0" kern="0" b="0" i="0" dirty="0">
                <a:solidFill>
                  <a:srgbClr val="070154"/>
                </a:solidFill>
                <a:latin typeface="IBM Plex Sans"/>
                <a:ea typeface="IBM Plex Sans"/>
                <a:cs typeface="IBM Plex Sans"/>
              </a:endParaRPr>
            </a:p>
          </p:txBody>
        </p:sp>
      </p:grpSp>
      <p:grpSp>
        <p:nvGrpSpPr>
          <p:cNvPr id="48" name="copy-16-14"/>
          <p:cNvGrpSpPr/>
          <p:nvPr/>
        </p:nvGrpSpPr>
        <p:grpSpPr>
          <a:xfrm>
            <a:off x="825500" y="2311400"/>
            <a:ext cx="3276600" cy="228600"/>
            <a:chOff x="825500" y="2311400"/>
            <a:chExt cx="3276600" cy="228600"/>
          </a:xfrm>
        </p:grpSpPr>
        <p:sp>
          <p:nvSpPr>
            <p:cNvPr id="17" name="copy-16-14.text"/>
            <p:cNvSpPr/>
            <p:nvPr/>
          </p:nvSpPr>
          <p:spPr>
            <a:xfrm>
              <a:off x="825500" y="2311400"/>
              <a:ext cx="32766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Embedded PowerBuilder web view</a:t>
              </a:r>
              <a:endParaRPr lang="en-US" sz="900" spc="0" kern="0" b="0" i="0" dirty="0">
                <a:solidFill>
                  <a:srgbClr val="070154"/>
                </a:solidFill>
                <a:latin typeface="IBM Plex Sans"/>
                <a:ea typeface="IBM Plex Sans"/>
                <a:cs typeface="IBM Plex Sans"/>
              </a:endParaRPr>
            </a:p>
          </p:txBody>
        </p:sp>
      </p:grpSp>
      <p:grpSp>
        <p:nvGrpSpPr>
          <p:cNvPr id="49" name="copy-17-15"/>
          <p:cNvGrpSpPr/>
          <p:nvPr/>
        </p:nvGrpSpPr>
        <p:grpSpPr>
          <a:xfrm>
            <a:off x="825500" y="2641600"/>
            <a:ext cx="3276600" cy="762000"/>
            <a:chOff x="825500" y="2641600"/>
            <a:chExt cx="3276600" cy="762000"/>
          </a:xfrm>
        </p:grpSpPr>
        <p:sp>
          <p:nvSpPr>
            <p:cNvPr id="18" name="copy-17-15.text"/>
            <p:cNvSpPr/>
            <p:nvPr/>
          </p:nvSpPr>
          <p:spPr>
            <a:xfrm>
              <a:off x="825500" y="2641600"/>
              <a:ext cx="3276600" cy="762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Retain the desktop shell when runtime compatibility and adoption value justify embedded delivery.</a:t>
              </a:r>
              <a:endParaRPr lang="en-US" sz="900" spc="0" kern="0" b="0" i="0" dirty="0">
                <a:solidFill>
                  <a:srgbClr val="070154"/>
                </a:solidFill>
                <a:latin typeface="IBM Plex Sans"/>
                <a:ea typeface="IBM Plex Sans"/>
                <a:cs typeface="IBM Plex Sans"/>
              </a:endParaRPr>
            </a:p>
          </p:txBody>
        </p:sp>
      </p:grpSp>
      <p:grpSp>
        <p:nvGrpSpPr>
          <p:cNvPr id="50" name="copy-48-26"/>
          <p:cNvGrpSpPr/>
          <p:nvPr/>
        </p:nvGrpSpPr>
        <p:grpSpPr>
          <a:xfrm>
            <a:off x="4356100" y="2006600"/>
            <a:ext cx="3403600" cy="158750"/>
            <a:chOff x="4356100" y="2006600"/>
            <a:chExt cx="3403600" cy="158750"/>
          </a:xfrm>
        </p:grpSpPr>
        <p:sp>
          <p:nvSpPr>
            <p:cNvPr id="19" name="copy-48-26.text"/>
            <p:cNvSpPr/>
            <p:nvPr/>
          </p:nvSpPr>
          <p:spPr>
            <a:xfrm>
              <a:off x="4356100" y="2006600"/>
              <a:ext cx="3403600"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CURRENT PILOT HYPOTHESIS</a:t>
              </a:r>
              <a:endParaRPr lang="en-US" sz="900" spc="0" kern="0" b="0" i="0" dirty="0">
                <a:solidFill>
                  <a:srgbClr val="070154"/>
                </a:solidFill>
                <a:latin typeface="IBM Plex Sans"/>
                <a:ea typeface="IBM Plex Sans"/>
                <a:cs typeface="IBM Plex Sans"/>
              </a:endParaRPr>
            </a:p>
          </p:txBody>
        </p:sp>
      </p:grpSp>
      <p:grpSp>
        <p:nvGrpSpPr>
          <p:cNvPr id="51" name="copy-50-28"/>
          <p:cNvGrpSpPr/>
          <p:nvPr/>
        </p:nvGrpSpPr>
        <p:grpSpPr>
          <a:xfrm>
            <a:off x="4457700" y="2311400"/>
            <a:ext cx="3276600" cy="228600"/>
            <a:chOff x="4457700" y="2311400"/>
            <a:chExt cx="3276600" cy="228600"/>
          </a:xfrm>
        </p:grpSpPr>
        <p:sp>
          <p:nvSpPr>
            <p:cNvPr id="20" name="copy-50-28.text"/>
            <p:cNvSpPr/>
            <p:nvPr/>
          </p:nvSpPr>
          <p:spPr>
            <a:xfrm>
              <a:off x="4457700" y="2311400"/>
              <a:ext cx="32766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Browser application or PWA</a:t>
              </a:r>
              <a:endParaRPr lang="en-US" sz="900" spc="0" kern="0" b="0" i="0" dirty="0">
                <a:solidFill>
                  <a:srgbClr val="070154"/>
                </a:solidFill>
                <a:latin typeface="IBM Plex Sans"/>
                <a:ea typeface="IBM Plex Sans"/>
                <a:cs typeface="IBM Plex Sans"/>
              </a:endParaRPr>
            </a:p>
          </p:txBody>
        </p:sp>
      </p:grpSp>
      <p:grpSp>
        <p:nvGrpSpPr>
          <p:cNvPr id="52" name="copy-51-29"/>
          <p:cNvGrpSpPr/>
          <p:nvPr/>
        </p:nvGrpSpPr>
        <p:grpSpPr>
          <a:xfrm>
            <a:off x="4457700" y="2641600"/>
            <a:ext cx="3276600" cy="762000"/>
            <a:chOff x="4457700" y="2641600"/>
            <a:chExt cx="3276600" cy="762000"/>
          </a:xfrm>
        </p:grpSpPr>
        <p:sp>
          <p:nvSpPr>
            <p:cNvPr id="21" name="copy-51-29.text"/>
            <p:cNvSpPr/>
            <p:nvPr/>
          </p:nvSpPr>
          <p:spPr>
            <a:xfrm>
              <a:off x="4457700" y="2641600"/>
              <a:ext cx="3276600" cy="762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Practice-network URL, without workstation installation; pilot journeys with limited native device needs.</a:t>
              </a:r>
              <a:endParaRPr lang="en-US" sz="900" spc="0" kern="0" b="0" i="0" dirty="0">
                <a:solidFill>
                  <a:srgbClr val="070154"/>
                </a:solidFill>
                <a:latin typeface="IBM Plex Sans"/>
                <a:ea typeface="IBM Plex Sans"/>
                <a:cs typeface="IBM Plex Sans"/>
              </a:endParaRPr>
            </a:p>
          </p:txBody>
        </p:sp>
      </p:grpSp>
      <p:grpSp>
        <p:nvGrpSpPr>
          <p:cNvPr id="53" name="copy-66-38"/>
          <p:cNvGrpSpPr/>
          <p:nvPr/>
        </p:nvGrpSpPr>
        <p:grpSpPr>
          <a:xfrm>
            <a:off x="8089900" y="2311400"/>
            <a:ext cx="3276600" cy="228600"/>
            <a:chOff x="8089900" y="2311400"/>
            <a:chExt cx="3276600" cy="228600"/>
          </a:xfrm>
        </p:grpSpPr>
        <p:sp>
          <p:nvSpPr>
            <p:cNvPr id="22" name="copy-66-38.text"/>
            <p:cNvSpPr/>
            <p:nvPr/>
          </p:nvSpPr>
          <p:spPr>
            <a:xfrm>
              <a:off x="8089900" y="2311400"/>
              <a:ext cx="32766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Installed desktop companion</a:t>
              </a:r>
              <a:endParaRPr lang="en-US" sz="900" spc="0" kern="0" b="0" i="0" dirty="0">
                <a:solidFill>
                  <a:srgbClr val="070154"/>
                </a:solidFill>
                <a:latin typeface="IBM Plex Sans"/>
                <a:ea typeface="IBM Plex Sans"/>
                <a:cs typeface="IBM Plex Sans"/>
              </a:endParaRPr>
            </a:p>
          </p:txBody>
        </p:sp>
      </p:grpSp>
      <p:grpSp>
        <p:nvGrpSpPr>
          <p:cNvPr id="54" name="copy-67-39"/>
          <p:cNvGrpSpPr/>
          <p:nvPr/>
        </p:nvGrpSpPr>
        <p:grpSpPr>
          <a:xfrm>
            <a:off x="8089900" y="2641600"/>
            <a:ext cx="3276600" cy="762000"/>
            <a:chOff x="8089900" y="2641600"/>
            <a:chExt cx="3276600" cy="762000"/>
          </a:xfrm>
        </p:grpSpPr>
        <p:sp>
          <p:nvSpPr>
            <p:cNvPr id="23" name="copy-67-39.text"/>
            <p:cNvSpPr/>
            <p:nvPr/>
          </p:nvSpPr>
          <p:spPr>
            <a:xfrm>
              <a:off x="8089900" y="2641600"/>
              <a:ext cx="3276600" cy="762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Electron, Tauri or .NET WebView2 may support printing and tighter device access, with an additional workstation install.</a:t>
              </a:r>
              <a:endParaRPr lang="en-US" sz="900" spc="0" kern="0" b="0" i="0" dirty="0">
                <a:solidFill>
                  <a:srgbClr val="070154"/>
                </a:solidFill>
                <a:latin typeface="IBM Plex Sans"/>
                <a:ea typeface="IBM Plex Sans"/>
                <a:cs typeface="IBM Plex Sans"/>
              </a:endParaRPr>
            </a:p>
          </p:txBody>
        </p:sp>
      </p:grpSp>
      <p:grpSp>
        <p:nvGrpSpPr>
          <p:cNvPr id="55" name="copy-76-48"/>
          <p:cNvGrpSpPr/>
          <p:nvPr/>
        </p:nvGrpSpPr>
        <p:grpSpPr>
          <a:xfrm>
            <a:off x="825500" y="3632200"/>
            <a:ext cx="3200400" cy="228600"/>
            <a:chOff x="825500" y="3632200"/>
            <a:chExt cx="3200400" cy="228600"/>
          </a:xfrm>
        </p:grpSpPr>
        <p:sp>
          <p:nvSpPr>
            <p:cNvPr id="24" name="copy-76-48.text"/>
            <p:cNvSpPr/>
            <p:nvPr/>
          </p:nvSpPr>
          <p:spPr>
            <a:xfrm>
              <a:off x="825500" y="3632200"/>
              <a:ext cx="3200400" cy="228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PHASE 0 VALIDATION</a:t>
              </a:r>
              <a:endParaRPr lang="en-US" sz="900" spc="0" kern="0" b="0" i="0" dirty="0">
                <a:solidFill>
                  <a:srgbClr val="070154"/>
                </a:solidFill>
                <a:latin typeface="IBM Plex Sans"/>
                <a:ea typeface="IBM Plex Sans"/>
                <a:cs typeface="IBM Plex Sans"/>
              </a:endParaRPr>
            </a:p>
          </p:txBody>
        </p:sp>
      </p:grpSp>
      <p:grpSp>
        <p:nvGrpSpPr>
          <p:cNvPr id="56" name="copy-77-49"/>
          <p:cNvGrpSpPr/>
          <p:nvPr/>
        </p:nvGrpSpPr>
        <p:grpSpPr>
          <a:xfrm>
            <a:off x="825500" y="3911600"/>
            <a:ext cx="3200400" cy="736600"/>
            <a:chOff x="825500" y="3911600"/>
            <a:chExt cx="3200400" cy="736600"/>
          </a:xfrm>
        </p:grpSpPr>
        <p:sp>
          <p:nvSpPr>
            <p:cNvPr id="25" name="copy-77-49.text"/>
            <p:cNvSpPr/>
            <p:nvPr/>
          </p:nvSpPr>
          <p:spPr>
            <a:xfrm>
              <a:off x="825500" y="3911600"/>
              <a:ext cx="3200400" cy="7366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Validate runtime, identity, printing, imaging, devices, deployment, recovery and user effort.</a:t>
              </a:r>
              <a:endParaRPr lang="en-US" sz="900" spc="0" kern="0" b="0" i="0" dirty="0">
                <a:solidFill>
                  <a:srgbClr val="070154"/>
                </a:solidFill>
                <a:latin typeface="IBM Plex Sans"/>
                <a:ea typeface="IBM Plex Sans"/>
                <a:cs typeface="IBM Plex Sans"/>
              </a:endParaRPr>
            </a:p>
          </p:txBody>
        </p:sp>
      </p:grpSp>
      <p:grpSp>
        <p:nvGrpSpPr>
          <p:cNvPr id="57" name="copy-78-50"/>
          <p:cNvGrpSpPr/>
          <p:nvPr/>
        </p:nvGrpSpPr>
        <p:grpSpPr>
          <a:xfrm>
            <a:off x="825500" y="4660900"/>
            <a:ext cx="3200400" cy="304800"/>
            <a:chOff x="825500" y="4660900"/>
            <a:chExt cx="3200400" cy="304800"/>
          </a:xfrm>
        </p:grpSpPr>
        <p:sp>
          <p:nvSpPr>
            <p:cNvPr id="26" name="copy-78-50.text"/>
            <p:cNvSpPr/>
            <p:nvPr/>
          </p:nvSpPr>
          <p:spPr>
            <a:xfrm>
              <a:off x="825500" y="4660900"/>
              <a:ext cx="3200400" cy="3048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Pilot hypothesis: browser / PWA</a:t>
              </a:r>
              <a:endParaRPr lang="en-US" sz="900" spc="0" kern="0" b="0" i="0" dirty="0">
                <a:solidFill>
                  <a:srgbClr val="070154"/>
                </a:solidFill>
                <a:latin typeface="IBM Plex Sans"/>
                <a:ea typeface="IBM Plex Sans"/>
                <a:cs typeface="IBM Plex Sans"/>
              </a:endParaRPr>
            </a:p>
          </p:txBody>
        </p:sp>
      </p:grpSp>
      <p:grpSp>
        <p:nvGrpSpPr>
          <p:cNvPr id="58" name="copy-82-54"/>
          <p:cNvGrpSpPr/>
          <p:nvPr/>
        </p:nvGrpSpPr>
        <p:grpSpPr>
          <a:xfrm>
            <a:off x="4457700" y="3632200"/>
            <a:ext cx="3149600" cy="266700"/>
            <a:chOff x="4457700" y="3632200"/>
            <a:chExt cx="3149600" cy="266700"/>
          </a:xfrm>
        </p:grpSpPr>
        <p:sp>
          <p:nvSpPr>
            <p:cNvPr id="27" name="copy-82-54.text"/>
            <p:cNvSpPr/>
            <p:nvPr/>
          </p:nvSpPr>
          <p:spPr>
            <a:xfrm>
              <a:off x="4457700" y="3632200"/>
              <a:ext cx="3149600" cy="2667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FFFFFF"/>
                  </a:solidFill>
                  <a:latin typeface="IBM Plex Sans"/>
                  <a:ea typeface="IBM Plex Sans"/>
                  <a:cs typeface="IBM Plex Sans"/>
                </a:rPr>
                <a:t>Recommended modern web application</a:t>
              </a:r>
              <a:endParaRPr lang="en-US" sz="1200" spc="0" kern="0" b="0" i="0" dirty="0">
                <a:solidFill>
                  <a:srgbClr val="FFFFFF"/>
                </a:solidFill>
                <a:latin typeface="IBM Plex Sans"/>
                <a:ea typeface="IBM Plex Sans"/>
                <a:cs typeface="IBM Plex Sans"/>
              </a:endParaRPr>
            </a:p>
          </p:txBody>
        </p:sp>
      </p:grpSp>
      <p:grpSp>
        <p:nvGrpSpPr>
          <p:cNvPr id="59" name="copy-86-55"/>
          <p:cNvGrpSpPr/>
          <p:nvPr/>
        </p:nvGrpSpPr>
        <p:grpSpPr>
          <a:xfrm>
            <a:off x="4457700" y="3949700"/>
            <a:ext cx="3149600" cy="158750"/>
            <a:chOff x="4457700" y="3949700"/>
            <a:chExt cx="3149600" cy="158750"/>
          </a:xfrm>
        </p:grpSpPr>
        <p:sp>
          <p:nvSpPr>
            <p:cNvPr id="28" name="copy-86-55.text"/>
            <p:cNvSpPr/>
            <p:nvPr/>
          </p:nvSpPr>
          <p:spPr>
            <a:xfrm>
              <a:off x="4457700" y="3949700"/>
              <a:ext cx="3149600"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React + TypeScript is the recommendation</a:t>
              </a:r>
              <a:endParaRPr lang="en-US" sz="900" spc="0" kern="0" b="0" i="0" dirty="0">
                <a:solidFill>
                  <a:srgbClr val="FFFFFF"/>
                </a:solidFill>
                <a:latin typeface="IBM Plex Sans"/>
                <a:ea typeface="IBM Plex Sans"/>
                <a:cs typeface="IBM Plex Sans"/>
              </a:endParaRPr>
            </a:p>
          </p:txBody>
        </p:sp>
      </p:grpSp>
      <p:grpSp>
        <p:nvGrpSpPr>
          <p:cNvPr id="60" name="copy-87-56"/>
          <p:cNvGrpSpPr/>
          <p:nvPr/>
        </p:nvGrpSpPr>
        <p:grpSpPr>
          <a:xfrm>
            <a:off x="7785100" y="3632200"/>
            <a:ext cx="3581400" cy="457200"/>
            <a:chOff x="7785100" y="3632200"/>
            <a:chExt cx="3581400" cy="457200"/>
          </a:xfrm>
        </p:grpSpPr>
        <p:sp>
          <p:nvSpPr>
            <p:cNvPr id="29" name="copy-87-56.text"/>
            <p:cNvSpPr/>
            <p:nvPr/>
          </p:nvSpPr>
          <p:spPr>
            <a:xfrm>
              <a:off x="7785100" y="3632200"/>
              <a:ext cx="3581400" cy="4572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Assess Vue, Svelte, Angular or Blazor/.NET if alternatives to React are desirable.</a:t>
              </a:r>
              <a:endParaRPr lang="en-US" sz="900" spc="0" kern="0" b="0" i="0" dirty="0">
                <a:solidFill>
                  <a:srgbClr val="FFFFFF"/>
                </a:solidFill>
                <a:latin typeface="IBM Plex Sans"/>
                <a:ea typeface="IBM Plex Sans"/>
                <a:cs typeface="IBM Plex Sans"/>
              </a:endParaRPr>
            </a:p>
          </p:txBody>
        </p:sp>
      </p:grpSp>
      <p:grpSp>
        <p:nvGrpSpPr>
          <p:cNvPr id="61" name="copy-91-60"/>
          <p:cNvGrpSpPr/>
          <p:nvPr/>
        </p:nvGrpSpPr>
        <p:grpSpPr>
          <a:xfrm>
            <a:off x="4457700" y="4292600"/>
            <a:ext cx="2133600" cy="254000"/>
            <a:chOff x="4457700" y="4292600"/>
            <a:chExt cx="2133600" cy="254000"/>
          </a:xfrm>
        </p:grpSpPr>
        <p:sp>
          <p:nvSpPr>
            <p:cNvPr id="30" name="copy-91-60.text"/>
            <p:cNvSpPr/>
            <p:nvPr/>
          </p:nvSpPr>
          <p:spPr>
            <a:xfrm>
              <a:off x="4457700" y="4292600"/>
              <a:ext cx="2133600" cy="254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Eaglesoft API layer</a:t>
              </a:r>
              <a:endParaRPr lang="en-US" sz="900" spc="0" kern="0" b="0" i="0" dirty="0">
                <a:solidFill>
                  <a:srgbClr val="070154"/>
                </a:solidFill>
                <a:latin typeface="IBM Plex Sans"/>
                <a:ea typeface="IBM Plex Sans"/>
                <a:cs typeface="IBM Plex Sans"/>
              </a:endParaRPr>
            </a:p>
          </p:txBody>
        </p:sp>
      </p:grpSp>
      <p:grpSp>
        <p:nvGrpSpPr>
          <p:cNvPr id="62" name="copy-92-61"/>
          <p:cNvGrpSpPr/>
          <p:nvPr/>
        </p:nvGrpSpPr>
        <p:grpSpPr>
          <a:xfrm>
            <a:off x="6692900" y="4292600"/>
            <a:ext cx="4673600" cy="254000"/>
            <a:chOff x="6692900" y="4292600"/>
            <a:chExt cx="4673600" cy="254000"/>
          </a:xfrm>
        </p:grpSpPr>
        <p:sp>
          <p:nvSpPr>
            <p:cNvPr id="31" name="copy-92-61.text"/>
            <p:cNvSpPr/>
            <p:nvPr/>
          </p:nvSpPr>
          <p:spPr>
            <a:xfrm>
              <a:off x="6692900" y="4292600"/>
              <a:ext cx="4673600" cy="254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Domain operations, authorization, and transaction control</a:t>
              </a:r>
              <a:endParaRPr lang="en-US" sz="900" spc="0" kern="0" b="0" i="0" dirty="0">
                <a:solidFill>
                  <a:srgbClr val="070154"/>
                </a:solidFill>
                <a:latin typeface="IBM Plex Sans"/>
                <a:ea typeface="IBM Plex Sans"/>
                <a:cs typeface="IBM Plex Sans"/>
              </a:endParaRPr>
            </a:p>
          </p:txBody>
        </p:sp>
      </p:grpSp>
      <p:grpSp>
        <p:nvGrpSpPr>
          <p:cNvPr id="63" name="copy-96-65"/>
          <p:cNvGrpSpPr/>
          <p:nvPr/>
        </p:nvGrpSpPr>
        <p:grpSpPr>
          <a:xfrm>
            <a:off x="4457700" y="4622800"/>
            <a:ext cx="2133600" cy="254000"/>
            <a:chOff x="4457700" y="4622800"/>
            <a:chExt cx="2133600" cy="254000"/>
          </a:xfrm>
        </p:grpSpPr>
        <p:sp>
          <p:nvSpPr>
            <p:cNvPr id="32" name="copy-96-65.text"/>
            <p:cNvSpPr/>
            <p:nvPr/>
          </p:nvSpPr>
          <p:spPr>
            <a:xfrm>
              <a:off x="4457700" y="4622800"/>
              <a:ext cx="2133600" cy="254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Segregated data ecosystem</a:t>
              </a:r>
              <a:endParaRPr lang="en-US" sz="900" spc="0" kern="0" b="0" i="0" dirty="0">
                <a:solidFill>
                  <a:srgbClr val="070154"/>
                </a:solidFill>
                <a:latin typeface="IBM Plex Sans"/>
                <a:ea typeface="IBM Plex Sans"/>
                <a:cs typeface="IBM Plex Sans"/>
              </a:endParaRPr>
            </a:p>
          </p:txBody>
        </p:sp>
      </p:grpSp>
      <p:grpSp>
        <p:nvGrpSpPr>
          <p:cNvPr id="64" name="copy-97-66"/>
          <p:cNvGrpSpPr/>
          <p:nvPr/>
        </p:nvGrpSpPr>
        <p:grpSpPr>
          <a:xfrm>
            <a:off x="6692900" y="4622800"/>
            <a:ext cx="4673600" cy="254000"/>
            <a:chOff x="6692900" y="4622800"/>
            <a:chExt cx="4673600" cy="254000"/>
          </a:xfrm>
        </p:grpSpPr>
        <p:sp>
          <p:nvSpPr>
            <p:cNvPr id="33" name="copy-97-66.text"/>
            <p:cNvSpPr/>
            <p:nvPr/>
          </p:nvSpPr>
          <p:spPr>
            <a:xfrm>
              <a:off x="6692900" y="4622800"/>
              <a:ext cx="4673600" cy="254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Governed PostgreSQL and related practice data</a:t>
              </a:r>
              <a:endParaRPr lang="en-US" sz="900" spc="0" kern="0" b="0" i="0" dirty="0">
                <a:solidFill>
                  <a:srgbClr val="070154"/>
                </a:solidFill>
                <a:latin typeface="IBM Plex Sans"/>
                <a:ea typeface="IBM Plex Sans"/>
                <a:cs typeface="IBM Plex Sans"/>
              </a:endParaRPr>
            </a:p>
          </p:txBody>
        </p:sp>
      </p:grpSp>
      <p:grpSp>
        <p:nvGrpSpPr>
          <p:cNvPr id="65" name="copy-98-67"/>
          <p:cNvGrpSpPr/>
          <p:nvPr/>
        </p:nvGrpSpPr>
        <p:grpSpPr>
          <a:xfrm>
            <a:off x="723900" y="4978400"/>
            <a:ext cx="10744200" cy="158750"/>
            <a:chOff x="723900" y="4978400"/>
            <a:chExt cx="10744200" cy="158750"/>
          </a:xfrm>
        </p:grpSpPr>
        <p:sp>
          <p:nvSpPr>
            <p:cNvPr id="34" name="copy-98-67.text"/>
            <p:cNvSpPr/>
            <p:nvPr/>
          </p:nvSpPr>
          <p:spPr>
            <a:xfrm>
              <a:off x="723900" y="4978400"/>
              <a:ext cx="10744200"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Select the pilot route from user effort, compatibility, device access, deployment and recovery evidence.</a:t>
              </a:r>
              <a:endParaRPr lang="en-US" sz="900" spc="0" kern="0" b="0" i="0" dirty="0">
                <a:solidFill>
                  <a:srgbClr val="070154"/>
                </a:solidFill>
                <a:latin typeface="IBM Plex Sans"/>
                <a:ea typeface="IBM Plex Sans"/>
                <a:cs typeface="IBM Plex Sans"/>
              </a:endParaRPr>
            </a:p>
          </p:txBody>
        </p:sp>
      </p:grpSp>
      <p:grpSp>
        <p:nvGrpSpPr>
          <p:cNvPr id="66" name="copy-28-69"/>
          <p:cNvGrpSpPr/>
          <p:nvPr/>
        </p:nvGrpSpPr>
        <p:grpSpPr>
          <a:xfrm>
            <a:off x="876300" y="5308600"/>
            <a:ext cx="10439400" cy="508000"/>
            <a:chOff x="876300" y="5308600"/>
            <a:chExt cx="10439400" cy="508000"/>
          </a:xfrm>
        </p:grpSpPr>
        <p:sp>
          <p:nvSpPr>
            <p:cNvPr id="35" name="copy-28-69.text"/>
            <p:cNvSpPr/>
            <p:nvPr/>
          </p:nvSpPr>
          <p:spPr>
            <a:xfrm>
              <a:off x="876300" y="5308600"/>
              <a:ext cx="10439400" cy="508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Discussion draft</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tterson-022">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3</a:t>
            </a:fld>
            <a:endParaRPr lang="en-US" sz="700" spc="0" kern="0" b="0" i="0" dirty="0">
              <a:solidFill>
                <a:srgbClr val="070154"/>
              </a:solidFill>
              <a:latin typeface="IBM Plex Mono SemiBold"/>
              <a:ea typeface="IBM Plex Mono SemiBold"/>
              <a:cs typeface="IBM Plex Mono SemiBold"/>
            </a:endParaRPr>
          </a:p>
        </p:txBody>
      </p:sp>
      <p:grpSp>
        <p:nvGrpSpPr>
          <p:cNvPr id="194" name="table-51-r0-c0-surface"/>
          <p:cNvGrpSpPr/>
          <p:nvPr/>
        </p:nvGrpSpPr>
        <p:grpSpPr>
          <a:xfrm>
            <a:off x="735965" y="1422400"/>
            <a:ext cx="4640682" cy="177800"/>
            <a:chOff x="735965" y="1422400"/>
            <a:chExt cx="4640682" cy="177800"/>
          </a:xfrm>
        </p:grpSpPr>
        <p:sp>
          <p:nvSpPr>
            <p:cNvPr id="5" name="table-51-r0-c0-surface.surface"/>
            <p:cNvSpPr/>
            <p:nvPr/>
          </p:nvSpPr>
          <p:spPr>
            <a:xfrm>
              <a:off x="735965" y="1422400"/>
              <a:ext cx="4640682" cy="177800"/>
            </a:xfrm>
            <a:prstGeom prst="rect">
              <a:avLst/>
            </a:prstGeom>
            <a:solidFill>
              <a:srgbClr val="070154"/>
            </a:solidFill>
            <a:ln>
              <a:noFill/>
            </a:ln>
          </p:spPr>
        </p:sp>
      </p:grpSp>
      <p:grpSp>
        <p:nvGrpSpPr>
          <p:cNvPr id="195" name="table-51-r0-c1-surface"/>
          <p:cNvGrpSpPr/>
          <p:nvPr/>
        </p:nvGrpSpPr>
        <p:grpSpPr>
          <a:xfrm>
            <a:off x="5376647" y="1422400"/>
            <a:ext cx="683070" cy="177800"/>
            <a:chOff x="5376647" y="1422400"/>
            <a:chExt cx="683070" cy="177800"/>
          </a:xfrm>
        </p:grpSpPr>
        <p:sp>
          <p:nvSpPr>
            <p:cNvPr id="6" name="table-51-r0-c1-surface.surface"/>
            <p:cNvSpPr/>
            <p:nvPr/>
          </p:nvSpPr>
          <p:spPr>
            <a:xfrm>
              <a:off x="5376647" y="1422400"/>
              <a:ext cx="683070" cy="177800"/>
            </a:xfrm>
            <a:prstGeom prst="rect">
              <a:avLst/>
            </a:prstGeom>
            <a:solidFill>
              <a:srgbClr val="070154"/>
            </a:solidFill>
            <a:ln>
              <a:noFill/>
            </a:ln>
          </p:spPr>
        </p:sp>
      </p:grpSp>
      <p:grpSp>
        <p:nvGrpSpPr>
          <p:cNvPr id="196" name="table-51-r0-c2-surface"/>
          <p:cNvGrpSpPr/>
          <p:nvPr/>
        </p:nvGrpSpPr>
        <p:grpSpPr>
          <a:xfrm>
            <a:off x="6059716" y="1422400"/>
            <a:ext cx="683070" cy="177800"/>
            <a:chOff x="6059716" y="1422400"/>
            <a:chExt cx="683070" cy="177800"/>
          </a:xfrm>
        </p:grpSpPr>
        <p:sp>
          <p:nvSpPr>
            <p:cNvPr id="7" name="table-51-r0-c2-surface.surface"/>
            <p:cNvSpPr/>
            <p:nvPr/>
          </p:nvSpPr>
          <p:spPr>
            <a:xfrm>
              <a:off x="6059716" y="1422400"/>
              <a:ext cx="683070" cy="177800"/>
            </a:xfrm>
            <a:prstGeom prst="rect">
              <a:avLst/>
            </a:prstGeom>
            <a:solidFill>
              <a:srgbClr val="070154"/>
            </a:solidFill>
            <a:ln>
              <a:noFill/>
            </a:ln>
          </p:spPr>
        </p:sp>
      </p:grpSp>
      <p:grpSp>
        <p:nvGrpSpPr>
          <p:cNvPr id="197" name="table-51-r0-c3-surface"/>
          <p:cNvGrpSpPr/>
          <p:nvPr/>
        </p:nvGrpSpPr>
        <p:grpSpPr>
          <a:xfrm>
            <a:off x="6742786" y="1422400"/>
            <a:ext cx="683070" cy="177800"/>
            <a:chOff x="6742786" y="1422400"/>
            <a:chExt cx="683070" cy="177800"/>
          </a:xfrm>
        </p:grpSpPr>
        <p:sp>
          <p:nvSpPr>
            <p:cNvPr id="8" name="table-51-r0-c3-surface.surface"/>
            <p:cNvSpPr/>
            <p:nvPr/>
          </p:nvSpPr>
          <p:spPr>
            <a:xfrm>
              <a:off x="6742786" y="1422400"/>
              <a:ext cx="683070" cy="177800"/>
            </a:xfrm>
            <a:prstGeom prst="rect">
              <a:avLst/>
            </a:prstGeom>
            <a:solidFill>
              <a:srgbClr val="070154"/>
            </a:solidFill>
            <a:ln>
              <a:noFill/>
            </a:ln>
          </p:spPr>
        </p:sp>
      </p:grpSp>
      <p:grpSp>
        <p:nvGrpSpPr>
          <p:cNvPr id="198" name="table-51-r0-c4-surface"/>
          <p:cNvGrpSpPr/>
          <p:nvPr/>
        </p:nvGrpSpPr>
        <p:grpSpPr>
          <a:xfrm>
            <a:off x="7425855" y="1422400"/>
            <a:ext cx="683070" cy="177800"/>
            <a:chOff x="7425855" y="1422400"/>
            <a:chExt cx="683070" cy="177800"/>
          </a:xfrm>
        </p:grpSpPr>
        <p:sp>
          <p:nvSpPr>
            <p:cNvPr id="9" name="table-51-r0-c4-surface.surface"/>
            <p:cNvSpPr/>
            <p:nvPr/>
          </p:nvSpPr>
          <p:spPr>
            <a:xfrm>
              <a:off x="7425855" y="1422400"/>
              <a:ext cx="683070" cy="177800"/>
            </a:xfrm>
            <a:prstGeom prst="rect">
              <a:avLst/>
            </a:prstGeom>
            <a:solidFill>
              <a:srgbClr val="070154"/>
            </a:solidFill>
            <a:ln>
              <a:noFill/>
            </a:ln>
          </p:spPr>
        </p:sp>
      </p:grpSp>
      <p:grpSp>
        <p:nvGrpSpPr>
          <p:cNvPr id="199" name="table-51-r0-c5-surface"/>
          <p:cNvGrpSpPr/>
          <p:nvPr/>
        </p:nvGrpSpPr>
        <p:grpSpPr>
          <a:xfrm>
            <a:off x="8108925" y="1422400"/>
            <a:ext cx="683070" cy="177800"/>
            <a:chOff x="8108925" y="1422400"/>
            <a:chExt cx="683070" cy="177800"/>
          </a:xfrm>
        </p:grpSpPr>
        <p:sp>
          <p:nvSpPr>
            <p:cNvPr id="10" name="table-51-r0-c5-surface.surface"/>
            <p:cNvSpPr/>
            <p:nvPr/>
          </p:nvSpPr>
          <p:spPr>
            <a:xfrm>
              <a:off x="8108925" y="1422400"/>
              <a:ext cx="683070" cy="177800"/>
            </a:xfrm>
            <a:prstGeom prst="rect">
              <a:avLst/>
            </a:prstGeom>
            <a:solidFill>
              <a:srgbClr val="070154"/>
            </a:solidFill>
            <a:ln>
              <a:noFill/>
            </a:ln>
          </p:spPr>
        </p:sp>
      </p:grpSp>
      <p:grpSp>
        <p:nvGrpSpPr>
          <p:cNvPr id="200" name="table-51-r0-c6-surface"/>
          <p:cNvGrpSpPr/>
          <p:nvPr/>
        </p:nvGrpSpPr>
        <p:grpSpPr>
          <a:xfrm>
            <a:off x="8791994" y="1422400"/>
            <a:ext cx="683070" cy="177800"/>
            <a:chOff x="8791994" y="1422400"/>
            <a:chExt cx="683070" cy="177800"/>
          </a:xfrm>
        </p:grpSpPr>
        <p:sp>
          <p:nvSpPr>
            <p:cNvPr id="11" name="table-51-r0-c6-surface.surface"/>
            <p:cNvSpPr/>
            <p:nvPr/>
          </p:nvSpPr>
          <p:spPr>
            <a:xfrm>
              <a:off x="8791994" y="1422400"/>
              <a:ext cx="683070" cy="177800"/>
            </a:xfrm>
            <a:prstGeom prst="rect">
              <a:avLst/>
            </a:prstGeom>
            <a:solidFill>
              <a:srgbClr val="070154"/>
            </a:solidFill>
            <a:ln>
              <a:noFill/>
            </a:ln>
          </p:spPr>
        </p:sp>
      </p:grpSp>
      <p:grpSp>
        <p:nvGrpSpPr>
          <p:cNvPr id="201" name="table-51-r0-c7-surface"/>
          <p:cNvGrpSpPr/>
          <p:nvPr/>
        </p:nvGrpSpPr>
        <p:grpSpPr>
          <a:xfrm>
            <a:off x="9475064" y="1422400"/>
            <a:ext cx="683070" cy="177800"/>
            <a:chOff x="9475064" y="1422400"/>
            <a:chExt cx="683070" cy="177800"/>
          </a:xfrm>
        </p:grpSpPr>
        <p:sp>
          <p:nvSpPr>
            <p:cNvPr id="12" name="table-51-r0-c7-surface.surface"/>
            <p:cNvSpPr/>
            <p:nvPr/>
          </p:nvSpPr>
          <p:spPr>
            <a:xfrm>
              <a:off x="9475064" y="1422400"/>
              <a:ext cx="683070" cy="177800"/>
            </a:xfrm>
            <a:prstGeom prst="rect">
              <a:avLst/>
            </a:prstGeom>
            <a:solidFill>
              <a:srgbClr val="070154"/>
            </a:solidFill>
            <a:ln>
              <a:noFill/>
            </a:ln>
          </p:spPr>
        </p:sp>
      </p:grpSp>
      <p:grpSp>
        <p:nvGrpSpPr>
          <p:cNvPr id="202" name="table-51-r0-c8-surface"/>
          <p:cNvGrpSpPr/>
          <p:nvPr/>
        </p:nvGrpSpPr>
        <p:grpSpPr>
          <a:xfrm>
            <a:off x="10158133" y="1422400"/>
            <a:ext cx="683070" cy="177800"/>
            <a:chOff x="10158133" y="1422400"/>
            <a:chExt cx="683070" cy="177800"/>
          </a:xfrm>
        </p:grpSpPr>
        <p:sp>
          <p:nvSpPr>
            <p:cNvPr id="13" name="table-51-r0-c8-surface.surface"/>
            <p:cNvSpPr/>
            <p:nvPr/>
          </p:nvSpPr>
          <p:spPr>
            <a:xfrm>
              <a:off x="10158133" y="1422400"/>
              <a:ext cx="683070" cy="177800"/>
            </a:xfrm>
            <a:prstGeom prst="rect">
              <a:avLst/>
            </a:prstGeom>
            <a:solidFill>
              <a:srgbClr val="070154"/>
            </a:solidFill>
            <a:ln>
              <a:noFill/>
            </a:ln>
          </p:spPr>
        </p:sp>
      </p:grpSp>
      <p:grpSp>
        <p:nvGrpSpPr>
          <p:cNvPr id="203" name="table-51-r1-c0-surface"/>
          <p:cNvGrpSpPr/>
          <p:nvPr/>
        </p:nvGrpSpPr>
        <p:grpSpPr>
          <a:xfrm>
            <a:off x="735965" y="1600200"/>
            <a:ext cx="4640682" cy="177800"/>
            <a:chOff x="735965" y="1600200"/>
            <a:chExt cx="4640682" cy="177800"/>
          </a:xfrm>
        </p:grpSpPr>
        <p:sp>
          <p:nvSpPr>
            <p:cNvPr id="14" name="table-51-r1-c0-surface.surface"/>
            <p:cNvSpPr/>
            <p:nvPr/>
          </p:nvSpPr>
          <p:spPr>
            <a:xfrm>
              <a:off x="735965" y="1600200"/>
              <a:ext cx="4640682" cy="177800"/>
            </a:xfrm>
            <a:prstGeom prst="rect">
              <a:avLst/>
            </a:prstGeom>
            <a:solidFill>
              <a:srgbClr val="E8EEF8"/>
            </a:solidFill>
            <a:ln>
              <a:noFill/>
            </a:ln>
          </p:spPr>
        </p:sp>
      </p:grpSp>
      <p:grpSp>
        <p:nvGrpSpPr>
          <p:cNvPr id="204" name="table-51-r1-c1-surface"/>
          <p:cNvGrpSpPr/>
          <p:nvPr/>
        </p:nvGrpSpPr>
        <p:grpSpPr>
          <a:xfrm>
            <a:off x="5376647" y="1600200"/>
            <a:ext cx="683070" cy="177800"/>
            <a:chOff x="5376647" y="1600200"/>
            <a:chExt cx="683070" cy="177800"/>
          </a:xfrm>
        </p:grpSpPr>
        <p:sp>
          <p:nvSpPr>
            <p:cNvPr id="15" name="table-51-r1-c1-surface.surface"/>
            <p:cNvSpPr/>
            <p:nvPr/>
          </p:nvSpPr>
          <p:spPr>
            <a:xfrm>
              <a:off x="5376647" y="1600200"/>
              <a:ext cx="683070" cy="177800"/>
            </a:xfrm>
            <a:prstGeom prst="rect">
              <a:avLst/>
            </a:prstGeom>
            <a:solidFill>
              <a:srgbClr val="E8EEF8"/>
            </a:solidFill>
            <a:ln>
              <a:noFill/>
            </a:ln>
          </p:spPr>
        </p:sp>
      </p:grpSp>
      <p:grpSp>
        <p:nvGrpSpPr>
          <p:cNvPr id="205" name="table-51-r1-c2-surface"/>
          <p:cNvGrpSpPr/>
          <p:nvPr/>
        </p:nvGrpSpPr>
        <p:grpSpPr>
          <a:xfrm>
            <a:off x="6059716" y="1600200"/>
            <a:ext cx="683070" cy="177800"/>
            <a:chOff x="6059716" y="1600200"/>
            <a:chExt cx="683070" cy="177800"/>
          </a:xfrm>
        </p:grpSpPr>
        <p:sp>
          <p:nvSpPr>
            <p:cNvPr id="16" name="table-51-r1-c2-surface.surface"/>
            <p:cNvSpPr/>
            <p:nvPr/>
          </p:nvSpPr>
          <p:spPr>
            <a:xfrm>
              <a:off x="6059716" y="1600200"/>
              <a:ext cx="683070" cy="177800"/>
            </a:xfrm>
            <a:prstGeom prst="rect">
              <a:avLst/>
            </a:prstGeom>
            <a:solidFill>
              <a:srgbClr val="E8EEF8"/>
            </a:solidFill>
            <a:ln>
              <a:noFill/>
            </a:ln>
          </p:spPr>
        </p:sp>
      </p:grpSp>
      <p:grpSp>
        <p:nvGrpSpPr>
          <p:cNvPr id="206" name="table-51-r1-c3-surface"/>
          <p:cNvGrpSpPr/>
          <p:nvPr/>
        </p:nvGrpSpPr>
        <p:grpSpPr>
          <a:xfrm>
            <a:off x="6742786" y="1600200"/>
            <a:ext cx="683070" cy="177800"/>
            <a:chOff x="6742786" y="1600200"/>
            <a:chExt cx="683070" cy="177800"/>
          </a:xfrm>
        </p:grpSpPr>
        <p:sp>
          <p:nvSpPr>
            <p:cNvPr id="17" name="table-51-r1-c3-surface.surface"/>
            <p:cNvSpPr/>
            <p:nvPr/>
          </p:nvSpPr>
          <p:spPr>
            <a:xfrm>
              <a:off x="6742786" y="1600200"/>
              <a:ext cx="683070" cy="177800"/>
            </a:xfrm>
            <a:prstGeom prst="rect">
              <a:avLst/>
            </a:prstGeom>
            <a:solidFill>
              <a:srgbClr val="E8EEF8"/>
            </a:solidFill>
            <a:ln>
              <a:noFill/>
            </a:ln>
          </p:spPr>
        </p:sp>
      </p:grpSp>
      <p:grpSp>
        <p:nvGrpSpPr>
          <p:cNvPr id="207" name="table-51-r1-c4-surface"/>
          <p:cNvGrpSpPr/>
          <p:nvPr/>
        </p:nvGrpSpPr>
        <p:grpSpPr>
          <a:xfrm>
            <a:off x="7425855" y="1600200"/>
            <a:ext cx="683070" cy="177800"/>
            <a:chOff x="7425855" y="1600200"/>
            <a:chExt cx="683070" cy="177800"/>
          </a:xfrm>
        </p:grpSpPr>
        <p:sp>
          <p:nvSpPr>
            <p:cNvPr id="18" name="table-51-r1-c4-surface.surface"/>
            <p:cNvSpPr/>
            <p:nvPr/>
          </p:nvSpPr>
          <p:spPr>
            <a:xfrm>
              <a:off x="7425855" y="1600200"/>
              <a:ext cx="683070" cy="177800"/>
            </a:xfrm>
            <a:prstGeom prst="rect">
              <a:avLst/>
            </a:prstGeom>
            <a:solidFill>
              <a:srgbClr val="E8EEF8"/>
            </a:solidFill>
            <a:ln>
              <a:noFill/>
            </a:ln>
          </p:spPr>
        </p:sp>
      </p:grpSp>
      <p:grpSp>
        <p:nvGrpSpPr>
          <p:cNvPr id="208" name="table-51-r1-c5-surface"/>
          <p:cNvGrpSpPr/>
          <p:nvPr/>
        </p:nvGrpSpPr>
        <p:grpSpPr>
          <a:xfrm>
            <a:off x="8108925" y="1600200"/>
            <a:ext cx="683070" cy="177800"/>
            <a:chOff x="8108925" y="1600200"/>
            <a:chExt cx="683070" cy="177800"/>
          </a:xfrm>
        </p:grpSpPr>
        <p:sp>
          <p:nvSpPr>
            <p:cNvPr id="19" name="table-51-r1-c5-surface.surface"/>
            <p:cNvSpPr/>
            <p:nvPr/>
          </p:nvSpPr>
          <p:spPr>
            <a:xfrm>
              <a:off x="8108925" y="1600200"/>
              <a:ext cx="683070" cy="177800"/>
            </a:xfrm>
            <a:prstGeom prst="rect">
              <a:avLst/>
            </a:prstGeom>
            <a:solidFill>
              <a:srgbClr val="E8EEF8"/>
            </a:solidFill>
            <a:ln>
              <a:noFill/>
            </a:ln>
          </p:spPr>
        </p:sp>
      </p:grpSp>
      <p:grpSp>
        <p:nvGrpSpPr>
          <p:cNvPr id="209" name="table-51-r1-c6-surface"/>
          <p:cNvGrpSpPr/>
          <p:nvPr/>
        </p:nvGrpSpPr>
        <p:grpSpPr>
          <a:xfrm>
            <a:off x="8791994" y="1600200"/>
            <a:ext cx="683070" cy="177800"/>
            <a:chOff x="8791994" y="1600200"/>
            <a:chExt cx="683070" cy="177800"/>
          </a:xfrm>
        </p:grpSpPr>
        <p:sp>
          <p:nvSpPr>
            <p:cNvPr id="20" name="table-51-r1-c6-surface.surface"/>
            <p:cNvSpPr/>
            <p:nvPr/>
          </p:nvSpPr>
          <p:spPr>
            <a:xfrm>
              <a:off x="8791994" y="1600200"/>
              <a:ext cx="683070" cy="177800"/>
            </a:xfrm>
            <a:prstGeom prst="rect">
              <a:avLst/>
            </a:prstGeom>
            <a:solidFill>
              <a:srgbClr val="E8EEF8"/>
            </a:solidFill>
            <a:ln>
              <a:noFill/>
            </a:ln>
          </p:spPr>
        </p:sp>
      </p:grpSp>
      <p:grpSp>
        <p:nvGrpSpPr>
          <p:cNvPr id="210" name="table-51-r1-c7-surface"/>
          <p:cNvGrpSpPr/>
          <p:nvPr/>
        </p:nvGrpSpPr>
        <p:grpSpPr>
          <a:xfrm>
            <a:off x="9475064" y="1600200"/>
            <a:ext cx="683070" cy="177800"/>
            <a:chOff x="9475064" y="1600200"/>
            <a:chExt cx="683070" cy="177800"/>
          </a:xfrm>
        </p:grpSpPr>
        <p:sp>
          <p:nvSpPr>
            <p:cNvPr id="21" name="table-51-r1-c7-surface.surface"/>
            <p:cNvSpPr/>
            <p:nvPr/>
          </p:nvSpPr>
          <p:spPr>
            <a:xfrm>
              <a:off x="9475064" y="1600200"/>
              <a:ext cx="683070" cy="177800"/>
            </a:xfrm>
            <a:prstGeom prst="rect">
              <a:avLst/>
            </a:prstGeom>
            <a:solidFill>
              <a:srgbClr val="E8EEF8"/>
            </a:solidFill>
            <a:ln>
              <a:noFill/>
            </a:ln>
          </p:spPr>
        </p:sp>
      </p:grpSp>
      <p:grpSp>
        <p:nvGrpSpPr>
          <p:cNvPr id="211" name="table-51-r1-c8-surface"/>
          <p:cNvGrpSpPr/>
          <p:nvPr/>
        </p:nvGrpSpPr>
        <p:grpSpPr>
          <a:xfrm>
            <a:off x="10158133" y="1600200"/>
            <a:ext cx="683070" cy="177800"/>
            <a:chOff x="10158133" y="1600200"/>
            <a:chExt cx="683070" cy="177800"/>
          </a:xfrm>
        </p:grpSpPr>
        <p:sp>
          <p:nvSpPr>
            <p:cNvPr id="22" name="table-51-r1-c8-surface.surface"/>
            <p:cNvSpPr/>
            <p:nvPr/>
          </p:nvSpPr>
          <p:spPr>
            <a:xfrm>
              <a:off x="10158133" y="1600200"/>
              <a:ext cx="683070" cy="177800"/>
            </a:xfrm>
            <a:prstGeom prst="rect">
              <a:avLst/>
            </a:prstGeom>
            <a:solidFill>
              <a:srgbClr val="E8EEF8"/>
            </a:solidFill>
            <a:ln>
              <a:noFill/>
            </a:ln>
          </p:spPr>
        </p:sp>
      </p:grpSp>
      <p:grpSp>
        <p:nvGrpSpPr>
          <p:cNvPr id="212" name="table-51-r2-c0-surface"/>
          <p:cNvGrpSpPr/>
          <p:nvPr/>
        </p:nvGrpSpPr>
        <p:grpSpPr>
          <a:xfrm>
            <a:off x="735965" y="1778000"/>
            <a:ext cx="4640682" cy="330200"/>
            <a:chOff x="735965" y="1778000"/>
            <a:chExt cx="4640682" cy="330200"/>
          </a:xfrm>
        </p:grpSpPr>
        <p:sp>
          <p:nvSpPr>
            <p:cNvPr id="23" name="table-51-r2-c0-surface.surface"/>
            <p:cNvSpPr/>
            <p:nvPr/>
          </p:nvSpPr>
          <p:spPr>
            <a:xfrm>
              <a:off x="735965" y="1778000"/>
              <a:ext cx="4640682" cy="330200"/>
            </a:xfrm>
            <a:prstGeom prst="rect">
              <a:avLst/>
            </a:prstGeom>
            <a:solidFill>
              <a:srgbClr val="FFFFFF"/>
            </a:solidFill>
            <a:ln>
              <a:noFill/>
            </a:ln>
          </p:spPr>
        </p:sp>
      </p:grpSp>
      <p:grpSp>
        <p:nvGrpSpPr>
          <p:cNvPr id="213" name="table-51-r2-c1-surface"/>
          <p:cNvGrpSpPr/>
          <p:nvPr/>
        </p:nvGrpSpPr>
        <p:grpSpPr>
          <a:xfrm>
            <a:off x="5376647" y="1778000"/>
            <a:ext cx="683070" cy="330200"/>
            <a:chOff x="5376647" y="1778000"/>
            <a:chExt cx="683070" cy="330200"/>
          </a:xfrm>
        </p:grpSpPr>
        <p:sp>
          <p:nvSpPr>
            <p:cNvPr id="24" name="table-51-r2-c1-surface.surface"/>
            <p:cNvSpPr/>
            <p:nvPr/>
          </p:nvSpPr>
          <p:spPr>
            <a:xfrm>
              <a:off x="5376647" y="1778000"/>
              <a:ext cx="683070" cy="330200"/>
            </a:xfrm>
            <a:prstGeom prst="rect">
              <a:avLst/>
            </a:prstGeom>
            <a:solidFill>
              <a:srgbClr val="070154"/>
            </a:solidFill>
            <a:ln>
              <a:noFill/>
            </a:ln>
          </p:spPr>
        </p:sp>
      </p:grpSp>
      <p:grpSp>
        <p:nvGrpSpPr>
          <p:cNvPr id="214" name="table-51-r2-c2-surface"/>
          <p:cNvGrpSpPr/>
          <p:nvPr/>
        </p:nvGrpSpPr>
        <p:grpSpPr>
          <a:xfrm>
            <a:off x="6059716" y="1778000"/>
            <a:ext cx="683070" cy="330200"/>
            <a:chOff x="6059716" y="1778000"/>
            <a:chExt cx="683070" cy="330200"/>
          </a:xfrm>
        </p:grpSpPr>
        <p:sp>
          <p:nvSpPr>
            <p:cNvPr id="25" name="table-51-r2-c2-surface.surface"/>
            <p:cNvSpPr/>
            <p:nvPr/>
          </p:nvSpPr>
          <p:spPr>
            <a:xfrm>
              <a:off x="6059716" y="1778000"/>
              <a:ext cx="683070" cy="330200"/>
            </a:xfrm>
            <a:prstGeom prst="rect">
              <a:avLst/>
            </a:prstGeom>
            <a:solidFill>
              <a:srgbClr val="FFFFFF"/>
            </a:solidFill>
            <a:ln>
              <a:noFill/>
            </a:ln>
          </p:spPr>
        </p:sp>
      </p:grpSp>
      <p:grpSp>
        <p:nvGrpSpPr>
          <p:cNvPr id="215" name="table-51-r2-c3-surface"/>
          <p:cNvGrpSpPr/>
          <p:nvPr/>
        </p:nvGrpSpPr>
        <p:grpSpPr>
          <a:xfrm>
            <a:off x="6742786" y="1778000"/>
            <a:ext cx="683070" cy="330200"/>
            <a:chOff x="6742786" y="1778000"/>
            <a:chExt cx="683070" cy="330200"/>
          </a:xfrm>
        </p:grpSpPr>
        <p:sp>
          <p:nvSpPr>
            <p:cNvPr id="26" name="table-51-r2-c3-surface.surface"/>
            <p:cNvSpPr/>
            <p:nvPr/>
          </p:nvSpPr>
          <p:spPr>
            <a:xfrm>
              <a:off x="6742786" y="1778000"/>
              <a:ext cx="683070" cy="330200"/>
            </a:xfrm>
            <a:prstGeom prst="rect">
              <a:avLst/>
            </a:prstGeom>
            <a:solidFill>
              <a:srgbClr val="FFFFFF"/>
            </a:solidFill>
            <a:ln>
              <a:noFill/>
            </a:ln>
          </p:spPr>
        </p:sp>
      </p:grpSp>
      <p:grpSp>
        <p:nvGrpSpPr>
          <p:cNvPr id="216" name="table-51-r2-c4-surface"/>
          <p:cNvGrpSpPr/>
          <p:nvPr/>
        </p:nvGrpSpPr>
        <p:grpSpPr>
          <a:xfrm>
            <a:off x="7425855" y="1778000"/>
            <a:ext cx="683070" cy="330200"/>
            <a:chOff x="7425855" y="1778000"/>
            <a:chExt cx="683070" cy="330200"/>
          </a:xfrm>
        </p:grpSpPr>
        <p:sp>
          <p:nvSpPr>
            <p:cNvPr id="27" name="table-51-r2-c4-surface.surface"/>
            <p:cNvSpPr/>
            <p:nvPr/>
          </p:nvSpPr>
          <p:spPr>
            <a:xfrm>
              <a:off x="7425855" y="1778000"/>
              <a:ext cx="683070" cy="330200"/>
            </a:xfrm>
            <a:prstGeom prst="rect">
              <a:avLst/>
            </a:prstGeom>
            <a:solidFill>
              <a:srgbClr val="FFFFFF"/>
            </a:solidFill>
            <a:ln>
              <a:noFill/>
            </a:ln>
          </p:spPr>
        </p:sp>
      </p:grpSp>
      <p:grpSp>
        <p:nvGrpSpPr>
          <p:cNvPr id="217" name="table-51-r2-c5-surface"/>
          <p:cNvGrpSpPr/>
          <p:nvPr/>
        </p:nvGrpSpPr>
        <p:grpSpPr>
          <a:xfrm>
            <a:off x="8108925" y="1778000"/>
            <a:ext cx="683070" cy="330200"/>
            <a:chOff x="8108925" y="1778000"/>
            <a:chExt cx="683070" cy="330200"/>
          </a:xfrm>
        </p:grpSpPr>
        <p:sp>
          <p:nvSpPr>
            <p:cNvPr id="28" name="table-51-r2-c5-surface.surface"/>
            <p:cNvSpPr/>
            <p:nvPr/>
          </p:nvSpPr>
          <p:spPr>
            <a:xfrm>
              <a:off x="8108925" y="1778000"/>
              <a:ext cx="683070" cy="330200"/>
            </a:xfrm>
            <a:prstGeom prst="rect">
              <a:avLst/>
            </a:prstGeom>
            <a:solidFill>
              <a:srgbClr val="FFFFFF"/>
            </a:solidFill>
            <a:ln>
              <a:noFill/>
            </a:ln>
          </p:spPr>
        </p:sp>
      </p:grpSp>
      <p:grpSp>
        <p:nvGrpSpPr>
          <p:cNvPr id="218" name="table-51-r2-c6-surface"/>
          <p:cNvGrpSpPr/>
          <p:nvPr/>
        </p:nvGrpSpPr>
        <p:grpSpPr>
          <a:xfrm>
            <a:off x="8791994" y="1778000"/>
            <a:ext cx="683070" cy="330200"/>
            <a:chOff x="8791994" y="1778000"/>
            <a:chExt cx="683070" cy="330200"/>
          </a:xfrm>
        </p:grpSpPr>
        <p:sp>
          <p:nvSpPr>
            <p:cNvPr id="29" name="table-51-r2-c6-surface.surface"/>
            <p:cNvSpPr/>
            <p:nvPr/>
          </p:nvSpPr>
          <p:spPr>
            <a:xfrm>
              <a:off x="8791994" y="1778000"/>
              <a:ext cx="683070" cy="330200"/>
            </a:xfrm>
            <a:prstGeom prst="rect">
              <a:avLst/>
            </a:prstGeom>
            <a:solidFill>
              <a:srgbClr val="FFFFFF"/>
            </a:solidFill>
            <a:ln>
              <a:noFill/>
            </a:ln>
          </p:spPr>
        </p:sp>
      </p:grpSp>
      <p:grpSp>
        <p:nvGrpSpPr>
          <p:cNvPr id="219" name="table-51-r2-c7-surface"/>
          <p:cNvGrpSpPr/>
          <p:nvPr/>
        </p:nvGrpSpPr>
        <p:grpSpPr>
          <a:xfrm>
            <a:off x="9475064" y="1778000"/>
            <a:ext cx="683070" cy="330200"/>
            <a:chOff x="9475064" y="1778000"/>
            <a:chExt cx="683070" cy="330200"/>
          </a:xfrm>
        </p:grpSpPr>
        <p:sp>
          <p:nvSpPr>
            <p:cNvPr id="30" name="table-51-r2-c7-surface.surface"/>
            <p:cNvSpPr/>
            <p:nvPr/>
          </p:nvSpPr>
          <p:spPr>
            <a:xfrm>
              <a:off x="9475064" y="1778000"/>
              <a:ext cx="683070" cy="330200"/>
            </a:xfrm>
            <a:prstGeom prst="rect">
              <a:avLst/>
            </a:prstGeom>
            <a:solidFill>
              <a:srgbClr val="FFFFFF"/>
            </a:solidFill>
            <a:ln>
              <a:noFill/>
            </a:ln>
          </p:spPr>
        </p:sp>
      </p:grpSp>
      <p:grpSp>
        <p:nvGrpSpPr>
          <p:cNvPr id="220" name="table-51-r2-c8-surface"/>
          <p:cNvGrpSpPr/>
          <p:nvPr/>
        </p:nvGrpSpPr>
        <p:grpSpPr>
          <a:xfrm>
            <a:off x="10158133" y="1778000"/>
            <a:ext cx="683070" cy="330200"/>
            <a:chOff x="10158133" y="1778000"/>
            <a:chExt cx="683070" cy="330200"/>
          </a:xfrm>
        </p:grpSpPr>
        <p:sp>
          <p:nvSpPr>
            <p:cNvPr id="31" name="table-51-r2-c8-surface.surface"/>
            <p:cNvSpPr/>
            <p:nvPr/>
          </p:nvSpPr>
          <p:spPr>
            <a:xfrm>
              <a:off x="10158133" y="1778000"/>
              <a:ext cx="683070" cy="330200"/>
            </a:xfrm>
            <a:prstGeom prst="rect">
              <a:avLst/>
            </a:prstGeom>
            <a:solidFill>
              <a:srgbClr val="FFFFFF"/>
            </a:solidFill>
            <a:ln>
              <a:noFill/>
            </a:ln>
          </p:spPr>
        </p:sp>
      </p:grpSp>
      <p:grpSp>
        <p:nvGrpSpPr>
          <p:cNvPr id="221" name="table-51-r3-c0-surface"/>
          <p:cNvGrpSpPr/>
          <p:nvPr/>
        </p:nvGrpSpPr>
        <p:grpSpPr>
          <a:xfrm>
            <a:off x="735965" y="2108200"/>
            <a:ext cx="4640682" cy="177800"/>
            <a:chOff x="735965" y="2108200"/>
            <a:chExt cx="4640682" cy="177800"/>
          </a:xfrm>
        </p:grpSpPr>
        <p:sp>
          <p:nvSpPr>
            <p:cNvPr id="32" name="table-51-r3-c0-surface.surface"/>
            <p:cNvSpPr/>
            <p:nvPr/>
          </p:nvSpPr>
          <p:spPr>
            <a:xfrm>
              <a:off x="735965" y="2108200"/>
              <a:ext cx="4640682" cy="177800"/>
            </a:xfrm>
            <a:prstGeom prst="rect">
              <a:avLst/>
            </a:prstGeom>
            <a:solidFill>
              <a:srgbClr val="E8EEF8"/>
            </a:solidFill>
            <a:ln>
              <a:noFill/>
            </a:ln>
          </p:spPr>
        </p:sp>
      </p:grpSp>
      <p:grpSp>
        <p:nvGrpSpPr>
          <p:cNvPr id="222" name="table-51-r3-c1-surface"/>
          <p:cNvGrpSpPr/>
          <p:nvPr/>
        </p:nvGrpSpPr>
        <p:grpSpPr>
          <a:xfrm>
            <a:off x="5376647" y="2108200"/>
            <a:ext cx="683070" cy="177800"/>
            <a:chOff x="5376647" y="2108200"/>
            <a:chExt cx="683070" cy="177800"/>
          </a:xfrm>
        </p:grpSpPr>
        <p:sp>
          <p:nvSpPr>
            <p:cNvPr id="33" name="table-51-r3-c1-surface.surface"/>
            <p:cNvSpPr/>
            <p:nvPr/>
          </p:nvSpPr>
          <p:spPr>
            <a:xfrm>
              <a:off x="5376647" y="2108200"/>
              <a:ext cx="683070" cy="177800"/>
            </a:xfrm>
            <a:prstGeom prst="rect">
              <a:avLst/>
            </a:prstGeom>
            <a:solidFill>
              <a:srgbClr val="E8EEF8"/>
            </a:solidFill>
            <a:ln>
              <a:noFill/>
            </a:ln>
          </p:spPr>
        </p:sp>
      </p:grpSp>
      <p:grpSp>
        <p:nvGrpSpPr>
          <p:cNvPr id="223" name="table-51-r3-c2-surface"/>
          <p:cNvGrpSpPr/>
          <p:nvPr/>
        </p:nvGrpSpPr>
        <p:grpSpPr>
          <a:xfrm>
            <a:off x="6059716" y="2108200"/>
            <a:ext cx="683070" cy="177800"/>
            <a:chOff x="6059716" y="2108200"/>
            <a:chExt cx="683070" cy="177800"/>
          </a:xfrm>
        </p:grpSpPr>
        <p:sp>
          <p:nvSpPr>
            <p:cNvPr id="34" name="table-51-r3-c2-surface.surface"/>
            <p:cNvSpPr/>
            <p:nvPr/>
          </p:nvSpPr>
          <p:spPr>
            <a:xfrm>
              <a:off x="6059716" y="2108200"/>
              <a:ext cx="683070" cy="177800"/>
            </a:xfrm>
            <a:prstGeom prst="rect">
              <a:avLst/>
            </a:prstGeom>
            <a:solidFill>
              <a:srgbClr val="E8EEF8"/>
            </a:solidFill>
            <a:ln>
              <a:noFill/>
            </a:ln>
          </p:spPr>
        </p:sp>
      </p:grpSp>
      <p:grpSp>
        <p:nvGrpSpPr>
          <p:cNvPr id="224" name="table-51-r3-c3-surface"/>
          <p:cNvGrpSpPr/>
          <p:nvPr/>
        </p:nvGrpSpPr>
        <p:grpSpPr>
          <a:xfrm>
            <a:off x="6742786" y="2108200"/>
            <a:ext cx="683070" cy="177800"/>
            <a:chOff x="6742786" y="2108200"/>
            <a:chExt cx="683070" cy="177800"/>
          </a:xfrm>
        </p:grpSpPr>
        <p:sp>
          <p:nvSpPr>
            <p:cNvPr id="35" name="table-51-r3-c3-surface.surface"/>
            <p:cNvSpPr/>
            <p:nvPr/>
          </p:nvSpPr>
          <p:spPr>
            <a:xfrm>
              <a:off x="6742786" y="2108200"/>
              <a:ext cx="683070" cy="177800"/>
            </a:xfrm>
            <a:prstGeom prst="rect">
              <a:avLst/>
            </a:prstGeom>
            <a:solidFill>
              <a:srgbClr val="E8EEF8"/>
            </a:solidFill>
            <a:ln>
              <a:noFill/>
            </a:ln>
          </p:spPr>
        </p:sp>
      </p:grpSp>
      <p:grpSp>
        <p:nvGrpSpPr>
          <p:cNvPr id="225" name="table-51-r3-c4-surface"/>
          <p:cNvGrpSpPr/>
          <p:nvPr/>
        </p:nvGrpSpPr>
        <p:grpSpPr>
          <a:xfrm>
            <a:off x="7425855" y="2108200"/>
            <a:ext cx="683070" cy="177800"/>
            <a:chOff x="7425855" y="2108200"/>
            <a:chExt cx="683070" cy="177800"/>
          </a:xfrm>
        </p:grpSpPr>
        <p:sp>
          <p:nvSpPr>
            <p:cNvPr id="36" name="table-51-r3-c4-surface.surface"/>
            <p:cNvSpPr/>
            <p:nvPr/>
          </p:nvSpPr>
          <p:spPr>
            <a:xfrm>
              <a:off x="7425855" y="2108200"/>
              <a:ext cx="683070" cy="177800"/>
            </a:xfrm>
            <a:prstGeom prst="rect">
              <a:avLst/>
            </a:prstGeom>
            <a:solidFill>
              <a:srgbClr val="E8EEF8"/>
            </a:solidFill>
            <a:ln>
              <a:noFill/>
            </a:ln>
          </p:spPr>
        </p:sp>
      </p:grpSp>
      <p:grpSp>
        <p:nvGrpSpPr>
          <p:cNvPr id="226" name="table-51-r3-c5-surface"/>
          <p:cNvGrpSpPr/>
          <p:nvPr/>
        </p:nvGrpSpPr>
        <p:grpSpPr>
          <a:xfrm>
            <a:off x="8108925" y="2108200"/>
            <a:ext cx="683070" cy="177800"/>
            <a:chOff x="8108925" y="2108200"/>
            <a:chExt cx="683070" cy="177800"/>
          </a:xfrm>
        </p:grpSpPr>
        <p:sp>
          <p:nvSpPr>
            <p:cNvPr id="37" name="table-51-r3-c5-surface.surface"/>
            <p:cNvSpPr/>
            <p:nvPr/>
          </p:nvSpPr>
          <p:spPr>
            <a:xfrm>
              <a:off x="8108925" y="2108200"/>
              <a:ext cx="683070" cy="177800"/>
            </a:xfrm>
            <a:prstGeom prst="rect">
              <a:avLst/>
            </a:prstGeom>
            <a:solidFill>
              <a:srgbClr val="E8EEF8"/>
            </a:solidFill>
            <a:ln>
              <a:noFill/>
            </a:ln>
          </p:spPr>
        </p:sp>
      </p:grpSp>
      <p:grpSp>
        <p:nvGrpSpPr>
          <p:cNvPr id="227" name="table-51-r3-c6-surface"/>
          <p:cNvGrpSpPr/>
          <p:nvPr/>
        </p:nvGrpSpPr>
        <p:grpSpPr>
          <a:xfrm>
            <a:off x="8791994" y="2108200"/>
            <a:ext cx="683070" cy="177800"/>
            <a:chOff x="8791994" y="2108200"/>
            <a:chExt cx="683070" cy="177800"/>
          </a:xfrm>
        </p:grpSpPr>
        <p:sp>
          <p:nvSpPr>
            <p:cNvPr id="38" name="table-51-r3-c6-surface.surface"/>
            <p:cNvSpPr/>
            <p:nvPr/>
          </p:nvSpPr>
          <p:spPr>
            <a:xfrm>
              <a:off x="8791994" y="2108200"/>
              <a:ext cx="683070" cy="177800"/>
            </a:xfrm>
            <a:prstGeom prst="rect">
              <a:avLst/>
            </a:prstGeom>
            <a:solidFill>
              <a:srgbClr val="E8EEF8"/>
            </a:solidFill>
            <a:ln>
              <a:noFill/>
            </a:ln>
          </p:spPr>
        </p:sp>
      </p:grpSp>
      <p:grpSp>
        <p:nvGrpSpPr>
          <p:cNvPr id="228" name="table-51-r3-c7-surface"/>
          <p:cNvGrpSpPr/>
          <p:nvPr/>
        </p:nvGrpSpPr>
        <p:grpSpPr>
          <a:xfrm>
            <a:off x="9475064" y="2108200"/>
            <a:ext cx="683070" cy="177800"/>
            <a:chOff x="9475064" y="2108200"/>
            <a:chExt cx="683070" cy="177800"/>
          </a:xfrm>
        </p:grpSpPr>
        <p:sp>
          <p:nvSpPr>
            <p:cNvPr id="39" name="table-51-r3-c7-surface.surface"/>
            <p:cNvSpPr/>
            <p:nvPr/>
          </p:nvSpPr>
          <p:spPr>
            <a:xfrm>
              <a:off x="9475064" y="2108200"/>
              <a:ext cx="683070" cy="177800"/>
            </a:xfrm>
            <a:prstGeom prst="rect">
              <a:avLst/>
            </a:prstGeom>
            <a:solidFill>
              <a:srgbClr val="E8EEF8"/>
            </a:solidFill>
            <a:ln>
              <a:noFill/>
            </a:ln>
          </p:spPr>
        </p:sp>
      </p:grpSp>
      <p:grpSp>
        <p:nvGrpSpPr>
          <p:cNvPr id="229" name="table-51-r3-c8-surface"/>
          <p:cNvGrpSpPr/>
          <p:nvPr/>
        </p:nvGrpSpPr>
        <p:grpSpPr>
          <a:xfrm>
            <a:off x="10158133" y="2108200"/>
            <a:ext cx="683070" cy="177800"/>
            <a:chOff x="10158133" y="2108200"/>
            <a:chExt cx="683070" cy="177800"/>
          </a:xfrm>
        </p:grpSpPr>
        <p:sp>
          <p:nvSpPr>
            <p:cNvPr id="40" name="table-51-r3-c8-surface.surface"/>
            <p:cNvSpPr/>
            <p:nvPr/>
          </p:nvSpPr>
          <p:spPr>
            <a:xfrm>
              <a:off x="10158133" y="2108200"/>
              <a:ext cx="683070" cy="177800"/>
            </a:xfrm>
            <a:prstGeom prst="rect">
              <a:avLst/>
            </a:prstGeom>
            <a:solidFill>
              <a:srgbClr val="E8EEF8"/>
            </a:solidFill>
            <a:ln>
              <a:noFill/>
            </a:ln>
          </p:spPr>
        </p:sp>
      </p:grpSp>
      <p:grpSp>
        <p:nvGrpSpPr>
          <p:cNvPr id="230" name="table-51-r4-c0-surface"/>
          <p:cNvGrpSpPr/>
          <p:nvPr/>
        </p:nvGrpSpPr>
        <p:grpSpPr>
          <a:xfrm>
            <a:off x="735965" y="2286000"/>
            <a:ext cx="4640682" cy="177800"/>
            <a:chOff x="735965" y="2286000"/>
            <a:chExt cx="4640682" cy="177800"/>
          </a:xfrm>
        </p:grpSpPr>
        <p:sp>
          <p:nvSpPr>
            <p:cNvPr id="41" name="table-51-r4-c0-surface.surface"/>
            <p:cNvSpPr/>
            <p:nvPr/>
          </p:nvSpPr>
          <p:spPr>
            <a:xfrm>
              <a:off x="735965" y="2286000"/>
              <a:ext cx="4640682" cy="177800"/>
            </a:xfrm>
            <a:prstGeom prst="rect">
              <a:avLst/>
            </a:prstGeom>
            <a:solidFill>
              <a:srgbClr val="FFFFFF"/>
            </a:solidFill>
            <a:ln>
              <a:noFill/>
            </a:ln>
          </p:spPr>
        </p:sp>
      </p:grpSp>
      <p:grpSp>
        <p:nvGrpSpPr>
          <p:cNvPr id="231" name="table-51-r4-c1-surface"/>
          <p:cNvGrpSpPr/>
          <p:nvPr/>
        </p:nvGrpSpPr>
        <p:grpSpPr>
          <a:xfrm>
            <a:off x="5376647" y="2286000"/>
            <a:ext cx="683070" cy="177800"/>
            <a:chOff x="5376647" y="2286000"/>
            <a:chExt cx="683070" cy="177800"/>
          </a:xfrm>
        </p:grpSpPr>
        <p:sp>
          <p:nvSpPr>
            <p:cNvPr id="42" name="table-51-r4-c1-surface.surface"/>
            <p:cNvSpPr/>
            <p:nvPr/>
          </p:nvSpPr>
          <p:spPr>
            <a:xfrm>
              <a:off x="5376647" y="2286000"/>
              <a:ext cx="683070" cy="177800"/>
            </a:xfrm>
            <a:prstGeom prst="rect">
              <a:avLst/>
            </a:prstGeom>
            <a:solidFill>
              <a:srgbClr val="FFFFFF"/>
            </a:solidFill>
            <a:ln>
              <a:noFill/>
            </a:ln>
          </p:spPr>
        </p:sp>
      </p:grpSp>
      <p:grpSp>
        <p:nvGrpSpPr>
          <p:cNvPr id="232" name="table-51-r4-c2-surface"/>
          <p:cNvGrpSpPr/>
          <p:nvPr/>
        </p:nvGrpSpPr>
        <p:grpSpPr>
          <a:xfrm>
            <a:off x="6059716" y="2286000"/>
            <a:ext cx="683070" cy="177800"/>
            <a:chOff x="6059716" y="2286000"/>
            <a:chExt cx="683070" cy="177800"/>
          </a:xfrm>
        </p:grpSpPr>
        <p:sp>
          <p:nvSpPr>
            <p:cNvPr id="43" name="table-51-r4-c2-surface.surface"/>
            <p:cNvSpPr/>
            <p:nvPr/>
          </p:nvSpPr>
          <p:spPr>
            <a:xfrm>
              <a:off x="6059716" y="2286000"/>
              <a:ext cx="683070" cy="177800"/>
            </a:xfrm>
            <a:prstGeom prst="rect">
              <a:avLst/>
            </a:prstGeom>
            <a:solidFill>
              <a:srgbClr val="070154"/>
            </a:solidFill>
            <a:ln>
              <a:noFill/>
            </a:ln>
          </p:spPr>
        </p:sp>
      </p:grpSp>
      <p:grpSp>
        <p:nvGrpSpPr>
          <p:cNvPr id="233" name="table-51-r4-c3-surface"/>
          <p:cNvGrpSpPr/>
          <p:nvPr/>
        </p:nvGrpSpPr>
        <p:grpSpPr>
          <a:xfrm>
            <a:off x="6742786" y="2286000"/>
            <a:ext cx="683070" cy="177800"/>
            <a:chOff x="6742786" y="2286000"/>
            <a:chExt cx="683070" cy="177800"/>
          </a:xfrm>
        </p:grpSpPr>
        <p:sp>
          <p:nvSpPr>
            <p:cNvPr id="44" name="table-51-r4-c3-surface.surface"/>
            <p:cNvSpPr/>
            <p:nvPr/>
          </p:nvSpPr>
          <p:spPr>
            <a:xfrm>
              <a:off x="6742786" y="2286000"/>
              <a:ext cx="683070" cy="177800"/>
            </a:xfrm>
            <a:prstGeom prst="rect">
              <a:avLst/>
            </a:prstGeom>
            <a:solidFill>
              <a:srgbClr val="FFFFFF"/>
            </a:solidFill>
            <a:ln>
              <a:noFill/>
            </a:ln>
          </p:spPr>
        </p:sp>
      </p:grpSp>
      <p:grpSp>
        <p:nvGrpSpPr>
          <p:cNvPr id="234" name="table-51-r4-c4-surface"/>
          <p:cNvGrpSpPr/>
          <p:nvPr/>
        </p:nvGrpSpPr>
        <p:grpSpPr>
          <a:xfrm>
            <a:off x="7425855" y="2286000"/>
            <a:ext cx="683070" cy="177800"/>
            <a:chOff x="7425855" y="2286000"/>
            <a:chExt cx="683070" cy="177800"/>
          </a:xfrm>
        </p:grpSpPr>
        <p:sp>
          <p:nvSpPr>
            <p:cNvPr id="45" name="table-51-r4-c4-surface.surface"/>
            <p:cNvSpPr/>
            <p:nvPr/>
          </p:nvSpPr>
          <p:spPr>
            <a:xfrm>
              <a:off x="7425855" y="2286000"/>
              <a:ext cx="683070" cy="177800"/>
            </a:xfrm>
            <a:prstGeom prst="rect">
              <a:avLst/>
            </a:prstGeom>
            <a:solidFill>
              <a:srgbClr val="FFFFFF"/>
            </a:solidFill>
            <a:ln>
              <a:noFill/>
            </a:ln>
          </p:spPr>
        </p:sp>
      </p:grpSp>
      <p:grpSp>
        <p:nvGrpSpPr>
          <p:cNvPr id="235" name="table-51-r4-c5-surface"/>
          <p:cNvGrpSpPr/>
          <p:nvPr/>
        </p:nvGrpSpPr>
        <p:grpSpPr>
          <a:xfrm>
            <a:off x="8108925" y="2286000"/>
            <a:ext cx="683070" cy="177800"/>
            <a:chOff x="8108925" y="2286000"/>
            <a:chExt cx="683070" cy="177800"/>
          </a:xfrm>
        </p:grpSpPr>
        <p:sp>
          <p:nvSpPr>
            <p:cNvPr id="46" name="table-51-r4-c5-surface.surface"/>
            <p:cNvSpPr/>
            <p:nvPr/>
          </p:nvSpPr>
          <p:spPr>
            <a:xfrm>
              <a:off x="8108925" y="2286000"/>
              <a:ext cx="683070" cy="177800"/>
            </a:xfrm>
            <a:prstGeom prst="rect">
              <a:avLst/>
            </a:prstGeom>
            <a:solidFill>
              <a:srgbClr val="FFFFFF"/>
            </a:solidFill>
            <a:ln>
              <a:noFill/>
            </a:ln>
          </p:spPr>
        </p:sp>
      </p:grpSp>
      <p:grpSp>
        <p:nvGrpSpPr>
          <p:cNvPr id="236" name="table-51-r4-c6-surface"/>
          <p:cNvGrpSpPr/>
          <p:nvPr/>
        </p:nvGrpSpPr>
        <p:grpSpPr>
          <a:xfrm>
            <a:off x="8791994" y="2286000"/>
            <a:ext cx="683070" cy="177800"/>
            <a:chOff x="8791994" y="2286000"/>
            <a:chExt cx="683070" cy="177800"/>
          </a:xfrm>
        </p:grpSpPr>
        <p:sp>
          <p:nvSpPr>
            <p:cNvPr id="47" name="table-51-r4-c6-surface.surface"/>
            <p:cNvSpPr/>
            <p:nvPr/>
          </p:nvSpPr>
          <p:spPr>
            <a:xfrm>
              <a:off x="8791994" y="2286000"/>
              <a:ext cx="683070" cy="177800"/>
            </a:xfrm>
            <a:prstGeom prst="rect">
              <a:avLst/>
            </a:prstGeom>
            <a:solidFill>
              <a:srgbClr val="FFFFFF"/>
            </a:solidFill>
            <a:ln>
              <a:noFill/>
            </a:ln>
          </p:spPr>
        </p:sp>
      </p:grpSp>
      <p:grpSp>
        <p:nvGrpSpPr>
          <p:cNvPr id="237" name="table-51-r4-c7-surface"/>
          <p:cNvGrpSpPr/>
          <p:nvPr/>
        </p:nvGrpSpPr>
        <p:grpSpPr>
          <a:xfrm>
            <a:off x="9475064" y="2286000"/>
            <a:ext cx="683070" cy="177800"/>
            <a:chOff x="9475064" y="2286000"/>
            <a:chExt cx="683070" cy="177800"/>
          </a:xfrm>
        </p:grpSpPr>
        <p:sp>
          <p:nvSpPr>
            <p:cNvPr id="48" name="table-51-r4-c7-surface.surface"/>
            <p:cNvSpPr/>
            <p:nvPr/>
          </p:nvSpPr>
          <p:spPr>
            <a:xfrm>
              <a:off x="9475064" y="2286000"/>
              <a:ext cx="683070" cy="177800"/>
            </a:xfrm>
            <a:prstGeom prst="rect">
              <a:avLst/>
            </a:prstGeom>
            <a:solidFill>
              <a:srgbClr val="FFFFFF"/>
            </a:solidFill>
            <a:ln>
              <a:noFill/>
            </a:ln>
          </p:spPr>
        </p:sp>
      </p:grpSp>
      <p:grpSp>
        <p:nvGrpSpPr>
          <p:cNvPr id="238" name="table-51-r4-c8-surface"/>
          <p:cNvGrpSpPr/>
          <p:nvPr/>
        </p:nvGrpSpPr>
        <p:grpSpPr>
          <a:xfrm>
            <a:off x="10158133" y="2286000"/>
            <a:ext cx="683070" cy="177800"/>
            <a:chOff x="10158133" y="2286000"/>
            <a:chExt cx="683070" cy="177800"/>
          </a:xfrm>
        </p:grpSpPr>
        <p:sp>
          <p:nvSpPr>
            <p:cNvPr id="49" name="table-51-r4-c8-surface.surface"/>
            <p:cNvSpPr/>
            <p:nvPr/>
          </p:nvSpPr>
          <p:spPr>
            <a:xfrm>
              <a:off x="10158133" y="2286000"/>
              <a:ext cx="683070" cy="177800"/>
            </a:xfrm>
            <a:prstGeom prst="rect">
              <a:avLst/>
            </a:prstGeom>
            <a:solidFill>
              <a:srgbClr val="FFFFFF"/>
            </a:solidFill>
            <a:ln>
              <a:noFill/>
            </a:ln>
          </p:spPr>
        </p:sp>
      </p:grpSp>
      <p:grpSp>
        <p:nvGrpSpPr>
          <p:cNvPr id="239" name="table-51-r5-c0-surface"/>
          <p:cNvGrpSpPr/>
          <p:nvPr/>
        </p:nvGrpSpPr>
        <p:grpSpPr>
          <a:xfrm>
            <a:off x="735965" y="2463800"/>
            <a:ext cx="4640682" cy="330200"/>
            <a:chOff x="735965" y="2463800"/>
            <a:chExt cx="4640682" cy="330200"/>
          </a:xfrm>
        </p:grpSpPr>
        <p:sp>
          <p:nvSpPr>
            <p:cNvPr id="50" name="table-51-r5-c0-surface.surface"/>
            <p:cNvSpPr/>
            <p:nvPr/>
          </p:nvSpPr>
          <p:spPr>
            <a:xfrm>
              <a:off x="735965" y="2463800"/>
              <a:ext cx="4640682" cy="330200"/>
            </a:xfrm>
            <a:prstGeom prst="rect">
              <a:avLst/>
            </a:prstGeom>
            <a:solidFill>
              <a:srgbClr val="FFFFFF"/>
            </a:solidFill>
            <a:ln>
              <a:noFill/>
            </a:ln>
          </p:spPr>
        </p:sp>
      </p:grpSp>
      <p:grpSp>
        <p:nvGrpSpPr>
          <p:cNvPr id="240" name="table-51-r5-c1-surface"/>
          <p:cNvGrpSpPr/>
          <p:nvPr/>
        </p:nvGrpSpPr>
        <p:grpSpPr>
          <a:xfrm>
            <a:off x="5376647" y="2463800"/>
            <a:ext cx="683070" cy="330200"/>
            <a:chOff x="5376647" y="2463800"/>
            <a:chExt cx="683070" cy="330200"/>
          </a:xfrm>
        </p:grpSpPr>
        <p:sp>
          <p:nvSpPr>
            <p:cNvPr id="51" name="table-51-r5-c1-surface.surface"/>
            <p:cNvSpPr/>
            <p:nvPr/>
          </p:nvSpPr>
          <p:spPr>
            <a:xfrm>
              <a:off x="5376647" y="2463800"/>
              <a:ext cx="683070" cy="330200"/>
            </a:xfrm>
            <a:prstGeom prst="rect">
              <a:avLst/>
            </a:prstGeom>
            <a:solidFill>
              <a:srgbClr val="FFFFFF"/>
            </a:solidFill>
            <a:ln>
              <a:noFill/>
            </a:ln>
          </p:spPr>
        </p:sp>
      </p:grpSp>
      <p:grpSp>
        <p:nvGrpSpPr>
          <p:cNvPr id="241" name="table-51-r5-c2-surface"/>
          <p:cNvGrpSpPr/>
          <p:nvPr/>
        </p:nvGrpSpPr>
        <p:grpSpPr>
          <a:xfrm>
            <a:off x="6059716" y="2463800"/>
            <a:ext cx="683070" cy="330200"/>
            <a:chOff x="6059716" y="2463800"/>
            <a:chExt cx="683070" cy="330200"/>
          </a:xfrm>
        </p:grpSpPr>
        <p:sp>
          <p:nvSpPr>
            <p:cNvPr id="52" name="table-51-r5-c2-surface.surface"/>
            <p:cNvSpPr/>
            <p:nvPr/>
          </p:nvSpPr>
          <p:spPr>
            <a:xfrm>
              <a:off x="6059716" y="2463800"/>
              <a:ext cx="683070" cy="330200"/>
            </a:xfrm>
            <a:prstGeom prst="rect">
              <a:avLst/>
            </a:prstGeom>
            <a:solidFill>
              <a:srgbClr val="070154"/>
            </a:solidFill>
            <a:ln>
              <a:noFill/>
            </a:ln>
          </p:spPr>
        </p:sp>
      </p:grpSp>
      <p:grpSp>
        <p:nvGrpSpPr>
          <p:cNvPr id="242" name="table-51-r5-c3-surface"/>
          <p:cNvGrpSpPr/>
          <p:nvPr/>
        </p:nvGrpSpPr>
        <p:grpSpPr>
          <a:xfrm>
            <a:off x="6742786" y="2463800"/>
            <a:ext cx="683070" cy="330200"/>
            <a:chOff x="6742786" y="2463800"/>
            <a:chExt cx="683070" cy="330200"/>
          </a:xfrm>
        </p:grpSpPr>
        <p:sp>
          <p:nvSpPr>
            <p:cNvPr id="53" name="table-51-r5-c3-surface.surface"/>
            <p:cNvSpPr/>
            <p:nvPr/>
          </p:nvSpPr>
          <p:spPr>
            <a:xfrm>
              <a:off x="6742786" y="2463800"/>
              <a:ext cx="683070" cy="330200"/>
            </a:xfrm>
            <a:prstGeom prst="rect">
              <a:avLst/>
            </a:prstGeom>
            <a:solidFill>
              <a:srgbClr val="070154"/>
            </a:solidFill>
            <a:ln>
              <a:noFill/>
            </a:ln>
          </p:spPr>
        </p:sp>
      </p:grpSp>
      <p:grpSp>
        <p:nvGrpSpPr>
          <p:cNvPr id="243" name="table-51-r5-c4-surface"/>
          <p:cNvGrpSpPr/>
          <p:nvPr/>
        </p:nvGrpSpPr>
        <p:grpSpPr>
          <a:xfrm>
            <a:off x="7425855" y="2463800"/>
            <a:ext cx="683070" cy="330200"/>
            <a:chOff x="7425855" y="2463800"/>
            <a:chExt cx="683070" cy="330200"/>
          </a:xfrm>
        </p:grpSpPr>
        <p:sp>
          <p:nvSpPr>
            <p:cNvPr id="54" name="table-51-r5-c4-surface.surface"/>
            <p:cNvSpPr/>
            <p:nvPr/>
          </p:nvSpPr>
          <p:spPr>
            <a:xfrm>
              <a:off x="7425855" y="2463800"/>
              <a:ext cx="683070" cy="330200"/>
            </a:xfrm>
            <a:prstGeom prst="rect">
              <a:avLst/>
            </a:prstGeom>
            <a:solidFill>
              <a:srgbClr val="FFFFFF"/>
            </a:solidFill>
            <a:ln>
              <a:noFill/>
            </a:ln>
          </p:spPr>
        </p:sp>
      </p:grpSp>
      <p:grpSp>
        <p:nvGrpSpPr>
          <p:cNvPr id="244" name="table-51-r5-c5-surface"/>
          <p:cNvGrpSpPr/>
          <p:nvPr/>
        </p:nvGrpSpPr>
        <p:grpSpPr>
          <a:xfrm>
            <a:off x="8108925" y="2463800"/>
            <a:ext cx="683070" cy="330200"/>
            <a:chOff x="8108925" y="2463800"/>
            <a:chExt cx="683070" cy="330200"/>
          </a:xfrm>
        </p:grpSpPr>
        <p:sp>
          <p:nvSpPr>
            <p:cNvPr id="55" name="table-51-r5-c5-surface.surface"/>
            <p:cNvSpPr/>
            <p:nvPr/>
          </p:nvSpPr>
          <p:spPr>
            <a:xfrm>
              <a:off x="8108925" y="2463800"/>
              <a:ext cx="683070" cy="330200"/>
            </a:xfrm>
            <a:prstGeom prst="rect">
              <a:avLst/>
            </a:prstGeom>
            <a:solidFill>
              <a:srgbClr val="FFFFFF"/>
            </a:solidFill>
            <a:ln>
              <a:noFill/>
            </a:ln>
          </p:spPr>
        </p:sp>
      </p:grpSp>
      <p:grpSp>
        <p:nvGrpSpPr>
          <p:cNvPr id="245" name="table-51-r5-c6-surface"/>
          <p:cNvGrpSpPr/>
          <p:nvPr/>
        </p:nvGrpSpPr>
        <p:grpSpPr>
          <a:xfrm>
            <a:off x="8791994" y="2463800"/>
            <a:ext cx="683070" cy="330200"/>
            <a:chOff x="8791994" y="2463800"/>
            <a:chExt cx="683070" cy="330200"/>
          </a:xfrm>
        </p:grpSpPr>
        <p:sp>
          <p:nvSpPr>
            <p:cNvPr id="56" name="table-51-r5-c6-surface.surface"/>
            <p:cNvSpPr/>
            <p:nvPr/>
          </p:nvSpPr>
          <p:spPr>
            <a:xfrm>
              <a:off x="8791994" y="2463800"/>
              <a:ext cx="683070" cy="330200"/>
            </a:xfrm>
            <a:prstGeom prst="rect">
              <a:avLst/>
            </a:prstGeom>
            <a:solidFill>
              <a:srgbClr val="FFFFFF"/>
            </a:solidFill>
            <a:ln>
              <a:noFill/>
            </a:ln>
          </p:spPr>
        </p:sp>
      </p:grpSp>
      <p:grpSp>
        <p:nvGrpSpPr>
          <p:cNvPr id="246" name="table-51-r5-c7-surface"/>
          <p:cNvGrpSpPr/>
          <p:nvPr/>
        </p:nvGrpSpPr>
        <p:grpSpPr>
          <a:xfrm>
            <a:off x="9475064" y="2463800"/>
            <a:ext cx="683070" cy="330200"/>
            <a:chOff x="9475064" y="2463800"/>
            <a:chExt cx="683070" cy="330200"/>
          </a:xfrm>
        </p:grpSpPr>
        <p:sp>
          <p:nvSpPr>
            <p:cNvPr id="57" name="table-51-r5-c7-surface.surface"/>
            <p:cNvSpPr/>
            <p:nvPr/>
          </p:nvSpPr>
          <p:spPr>
            <a:xfrm>
              <a:off x="9475064" y="2463800"/>
              <a:ext cx="683070" cy="330200"/>
            </a:xfrm>
            <a:prstGeom prst="rect">
              <a:avLst/>
            </a:prstGeom>
            <a:solidFill>
              <a:srgbClr val="FFFFFF"/>
            </a:solidFill>
            <a:ln>
              <a:noFill/>
            </a:ln>
          </p:spPr>
        </p:sp>
      </p:grpSp>
      <p:grpSp>
        <p:nvGrpSpPr>
          <p:cNvPr id="247" name="table-51-r5-c8-surface"/>
          <p:cNvGrpSpPr/>
          <p:nvPr/>
        </p:nvGrpSpPr>
        <p:grpSpPr>
          <a:xfrm>
            <a:off x="10158133" y="2463800"/>
            <a:ext cx="683070" cy="330200"/>
            <a:chOff x="10158133" y="2463800"/>
            <a:chExt cx="683070" cy="330200"/>
          </a:xfrm>
        </p:grpSpPr>
        <p:sp>
          <p:nvSpPr>
            <p:cNvPr id="58" name="table-51-r5-c8-surface.surface"/>
            <p:cNvSpPr/>
            <p:nvPr/>
          </p:nvSpPr>
          <p:spPr>
            <a:xfrm>
              <a:off x="10158133" y="2463800"/>
              <a:ext cx="683070" cy="330200"/>
            </a:xfrm>
            <a:prstGeom prst="rect">
              <a:avLst/>
            </a:prstGeom>
            <a:solidFill>
              <a:srgbClr val="FFFFFF"/>
            </a:solidFill>
            <a:ln>
              <a:noFill/>
            </a:ln>
          </p:spPr>
        </p:sp>
      </p:grpSp>
      <p:grpSp>
        <p:nvGrpSpPr>
          <p:cNvPr id="248" name="table-51-r6-c0-surface"/>
          <p:cNvGrpSpPr/>
          <p:nvPr/>
        </p:nvGrpSpPr>
        <p:grpSpPr>
          <a:xfrm>
            <a:off x="735965" y="2794000"/>
            <a:ext cx="4640682" cy="177800"/>
            <a:chOff x="735965" y="2794000"/>
            <a:chExt cx="4640682" cy="177800"/>
          </a:xfrm>
        </p:grpSpPr>
        <p:sp>
          <p:nvSpPr>
            <p:cNvPr id="59" name="table-51-r6-c0-surface.surface"/>
            <p:cNvSpPr/>
            <p:nvPr/>
          </p:nvSpPr>
          <p:spPr>
            <a:xfrm>
              <a:off x="735965" y="2794000"/>
              <a:ext cx="4640682" cy="177800"/>
            </a:xfrm>
            <a:prstGeom prst="rect">
              <a:avLst/>
            </a:prstGeom>
            <a:solidFill>
              <a:srgbClr val="E8EEF8"/>
            </a:solidFill>
            <a:ln>
              <a:noFill/>
            </a:ln>
          </p:spPr>
        </p:sp>
      </p:grpSp>
      <p:grpSp>
        <p:nvGrpSpPr>
          <p:cNvPr id="249" name="table-51-r6-c1-surface"/>
          <p:cNvGrpSpPr/>
          <p:nvPr/>
        </p:nvGrpSpPr>
        <p:grpSpPr>
          <a:xfrm>
            <a:off x="5376647" y="2794000"/>
            <a:ext cx="683070" cy="177800"/>
            <a:chOff x="5376647" y="2794000"/>
            <a:chExt cx="683070" cy="177800"/>
          </a:xfrm>
        </p:grpSpPr>
        <p:sp>
          <p:nvSpPr>
            <p:cNvPr id="60" name="table-51-r6-c1-surface.surface"/>
            <p:cNvSpPr/>
            <p:nvPr/>
          </p:nvSpPr>
          <p:spPr>
            <a:xfrm>
              <a:off x="5376647" y="2794000"/>
              <a:ext cx="683070" cy="177800"/>
            </a:xfrm>
            <a:prstGeom prst="rect">
              <a:avLst/>
            </a:prstGeom>
            <a:solidFill>
              <a:srgbClr val="E8EEF8"/>
            </a:solidFill>
            <a:ln>
              <a:noFill/>
            </a:ln>
          </p:spPr>
        </p:sp>
      </p:grpSp>
      <p:grpSp>
        <p:nvGrpSpPr>
          <p:cNvPr id="250" name="table-51-r6-c2-surface"/>
          <p:cNvGrpSpPr/>
          <p:nvPr/>
        </p:nvGrpSpPr>
        <p:grpSpPr>
          <a:xfrm>
            <a:off x="6059716" y="2794000"/>
            <a:ext cx="683070" cy="177800"/>
            <a:chOff x="6059716" y="2794000"/>
            <a:chExt cx="683070" cy="177800"/>
          </a:xfrm>
        </p:grpSpPr>
        <p:sp>
          <p:nvSpPr>
            <p:cNvPr id="61" name="table-51-r6-c2-surface.surface"/>
            <p:cNvSpPr/>
            <p:nvPr/>
          </p:nvSpPr>
          <p:spPr>
            <a:xfrm>
              <a:off x="6059716" y="2794000"/>
              <a:ext cx="683070" cy="177800"/>
            </a:xfrm>
            <a:prstGeom prst="rect">
              <a:avLst/>
            </a:prstGeom>
            <a:solidFill>
              <a:srgbClr val="E8EEF8"/>
            </a:solidFill>
            <a:ln>
              <a:noFill/>
            </a:ln>
          </p:spPr>
        </p:sp>
      </p:grpSp>
      <p:grpSp>
        <p:nvGrpSpPr>
          <p:cNvPr id="251" name="table-51-r6-c3-surface"/>
          <p:cNvGrpSpPr/>
          <p:nvPr/>
        </p:nvGrpSpPr>
        <p:grpSpPr>
          <a:xfrm>
            <a:off x="6742786" y="2794000"/>
            <a:ext cx="683070" cy="177800"/>
            <a:chOff x="6742786" y="2794000"/>
            <a:chExt cx="683070" cy="177800"/>
          </a:xfrm>
        </p:grpSpPr>
        <p:sp>
          <p:nvSpPr>
            <p:cNvPr id="62" name="table-51-r6-c3-surface.surface"/>
            <p:cNvSpPr/>
            <p:nvPr/>
          </p:nvSpPr>
          <p:spPr>
            <a:xfrm>
              <a:off x="6742786" y="2794000"/>
              <a:ext cx="683070" cy="177800"/>
            </a:xfrm>
            <a:prstGeom prst="rect">
              <a:avLst/>
            </a:prstGeom>
            <a:solidFill>
              <a:srgbClr val="E8EEF8"/>
            </a:solidFill>
            <a:ln>
              <a:noFill/>
            </a:ln>
          </p:spPr>
        </p:sp>
      </p:grpSp>
      <p:grpSp>
        <p:nvGrpSpPr>
          <p:cNvPr id="252" name="table-51-r6-c4-surface"/>
          <p:cNvGrpSpPr/>
          <p:nvPr/>
        </p:nvGrpSpPr>
        <p:grpSpPr>
          <a:xfrm>
            <a:off x="7425855" y="2794000"/>
            <a:ext cx="683070" cy="177800"/>
            <a:chOff x="7425855" y="2794000"/>
            <a:chExt cx="683070" cy="177800"/>
          </a:xfrm>
        </p:grpSpPr>
        <p:sp>
          <p:nvSpPr>
            <p:cNvPr id="63" name="table-51-r6-c4-surface.surface"/>
            <p:cNvSpPr/>
            <p:nvPr/>
          </p:nvSpPr>
          <p:spPr>
            <a:xfrm>
              <a:off x="7425855" y="2794000"/>
              <a:ext cx="683070" cy="177800"/>
            </a:xfrm>
            <a:prstGeom prst="rect">
              <a:avLst/>
            </a:prstGeom>
            <a:solidFill>
              <a:srgbClr val="E8EEF8"/>
            </a:solidFill>
            <a:ln>
              <a:noFill/>
            </a:ln>
          </p:spPr>
        </p:sp>
      </p:grpSp>
      <p:grpSp>
        <p:nvGrpSpPr>
          <p:cNvPr id="253" name="table-51-r6-c5-surface"/>
          <p:cNvGrpSpPr/>
          <p:nvPr/>
        </p:nvGrpSpPr>
        <p:grpSpPr>
          <a:xfrm>
            <a:off x="8108925" y="2794000"/>
            <a:ext cx="683070" cy="177800"/>
            <a:chOff x="8108925" y="2794000"/>
            <a:chExt cx="683070" cy="177800"/>
          </a:xfrm>
        </p:grpSpPr>
        <p:sp>
          <p:nvSpPr>
            <p:cNvPr id="64" name="table-51-r6-c5-surface.surface"/>
            <p:cNvSpPr/>
            <p:nvPr/>
          </p:nvSpPr>
          <p:spPr>
            <a:xfrm>
              <a:off x="8108925" y="2794000"/>
              <a:ext cx="683070" cy="177800"/>
            </a:xfrm>
            <a:prstGeom prst="rect">
              <a:avLst/>
            </a:prstGeom>
            <a:solidFill>
              <a:srgbClr val="E8EEF8"/>
            </a:solidFill>
            <a:ln>
              <a:noFill/>
            </a:ln>
          </p:spPr>
        </p:sp>
      </p:grpSp>
      <p:grpSp>
        <p:nvGrpSpPr>
          <p:cNvPr id="254" name="table-51-r6-c6-surface"/>
          <p:cNvGrpSpPr/>
          <p:nvPr/>
        </p:nvGrpSpPr>
        <p:grpSpPr>
          <a:xfrm>
            <a:off x="8791994" y="2794000"/>
            <a:ext cx="683070" cy="177800"/>
            <a:chOff x="8791994" y="2794000"/>
            <a:chExt cx="683070" cy="177800"/>
          </a:xfrm>
        </p:grpSpPr>
        <p:sp>
          <p:nvSpPr>
            <p:cNvPr id="65" name="table-51-r6-c6-surface.surface"/>
            <p:cNvSpPr/>
            <p:nvPr/>
          </p:nvSpPr>
          <p:spPr>
            <a:xfrm>
              <a:off x="8791994" y="2794000"/>
              <a:ext cx="683070" cy="177800"/>
            </a:xfrm>
            <a:prstGeom prst="rect">
              <a:avLst/>
            </a:prstGeom>
            <a:solidFill>
              <a:srgbClr val="E8EEF8"/>
            </a:solidFill>
            <a:ln>
              <a:noFill/>
            </a:ln>
          </p:spPr>
        </p:sp>
      </p:grpSp>
      <p:grpSp>
        <p:nvGrpSpPr>
          <p:cNvPr id="255" name="table-51-r6-c7-surface"/>
          <p:cNvGrpSpPr/>
          <p:nvPr/>
        </p:nvGrpSpPr>
        <p:grpSpPr>
          <a:xfrm>
            <a:off x="9475064" y="2794000"/>
            <a:ext cx="683070" cy="177800"/>
            <a:chOff x="9475064" y="2794000"/>
            <a:chExt cx="683070" cy="177800"/>
          </a:xfrm>
        </p:grpSpPr>
        <p:sp>
          <p:nvSpPr>
            <p:cNvPr id="66" name="table-51-r6-c7-surface.surface"/>
            <p:cNvSpPr/>
            <p:nvPr/>
          </p:nvSpPr>
          <p:spPr>
            <a:xfrm>
              <a:off x="9475064" y="2794000"/>
              <a:ext cx="683070" cy="177800"/>
            </a:xfrm>
            <a:prstGeom prst="rect">
              <a:avLst/>
            </a:prstGeom>
            <a:solidFill>
              <a:srgbClr val="E8EEF8"/>
            </a:solidFill>
            <a:ln>
              <a:noFill/>
            </a:ln>
          </p:spPr>
        </p:sp>
      </p:grpSp>
      <p:grpSp>
        <p:nvGrpSpPr>
          <p:cNvPr id="256" name="table-51-r6-c8-surface"/>
          <p:cNvGrpSpPr/>
          <p:nvPr/>
        </p:nvGrpSpPr>
        <p:grpSpPr>
          <a:xfrm>
            <a:off x="10158133" y="2794000"/>
            <a:ext cx="683070" cy="177800"/>
            <a:chOff x="10158133" y="2794000"/>
            <a:chExt cx="683070" cy="177800"/>
          </a:xfrm>
        </p:grpSpPr>
        <p:sp>
          <p:nvSpPr>
            <p:cNvPr id="67" name="table-51-r6-c8-surface.surface"/>
            <p:cNvSpPr/>
            <p:nvPr/>
          </p:nvSpPr>
          <p:spPr>
            <a:xfrm>
              <a:off x="10158133" y="2794000"/>
              <a:ext cx="683070" cy="177800"/>
            </a:xfrm>
            <a:prstGeom prst="rect">
              <a:avLst/>
            </a:prstGeom>
            <a:solidFill>
              <a:srgbClr val="E8EEF8"/>
            </a:solidFill>
            <a:ln>
              <a:noFill/>
            </a:ln>
          </p:spPr>
        </p:sp>
      </p:grpSp>
      <p:grpSp>
        <p:nvGrpSpPr>
          <p:cNvPr id="257" name="table-51-r7-c0-surface"/>
          <p:cNvGrpSpPr/>
          <p:nvPr/>
        </p:nvGrpSpPr>
        <p:grpSpPr>
          <a:xfrm>
            <a:off x="735965" y="2971800"/>
            <a:ext cx="4640682" cy="177800"/>
            <a:chOff x="735965" y="2971800"/>
            <a:chExt cx="4640682" cy="177800"/>
          </a:xfrm>
        </p:grpSpPr>
        <p:sp>
          <p:nvSpPr>
            <p:cNvPr id="68" name="table-51-r7-c0-surface.surface"/>
            <p:cNvSpPr/>
            <p:nvPr/>
          </p:nvSpPr>
          <p:spPr>
            <a:xfrm>
              <a:off x="735965" y="2971800"/>
              <a:ext cx="4640682" cy="177800"/>
            </a:xfrm>
            <a:prstGeom prst="rect">
              <a:avLst/>
            </a:prstGeom>
            <a:solidFill>
              <a:srgbClr val="FFFFFF"/>
            </a:solidFill>
            <a:ln>
              <a:noFill/>
            </a:ln>
          </p:spPr>
        </p:sp>
      </p:grpSp>
      <p:grpSp>
        <p:nvGrpSpPr>
          <p:cNvPr id="258" name="table-51-r7-c1-surface"/>
          <p:cNvGrpSpPr/>
          <p:nvPr/>
        </p:nvGrpSpPr>
        <p:grpSpPr>
          <a:xfrm>
            <a:off x="5376647" y="2971800"/>
            <a:ext cx="683070" cy="177800"/>
            <a:chOff x="5376647" y="2971800"/>
            <a:chExt cx="683070" cy="177800"/>
          </a:xfrm>
        </p:grpSpPr>
        <p:sp>
          <p:nvSpPr>
            <p:cNvPr id="69" name="table-51-r7-c1-surface.surface"/>
            <p:cNvSpPr/>
            <p:nvPr/>
          </p:nvSpPr>
          <p:spPr>
            <a:xfrm>
              <a:off x="5376647" y="2971800"/>
              <a:ext cx="683070" cy="177800"/>
            </a:xfrm>
            <a:prstGeom prst="rect">
              <a:avLst/>
            </a:prstGeom>
            <a:solidFill>
              <a:srgbClr val="FFFFFF"/>
            </a:solidFill>
            <a:ln>
              <a:noFill/>
            </a:ln>
          </p:spPr>
        </p:sp>
      </p:grpSp>
      <p:grpSp>
        <p:nvGrpSpPr>
          <p:cNvPr id="259" name="table-51-r7-c2-surface"/>
          <p:cNvGrpSpPr/>
          <p:nvPr/>
        </p:nvGrpSpPr>
        <p:grpSpPr>
          <a:xfrm>
            <a:off x="6059716" y="2971800"/>
            <a:ext cx="683070" cy="177800"/>
            <a:chOff x="6059716" y="2971800"/>
            <a:chExt cx="683070" cy="177800"/>
          </a:xfrm>
        </p:grpSpPr>
        <p:sp>
          <p:nvSpPr>
            <p:cNvPr id="70" name="table-51-r7-c2-surface.surface"/>
            <p:cNvSpPr/>
            <p:nvPr/>
          </p:nvSpPr>
          <p:spPr>
            <a:xfrm>
              <a:off x="6059716" y="2971800"/>
              <a:ext cx="683070" cy="177800"/>
            </a:xfrm>
            <a:prstGeom prst="rect">
              <a:avLst/>
            </a:prstGeom>
            <a:solidFill>
              <a:srgbClr val="FFFFFF"/>
            </a:solidFill>
            <a:ln>
              <a:noFill/>
            </a:ln>
          </p:spPr>
        </p:sp>
      </p:grpSp>
      <p:grpSp>
        <p:nvGrpSpPr>
          <p:cNvPr id="260" name="table-51-r7-c3-surface"/>
          <p:cNvGrpSpPr/>
          <p:nvPr/>
        </p:nvGrpSpPr>
        <p:grpSpPr>
          <a:xfrm>
            <a:off x="6742786" y="2971800"/>
            <a:ext cx="683070" cy="177800"/>
            <a:chOff x="6742786" y="2971800"/>
            <a:chExt cx="683070" cy="177800"/>
          </a:xfrm>
        </p:grpSpPr>
        <p:sp>
          <p:nvSpPr>
            <p:cNvPr id="71" name="table-51-r7-c3-surface.surface"/>
            <p:cNvSpPr/>
            <p:nvPr/>
          </p:nvSpPr>
          <p:spPr>
            <a:xfrm>
              <a:off x="6742786" y="2971800"/>
              <a:ext cx="683070" cy="177800"/>
            </a:xfrm>
            <a:prstGeom prst="rect">
              <a:avLst/>
            </a:prstGeom>
            <a:solidFill>
              <a:srgbClr val="070154"/>
            </a:solidFill>
            <a:ln>
              <a:noFill/>
            </a:ln>
          </p:spPr>
        </p:sp>
      </p:grpSp>
      <p:grpSp>
        <p:nvGrpSpPr>
          <p:cNvPr id="261" name="table-51-r7-c4-surface"/>
          <p:cNvGrpSpPr/>
          <p:nvPr/>
        </p:nvGrpSpPr>
        <p:grpSpPr>
          <a:xfrm>
            <a:off x="7425855" y="2971800"/>
            <a:ext cx="683070" cy="177800"/>
            <a:chOff x="7425855" y="2971800"/>
            <a:chExt cx="683070" cy="177800"/>
          </a:xfrm>
        </p:grpSpPr>
        <p:sp>
          <p:nvSpPr>
            <p:cNvPr id="72" name="table-51-r7-c4-surface.surface"/>
            <p:cNvSpPr/>
            <p:nvPr/>
          </p:nvSpPr>
          <p:spPr>
            <a:xfrm>
              <a:off x="7425855" y="2971800"/>
              <a:ext cx="683070" cy="177800"/>
            </a:xfrm>
            <a:prstGeom prst="rect">
              <a:avLst/>
            </a:prstGeom>
            <a:solidFill>
              <a:srgbClr val="FFFFFF"/>
            </a:solidFill>
            <a:ln>
              <a:noFill/>
            </a:ln>
          </p:spPr>
        </p:sp>
      </p:grpSp>
      <p:grpSp>
        <p:nvGrpSpPr>
          <p:cNvPr id="262" name="table-51-r7-c5-surface"/>
          <p:cNvGrpSpPr/>
          <p:nvPr/>
        </p:nvGrpSpPr>
        <p:grpSpPr>
          <a:xfrm>
            <a:off x="8108925" y="2971800"/>
            <a:ext cx="683070" cy="177800"/>
            <a:chOff x="8108925" y="2971800"/>
            <a:chExt cx="683070" cy="177800"/>
          </a:xfrm>
        </p:grpSpPr>
        <p:sp>
          <p:nvSpPr>
            <p:cNvPr id="73" name="table-51-r7-c5-surface.surface"/>
            <p:cNvSpPr/>
            <p:nvPr/>
          </p:nvSpPr>
          <p:spPr>
            <a:xfrm>
              <a:off x="8108925" y="2971800"/>
              <a:ext cx="683070" cy="177800"/>
            </a:xfrm>
            <a:prstGeom prst="rect">
              <a:avLst/>
            </a:prstGeom>
            <a:solidFill>
              <a:srgbClr val="FFFFFF"/>
            </a:solidFill>
            <a:ln>
              <a:noFill/>
            </a:ln>
          </p:spPr>
        </p:sp>
      </p:grpSp>
      <p:grpSp>
        <p:nvGrpSpPr>
          <p:cNvPr id="263" name="table-51-r7-c6-surface"/>
          <p:cNvGrpSpPr/>
          <p:nvPr/>
        </p:nvGrpSpPr>
        <p:grpSpPr>
          <a:xfrm>
            <a:off x="8791994" y="2971800"/>
            <a:ext cx="683070" cy="177800"/>
            <a:chOff x="8791994" y="2971800"/>
            <a:chExt cx="683070" cy="177800"/>
          </a:xfrm>
        </p:grpSpPr>
        <p:sp>
          <p:nvSpPr>
            <p:cNvPr id="74" name="table-51-r7-c6-surface.surface"/>
            <p:cNvSpPr/>
            <p:nvPr/>
          </p:nvSpPr>
          <p:spPr>
            <a:xfrm>
              <a:off x="8791994" y="2971800"/>
              <a:ext cx="683070" cy="177800"/>
            </a:xfrm>
            <a:prstGeom prst="rect">
              <a:avLst/>
            </a:prstGeom>
            <a:solidFill>
              <a:srgbClr val="FFFFFF"/>
            </a:solidFill>
            <a:ln>
              <a:noFill/>
            </a:ln>
          </p:spPr>
        </p:sp>
      </p:grpSp>
      <p:grpSp>
        <p:nvGrpSpPr>
          <p:cNvPr id="264" name="table-51-r7-c7-surface"/>
          <p:cNvGrpSpPr/>
          <p:nvPr/>
        </p:nvGrpSpPr>
        <p:grpSpPr>
          <a:xfrm>
            <a:off x="9475064" y="2971800"/>
            <a:ext cx="683070" cy="177800"/>
            <a:chOff x="9475064" y="2971800"/>
            <a:chExt cx="683070" cy="177800"/>
          </a:xfrm>
        </p:grpSpPr>
        <p:sp>
          <p:nvSpPr>
            <p:cNvPr id="75" name="table-51-r7-c7-surface.surface"/>
            <p:cNvSpPr/>
            <p:nvPr/>
          </p:nvSpPr>
          <p:spPr>
            <a:xfrm>
              <a:off x="9475064" y="2971800"/>
              <a:ext cx="683070" cy="177800"/>
            </a:xfrm>
            <a:prstGeom prst="rect">
              <a:avLst/>
            </a:prstGeom>
            <a:solidFill>
              <a:srgbClr val="FFFFFF"/>
            </a:solidFill>
            <a:ln>
              <a:noFill/>
            </a:ln>
          </p:spPr>
        </p:sp>
      </p:grpSp>
      <p:grpSp>
        <p:nvGrpSpPr>
          <p:cNvPr id="265" name="table-51-r7-c8-surface"/>
          <p:cNvGrpSpPr/>
          <p:nvPr/>
        </p:nvGrpSpPr>
        <p:grpSpPr>
          <a:xfrm>
            <a:off x="10158133" y="2971800"/>
            <a:ext cx="683070" cy="177800"/>
            <a:chOff x="10158133" y="2971800"/>
            <a:chExt cx="683070" cy="177800"/>
          </a:xfrm>
        </p:grpSpPr>
        <p:sp>
          <p:nvSpPr>
            <p:cNvPr id="76" name="table-51-r7-c8-surface.surface"/>
            <p:cNvSpPr/>
            <p:nvPr/>
          </p:nvSpPr>
          <p:spPr>
            <a:xfrm>
              <a:off x="10158133" y="2971800"/>
              <a:ext cx="683070" cy="177800"/>
            </a:xfrm>
            <a:prstGeom prst="rect">
              <a:avLst/>
            </a:prstGeom>
            <a:solidFill>
              <a:srgbClr val="FFFFFF"/>
            </a:solidFill>
            <a:ln>
              <a:noFill/>
            </a:ln>
          </p:spPr>
        </p:sp>
      </p:grpSp>
      <p:grpSp>
        <p:nvGrpSpPr>
          <p:cNvPr id="266" name="table-51-r8-c0-surface"/>
          <p:cNvGrpSpPr/>
          <p:nvPr/>
        </p:nvGrpSpPr>
        <p:grpSpPr>
          <a:xfrm>
            <a:off x="735965" y="3149600"/>
            <a:ext cx="4640682" cy="177800"/>
            <a:chOff x="735965" y="3149600"/>
            <a:chExt cx="4640682" cy="177800"/>
          </a:xfrm>
        </p:grpSpPr>
        <p:sp>
          <p:nvSpPr>
            <p:cNvPr id="77" name="table-51-r8-c0-surface.surface"/>
            <p:cNvSpPr/>
            <p:nvPr/>
          </p:nvSpPr>
          <p:spPr>
            <a:xfrm>
              <a:off x="735965" y="3149600"/>
              <a:ext cx="4640682" cy="177800"/>
            </a:xfrm>
            <a:prstGeom prst="rect">
              <a:avLst/>
            </a:prstGeom>
            <a:solidFill>
              <a:srgbClr val="FFFFFF"/>
            </a:solidFill>
            <a:ln>
              <a:noFill/>
            </a:ln>
          </p:spPr>
        </p:sp>
      </p:grpSp>
      <p:grpSp>
        <p:nvGrpSpPr>
          <p:cNvPr id="267" name="table-51-r8-c1-surface"/>
          <p:cNvGrpSpPr/>
          <p:nvPr/>
        </p:nvGrpSpPr>
        <p:grpSpPr>
          <a:xfrm>
            <a:off x="5376647" y="3149600"/>
            <a:ext cx="683070" cy="177800"/>
            <a:chOff x="5376647" y="3149600"/>
            <a:chExt cx="683070" cy="177800"/>
          </a:xfrm>
        </p:grpSpPr>
        <p:sp>
          <p:nvSpPr>
            <p:cNvPr id="78" name="table-51-r8-c1-surface.surface"/>
            <p:cNvSpPr/>
            <p:nvPr/>
          </p:nvSpPr>
          <p:spPr>
            <a:xfrm>
              <a:off x="5376647" y="3149600"/>
              <a:ext cx="683070" cy="177800"/>
            </a:xfrm>
            <a:prstGeom prst="rect">
              <a:avLst/>
            </a:prstGeom>
            <a:solidFill>
              <a:srgbClr val="FFFFFF"/>
            </a:solidFill>
            <a:ln>
              <a:noFill/>
            </a:ln>
          </p:spPr>
        </p:sp>
      </p:grpSp>
      <p:grpSp>
        <p:nvGrpSpPr>
          <p:cNvPr id="268" name="table-51-r8-c2-surface"/>
          <p:cNvGrpSpPr/>
          <p:nvPr/>
        </p:nvGrpSpPr>
        <p:grpSpPr>
          <a:xfrm>
            <a:off x="6059716" y="3149600"/>
            <a:ext cx="683070" cy="177800"/>
            <a:chOff x="6059716" y="3149600"/>
            <a:chExt cx="683070" cy="177800"/>
          </a:xfrm>
        </p:grpSpPr>
        <p:sp>
          <p:nvSpPr>
            <p:cNvPr id="79" name="table-51-r8-c2-surface.surface"/>
            <p:cNvSpPr/>
            <p:nvPr/>
          </p:nvSpPr>
          <p:spPr>
            <a:xfrm>
              <a:off x="6059716" y="3149600"/>
              <a:ext cx="683070" cy="177800"/>
            </a:xfrm>
            <a:prstGeom prst="rect">
              <a:avLst/>
            </a:prstGeom>
            <a:solidFill>
              <a:srgbClr val="FFFFFF"/>
            </a:solidFill>
            <a:ln>
              <a:noFill/>
            </a:ln>
          </p:spPr>
        </p:sp>
      </p:grpSp>
      <p:grpSp>
        <p:nvGrpSpPr>
          <p:cNvPr id="269" name="table-51-r8-c3-surface"/>
          <p:cNvGrpSpPr/>
          <p:nvPr/>
        </p:nvGrpSpPr>
        <p:grpSpPr>
          <a:xfrm>
            <a:off x="6742786" y="3149600"/>
            <a:ext cx="683070" cy="177800"/>
            <a:chOff x="6742786" y="3149600"/>
            <a:chExt cx="683070" cy="177800"/>
          </a:xfrm>
        </p:grpSpPr>
        <p:sp>
          <p:nvSpPr>
            <p:cNvPr id="80" name="table-51-r8-c3-surface.surface"/>
            <p:cNvSpPr/>
            <p:nvPr/>
          </p:nvSpPr>
          <p:spPr>
            <a:xfrm>
              <a:off x="6742786" y="3149600"/>
              <a:ext cx="683070" cy="177800"/>
            </a:xfrm>
            <a:prstGeom prst="rect">
              <a:avLst/>
            </a:prstGeom>
            <a:solidFill>
              <a:srgbClr val="070154"/>
            </a:solidFill>
            <a:ln>
              <a:noFill/>
            </a:ln>
          </p:spPr>
        </p:sp>
      </p:grpSp>
      <p:grpSp>
        <p:nvGrpSpPr>
          <p:cNvPr id="270" name="table-51-r8-c4-surface"/>
          <p:cNvGrpSpPr/>
          <p:nvPr/>
        </p:nvGrpSpPr>
        <p:grpSpPr>
          <a:xfrm>
            <a:off x="7425855" y="3149600"/>
            <a:ext cx="683070" cy="177800"/>
            <a:chOff x="7425855" y="3149600"/>
            <a:chExt cx="683070" cy="177800"/>
          </a:xfrm>
        </p:grpSpPr>
        <p:sp>
          <p:nvSpPr>
            <p:cNvPr id="81" name="table-51-r8-c4-surface.surface"/>
            <p:cNvSpPr/>
            <p:nvPr/>
          </p:nvSpPr>
          <p:spPr>
            <a:xfrm>
              <a:off x="7425855" y="3149600"/>
              <a:ext cx="683070" cy="177800"/>
            </a:xfrm>
            <a:prstGeom prst="rect">
              <a:avLst/>
            </a:prstGeom>
            <a:solidFill>
              <a:srgbClr val="070154"/>
            </a:solidFill>
            <a:ln>
              <a:noFill/>
            </a:ln>
          </p:spPr>
        </p:sp>
      </p:grpSp>
      <p:grpSp>
        <p:nvGrpSpPr>
          <p:cNvPr id="271" name="table-51-r8-c5-surface"/>
          <p:cNvGrpSpPr/>
          <p:nvPr/>
        </p:nvGrpSpPr>
        <p:grpSpPr>
          <a:xfrm>
            <a:off x="8108925" y="3149600"/>
            <a:ext cx="683070" cy="177800"/>
            <a:chOff x="8108925" y="3149600"/>
            <a:chExt cx="683070" cy="177800"/>
          </a:xfrm>
        </p:grpSpPr>
        <p:sp>
          <p:nvSpPr>
            <p:cNvPr id="82" name="table-51-r8-c5-surface.surface"/>
            <p:cNvSpPr/>
            <p:nvPr/>
          </p:nvSpPr>
          <p:spPr>
            <a:xfrm>
              <a:off x="8108925" y="3149600"/>
              <a:ext cx="683070" cy="177800"/>
            </a:xfrm>
            <a:prstGeom prst="rect">
              <a:avLst/>
            </a:prstGeom>
            <a:solidFill>
              <a:srgbClr val="FFFFFF"/>
            </a:solidFill>
            <a:ln>
              <a:noFill/>
            </a:ln>
          </p:spPr>
        </p:sp>
      </p:grpSp>
      <p:grpSp>
        <p:nvGrpSpPr>
          <p:cNvPr id="272" name="table-51-r8-c6-surface"/>
          <p:cNvGrpSpPr/>
          <p:nvPr/>
        </p:nvGrpSpPr>
        <p:grpSpPr>
          <a:xfrm>
            <a:off x="8791994" y="3149600"/>
            <a:ext cx="683070" cy="177800"/>
            <a:chOff x="8791994" y="3149600"/>
            <a:chExt cx="683070" cy="177800"/>
          </a:xfrm>
        </p:grpSpPr>
        <p:sp>
          <p:nvSpPr>
            <p:cNvPr id="83" name="table-51-r8-c6-surface.surface"/>
            <p:cNvSpPr/>
            <p:nvPr/>
          </p:nvSpPr>
          <p:spPr>
            <a:xfrm>
              <a:off x="8791994" y="3149600"/>
              <a:ext cx="683070" cy="177800"/>
            </a:xfrm>
            <a:prstGeom prst="rect">
              <a:avLst/>
            </a:prstGeom>
            <a:solidFill>
              <a:srgbClr val="FFFFFF"/>
            </a:solidFill>
            <a:ln>
              <a:noFill/>
            </a:ln>
          </p:spPr>
        </p:sp>
      </p:grpSp>
      <p:grpSp>
        <p:nvGrpSpPr>
          <p:cNvPr id="273" name="table-51-r8-c7-surface"/>
          <p:cNvGrpSpPr/>
          <p:nvPr/>
        </p:nvGrpSpPr>
        <p:grpSpPr>
          <a:xfrm>
            <a:off x="9475064" y="3149600"/>
            <a:ext cx="683070" cy="177800"/>
            <a:chOff x="9475064" y="3149600"/>
            <a:chExt cx="683070" cy="177800"/>
          </a:xfrm>
        </p:grpSpPr>
        <p:sp>
          <p:nvSpPr>
            <p:cNvPr id="84" name="table-51-r8-c7-surface.surface"/>
            <p:cNvSpPr/>
            <p:nvPr/>
          </p:nvSpPr>
          <p:spPr>
            <a:xfrm>
              <a:off x="9475064" y="3149600"/>
              <a:ext cx="683070" cy="177800"/>
            </a:xfrm>
            <a:prstGeom prst="rect">
              <a:avLst/>
            </a:prstGeom>
            <a:solidFill>
              <a:srgbClr val="FFFFFF"/>
            </a:solidFill>
            <a:ln>
              <a:noFill/>
            </a:ln>
          </p:spPr>
        </p:sp>
      </p:grpSp>
      <p:grpSp>
        <p:nvGrpSpPr>
          <p:cNvPr id="274" name="table-51-r8-c8-surface"/>
          <p:cNvGrpSpPr/>
          <p:nvPr/>
        </p:nvGrpSpPr>
        <p:grpSpPr>
          <a:xfrm>
            <a:off x="10158133" y="3149600"/>
            <a:ext cx="683070" cy="177800"/>
            <a:chOff x="10158133" y="3149600"/>
            <a:chExt cx="683070" cy="177800"/>
          </a:xfrm>
        </p:grpSpPr>
        <p:sp>
          <p:nvSpPr>
            <p:cNvPr id="85" name="table-51-r8-c8-surface.surface"/>
            <p:cNvSpPr/>
            <p:nvPr/>
          </p:nvSpPr>
          <p:spPr>
            <a:xfrm>
              <a:off x="10158133" y="3149600"/>
              <a:ext cx="683070" cy="177800"/>
            </a:xfrm>
            <a:prstGeom prst="rect">
              <a:avLst/>
            </a:prstGeom>
            <a:solidFill>
              <a:srgbClr val="FFFFFF"/>
            </a:solidFill>
            <a:ln>
              <a:noFill/>
            </a:ln>
          </p:spPr>
        </p:sp>
      </p:grpSp>
      <p:grpSp>
        <p:nvGrpSpPr>
          <p:cNvPr id="275" name="table-51-r9-c0-surface"/>
          <p:cNvGrpSpPr/>
          <p:nvPr/>
        </p:nvGrpSpPr>
        <p:grpSpPr>
          <a:xfrm>
            <a:off x="735965" y="3327400"/>
            <a:ext cx="4640682" cy="177800"/>
            <a:chOff x="735965" y="3327400"/>
            <a:chExt cx="4640682" cy="177800"/>
          </a:xfrm>
        </p:grpSpPr>
        <p:sp>
          <p:nvSpPr>
            <p:cNvPr id="86" name="table-51-r9-c0-surface.surface"/>
            <p:cNvSpPr/>
            <p:nvPr/>
          </p:nvSpPr>
          <p:spPr>
            <a:xfrm>
              <a:off x="735965" y="3327400"/>
              <a:ext cx="4640682" cy="177800"/>
            </a:xfrm>
            <a:prstGeom prst="rect">
              <a:avLst/>
            </a:prstGeom>
            <a:solidFill>
              <a:srgbClr val="E8EEF8"/>
            </a:solidFill>
            <a:ln>
              <a:noFill/>
            </a:ln>
          </p:spPr>
        </p:sp>
      </p:grpSp>
      <p:grpSp>
        <p:nvGrpSpPr>
          <p:cNvPr id="276" name="table-51-r9-c1-surface"/>
          <p:cNvGrpSpPr/>
          <p:nvPr/>
        </p:nvGrpSpPr>
        <p:grpSpPr>
          <a:xfrm>
            <a:off x="5376647" y="3327400"/>
            <a:ext cx="683070" cy="177800"/>
            <a:chOff x="5376647" y="3327400"/>
            <a:chExt cx="683070" cy="177800"/>
          </a:xfrm>
        </p:grpSpPr>
        <p:sp>
          <p:nvSpPr>
            <p:cNvPr id="87" name="table-51-r9-c1-surface.surface"/>
            <p:cNvSpPr/>
            <p:nvPr/>
          </p:nvSpPr>
          <p:spPr>
            <a:xfrm>
              <a:off x="5376647" y="3327400"/>
              <a:ext cx="683070" cy="177800"/>
            </a:xfrm>
            <a:prstGeom prst="rect">
              <a:avLst/>
            </a:prstGeom>
            <a:solidFill>
              <a:srgbClr val="E8EEF8"/>
            </a:solidFill>
            <a:ln>
              <a:noFill/>
            </a:ln>
          </p:spPr>
        </p:sp>
      </p:grpSp>
      <p:grpSp>
        <p:nvGrpSpPr>
          <p:cNvPr id="277" name="table-51-r9-c2-surface"/>
          <p:cNvGrpSpPr/>
          <p:nvPr/>
        </p:nvGrpSpPr>
        <p:grpSpPr>
          <a:xfrm>
            <a:off x="6059716" y="3327400"/>
            <a:ext cx="683070" cy="177800"/>
            <a:chOff x="6059716" y="3327400"/>
            <a:chExt cx="683070" cy="177800"/>
          </a:xfrm>
        </p:grpSpPr>
        <p:sp>
          <p:nvSpPr>
            <p:cNvPr id="88" name="table-51-r9-c2-surface.surface"/>
            <p:cNvSpPr/>
            <p:nvPr/>
          </p:nvSpPr>
          <p:spPr>
            <a:xfrm>
              <a:off x="6059716" y="3327400"/>
              <a:ext cx="683070" cy="177800"/>
            </a:xfrm>
            <a:prstGeom prst="rect">
              <a:avLst/>
            </a:prstGeom>
            <a:solidFill>
              <a:srgbClr val="E8EEF8"/>
            </a:solidFill>
            <a:ln>
              <a:noFill/>
            </a:ln>
          </p:spPr>
        </p:sp>
      </p:grpSp>
      <p:grpSp>
        <p:nvGrpSpPr>
          <p:cNvPr id="278" name="table-51-r9-c3-surface"/>
          <p:cNvGrpSpPr/>
          <p:nvPr/>
        </p:nvGrpSpPr>
        <p:grpSpPr>
          <a:xfrm>
            <a:off x="6742786" y="3327400"/>
            <a:ext cx="683070" cy="177800"/>
            <a:chOff x="6742786" y="3327400"/>
            <a:chExt cx="683070" cy="177800"/>
          </a:xfrm>
        </p:grpSpPr>
        <p:sp>
          <p:nvSpPr>
            <p:cNvPr id="89" name="table-51-r9-c3-surface.surface"/>
            <p:cNvSpPr/>
            <p:nvPr/>
          </p:nvSpPr>
          <p:spPr>
            <a:xfrm>
              <a:off x="6742786" y="3327400"/>
              <a:ext cx="683070" cy="177800"/>
            </a:xfrm>
            <a:prstGeom prst="rect">
              <a:avLst/>
            </a:prstGeom>
            <a:solidFill>
              <a:srgbClr val="E8EEF8"/>
            </a:solidFill>
            <a:ln>
              <a:noFill/>
            </a:ln>
          </p:spPr>
        </p:sp>
      </p:grpSp>
      <p:grpSp>
        <p:nvGrpSpPr>
          <p:cNvPr id="279" name="table-51-r9-c4-surface"/>
          <p:cNvGrpSpPr/>
          <p:nvPr/>
        </p:nvGrpSpPr>
        <p:grpSpPr>
          <a:xfrm>
            <a:off x="7425855" y="3327400"/>
            <a:ext cx="683070" cy="177800"/>
            <a:chOff x="7425855" y="3327400"/>
            <a:chExt cx="683070" cy="177800"/>
          </a:xfrm>
        </p:grpSpPr>
        <p:sp>
          <p:nvSpPr>
            <p:cNvPr id="90" name="table-51-r9-c4-surface.surface"/>
            <p:cNvSpPr/>
            <p:nvPr/>
          </p:nvSpPr>
          <p:spPr>
            <a:xfrm>
              <a:off x="7425855" y="3327400"/>
              <a:ext cx="683070" cy="177800"/>
            </a:xfrm>
            <a:prstGeom prst="rect">
              <a:avLst/>
            </a:prstGeom>
            <a:solidFill>
              <a:srgbClr val="E8EEF8"/>
            </a:solidFill>
            <a:ln>
              <a:noFill/>
            </a:ln>
          </p:spPr>
        </p:sp>
      </p:grpSp>
      <p:grpSp>
        <p:nvGrpSpPr>
          <p:cNvPr id="280" name="table-51-r9-c5-surface"/>
          <p:cNvGrpSpPr/>
          <p:nvPr/>
        </p:nvGrpSpPr>
        <p:grpSpPr>
          <a:xfrm>
            <a:off x="8108925" y="3327400"/>
            <a:ext cx="683070" cy="177800"/>
            <a:chOff x="8108925" y="3327400"/>
            <a:chExt cx="683070" cy="177800"/>
          </a:xfrm>
        </p:grpSpPr>
        <p:sp>
          <p:nvSpPr>
            <p:cNvPr id="91" name="table-51-r9-c5-surface.surface"/>
            <p:cNvSpPr/>
            <p:nvPr/>
          </p:nvSpPr>
          <p:spPr>
            <a:xfrm>
              <a:off x="8108925" y="3327400"/>
              <a:ext cx="683070" cy="177800"/>
            </a:xfrm>
            <a:prstGeom prst="rect">
              <a:avLst/>
            </a:prstGeom>
            <a:solidFill>
              <a:srgbClr val="E8EEF8"/>
            </a:solidFill>
            <a:ln>
              <a:noFill/>
            </a:ln>
          </p:spPr>
        </p:sp>
      </p:grpSp>
      <p:grpSp>
        <p:nvGrpSpPr>
          <p:cNvPr id="281" name="table-51-r9-c6-surface"/>
          <p:cNvGrpSpPr/>
          <p:nvPr/>
        </p:nvGrpSpPr>
        <p:grpSpPr>
          <a:xfrm>
            <a:off x="8791994" y="3327400"/>
            <a:ext cx="683070" cy="177800"/>
            <a:chOff x="8791994" y="3327400"/>
            <a:chExt cx="683070" cy="177800"/>
          </a:xfrm>
        </p:grpSpPr>
        <p:sp>
          <p:nvSpPr>
            <p:cNvPr id="92" name="table-51-r9-c6-surface.surface"/>
            <p:cNvSpPr/>
            <p:nvPr/>
          </p:nvSpPr>
          <p:spPr>
            <a:xfrm>
              <a:off x="8791994" y="3327400"/>
              <a:ext cx="683070" cy="177800"/>
            </a:xfrm>
            <a:prstGeom prst="rect">
              <a:avLst/>
            </a:prstGeom>
            <a:solidFill>
              <a:srgbClr val="E8EEF8"/>
            </a:solidFill>
            <a:ln>
              <a:noFill/>
            </a:ln>
          </p:spPr>
        </p:sp>
      </p:grpSp>
      <p:grpSp>
        <p:nvGrpSpPr>
          <p:cNvPr id="282" name="table-51-r9-c7-surface"/>
          <p:cNvGrpSpPr/>
          <p:nvPr/>
        </p:nvGrpSpPr>
        <p:grpSpPr>
          <a:xfrm>
            <a:off x="9475064" y="3327400"/>
            <a:ext cx="683070" cy="177800"/>
            <a:chOff x="9475064" y="3327400"/>
            <a:chExt cx="683070" cy="177800"/>
          </a:xfrm>
        </p:grpSpPr>
        <p:sp>
          <p:nvSpPr>
            <p:cNvPr id="93" name="table-51-r9-c7-surface.surface"/>
            <p:cNvSpPr/>
            <p:nvPr/>
          </p:nvSpPr>
          <p:spPr>
            <a:xfrm>
              <a:off x="9475064" y="3327400"/>
              <a:ext cx="683070" cy="177800"/>
            </a:xfrm>
            <a:prstGeom prst="rect">
              <a:avLst/>
            </a:prstGeom>
            <a:solidFill>
              <a:srgbClr val="E8EEF8"/>
            </a:solidFill>
            <a:ln>
              <a:noFill/>
            </a:ln>
          </p:spPr>
        </p:sp>
      </p:grpSp>
      <p:grpSp>
        <p:nvGrpSpPr>
          <p:cNvPr id="283" name="table-51-r9-c8-surface"/>
          <p:cNvGrpSpPr/>
          <p:nvPr/>
        </p:nvGrpSpPr>
        <p:grpSpPr>
          <a:xfrm>
            <a:off x="10158133" y="3327400"/>
            <a:ext cx="683070" cy="177800"/>
            <a:chOff x="10158133" y="3327400"/>
            <a:chExt cx="683070" cy="177800"/>
          </a:xfrm>
        </p:grpSpPr>
        <p:sp>
          <p:nvSpPr>
            <p:cNvPr id="94" name="table-51-r9-c8-surface.surface"/>
            <p:cNvSpPr/>
            <p:nvPr/>
          </p:nvSpPr>
          <p:spPr>
            <a:xfrm>
              <a:off x="10158133" y="3327400"/>
              <a:ext cx="683070" cy="177800"/>
            </a:xfrm>
            <a:prstGeom prst="rect">
              <a:avLst/>
            </a:prstGeom>
            <a:solidFill>
              <a:srgbClr val="E8EEF8"/>
            </a:solidFill>
            <a:ln>
              <a:noFill/>
            </a:ln>
          </p:spPr>
        </p:sp>
      </p:grpSp>
      <p:grpSp>
        <p:nvGrpSpPr>
          <p:cNvPr id="284" name="table-51-r10-c0-surface"/>
          <p:cNvGrpSpPr/>
          <p:nvPr/>
        </p:nvGrpSpPr>
        <p:grpSpPr>
          <a:xfrm>
            <a:off x="735965" y="3505200"/>
            <a:ext cx="4640682" cy="330200"/>
            <a:chOff x="735965" y="3505200"/>
            <a:chExt cx="4640682" cy="330200"/>
          </a:xfrm>
        </p:grpSpPr>
        <p:sp>
          <p:nvSpPr>
            <p:cNvPr id="95" name="table-51-r10-c0-surface.surface"/>
            <p:cNvSpPr/>
            <p:nvPr/>
          </p:nvSpPr>
          <p:spPr>
            <a:xfrm>
              <a:off x="735965" y="3505200"/>
              <a:ext cx="4640682" cy="330200"/>
            </a:xfrm>
            <a:prstGeom prst="rect">
              <a:avLst/>
            </a:prstGeom>
            <a:solidFill>
              <a:srgbClr val="FFFFFF"/>
            </a:solidFill>
            <a:ln>
              <a:noFill/>
            </a:ln>
          </p:spPr>
        </p:sp>
      </p:grpSp>
      <p:grpSp>
        <p:nvGrpSpPr>
          <p:cNvPr id="285" name="table-51-r10-c1-surface"/>
          <p:cNvGrpSpPr/>
          <p:nvPr/>
        </p:nvGrpSpPr>
        <p:grpSpPr>
          <a:xfrm>
            <a:off x="5376647" y="3505200"/>
            <a:ext cx="683070" cy="330200"/>
            <a:chOff x="5376647" y="3505200"/>
            <a:chExt cx="683070" cy="330200"/>
          </a:xfrm>
        </p:grpSpPr>
        <p:sp>
          <p:nvSpPr>
            <p:cNvPr id="96" name="table-51-r10-c1-surface.surface"/>
            <p:cNvSpPr/>
            <p:nvPr/>
          </p:nvSpPr>
          <p:spPr>
            <a:xfrm>
              <a:off x="5376647" y="3505200"/>
              <a:ext cx="683070" cy="330200"/>
            </a:xfrm>
            <a:prstGeom prst="rect">
              <a:avLst/>
            </a:prstGeom>
            <a:solidFill>
              <a:srgbClr val="FFFFFF"/>
            </a:solidFill>
            <a:ln>
              <a:noFill/>
            </a:ln>
          </p:spPr>
        </p:sp>
      </p:grpSp>
      <p:grpSp>
        <p:nvGrpSpPr>
          <p:cNvPr id="286" name="table-51-r10-c2-surface"/>
          <p:cNvGrpSpPr/>
          <p:nvPr/>
        </p:nvGrpSpPr>
        <p:grpSpPr>
          <a:xfrm>
            <a:off x="6059716" y="3505200"/>
            <a:ext cx="683070" cy="330200"/>
            <a:chOff x="6059716" y="3505200"/>
            <a:chExt cx="683070" cy="330200"/>
          </a:xfrm>
        </p:grpSpPr>
        <p:sp>
          <p:nvSpPr>
            <p:cNvPr id="97" name="table-51-r10-c2-surface.surface"/>
            <p:cNvSpPr/>
            <p:nvPr/>
          </p:nvSpPr>
          <p:spPr>
            <a:xfrm>
              <a:off x="6059716" y="3505200"/>
              <a:ext cx="683070" cy="330200"/>
            </a:xfrm>
            <a:prstGeom prst="rect">
              <a:avLst/>
            </a:prstGeom>
            <a:solidFill>
              <a:srgbClr val="FFFFFF"/>
            </a:solidFill>
            <a:ln>
              <a:noFill/>
            </a:ln>
          </p:spPr>
        </p:sp>
      </p:grpSp>
      <p:grpSp>
        <p:nvGrpSpPr>
          <p:cNvPr id="287" name="table-51-r10-c3-surface"/>
          <p:cNvGrpSpPr/>
          <p:nvPr/>
        </p:nvGrpSpPr>
        <p:grpSpPr>
          <a:xfrm>
            <a:off x="6742786" y="3505200"/>
            <a:ext cx="683070" cy="330200"/>
            <a:chOff x="6742786" y="3505200"/>
            <a:chExt cx="683070" cy="330200"/>
          </a:xfrm>
        </p:grpSpPr>
        <p:sp>
          <p:nvSpPr>
            <p:cNvPr id="98" name="table-51-r10-c3-surface.surface"/>
            <p:cNvSpPr/>
            <p:nvPr/>
          </p:nvSpPr>
          <p:spPr>
            <a:xfrm>
              <a:off x="6742786" y="3505200"/>
              <a:ext cx="683070" cy="330200"/>
            </a:xfrm>
            <a:prstGeom prst="rect">
              <a:avLst/>
            </a:prstGeom>
            <a:solidFill>
              <a:srgbClr val="FFFFFF"/>
            </a:solidFill>
            <a:ln>
              <a:noFill/>
            </a:ln>
          </p:spPr>
        </p:sp>
      </p:grpSp>
      <p:grpSp>
        <p:nvGrpSpPr>
          <p:cNvPr id="288" name="table-51-r10-c4-surface"/>
          <p:cNvGrpSpPr/>
          <p:nvPr/>
        </p:nvGrpSpPr>
        <p:grpSpPr>
          <a:xfrm>
            <a:off x="7425855" y="3505200"/>
            <a:ext cx="683070" cy="330200"/>
            <a:chOff x="7425855" y="3505200"/>
            <a:chExt cx="683070" cy="330200"/>
          </a:xfrm>
        </p:grpSpPr>
        <p:sp>
          <p:nvSpPr>
            <p:cNvPr id="99" name="table-51-r10-c4-surface.surface"/>
            <p:cNvSpPr/>
            <p:nvPr/>
          </p:nvSpPr>
          <p:spPr>
            <a:xfrm>
              <a:off x="7425855" y="3505200"/>
              <a:ext cx="683070" cy="330200"/>
            </a:xfrm>
            <a:prstGeom prst="rect">
              <a:avLst/>
            </a:prstGeom>
            <a:solidFill>
              <a:srgbClr val="070154"/>
            </a:solidFill>
            <a:ln>
              <a:noFill/>
            </a:ln>
          </p:spPr>
        </p:sp>
      </p:grpSp>
      <p:grpSp>
        <p:nvGrpSpPr>
          <p:cNvPr id="289" name="table-51-r10-c5-surface"/>
          <p:cNvGrpSpPr/>
          <p:nvPr/>
        </p:nvGrpSpPr>
        <p:grpSpPr>
          <a:xfrm>
            <a:off x="8108925" y="3505200"/>
            <a:ext cx="683070" cy="330200"/>
            <a:chOff x="8108925" y="3505200"/>
            <a:chExt cx="683070" cy="330200"/>
          </a:xfrm>
        </p:grpSpPr>
        <p:sp>
          <p:nvSpPr>
            <p:cNvPr id="100" name="table-51-r10-c5-surface.surface"/>
            <p:cNvSpPr/>
            <p:nvPr/>
          </p:nvSpPr>
          <p:spPr>
            <a:xfrm>
              <a:off x="8108925" y="3505200"/>
              <a:ext cx="683070" cy="330200"/>
            </a:xfrm>
            <a:prstGeom prst="rect">
              <a:avLst/>
            </a:prstGeom>
            <a:solidFill>
              <a:srgbClr val="FFFFFF"/>
            </a:solidFill>
            <a:ln>
              <a:noFill/>
            </a:ln>
          </p:spPr>
        </p:sp>
      </p:grpSp>
      <p:grpSp>
        <p:nvGrpSpPr>
          <p:cNvPr id="290" name="table-51-r10-c6-surface"/>
          <p:cNvGrpSpPr/>
          <p:nvPr/>
        </p:nvGrpSpPr>
        <p:grpSpPr>
          <a:xfrm>
            <a:off x="8791994" y="3505200"/>
            <a:ext cx="683070" cy="330200"/>
            <a:chOff x="8791994" y="3505200"/>
            <a:chExt cx="683070" cy="330200"/>
          </a:xfrm>
        </p:grpSpPr>
        <p:sp>
          <p:nvSpPr>
            <p:cNvPr id="101" name="table-51-r10-c6-surface.surface"/>
            <p:cNvSpPr/>
            <p:nvPr/>
          </p:nvSpPr>
          <p:spPr>
            <a:xfrm>
              <a:off x="8791994" y="3505200"/>
              <a:ext cx="683070" cy="330200"/>
            </a:xfrm>
            <a:prstGeom prst="rect">
              <a:avLst/>
            </a:prstGeom>
            <a:solidFill>
              <a:srgbClr val="FFFFFF"/>
            </a:solidFill>
            <a:ln>
              <a:noFill/>
            </a:ln>
          </p:spPr>
        </p:sp>
      </p:grpSp>
      <p:grpSp>
        <p:nvGrpSpPr>
          <p:cNvPr id="291" name="table-51-r10-c7-surface"/>
          <p:cNvGrpSpPr/>
          <p:nvPr/>
        </p:nvGrpSpPr>
        <p:grpSpPr>
          <a:xfrm>
            <a:off x="9475064" y="3505200"/>
            <a:ext cx="683070" cy="330200"/>
            <a:chOff x="9475064" y="3505200"/>
            <a:chExt cx="683070" cy="330200"/>
          </a:xfrm>
        </p:grpSpPr>
        <p:sp>
          <p:nvSpPr>
            <p:cNvPr id="102" name="table-51-r10-c7-surface.surface"/>
            <p:cNvSpPr/>
            <p:nvPr/>
          </p:nvSpPr>
          <p:spPr>
            <a:xfrm>
              <a:off x="9475064" y="3505200"/>
              <a:ext cx="683070" cy="330200"/>
            </a:xfrm>
            <a:prstGeom prst="rect">
              <a:avLst/>
            </a:prstGeom>
            <a:solidFill>
              <a:srgbClr val="FFFFFF"/>
            </a:solidFill>
            <a:ln>
              <a:noFill/>
            </a:ln>
          </p:spPr>
        </p:sp>
      </p:grpSp>
      <p:grpSp>
        <p:nvGrpSpPr>
          <p:cNvPr id="292" name="table-51-r10-c8-surface"/>
          <p:cNvGrpSpPr/>
          <p:nvPr/>
        </p:nvGrpSpPr>
        <p:grpSpPr>
          <a:xfrm>
            <a:off x="10158133" y="3505200"/>
            <a:ext cx="683070" cy="330200"/>
            <a:chOff x="10158133" y="3505200"/>
            <a:chExt cx="683070" cy="330200"/>
          </a:xfrm>
        </p:grpSpPr>
        <p:sp>
          <p:nvSpPr>
            <p:cNvPr id="103" name="table-51-r10-c8-surface.surface"/>
            <p:cNvSpPr/>
            <p:nvPr/>
          </p:nvSpPr>
          <p:spPr>
            <a:xfrm>
              <a:off x="10158133" y="3505200"/>
              <a:ext cx="683070" cy="330200"/>
            </a:xfrm>
            <a:prstGeom prst="rect">
              <a:avLst/>
            </a:prstGeom>
            <a:solidFill>
              <a:srgbClr val="FFFFFF"/>
            </a:solidFill>
            <a:ln>
              <a:noFill/>
            </a:ln>
          </p:spPr>
        </p:sp>
      </p:grpSp>
      <p:grpSp>
        <p:nvGrpSpPr>
          <p:cNvPr id="293" name="table-51-r11-c0-surface"/>
          <p:cNvGrpSpPr/>
          <p:nvPr/>
        </p:nvGrpSpPr>
        <p:grpSpPr>
          <a:xfrm>
            <a:off x="735965" y="3835400"/>
            <a:ext cx="4640682" cy="177800"/>
            <a:chOff x="735965" y="3835400"/>
            <a:chExt cx="4640682" cy="177800"/>
          </a:xfrm>
        </p:grpSpPr>
        <p:sp>
          <p:nvSpPr>
            <p:cNvPr id="104" name="table-51-r11-c0-surface.surface"/>
            <p:cNvSpPr/>
            <p:nvPr/>
          </p:nvSpPr>
          <p:spPr>
            <a:xfrm>
              <a:off x="735965" y="3835400"/>
              <a:ext cx="4640682" cy="177800"/>
            </a:xfrm>
            <a:prstGeom prst="rect">
              <a:avLst/>
            </a:prstGeom>
            <a:solidFill>
              <a:srgbClr val="FFFFFF"/>
            </a:solidFill>
            <a:ln>
              <a:noFill/>
            </a:ln>
          </p:spPr>
        </p:sp>
      </p:grpSp>
      <p:grpSp>
        <p:nvGrpSpPr>
          <p:cNvPr id="294" name="table-51-r11-c1-surface"/>
          <p:cNvGrpSpPr/>
          <p:nvPr/>
        </p:nvGrpSpPr>
        <p:grpSpPr>
          <a:xfrm>
            <a:off x="5376647" y="3835400"/>
            <a:ext cx="683070" cy="177800"/>
            <a:chOff x="5376647" y="3835400"/>
            <a:chExt cx="683070" cy="177800"/>
          </a:xfrm>
        </p:grpSpPr>
        <p:sp>
          <p:nvSpPr>
            <p:cNvPr id="105" name="table-51-r11-c1-surface.surface"/>
            <p:cNvSpPr/>
            <p:nvPr/>
          </p:nvSpPr>
          <p:spPr>
            <a:xfrm>
              <a:off x="5376647" y="3835400"/>
              <a:ext cx="683070" cy="177800"/>
            </a:xfrm>
            <a:prstGeom prst="rect">
              <a:avLst/>
            </a:prstGeom>
            <a:solidFill>
              <a:srgbClr val="FFFFFF"/>
            </a:solidFill>
            <a:ln>
              <a:noFill/>
            </a:ln>
          </p:spPr>
        </p:sp>
      </p:grpSp>
      <p:grpSp>
        <p:nvGrpSpPr>
          <p:cNvPr id="295" name="table-51-r11-c2-surface"/>
          <p:cNvGrpSpPr/>
          <p:nvPr/>
        </p:nvGrpSpPr>
        <p:grpSpPr>
          <a:xfrm>
            <a:off x="6059716" y="3835400"/>
            <a:ext cx="683070" cy="177800"/>
            <a:chOff x="6059716" y="3835400"/>
            <a:chExt cx="683070" cy="177800"/>
          </a:xfrm>
        </p:grpSpPr>
        <p:sp>
          <p:nvSpPr>
            <p:cNvPr id="106" name="table-51-r11-c2-surface.surface"/>
            <p:cNvSpPr/>
            <p:nvPr/>
          </p:nvSpPr>
          <p:spPr>
            <a:xfrm>
              <a:off x="6059716" y="3835400"/>
              <a:ext cx="683070" cy="177800"/>
            </a:xfrm>
            <a:prstGeom prst="rect">
              <a:avLst/>
            </a:prstGeom>
            <a:solidFill>
              <a:srgbClr val="FFFFFF"/>
            </a:solidFill>
            <a:ln>
              <a:noFill/>
            </a:ln>
          </p:spPr>
        </p:sp>
      </p:grpSp>
      <p:grpSp>
        <p:nvGrpSpPr>
          <p:cNvPr id="296" name="table-51-r11-c3-surface"/>
          <p:cNvGrpSpPr/>
          <p:nvPr/>
        </p:nvGrpSpPr>
        <p:grpSpPr>
          <a:xfrm>
            <a:off x="6742786" y="3835400"/>
            <a:ext cx="683070" cy="177800"/>
            <a:chOff x="6742786" y="3835400"/>
            <a:chExt cx="683070" cy="177800"/>
          </a:xfrm>
        </p:grpSpPr>
        <p:sp>
          <p:nvSpPr>
            <p:cNvPr id="107" name="table-51-r11-c3-surface.surface"/>
            <p:cNvSpPr/>
            <p:nvPr/>
          </p:nvSpPr>
          <p:spPr>
            <a:xfrm>
              <a:off x="6742786" y="3835400"/>
              <a:ext cx="683070" cy="177800"/>
            </a:xfrm>
            <a:prstGeom prst="rect">
              <a:avLst/>
            </a:prstGeom>
            <a:solidFill>
              <a:srgbClr val="FFFFFF"/>
            </a:solidFill>
            <a:ln>
              <a:noFill/>
            </a:ln>
          </p:spPr>
        </p:sp>
      </p:grpSp>
      <p:grpSp>
        <p:nvGrpSpPr>
          <p:cNvPr id="297" name="table-51-r11-c4-surface"/>
          <p:cNvGrpSpPr/>
          <p:nvPr/>
        </p:nvGrpSpPr>
        <p:grpSpPr>
          <a:xfrm>
            <a:off x="7425855" y="3835400"/>
            <a:ext cx="683070" cy="177800"/>
            <a:chOff x="7425855" y="3835400"/>
            <a:chExt cx="683070" cy="177800"/>
          </a:xfrm>
        </p:grpSpPr>
        <p:sp>
          <p:nvSpPr>
            <p:cNvPr id="108" name="table-51-r11-c4-surface.surface"/>
            <p:cNvSpPr/>
            <p:nvPr/>
          </p:nvSpPr>
          <p:spPr>
            <a:xfrm>
              <a:off x="7425855" y="3835400"/>
              <a:ext cx="683070" cy="177800"/>
            </a:xfrm>
            <a:prstGeom prst="rect">
              <a:avLst/>
            </a:prstGeom>
            <a:solidFill>
              <a:srgbClr val="FFFFFF"/>
            </a:solidFill>
            <a:ln>
              <a:noFill/>
            </a:ln>
          </p:spPr>
        </p:sp>
      </p:grpSp>
      <p:grpSp>
        <p:nvGrpSpPr>
          <p:cNvPr id="298" name="table-51-r11-c5-surface"/>
          <p:cNvGrpSpPr/>
          <p:nvPr/>
        </p:nvGrpSpPr>
        <p:grpSpPr>
          <a:xfrm>
            <a:off x="8108925" y="3835400"/>
            <a:ext cx="683070" cy="177800"/>
            <a:chOff x="8108925" y="3835400"/>
            <a:chExt cx="683070" cy="177800"/>
          </a:xfrm>
        </p:grpSpPr>
        <p:sp>
          <p:nvSpPr>
            <p:cNvPr id="109" name="table-51-r11-c5-surface.surface"/>
            <p:cNvSpPr/>
            <p:nvPr/>
          </p:nvSpPr>
          <p:spPr>
            <a:xfrm>
              <a:off x="8108925" y="3835400"/>
              <a:ext cx="683070" cy="177800"/>
            </a:xfrm>
            <a:prstGeom prst="rect">
              <a:avLst/>
            </a:prstGeom>
            <a:solidFill>
              <a:srgbClr val="070154"/>
            </a:solidFill>
            <a:ln>
              <a:noFill/>
            </a:ln>
          </p:spPr>
        </p:sp>
      </p:grpSp>
      <p:grpSp>
        <p:nvGrpSpPr>
          <p:cNvPr id="299" name="table-51-r11-c6-surface"/>
          <p:cNvGrpSpPr/>
          <p:nvPr/>
        </p:nvGrpSpPr>
        <p:grpSpPr>
          <a:xfrm>
            <a:off x="8791994" y="3835400"/>
            <a:ext cx="683070" cy="177800"/>
            <a:chOff x="8791994" y="3835400"/>
            <a:chExt cx="683070" cy="177800"/>
          </a:xfrm>
        </p:grpSpPr>
        <p:sp>
          <p:nvSpPr>
            <p:cNvPr id="110" name="table-51-r11-c6-surface.surface"/>
            <p:cNvSpPr/>
            <p:nvPr/>
          </p:nvSpPr>
          <p:spPr>
            <a:xfrm>
              <a:off x="8791994" y="3835400"/>
              <a:ext cx="683070" cy="177800"/>
            </a:xfrm>
            <a:prstGeom prst="rect">
              <a:avLst/>
            </a:prstGeom>
            <a:solidFill>
              <a:srgbClr val="070154"/>
            </a:solidFill>
            <a:ln>
              <a:noFill/>
            </a:ln>
          </p:spPr>
        </p:sp>
      </p:grpSp>
      <p:grpSp>
        <p:nvGrpSpPr>
          <p:cNvPr id="300" name="table-51-r11-c7-surface"/>
          <p:cNvGrpSpPr/>
          <p:nvPr/>
        </p:nvGrpSpPr>
        <p:grpSpPr>
          <a:xfrm>
            <a:off x="9475064" y="3835400"/>
            <a:ext cx="683070" cy="177800"/>
            <a:chOff x="9475064" y="3835400"/>
            <a:chExt cx="683070" cy="177800"/>
          </a:xfrm>
        </p:grpSpPr>
        <p:sp>
          <p:nvSpPr>
            <p:cNvPr id="111" name="table-51-r11-c7-surface.surface"/>
            <p:cNvSpPr/>
            <p:nvPr/>
          </p:nvSpPr>
          <p:spPr>
            <a:xfrm>
              <a:off x="9475064" y="3835400"/>
              <a:ext cx="683070" cy="177800"/>
            </a:xfrm>
            <a:prstGeom prst="rect">
              <a:avLst/>
            </a:prstGeom>
            <a:solidFill>
              <a:srgbClr val="FFFFFF"/>
            </a:solidFill>
            <a:ln>
              <a:noFill/>
            </a:ln>
          </p:spPr>
        </p:sp>
      </p:grpSp>
      <p:grpSp>
        <p:nvGrpSpPr>
          <p:cNvPr id="301" name="table-51-r11-c8-surface"/>
          <p:cNvGrpSpPr/>
          <p:nvPr/>
        </p:nvGrpSpPr>
        <p:grpSpPr>
          <a:xfrm>
            <a:off x="10158133" y="3835400"/>
            <a:ext cx="683070" cy="177800"/>
            <a:chOff x="10158133" y="3835400"/>
            <a:chExt cx="683070" cy="177800"/>
          </a:xfrm>
        </p:grpSpPr>
        <p:sp>
          <p:nvSpPr>
            <p:cNvPr id="112" name="table-51-r11-c8-surface.surface"/>
            <p:cNvSpPr/>
            <p:nvPr/>
          </p:nvSpPr>
          <p:spPr>
            <a:xfrm>
              <a:off x="10158133" y="3835400"/>
              <a:ext cx="683070" cy="177800"/>
            </a:xfrm>
            <a:prstGeom prst="rect">
              <a:avLst/>
            </a:prstGeom>
            <a:solidFill>
              <a:srgbClr val="FFFFFF"/>
            </a:solidFill>
            <a:ln>
              <a:noFill/>
            </a:ln>
          </p:spPr>
        </p:sp>
      </p:grpSp>
      <p:grpSp>
        <p:nvGrpSpPr>
          <p:cNvPr id="302" name="table-51-r12-c0-surface"/>
          <p:cNvGrpSpPr/>
          <p:nvPr/>
        </p:nvGrpSpPr>
        <p:grpSpPr>
          <a:xfrm>
            <a:off x="735965" y="4013200"/>
            <a:ext cx="4640682" cy="177800"/>
            <a:chOff x="735965" y="4013200"/>
            <a:chExt cx="4640682" cy="177800"/>
          </a:xfrm>
        </p:grpSpPr>
        <p:sp>
          <p:nvSpPr>
            <p:cNvPr id="113" name="table-51-r12-c0-surface.surface"/>
            <p:cNvSpPr/>
            <p:nvPr/>
          </p:nvSpPr>
          <p:spPr>
            <a:xfrm>
              <a:off x="735965" y="4013200"/>
              <a:ext cx="4640682" cy="177800"/>
            </a:xfrm>
            <a:prstGeom prst="rect">
              <a:avLst/>
            </a:prstGeom>
            <a:solidFill>
              <a:srgbClr val="FFFFFF"/>
            </a:solidFill>
            <a:ln>
              <a:noFill/>
            </a:ln>
          </p:spPr>
        </p:sp>
      </p:grpSp>
      <p:grpSp>
        <p:nvGrpSpPr>
          <p:cNvPr id="303" name="table-51-r12-c1-surface"/>
          <p:cNvGrpSpPr/>
          <p:nvPr/>
        </p:nvGrpSpPr>
        <p:grpSpPr>
          <a:xfrm>
            <a:off x="5376647" y="4013200"/>
            <a:ext cx="683070" cy="177800"/>
            <a:chOff x="5376647" y="4013200"/>
            <a:chExt cx="683070" cy="177800"/>
          </a:xfrm>
        </p:grpSpPr>
        <p:sp>
          <p:nvSpPr>
            <p:cNvPr id="114" name="table-51-r12-c1-surface.surface"/>
            <p:cNvSpPr/>
            <p:nvPr/>
          </p:nvSpPr>
          <p:spPr>
            <a:xfrm>
              <a:off x="5376647" y="4013200"/>
              <a:ext cx="683070" cy="177800"/>
            </a:xfrm>
            <a:prstGeom prst="rect">
              <a:avLst/>
            </a:prstGeom>
            <a:solidFill>
              <a:srgbClr val="FFFFFF"/>
            </a:solidFill>
            <a:ln>
              <a:noFill/>
            </a:ln>
          </p:spPr>
        </p:sp>
      </p:grpSp>
      <p:grpSp>
        <p:nvGrpSpPr>
          <p:cNvPr id="304" name="table-51-r12-c2-surface"/>
          <p:cNvGrpSpPr/>
          <p:nvPr/>
        </p:nvGrpSpPr>
        <p:grpSpPr>
          <a:xfrm>
            <a:off x="6059716" y="4013200"/>
            <a:ext cx="683070" cy="177800"/>
            <a:chOff x="6059716" y="4013200"/>
            <a:chExt cx="683070" cy="177800"/>
          </a:xfrm>
        </p:grpSpPr>
        <p:sp>
          <p:nvSpPr>
            <p:cNvPr id="115" name="table-51-r12-c2-surface.surface"/>
            <p:cNvSpPr/>
            <p:nvPr/>
          </p:nvSpPr>
          <p:spPr>
            <a:xfrm>
              <a:off x="6059716" y="4013200"/>
              <a:ext cx="683070" cy="177800"/>
            </a:xfrm>
            <a:prstGeom prst="rect">
              <a:avLst/>
            </a:prstGeom>
            <a:solidFill>
              <a:srgbClr val="FFFFFF"/>
            </a:solidFill>
            <a:ln>
              <a:noFill/>
            </a:ln>
          </p:spPr>
        </p:sp>
      </p:grpSp>
      <p:grpSp>
        <p:nvGrpSpPr>
          <p:cNvPr id="305" name="table-51-r12-c3-surface"/>
          <p:cNvGrpSpPr/>
          <p:nvPr/>
        </p:nvGrpSpPr>
        <p:grpSpPr>
          <a:xfrm>
            <a:off x="6742786" y="4013200"/>
            <a:ext cx="683070" cy="177800"/>
            <a:chOff x="6742786" y="4013200"/>
            <a:chExt cx="683070" cy="177800"/>
          </a:xfrm>
        </p:grpSpPr>
        <p:sp>
          <p:nvSpPr>
            <p:cNvPr id="116" name="table-51-r12-c3-surface.surface"/>
            <p:cNvSpPr/>
            <p:nvPr/>
          </p:nvSpPr>
          <p:spPr>
            <a:xfrm>
              <a:off x="6742786" y="4013200"/>
              <a:ext cx="683070" cy="177800"/>
            </a:xfrm>
            <a:prstGeom prst="rect">
              <a:avLst/>
            </a:prstGeom>
            <a:solidFill>
              <a:srgbClr val="FFFFFF"/>
            </a:solidFill>
            <a:ln>
              <a:noFill/>
            </a:ln>
          </p:spPr>
        </p:sp>
      </p:grpSp>
      <p:grpSp>
        <p:nvGrpSpPr>
          <p:cNvPr id="306" name="table-51-r12-c4-surface"/>
          <p:cNvGrpSpPr/>
          <p:nvPr/>
        </p:nvGrpSpPr>
        <p:grpSpPr>
          <a:xfrm>
            <a:off x="7425855" y="4013200"/>
            <a:ext cx="683070" cy="177800"/>
            <a:chOff x="7425855" y="4013200"/>
            <a:chExt cx="683070" cy="177800"/>
          </a:xfrm>
        </p:grpSpPr>
        <p:sp>
          <p:nvSpPr>
            <p:cNvPr id="117" name="table-51-r12-c4-surface.surface"/>
            <p:cNvSpPr/>
            <p:nvPr/>
          </p:nvSpPr>
          <p:spPr>
            <a:xfrm>
              <a:off x="7425855" y="4013200"/>
              <a:ext cx="683070" cy="177800"/>
            </a:xfrm>
            <a:prstGeom prst="rect">
              <a:avLst/>
            </a:prstGeom>
            <a:solidFill>
              <a:srgbClr val="070154"/>
            </a:solidFill>
            <a:ln>
              <a:noFill/>
            </a:ln>
          </p:spPr>
        </p:sp>
      </p:grpSp>
      <p:grpSp>
        <p:nvGrpSpPr>
          <p:cNvPr id="307" name="table-51-r12-c5-surface"/>
          <p:cNvGrpSpPr/>
          <p:nvPr/>
        </p:nvGrpSpPr>
        <p:grpSpPr>
          <a:xfrm>
            <a:off x="8108925" y="4013200"/>
            <a:ext cx="683070" cy="177800"/>
            <a:chOff x="8108925" y="4013200"/>
            <a:chExt cx="683070" cy="177800"/>
          </a:xfrm>
        </p:grpSpPr>
        <p:sp>
          <p:nvSpPr>
            <p:cNvPr id="118" name="table-51-r12-c5-surface.surface"/>
            <p:cNvSpPr/>
            <p:nvPr/>
          </p:nvSpPr>
          <p:spPr>
            <a:xfrm>
              <a:off x="8108925" y="4013200"/>
              <a:ext cx="683070" cy="177800"/>
            </a:xfrm>
            <a:prstGeom prst="rect">
              <a:avLst/>
            </a:prstGeom>
            <a:solidFill>
              <a:srgbClr val="070154"/>
            </a:solidFill>
            <a:ln>
              <a:noFill/>
            </a:ln>
          </p:spPr>
        </p:sp>
      </p:grpSp>
      <p:grpSp>
        <p:nvGrpSpPr>
          <p:cNvPr id="308" name="table-51-r12-c6-surface"/>
          <p:cNvGrpSpPr/>
          <p:nvPr/>
        </p:nvGrpSpPr>
        <p:grpSpPr>
          <a:xfrm>
            <a:off x="8791994" y="4013200"/>
            <a:ext cx="683070" cy="177800"/>
            <a:chOff x="8791994" y="4013200"/>
            <a:chExt cx="683070" cy="177800"/>
          </a:xfrm>
        </p:grpSpPr>
        <p:sp>
          <p:nvSpPr>
            <p:cNvPr id="119" name="table-51-r12-c6-surface.surface"/>
            <p:cNvSpPr/>
            <p:nvPr/>
          </p:nvSpPr>
          <p:spPr>
            <a:xfrm>
              <a:off x="8791994" y="4013200"/>
              <a:ext cx="683070" cy="177800"/>
            </a:xfrm>
            <a:prstGeom prst="rect">
              <a:avLst/>
            </a:prstGeom>
            <a:solidFill>
              <a:srgbClr val="070154"/>
            </a:solidFill>
            <a:ln>
              <a:noFill/>
            </a:ln>
          </p:spPr>
        </p:sp>
      </p:grpSp>
      <p:grpSp>
        <p:nvGrpSpPr>
          <p:cNvPr id="309" name="table-51-r12-c7-surface"/>
          <p:cNvGrpSpPr/>
          <p:nvPr/>
        </p:nvGrpSpPr>
        <p:grpSpPr>
          <a:xfrm>
            <a:off x="9475064" y="4013200"/>
            <a:ext cx="683070" cy="177800"/>
            <a:chOff x="9475064" y="4013200"/>
            <a:chExt cx="683070" cy="177800"/>
          </a:xfrm>
        </p:grpSpPr>
        <p:sp>
          <p:nvSpPr>
            <p:cNvPr id="120" name="table-51-r12-c7-surface.surface"/>
            <p:cNvSpPr/>
            <p:nvPr/>
          </p:nvSpPr>
          <p:spPr>
            <a:xfrm>
              <a:off x="9475064" y="4013200"/>
              <a:ext cx="683070" cy="177800"/>
            </a:xfrm>
            <a:prstGeom prst="rect">
              <a:avLst/>
            </a:prstGeom>
            <a:solidFill>
              <a:srgbClr val="FFFFFF"/>
            </a:solidFill>
            <a:ln>
              <a:noFill/>
            </a:ln>
          </p:spPr>
        </p:sp>
      </p:grpSp>
      <p:grpSp>
        <p:nvGrpSpPr>
          <p:cNvPr id="310" name="table-51-r12-c8-surface"/>
          <p:cNvGrpSpPr/>
          <p:nvPr/>
        </p:nvGrpSpPr>
        <p:grpSpPr>
          <a:xfrm>
            <a:off x="10158133" y="4013200"/>
            <a:ext cx="683070" cy="177800"/>
            <a:chOff x="10158133" y="4013200"/>
            <a:chExt cx="683070" cy="177800"/>
          </a:xfrm>
        </p:grpSpPr>
        <p:sp>
          <p:nvSpPr>
            <p:cNvPr id="121" name="table-51-r12-c8-surface.surface"/>
            <p:cNvSpPr/>
            <p:nvPr/>
          </p:nvSpPr>
          <p:spPr>
            <a:xfrm>
              <a:off x="10158133" y="4013200"/>
              <a:ext cx="683070" cy="177800"/>
            </a:xfrm>
            <a:prstGeom prst="rect">
              <a:avLst/>
            </a:prstGeom>
            <a:solidFill>
              <a:srgbClr val="FFFFFF"/>
            </a:solidFill>
            <a:ln>
              <a:noFill/>
            </a:ln>
          </p:spPr>
        </p:sp>
      </p:grpSp>
      <p:grpSp>
        <p:nvGrpSpPr>
          <p:cNvPr id="311" name="table-51-r13-c0-surface"/>
          <p:cNvGrpSpPr/>
          <p:nvPr/>
        </p:nvGrpSpPr>
        <p:grpSpPr>
          <a:xfrm>
            <a:off x="735965" y="4191000"/>
            <a:ext cx="4640682" cy="177800"/>
            <a:chOff x="735965" y="4191000"/>
            <a:chExt cx="4640682" cy="177800"/>
          </a:xfrm>
        </p:grpSpPr>
        <p:sp>
          <p:nvSpPr>
            <p:cNvPr id="122" name="table-51-r13-c0-surface.surface"/>
            <p:cNvSpPr/>
            <p:nvPr/>
          </p:nvSpPr>
          <p:spPr>
            <a:xfrm>
              <a:off x="735965" y="4191000"/>
              <a:ext cx="4640682" cy="177800"/>
            </a:xfrm>
            <a:prstGeom prst="rect">
              <a:avLst/>
            </a:prstGeom>
            <a:solidFill>
              <a:srgbClr val="E8EEF8"/>
            </a:solidFill>
            <a:ln>
              <a:noFill/>
            </a:ln>
          </p:spPr>
        </p:sp>
      </p:grpSp>
      <p:grpSp>
        <p:nvGrpSpPr>
          <p:cNvPr id="312" name="table-51-r13-c1-surface"/>
          <p:cNvGrpSpPr/>
          <p:nvPr/>
        </p:nvGrpSpPr>
        <p:grpSpPr>
          <a:xfrm>
            <a:off x="5376647" y="4191000"/>
            <a:ext cx="683070" cy="177800"/>
            <a:chOff x="5376647" y="4191000"/>
            <a:chExt cx="683070" cy="177800"/>
          </a:xfrm>
        </p:grpSpPr>
        <p:sp>
          <p:nvSpPr>
            <p:cNvPr id="123" name="table-51-r13-c1-surface.surface"/>
            <p:cNvSpPr/>
            <p:nvPr/>
          </p:nvSpPr>
          <p:spPr>
            <a:xfrm>
              <a:off x="5376647" y="4191000"/>
              <a:ext cx="683070" cy="177800"/>
            </a:xfrm>
            <a:prstGeom prst="rect">
              <a:avLst/>
            </a:prstGeom>
            <a:solidFill>
              <a:srgbClr val="E8EEF8"/>
            </a:solidFill>
            <a:ln>
              <a:noFill/>
            </a:ln>
          </p:spPr>
        </p:sp>
      </p:grpSp>
      <p:grpSp>
        <p:nvGrpSpPr>
          <p:cNvPr id="313" name="table-51-r13-c2-surface"/>
          <p:cNvGrpSpPr/>
          <p:nvPr/>
        </p:nvGrpSpPr>
        <p:grpSpPr>
          <a:xfrm>
            <a:off x="6059716" y="4191000"/>
            <a:ext cx="683070" cy="177800"/>
            <a:chOff x="6059716" y="4191000"/>
            <a:chExt cx="683070" cy="177800"/>
          </a:xfrm>
        </p:grpSpPr>
        <p:sp>
          <p:nvSpPr>
            <p:cNvPr id="124" name="table-51-r13-c2-surface.surface"/>
            <p:cNvSpPr/>
            <p:nvPr/>
          </p:nvSpPr>
          <p:spPr>
            <a:xfrm>
              <a:off x="6059716" y="4191000"/>
              <a:ext cx="683070" cy="177800"/>
            </a:xfrm>
            <a:prstGeom prst="rect">
              <a:avLst/>
            </a:prstGeom>
            <a:solidFill>
              <a:srgbClr val="E8EEF8"/>
            </a:solidFill>
            <a:ln>
              <a:noFill/>
            </a:ln>
          </p:spPr>
        </p:sp>
      </p:grpSp>
      <p:grpSp>
        <p:nvGrpSpPr>
          <p:cNvPr id="314" name="table-51-r13-c3-surface"/>
          <p:cNvGrpSpPr/>
          <p:nvPr/>
        </p:nvGrpSpPr>
        <p:grpSpPr>
          <a:xfrm>
            <a:off x="6742786" y="4191000"/>
            <a:ext cx="683070" cy="177800"/>
            <a:chOff x="6742786" y="4191000"/>
            <a:chExt cx="683070" cy="177800"/>
          </a:xfrm>
        </p:grpSpPr>
        <p:sp>
          <p:nvSpPr>
            <p:cNvPr id="125" name="table-51-r13-c3-surface.surface"/>
            <p:cNvSpPr/>
            <p:nvPr/>
          </p:nvSpPr>
          <p:spPr>
            <a:xfrm>
              <a:off x="6742786" y="4191000"/>
              <a:ext cx="683070" cy="177800"/>
            </a:xfrm>
            <a:prstGeom prst="rect">
              <a:avLst/>
            </a:prstGeom>
            <a:solidFill>
              <a:srgbClr val="E8EEF8"/>
            </a:solidFill>
            <a:ln>
              <a:noFill/>
            </a:ln>
          </p:spPr>
        </p:sp>
      </p:grpSp>
      <p:grpSp>
        <p:nvGrpSpPr>
          <p:cNvPr id="315" name="table-51-r13-c4-surface"/>
          <p:cNvGrpSpPr/>
          <p:nvPr/>
        </p:nvGrpSpPr>
        <p:grpSpPr>
          <a:xfrm>
            <a:off x="7425855" y="4191000"/>
            <a:ext cx="683070" cy="177800"/>
            <a:chOff x="7425855" y="4191000"/>
            <a:chExt cx="683070" cy="177800"/>
          </a:xfrm>
        </p:grpSpPr>
        <p:sp>
          <p:nvSpPr>
            <p:cNvPr id="126" name="table-51-r13-c4-surface.surface"/>
            <p:cNvSpPr/>
            <p:nvPr/>
          </p:nvSpPr>
          <p:spPr>
            <a:xfrm>
              <a:off x="7425855" y="4191000"/>
              <a:ext cx="683070" cy="177800"/>
            </a:xfrm>
            <a:prstGeom prst="rect">
              <a:avLst/>
            </a:prstGeom>
            <a:solidFill>
              <a:srgbClr val="E8EEF8"/>
            </a:solidFill>
            <a:ln>
              <a:noFill/>
            </a:ln>
          </p:spPr>
        </p:sp>
      </p:grpSp>
      <p:grpSp>
        <p:nvGrpSpPr>
          <p:cNvPr id="316" name="table-51-r13-c5-surface"/>
          <p:cNvGrpSpPr/>
          <p:nvPr/>
        </p:nvGrpSpPr>
        <p:grpSpPr>
          <a:xfrm>
            <a:off x="8108925" y="4191000"/>
            <a:ext cx="683070" cy="177800"/>
            <a:chOff x="8108925" y="4191000"/>
            <a:chExt cx="683070" cy="177800"/>
          </a:xfrm>
        </p:grpSpPr>
        <p:sp>
          <p:nvSpPr>
            <p:cNvPr id="127" name="table-51-r13-c5-surface.surface"/>
            <p:cNvSpPr/>
            <p:nvPr/>
          </p:nvSpPr>
          <p:spPr>
            <a:xfrm>
              <a:off x="8108925" y="4191000"/>
              <a:ext cx="683070" cy="177800"/>
            </a:xfrm>
            <a:prstGeom prst="rect">
              <a:avLst/>
            </a:prstGeom>
            <a:solidFill>
              <a:srgbClr val="E8EEF8"/>
            </a:solidFill>
            <a:ln>
              <a:noFill/>
            </a:ln>
          </p:spPr>
        </p:sp>
      </p:grpSp>
      <p:grpSp>
        <p:nvGrpSpPr>
          <p:cNvPr id="317" name="table-51-r13-c6-surface"/>
          <p:cNvGrpSpPr/>
          <p:nvPr/>
        </p:nvGrpSpPr>
        <p:grpSpPr>
          <a:xfrm>
            <a:off x="8791994" y="4191000"/>
            <a:ext cx="683070" cy="177800"/>
            <a:chOff x="8791994" y="4191000"/>
            <a:chExt cx="683070" cy="177800"/>
          </a:xfrm>
        </p:grpSpPr>
        <p:sp>
          <p:nvSpPr>
            <p:cNvPr id="128" name="table-51-r13-c6-surface.surface"/>
            <p:cNvSpPr/>
            <p:nvPr/>
          </p:nvSpPr>
          <p:spPr>
            <a:xfrm>
              <a:off x="8791994" y="4191000"/>
              <a:ext cx="683070" cy="177800"/>
            </a:xfrm>
            <a:prstGeom prst="rect">
              <a:avLst/>
            </a:prstGeom>
            <a:solidFill>
              <a:srgbClr val="E8EEF8"/>
            </a:solidFill>
            <a:ln>
              <a:noFill/>
            </a:ln>
          </p:spPr>
        </p:sp>
      </p:grpSp>
      <p:grpSp>
        <p:nvGrpSpPr>
          <p:cNvPr id="318" name="table-51-r13-c7-surface"/>
          <p:cNvGrpSpPr/>
          <p:nvPr/>
        </p:nvGrpSpPr>
        <p:grpSpPr>
          <a:xfrm>
            <a:off x="9475064" y="4191000"/>
            <a:ext cx="683070" cy="177800"/>
            <a:chOff x="9475064" y="4191000"/>
            <a:chExt cx="683070" cy="177800"/>
          </a:xfrm>
        </p:grpSpPr>
        <p:sp>
          <p:nvSpPr>
            <p:cNvPr id="129" name="table-51-r13-c7-surface.surface"/>
            <p:cNvSpPr/>
            <p:nvPr/>
          </p:nvSpPr>
          <p:spPr>
            <a:xfrm>
              <a:off x="9475064" y="4191000"/>
              <a:ext cx="683070" cy="177800"/>
            </a:xfrm>
            <a:prstGeom prst="rect">
              <a:avLst/>
            </a:prstGeom>
            <a:solidFill>
              <a:srgbClr val="E8EEF8"/>
            </a:solidFill>
            <a:ln>
              <a:noFill/>
            </a:ln>
          </p:spPr>
        </p:sp>
      </p:grpSp>
      <p:grpSp>
        <p:nvGrpSpPr>
          <p:cNvPr id="319" name="table-51-r13-c8-surface"/>
          <p:cNvGrpSpPr/>
          <p:nvPr/>
        </p:nvGrpSpPr>
        <p:grpSpPr>
          <a:xfrm>
            <a:off x="10158133" y="4191000"/>
            <a:ext cx="683070" cy="177800"/>
            <a:chOff x="10158133" y="4191000"/>
            <a:chExt cx="683070" cy="177800"/>
          </a:xfrm>
        </p:grpSpPr>
        <p:sp>
          <p:nvSpPr>
            <p:cNvPr id="130" name="table-51-r13-c8-surface.surface"/>
            <p:cNvSpPr/>
            <p:nvPr/>
          </p:nvSpPr>
          <p:spPr>
            <a:xfrm>
              <a:off x="10158133" y="4191000"/>
              <a:ext cx="683070" cy="177800"/>
            </a:xfrm>
            <a:prstGeom prst="rect">
              <a:avLst/>
            </a:prstGeom>
            <a:solidFill>
              <a:srgbClr val="E8EEF8"/>
            </a:solidFill>
            <a:ln>
              <a:noFill/>
            </a:ln>
          </p:spPr>
        </p:sp>
      </p:grpSp>
      <p:grpSp>
        <p:nvGrpSpPr>
          <p:cNvPr id="320" name="table-51-r14-c0-surface"/>
          <p:cNvGrpSpPr/>
          <p:nvPr/>
        </p:nvGrpSpPr>
        <p:grpSpPr>
          <a:xfrm>
            <a:off x="735965" y="4368800"/>
            <a:ext cx="4640682" cy="177800"/>
            <a:chOff x="735965" y="4368800"/>
            <a:chExt cx="4640682" cy="177800"/>
          </a:xfrm>
        </p:grpSpPr>
        <p:sp>
          <p:nvSpPr>
            <p:cNvPr id="131" name="table-51-r14-c0-surface.surface"/>
            <p:cNvSpPr/>
            <p:nvPr/>
          </p:nvSpPr>
          <p:spPr>
            <a:xfrm>
              <a:off x="735965" y="4368800"/>
              <a:ext cx="4640682" cy="177800"/>
            </a:xfrm>
            <a:prstGeom prst="rect">
              <a:avLst/>
            </a:prstGeom>
            <a:solidFill>
              <a:srgbClr val="FFFFFF"/>
            </a:solidFill>
            <a:ln>
              <a:noFill/>
            </a:ln>
          </p:spPr>
        </p:sp>
      </p:grpSp>
      <p:grpSp>
        <p:nvGrpSpPr>
          <p:cNvPr id="321" name="table-51-r14-c1-surface"/>
          <p:cNvGrpSpPr/>
          <p:nvPr/>
        </p:nvGrpSpPr>
        <p:grpSpPr>
          <a:xfrm>
            <a:off x="5376647" y="4368800"/>
            <a:ext cx="683070" cy="177800"/>
            <a:chOff x="5376647" y="4368800"/>
            <a:chExt cx="683070" cy="177800"/>
          </a:xfrm>
        </p:grpSpPr>
        <p:sp>
          <p:nvSpPr>
            <p:cNvPr id="132" name="table-51-r14-c1-surface.surface"/>
            <p:cNvSpPr/>
            <p:nvPr/>
          </p:nvSpPr>
          <p:spPr>
            <a:xfrm>
              <a:off x="5376647" y="4368800"/>
              <a:ext cx="683070" cy="177800"/>
            </a:xfrm>
            <a:prstGeom prst="rect">
              <a:avLst/>
            </a:prstGeom>
            <a:solidFill>
              <a:srgbClr val="FFFFFF"/>
            </a:solidFill>
            <a:ln>
              <a:noFill/>
            </a:ln>
          </p:spPr>
        </p:sp>
      </p:grpSp>
      <p:grpSp>
        <p:nvGrpSpPr>
          <p:cNvPr id="322" name="table-51-r14-c2-surface"/>
          <p:cNvGrpSpPr/>
          <p:nvPr/>
        </p:nvGrpSpPr>
        <p:grpSpPr>
          <a:xfrm>
            <a:off x="6059716" y="4368800"/>
            <a:ext cx="683070" cy="177800"/>
            <a:chOff x="6059716" y="4368800"/>
            <a:chExt cx="683070" cy="177800"/>
          </a:xfrm>
        </p:grpSpPr>
        <p:sp>
          <p:nvSpPr>
            <p:cNvPr id="133" name="table-51-r14-c2-surface.surface"/>
            <p:cNvSpPr/>
            <p:nvPr/>
          </p:nvSpPr>
          <p:spPr>
            <a:xfrm>
              <a:off x="6059716" y="4368800"/>
              <a:ext cx="683070" cy="177800"/>
            </a:xfrm>
            <a:prstGeom prst="rect">
              <a:avLst/>
            </a:prstGeom>
            <a:solidFill>
              <a:srgbClr val="FFFFFF"/>
            </a:solidFill>
            <a:ln>
              <a:noFill/>
            </a:ln>
          </p:spPr>
        </p:sp>
      </p:grpSp>
      <p:grpSp>
        <p:nvGrpSpPr>
          <p:cNvPr id="323" name="table-51-r14-c3-surface"/>
          <p:cNvGrpSpPr/>
          <p:nvPr/>
        </p:nvGrpSpPr>
        <p:grpSpPr>
          <a:xfrm>
            <a:off x="6742786" y="4368800"/>
            <a:ext cx="683070" cy="177800"/>
            <a:chOff x="6742786" y="4368800"/>
            <a:chExt cx="683070" cy="177800"/>
          </a:xfrm>
        </p:grpSpPr>
        <p:sp>
          <p:nvSpPr>
            <p:cNvPr id="134" name="table-51-r14-c3-surface.surface"/>
            <p:cNvSpPr/>
            <p:nvPr/>
          </p:nvSpPr>
          <p:spPr>
            <a:xfrm>
              <a:off x="6742786" y="4368800"/>
              <a:ext cx="683070" cy="177800"/>
            </a:xfrm>
            <a:prstGeom prst="rect">
              <a:avLst/>
            </a:prstGeom>
            <a:solidFill>
              <a:srgbClr val="FFFFFF"/>
            </a:solidFill>
            <a:ln>
              <a:noFill/>
            </a:ln>
          </p:spPr>
        </p:sp>
      </p:grpSp>
      <p:grpSp>
        <p:nvGrpSpPr>
          <p:cNvPr id="324" name="table-51-r14-c4-surface"/>
          <p:cNvGrpSpPr/>
          <p:nvPr/>
        </p:nvGrpSpPr>
        <p:grpSpPr>
          <a:xfrm>
            <a:off x="7425855" y="4368800"/>
            <a:ext cx="683070" cy="177800"/>
            <a:chOff x="7425855" y="4368800"/>
            <a:chExt cx="683070" cy="177800"/>
          </a:xfrm>
        </p:grpSpPr>
        <p:sp>
          <p:nvSpPr>
            <p:cNvPr id="135" name="table-51-r14-c4-surface.surface"/>
            <p:cNvSpPr/>
            <p:nvPr/>
          </p:nvSpPr>
          <p:spPr>
            <a:xfrm>
              <a:off x="7425855" y="4368800"/>
              <a:ext cx="683070" cy="177800"/>
            </a:xfrm>
            <a:prstGeom prst="rect">
              <a:avLst/>
            </a:prstGeom>
            <a:solidFill>
              <a:srgbClr val="FFFFFF"/>
            </a:solidFill>
            <a:ln>
              <a:noFill/>
            </a:ln>
          </p:spPr>
        </p:sp>
      </p:grpSp>
      <p:grpSp>
        <p:nvGrpSpPr>
          <p:cNvPr id="325" name="table-51-r14-c5-surface"/>
          <p:cNvGrpSpPr/>
          <p:nvPr/>
        </p:nvGrpSpPr>
        <p:grpSpPr>
          <a:xfrm>
            <a:off x="8108925" y="4368800"/>
            <a:ext cx="683070" cy="177800"/>
            <a:chOff x="8108925" y="4368800"/>
            <a:chExt cx="683070" cy="177800"/>
          </a:xfrm>
        </p:grpSpPr>
        <p:sp>
          <p:nvSpPr>
            <p:cNvPr id="136" name="table-51-r14-c5-surface.surface"/>
            <p:cNvSpPr/>
            <p:nvPr/>
          </p:nvSpPr>
          <p:spPr>
            <a:xfrm>
              <a:off x="8108925" y="4368800"/>
              <a:ext cx="683070" cy="177800"/>
            </a:xfrm>
            <a:prstGeom prst="rect">
              <a:avLst/>
            </a:prstGeom>
            <a:solidFill>
              <a:srgbClr val="FFFFFF"/>
            </a:solidFill>
            <a:ln>
              <a:noFill/>
            </a:ln>
          </p:spPr>
        </p:sp>
      </p:grpSp>
      <p:grpSp>
        <p:nvGrpSpPr>
          <p:cNvPr id="326" name="table-51-r14-c6-surface"/>
          <p:cNvGrpSpPr/>
          <p:nvPr/>
        </p:nvGrpSpPr>
        <p:grpSpPr>
          <a:xfrm>
            <a:off x="8791994" y="4368800"/>
            <a:ext cx="683070" cy="177800"/>
            <a:chOff x="8791994" y="4368800"/>
            <a:chExt cx="683070" cy="177800"/>
          </a:xfrm>
        </p:grpSpPr>
        <p:sp>
          <p:nvSpPr>
            <p:cNvPr id="137" name="table-51-r14-c6-surface.surface"/>
            <p:cNvSpPr/>
            <p:nvPr/>
          </p:nvSpPr>
          <p:spPr>
            <a:xfrm>
              <a:off x="8791994" y="4368800"/>
              <a:ext cx="683070" cy="177800"/>
            </a:xfrm>
            <a:prstGeom prst="rect">
              <a:avLst/>
            </a:prstGeom>
            <a:solidFill>
              <a:srgbClr val="FFFFFF"/>
            </a:solidFill>
            <a:ln>
              <a:noFill/>
            </a:ln>
          </p:spPr>
        </p:sp>
      </p:grpSp>
      <p:grpSp>
        <p:nvGrpSpPr>
          <p:cNvPr id="327" name="table-51-r14-c7-surface"/>
          <p:cNvGrpSpPr/>
          <p:nvPr/>
        </p:nvGrpSpPr>
        <p:grpSpPr>
          <a:xfrm>
            <a:off x="9475064" y="4368800"/>
            <a:ext cx="683070" cy="177800"/>
            <a:chOff x="9475064" y="4368800"/>
            <a:chExt cx="683070" cy="177800"/>
          </a:xfrm>
        </p:grpSpPr>
        <p:sp>
          <p:nvSpPr>
            <p:cNvPr id="138" name="table-51-r14-c7-surface.surface"/>
            <p:cNvSpPr/>
            <p:nvPr/>
          </p:nvSpPr>
          <p:spPr>
            <a:xfrm>
              <a:off x="9475064" y="4368800"/>
              <a:ext cx="683070" cy="177800"/>
            </a:xfrm>
            <a:prstGeom prst="rect">
              <a:avLst/>
            </a:prstGeom>
            <a:solidFill>
              <a:srgbClr val="070154"/>
            </a:solidFill>
            <a:ln>
              <a:noFill/>
            </a:ln>
          </p:spPr>
        </p:sp>
      </p:grpSp>
      <p:grpSp>
        <p:nvGrpSpPr>
          <p:cNvPr id="328" name="table-51-r14-c8-surface"/>
          <p:cNvGrpSpPr/>
          <p:nvPr/>
        </p:nvGrpSpPr>
        <p:grpSpPr>
          <a:xfrm>
            <a:off x="10158133" y="4368800"/>
            <a:ext cx="683070" cy="177800"/>
            <a:chOff x="10158133" y="4368800"/>
            <a:chExt cx="683070" cy="177800"/>
          </a:xfrm>
        </p:grpSpPr>
        <p:sp>
          <p:nvSpPr>
            <p:cNvPr id="139" name="table-51-r14-c8-surface.surface"/>
            <p:cNvSpPr/>
            <p:nvPr/>
          </p:nvSpPr>
          <p:spPr>
            <a:xfrm>
              <a:off x="10158133" y="4368800"/>
              <a:ext cx="683070" cy="177800"/>
            </a:xfrm>
            <a:prstGeom prst="rect">
              <a:avLst/>
            </a:prstGeom>
            <a:solidFill>
              <a:srgbClr val="FFFFFF"/>
            </a:solidFill>
            <a:ln>
              <a:noFill/>
            </a:ln>
          </p:spPr>
        </p:sp>
      </p:grpSp>
      <p:grpSp>
        <p:nvGrpSpPr>
          <p:cNvPr id="329" name="table-51-r15-c0-surface"/>
          <p:cNvGrpSpPr/>
          <p:nvPr/>
        </p:nvGrpSpPr>
        <p:grpSpPr>
          <a:xfrm>
            <a:off x="735965" y="4546600"/>
            <a:ext cx="4640682" cy="177800"/>
            <a:chOff x="735965" y="4546600"/>
            <a:chExt cx="4640682" cy="177800"/>
          </a:xfrm>
        </p:grpSpPr>
        <p:sp>
          <p:nvSpPr>
            <p:cNvPr id="140" name="table-51-r15-c0-surface.surface"/>
            <p:cNvSpPr/>
            <p:nvPr/>
          </p:nvSpPr>
          <p:spPr>
            <a:xfrm>
              <a:off x="735965" y="4546600"/>
              <a:ext cx="4640682" cy="177800"/>
            </a:xfrm>
            <a:prstGeom prst="rect">
              <a:avLst/>
            </a:prstGeom>
            <a:solidFill>
              <a:srgbClr val="FFFFFF"/>
            </a:solidFill>
            <a:ln>
              <a:noFill/>
            </a:ln>
          </p:spPr>
        </p:sp>
      </p:grpSp>
      <p:grpSp>
        <p:nvGrpSpPr>
          <p:cNvPr id="330" name="table-51-r15-c1-surface"/>
          <p:cNvGrpSpPr/>
          <p:nvPr/>
        </p:nvGrpSpPr>
        <p:grpSpPr>
          <a:xfrm>
            <a:off x="5376647" y="4546600"/>
            <a:ext cx="683070" cy="177800"/>
            <a:chOff x="5376647" y="4546600"/>
            <a:chExt cx="683070" cy="177800"/>
          </a:xfrm>
        </p:grpSpPr>
        <p:sp>
          <p:nvSpPr>
            <p:cNvPr id="141" name="table-51-r15-c1-surface.surface"/>
            <p:cNvSpPr/>
            <p:nvPr/>
          </p:nvSpPr>
          <p:spPr>
            <a:xfrm>
              <a:off x="5376647" y="4546600"/>
              <a:ext cx="683070" cy="177800"/>
            </a:xfrm>
            <a:prstGeom prst="rect">
              <a:avLst/>
            </a:prstGeom>
            <a:solidFill>
              <a:srgbClr val="FFFFFF"/>
            </a:solidFill>
            <a:ln>
              <a:noFill/>
            </a:ln>
          </p:spPr>
        </p:sp>
      </p:grpSp>
      <p:grpSp>
        <p:nvGrpSpPr>
          <p:cNvPr id="331" name="table-51-r15-c2-surface"/>
          <p:cNvGrpSpPr/>
          <p:nvPr/>
        </p:nvGrpSpPr>
        <p:grpSpPr>
          <a:xfrm>
            <a:off x="6059716" y="4546600"/>
            <a:ext cx="683070" cy="177800"/>
            <a:chOff x="6059716" y="4546600"/>
            <a:chExt cx="683070" cy="177800"/>
          </a:xfrm>
        </p:grpSpPr>
        <p:sp>
          <p:nvSpPr>
            <p:cNvPr id="142" name="table-51-r15-c2-surface.surface"/>
            <p:cNvSpPr/>
            <p:nvPr/>
          </p:nvSpPr>
          <p:spPr>
            <a:xfrm>
              <a:off x="6059716" y="4546600"/>
              <a:ext cx="683070" cy="177800"/>
            </a:xfrm>
            <a:prstGeom prst="rect">
              <a:avLst/>
            </a:prstGeom>
            <a:solidFill>
              <a:srgbClr val="FFFFFF"/>
            </a:solidFill>
            <a:ln>
              <a:noFill/>
            </a:ln>
          </p:spPr>
        </p:sp>
      </p:grpSp>
      <p:grpSp>
        <p:nvGrpSpPr>
          <p:cNvPr id="332" name="table-51-r15-c3-surface"/>
          <p:cNvGrpSpPr/>
          <p:nvPr/>
        </p:nvGrpSpPr>
        <p:grpSpPr>
          <a:xfrm>
            <a:off x="6742786" y="4546600"/>
            <a:ext cx="683070" cy="177800"/>
            <a:chOff x="6742786" y="4546600"/>
            <a:chExt cx="683070" cy="177800"/>
          </a:xfrm>
        </p:grpSpPr>
        <p:sp>
          <p:nvSpPr>
            <p:cNvPr id="143" name="table-51-r15-c3-surface.surface"/>
            <p:cNvSpPr/>
            <p:nvPr/>
          </p:nvSpPr>
          <p:spPr>
            <a:xfrm>
              <a:off x="6742786" y="4546600"/>
              <a:ext cx="683070" cy="177800"/>
            </a:xfrm>
            <a:prstGeom prst="rect">
              <a:avLst/>
            </a:prstGeom>
            <a:solidFill>
              <a:srgbClr val="FFFFFF"/>
            </a:solidFill>
            <a:ln>
              <a:noFill/>
            </a:ln>
          </p:spPr>
        </p:sp>
      </p:grpSp>
      <p:grpSp>
        <p:nvGrpSpPr>
          <p:cNvPr id="333" name="table-51-r15-c4-surface"/>
          <p:cNvGrpSpPr/>
          <p:nvPr/>
        </p:nvGrpSpPr>
        <p:grpSpPr>
          <a:xfrm>
            <a:off x="7425855" y="4546600"/>
            <a:ext cx="683070" cy="177800"/>
            <a:chOff x="7425855" y="4546600"/>
            <a:chExt cx="683070" cy="177800"/>
          </a:xfrm>
        </p:grpSpPr>
        <p:sp>
          <p:nvSpPr>
            <p:cNvPr id="144" name="table-51-r15-c4-surface.surface"/>
            <p:cNvSpPr/>
            <p:nvPr/>
          </p:nvSpPr>
          <p:spPr>
            <a:xfrm>
              <a:off x="7425855" y="4546600"/>
              <a:ext cx="683070" cy="177800"/>
            </a:xfrm>
            <a:prstGeom prst="rect">
              <a:avLst/>
            </a:prstGeom>
            <a:solidFill>
              <a:srgbClr val="FFFFFF"/>
            </a:solidFill>
            <a:ln>
              <a:noFill/>
            </a:ln>
          </p:spPr>
        </p:sp>
      </p:grpSp>
      <p:grpSp>
        <p:nvGrpSpPr>
          <p:cNvPr id="334" name="table-51-r15-c5-surface"/>
          <p:cNvGrpSpPr/>
          <p:nvPr/>
        </p:nvGrpSpPr>
        <p:grpSpPr>
          <a:xfrm>
            <a:off x="8108925" y="4546600"/>
            <a:ext cx="683070" cy="177800"/>
            <a:chOff x="8108925" y="4546600"/>
            <a:chExt cx="683070" cy="177800"/>
          </a:xfrm>
        </p:grpSpPr>
        <p:sp>
          <p:nvSpPr>
            <p:cNvPr id="145" name="table-51-r15-c5-surface.surface"/>
            <p:cNvSpPr/>
            <p:nvPr/>
          </p:nvSpPr>
          <p:spPr>
            <a:xfrm>
              <a:off x="8108925" y="4546600"/>
              <a:ext cx="683070" cy="177800"/>
            </a:xfrm>
            <a:prstGeom prst="rect">
              <a:avLst/>
            </a:prstGeom>
            <a:solidFill>
              <a:srgbClr val="FFFFFF"/>
            </a:solidFill>
            <a:ln>
              <a:noFill/>
            </a:ln>
          </p:spPr>
        </p:sp>
      </p:grpSp>
      <p:grpSp>
        <p:nvGrpSpPr>
          <p:cNvPr id="335" name="table-51-r15-c6-surface"/>
          <p:cNvGrpSpPr/>
          <p:nvPr/>
        </p:nvGrpSpPr>
        <p:grpSpPr>
          <a:xfrm>
            <a:off x="8791994" y="4546600"/>
            <a:ext cx="683070" cy="177800"/>
            <a:chOff x="8791994" y="4546600"/>
            <a:chExt cx="683070" cy="177800"/>
          </a:xfrm>
        </p:grpSpPr>
        <p:sp>
          <p:nvSpPr>
            <p:cNvPr id="146" name="table-51-r15-c6-surface.surface"/>
            <p:cNvSpPr/>
            <p:nvPr/>
          </p:nvSpPr>
          <p:spPr>
            <a:xfrm>
              <a:off x="8791994" y="4546600"/>
              <a:ext cx="683070" cy="177800"/>
            </a:xfrm>
            <a:prstGeom prst="rect">
              <a:avLst/>
            </a:prstGeom>
            <a:solidFill>
              <a:srgbClr val="FFFFFF"/>
            </a:solidFill>
            <a:ln>
              <a:noFill/>
            </a:ln>
          </p:spPr>
        </p:sp>
      </p:grpSp>
      <p:grpSp>
        <p:nvGrpSpPr>
          <p:cNvPr id="336" name="table-51-r15-c7-surface"/>
          <p:cNvGrpSpPr/>
          <p:nvPr/>
        </p:nvGrpSpPr>
        <p:grpSpPr>
          <a:xfrm>
            <a:off x="9475064" y="4546600"/>
            <a:ext cx="683070" cy="177800"/>
            <a:chOff x="9475064" y="4546600"/>
            <a:chExt cx="683070" cy="177800"/>
          </a:xfrm>
        </p:grpSpPr>
        <p:sp>
          <p:nvSpPr>
            <p:cNvPr id="147" name="table-51-r15-c7-surface.surface"/>
            <p:cNvSpPr/>
            <p:nvPr/>
          </p:nvSpPr>
          <p:spPr>
            <a:xfrm>
              <a:off x="9475064" y="4546600"/>
              <a:ext cx="683070" cy="177800"/>
            </a:xfrm>
            <a:prstGeom prst="rect">
              <a:avLst/>
            </a:prstGeom>
            <a:solidFill>
              <a:srgbClr val="FFFFFF"/>
            </a:solidFill>
            <a:ln>
              <a:noFill/>
            </a:ln>
          </p:spPr>
        </p:sp>
      </p:grpSp>
      <p:grpSp>
        <p:nvGrpSpPr>
          <p:cNvPr id="337" name="table-51-r15-c8-surface"/>
          <p:cNvGrpSpPr/>
          <p:nvPr/>
        </p:nvGrpSpPr>
        <p:grpSpPr>
          <a:xfrm>
            <a:off x="10158133" y="4546600"/>
            <a:ext cx="683070" cy="177800"/>
            <a:chOff x="10158133" y="4546600"/>
            <a:chExt cx="683070" cy="177800"/>
          </a:xfrm>
        </p:grpSpPr>
        <p:sp>
          <p:nvSpPr>
            <p:cNvPr id="148" name="table-51-r15-c8-surface.surface"/>
            <p:cNvSpPr/>
            <p:nvPr/>
          </p:nvSpPr>
          <p:spPr>
            <a:xfrm>
              <a:off x="10158133" y="4546600"/>
              <a:ext cx="683070" cy="177800"/>
            </a:xfrm>
            <a:prstGeom prst="rect">
              <a:avLst/>
            </a:prstGeom>
            <a:solidFill>
              <a:srgbClr val="070154"/>
            </a:solidFill>
            <a:ln>
              <a:noFill/>
            </a:ln>
          </p:spPr>
        </p:sp>
      </p:grpSp>
      <p:grpSp>
        <p:nvGrpSpPr>
          <p:cNvPr id="338" name="table-51-r16-c0-surface"/>
          <p:cNvGrpSpPr/>
          <p:nvPr/>
        </p:nvGrpSpPr>
        <p:grpSpPr>
          <a:xfrm>
            <a:off x="735965" y="4724400"/>
            <a:ext cx="4640682" cy="330200"/>
            <a:chOff x="735965" y="4724400"/>
            <a:chExt cx="4640682" cy="330200"/>
          </a:xfrm>
        </p:grpSpPr>
        <p:sp>
          <p:nvSpPr>
            <p:cNvPr id="149" name="table-51-r16-c0-surface.surface"/>
            <p:cNvSpPr/>
            <p:nvPr/>
          </p:nvSpPr>
          <p:spPr>
            <a:xfrm>
              <a:off x="735965" y="4724400"/>
              <a:ext cx="4640682" cy="330200"/>
            </a:xfrm>
            <a:prstGeom prst="rect">
              <a:avLst/>
            </a:prstGeom>
            <a:solidFill>
              <a:srgbClr val="070154"/>
            </a:solidFill>
            <a:ln>
              <a:noFill/>
            </a:ln>
          </p:spPr>
        </p:sp>
      </p:grpSp>
      <p:grpSp>
        <p:nvGrpSpPr>
          <p:cNvPr id="339" name="table-51-r16-c1-surface"/>
          <p:cNvGrpSpPr/>
          <p:nvPr/>
        </p:nvGrpSpPr>
        <p:grpSpPr>
          <a:xfrm>
            <a:off x="5376647" y="4724400"/>
            <a:ext cx="683070" cy="330200"/>
            <a:chOff x="5376647" y="4724400"/>
            <a:chExt cx="683070" cy="330200"/>
          </a:xfrm>
        </p:grpSpPr>
        <p:sp>
          <p:nvSpPr>
            <p:cNvPr id="150" name="table-51-r16-c1-surface.surface"/>
            <p:cNvSpPr/>
            <p:nvPr/>
          </p:nvSpPr>
          <p:spPr>
            <a:xfrm>
              <a:off x="5376647" y="4724400"/>
              <a:ext cx="683070" cy="330200"/>
            </a:xfrm>
            <a:prstGeom prst="rect">
              <a:avLst/>
            </a:prstGeom>
            <a:solidFill>
              <a:srgbClr val="070154"/>
            </a:solidFill>
            <a:ln>
              <a:noFill/>
            </a:ln>
          </p:spPr>
        </p:sp>
      </p:grpSp>
      <p:grpSp>
        <p:nvGrpSpPr>
          <p:cNvPr id="340" name="table-51-r16-c2-surface"/>
          <p:cNvGrpSpPr/>
          <p:nvPr/>
        </p:nvGrpSpPr>
        <p:grpSpPr>
          <a:xfrm>
            <a:off x="6059716" y="4724400"/>
            <a:ext cx="683070" cy="330200"/>
            <a:chOff x="6059716" y="4724400"/>
            <a:chExt cx="683070" cy="330200"/>
          </a:xfrm>
        </p:grpSpPr>
        <p:sp>
          <p:nvSpPr>
            <p:cNvPr id="151" name="table-51-r16-c2-surface.surface"/>
            <p:cNvSpPr/>
            <p:nvPr/>
          </p:nvSpPr>
          <p:spPr>
            <a:xfrm>
              <a:off x="6059716" y="4724400"/>
              <a:ext cx="683070" cy="330200"/>
            </a:xfrm>
            <a:prstGeom prst="rect">
              <a:avLst/>
            </a:prstGeom>
            <a:solidFill>
              <a:srgbClr val="070154"/>
            </a:solidFill>
            <a:ln>
              <a:noFill/>
            </a:ln>
          </p:spPr>
        </p:sp>
      </p:grpSp>
      <p:grpSp>
        <p:nvGrpSpPr>
          <p:cNvPr id="341" name="table-51-r16-c3-surface"/>
          <p:cNvGrpSpPr/>
          <p:nvPr/>
        </p:nvGrpSpPr>
        <p:grpSpPr>
          <a:xfrm>
            <a:off x="6742786" y="4724400"/>
            <a:ext cx="683070" cy="330200"/>
            <a:chOff x="6742786" y="4724400"/>
            <a:chExt cx="683070" cy="330200"/>
          </a:xfrm>
        </p:grpSpPr>
        <p:sp>
          <p:nvSpPr>
            <p:cNvPr id="152" name="table-51-r16-c3-surface.surface"/>
            <p:cNvSpPr/>
            <p:nvPr/>
          </p:nvSpPr>
          <p:spPr>
            <a:xfrm>
              <a:off x="6742786" y="4724400"/>
              <a:ext cx="683070" cy="330200"/>
            </a:xfrm>
            <a:prstGeom prst="rect">
              <a:avLst/>
            </a:prstGeom>
            <a:solidFill>
              <a:srgbClr val="070154"/>
            </a:solidFill>
            <a:ln>
              <a:noFill/>
            </a:ln>
          </p:spPr>
        </p:sp>
      </p:grpSp>
      <p:grpSp>
        <p:nvGrpSpPr>
          <p:cNvPr id="342" name="table-51-r16-c4-surface"/>
          <p:cNvGrpSpPr/>
          <p:nvPr/>
        </p:nvGrpSpPr>
        <p:grpSpPr>
          <a:xfrm>
            <a:off x="7425855" y="4724400"/>
            <a:ext cx="683070" cy="330200"/>
            <a:chOff x="7425855" y="4724400"/>
            <a:chExt cx="683070" cy="330200"/>
          </a:xfrm>
        </p:grpSpPr>
        <p:sp>
          <p:nvSpPr>
            <p:cNvPr id="153" name="table-51-r16-c4-surface.surface"/>
            <p:cNvSpPr/>
            <p:nvPr/>
          </p:nvSpPr>
          <p:spPr>
            <a:xfrm>
              <a:off x="7425855" y="4724400"/>
              <a:ext cx="683070" cy="330200"/>
            </a:xfrm>
            <a:prstGeom prst="rect">
              <a:avLst/>
            </a:prstGeom>
            <a:solidFill>
              <a:srgbClr val="070154"/>
            </a:solidFill>
            <a:ln>
              <a:noFill/>
            </a:ln>
          </p:spPr>
        </p:sp>
      </p:grpSp>
      <p:grpSp>
        <p:nvGrpSpPr>
          <p:cNvPr id="343" name="table-51-r16-c5-surface"/>
          <p:cNvGrpSpPr/>
          <p:nvPr/>
        </p:nvGrpSpPr>
        <p:grpSpPr>
          <a:xfrm>
            <a:off x="8108925" y="4724400"/>
            <a:ext cx="683070" cy="330200"/>
            <a:chOff x="8108925" y="4724400"/>
            <a:chExt cx="683070" cy="330200"/>
          </a:xfrm>
        </p:grpSpPr>
        <p:sp>
          <p:nvSpPr>
            <p:cNvPr id="154" name="table-51-r16-c5-surface.surface"/>
            <p:cNvSpPr/>
            <p:nvPr/>
          </p:nvSpPr>
          <p:spPr>
            <a:xfrm>
              <a:off x="8108925" y="4724400"/>
              <a:ext cx="683070" cy="330200"/>
            </a:xfrm>
            <a:prstGeom prst="rect">
              <a:avLst/>
            </a:prstGeom>
            <a:solidFill>
              <a:srgbClr val="070154"/>
            </a:solidFill>
            <a:ln>
              <a:noFill/>
            </a:ln>
          </p:spPr>
        </p:sp>
      </p:grpSp>
      <p:grpSp>
        <p:nvGrpSpPr>
          <p:cNvPr id="344" name="table-51-r16-c6-surface"/>
          <p:cNvGrpSpPr/>
          <p:nvPr/>
        </p:nvGrpSpPr>
        <p:grpSpPr>
          <a:xfrm>
            <a:off x="8791994" y="4724400"/>
            <a:ext cx="683070" cy="330200"/>
            <a:chOff x="8791994" y="4724400"/>
            <a:chExt cx="683070" cy="330200"/>
          </a:xfrm>
        </p:grpSpPr>
        <p:sp>
          <p:nvSpPr>
            <p:cNvPr id="155" name="table-51-r16-c6-surface.surface"/>
            <p:cNvSpPr/>
            <p:nvPr/>
          </p:nvSpPr>
          <p:spPr>
            <a:xfrm>
              <a:off x="8791994" y="4724400"/>
              <a:ext cx="683070" cy="330200"/>
            </a:xfrm>
            <a:prstGeom prst="rect">
              <a:avLst/>
            </a:prstGeom>
            <a:solidFill>
              <a:srgbClr val="070154"/>
            </a:solidFill>
            <a:ln>
              <a:noFill/>
            </a:ln>
          </p:spPr>
        </p:sp>
      </p:grpSp>
      <p:grpSp>
        <p:nvGrpSpPr>
          <p:cNvPr id="345" name="table-51-r16-c7-surface"/>
          <p:cNvGrpSpPr/>
          <p:nvPr/>
        </p:nvGrpSpPr>
        <p:grpSpPr>
          <a:xfrm>
            <a:off x="9475064" y="4724400"/>
            <a:ext cx="683070" cy="330200"/>
            <a:chOff x="9475064" y="4724400"/>
            <a:chExt cx="683070" cy="330200"/>
          </a:xfrm>
        </p:grpSpPr>
        <p:sp>
          <p:nvSpPr>
            <p:cNvPr id="156" name="table-51-r16-c7-surface.surface"/>
            <p:cNvSpPr/>
            <p:nvPr/>
          </p:nvSpPr>
          <p:spPr>
            <a:xfrm>
              <a:off x="9475064" y="4724400"/>
              <a:ext cx="683070" cy="330200"/>
            </a:xfrm>
            <a:prstGeom prst="rect">
              <a:avLst/>
            </a:prstGeom>
            <a:solidFill>
              <a:srgbClr val="070154"/>
            </a:solidFill>
            <a:ln>
              <a:noFill/>
            </a:ln>
          </p:spPr>
        </p:sp>
      </p:grpSp>
      <p:grpSp>
        <p:nvGrpSpPr>
          <p:cNvPr id="346" name="table-51-r16-c8-surface"/>
          <p:cNvGrpSpPr/>
          <p:nvPr/>
        </p:nvGrpSpPr>
        <p:grpSpPr>
          <a:xfrm>
            <a:off x="10158133" y="4724400"/>
            <a:ext cx="683070" cy="330200"/>
            <a:chOff x="10158133" y="4724400"/>
            <a:chExt cx="683070" cy="330200"/>
          </a:xfrm>
        </p:grpSpPr>
        <p:sp>
          <p:nvSpPr>
            <p:cNvPr id="157" name="table-51-r16-c8-surface.surface"/>
            <p:cNvSpPr/>
            <p:nvPr/>
          </p:nvSpPr>
          <p:spPr>
            <a:xfrm>
              <a:off x="10158133" y="4724400"/>
              <a:ext cx="683070" cy="330200"/>
            </a:xfrm>
            <a:prstGeom prst="rect">
              <a:avLst/>
            </a:prstGeom>
            <a:solidFill>
              <a:srgbClr val="070154"/>
            </a:solidFill>
            <a:ln>
              <a:noFill/>
            </a:ln>
          </p:spPr>
        </p:sp>
      </p:grpSp>
      <p:grpSp>
        <p:nvGrpSpPr>
          <p:cNvPr id="347" name="milestone-row-5"/>
          <p:cNvGrpSpPr/>
          <p:nvPr/>
        </p:nvGrpSpPr>
        <p:grpSpPr>
          <a:xfrm>
            <a:off x="7184555" y="2514600"/>
            <a:ext cx="228600" cy="228600"/>
            <a:chOff x="7184555" y="2514600"/>
            <a:chExt cx="228600" cy="228600"/>
          </a:xfrm>
        </p:grpSpPr>
        <p:pic>
          <p:nvPicPr>
            <p:cNvPr id="158" name="milestone-row-5.image" descr="Source slide22 authored five-point yellow milestone semantics, reconstructed strict vector; original OOXML preserved.; project:workplan-milestone; canonical SHA256=1e455d7d234b40bc5deea0a9363ee83feeaba4d328ffe5e1f9ad212629563c48">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84555" y="2514600"/>
              <a:ext cx="228600" cy="228600"/>
            </a:xfrm>
            <a:prstGeom prst="rect">
              <a:avLst/>
            </a:prstGeom>
          </p:spPr>
        </p:pic>
      </p:grpSp>
      <p:grpSp>
        <p:nvGrpSpPr>
          <p:cNvPr id="348" name="milestone-row-8"/>
          <p:cNvGrpSpPr/>
          <p:nvPr/>
        </p:nvGrpSpPr>
        <p:grpSpPr>
          <a:xfrm>
            <a:off x="7867625" y="3149600"/>
            <a:ext cx="228600" cy="228600"/>
            <a:chOff x="7867625" y="3149600"/>
            <a:chExt cx="228600" cy="228600"/>
          </a:xfrm>
        </p:grpSpPr>
        <p:pic>
          <p:nvPicPr>
            <p:cNvPr id="159" name="milestone-row-8.image" descr="Source slide22 authored five-point yellow milestone semantics, reconstructed strict vector; original OOXML preserved.; project:workplan-milestone; canonical SHA256=1e455d7d234b40bc5deea0a9363ee83feeaba4d328ffe5e1f9ad212629563c48">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7625" y="3149600"/>
              <a:ext cx="228600" cy="228600"/>
            </a:xfrm>
            <a:prstGeom prst="rect">
              <a:avLst/>
            </a:prstGeom>
          </p:spPr>
        </p:pic>
      </p:grpSp>
      <p:grpSp>
        <p:nvGrpSpPr>
          <p:cNvPr id="349" name="milestone-row-12"/>
          <p:cNvGrpSpPr/>
          <p:nvPr/>
        </p:nvGrpSpPr>
        <p:grpSpPr>
          <a:xfrm>
            <a:off x="9233764" y="4013200"/>
            <a:ext cx="228600" cy="228600"/>
            <a:chOff x="9233764" y="4013200"/>
            <a:chExt cx="228600" cy="228600"/>
          </a:xfrm>
        </p:grpSpPr>
        <p:pic>
          <p:nvPicPr>
            <p:cNvPr id="160" name="milestone-row-12.image" descr="Source slide22 authored five-point yellow milestone semantics, reconstructed strict vector; original OOXML preserved.; project:workplan-milestone; canonical SHA256=1e455d7d234b40bc5deea0a9363ee83feeaba4d328ffe5e1f9ad212629563c48">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33764" y="4013200"/>
              <a:ext cx="228600" cy="228600"/>
            </a:xfrm>
            <a:prstGeom prst="rect">
              <a:avLst/>
            </a:prstGeom>
          </p:spPr>
        </p:pic>
      </p:grpSp>
      <p:grpSp>
        <p:nvGrpSpPr>
          <p:cNvPr id="350" name="milestone-row-15"/>
          <p:cNvGrpSpPr/>
          <p:nvPr/>
        </p:nvGrpSpPr>
        <p:grpSpPr>
          <a:xfrm>
            <a:off x="10599903" y="4546600"/>
            <a:ext cx="228600" cy="228600"/>
            <a:chOff x="10599903" y="4546600"/>
            <a:chExt cx="228600" cy="228600"/>
          </a:xfrm>
        </p:grpSpPr>
        <p:pic>
          <p:nvPicPr>
            <p:cNvPr id="161" name="milestone-row-15.image" descr="Source slide22 authored five-point yellow milestone semantics, reconstructed strict vector; original OOXML preserved.; project:workplan-milestone; canonical SHA256=1e455d7d234b40bc5deea0a9363ee83feeaba4d328ffe5e1f9ad212629563c48">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99903" y="4546600"/>
              <a:ext cx="228600" cy="228600"/>
            </a:xfrm>
            <a:prstGeom prst="rect">
              <a:avLst/>
            </a:prstGeom>
          </p:spPr>
        </p:pic>
      </p:grpSp>
      <p:grpSp>
        <p:nvGrpSpPr>
          <p:cNvPr id="351" name="copy-5-0"/>
          <p:cNvGrpSpPr/>
          <p:nvPr/>
        </p:nvGrpSpPr>
        <p:grpSpPr>
          <a:xfrm>
            <a:off x="775856" y="482600"/>
            <a:ext cx="4743895" cy="444792"/>
            <a:chOff x="775856" y="482600"/>
            <a:chExt cx="4743895" cy="444792"/>
          </a:xfrm>
        </p:grpSpPr>
        <p:sp>
          <p:nvSpPr>
            <p:cNvPr id="162" name="copy-5-0.text"/>
            <p:cNvSpPr/>
            <p:nvPr/>
          </p:nvSpPr>
          <p:spPr>
            <a:xfrm>
              <a:off x="775856" y="482600"/>
              <a:ext cx="4743895" cy="444792"/>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WORKPLAN</a:t>
              </a:r>
              <a:endParaRPr lang="en-US" sz="1200" spc="0" kern="0" b="0" i="0" dirty="0">
                <a:solidFill>
                  <a:srgbClr val="070154"/>
                </a:solidFill>
                <a:latin typeface="IBM Plex Sans"/>
                <a:ea typeface="IBM Plex Sans"/>
                <a:cs typeface="IBM Plex Sans"/>
              </a:endParaRPr>
            </a:p>
          </p:txBody>
        </p:sp>
      </p:grpSp>
      <p:grpSp>
        <p:nvGrpSpPr>
          <p:cNvPr id="352" name="copy-51-r0-c0-2"/>
          <p:cNvGrpSpPr/>
          <p:nvPr/>
        </p:nvGrpSpPr>
        <p:grpSpPr>
          <a:xfrm>
            <a:off x="780415" y="1447800"/>
            <a:ext cx="4551782" cy="158750"/>
            <a:chOff x="780415" y="1447800"/>
            <a:chExt cx="4551782" cy="158750"/>
          </a:xfrm>
        </p:grpSpPr>
        <p:sp>
          <p:nvSpPr>
            <p:cNvPr id="163" name="copy-51-r0-c0-2.text"/>
            <p:cNvSpPr/>
            <p:nvPr/>
          </p:nvSpPr>
          <p:spPr>
            <a:xfrm>
              <a:off x="780415" y="1447800"/>
              <a:ext cx="4551782"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Week</a:t>
              </a:r>
              <a:endParaRPr lang="en-US" sz="900" spc="0" kern="0" b="0" i="0" dirty="0">
                <a:solidFill>
                  <a:srgbClr val="FFFFFF"/>
                </a:solidFill>
                <a:latin typeface="IBM Plex Sans"/>
                <a:ea typeface="IBM Plex Sans"/>
                <a:cs typeface="IBM Plex Sans"/>
              </a:endParaRPr>
            </a:p>
          </p:txBody>
        </p:sp>
      </p:grpSp>
      <p:grpSp>
        <p:nvGrpSpPr>
          <p:cNvPr id="353" name="copy-51-r0-c1-4"/>
          <p:cNvGrpSpPr/>
          <p:nvPr/>
        </p:nvGrpSpPr>
        <p:grpSpPr>
          <a:xfrm>
            <a:off x="5421097" y="1447800"/>
            <a:ext cx="594170" cy="158750"/>
            <a:chOff x="5421097" y="1447800"/>
            <a:chExt cx="594170" cy="158750"/>
          </a:xfrm>
        </p:grpSpPr>
        <p:sp>
          <p:nvSpPr>
            <p:cNvPr id="164" name="copy-51-r0-c1-4.text"/>
            <p:cNvSpPr/>
            <p:nvPr/>
          </p:nvSpPr>
          <p:spPr>
            <a:xfrm>
              <a:off x="5421097"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Pre</a:t>
              </a:r>
              <a:endParaRPr lang="en-US" sz="900" spc="0" kern="0" b="0" i="0" dirty="0">
                <a:solidFill>
                  <a:srgbClr val="FFFFFF"/>
                </a:solidFill>
                <a:latin typeface="IBM Plex Sans"/>
                <a:ea typeface="IBM Plex Sans"/>
                <a:cs typeface="IBM Plex Sans"/>
              </a:endParaRPr>
            </a:p>
          </p:txBody>
        </p:sp>
      </p:grpSp>
      <p:grpSp>
        <p:nvGrpSpPr>
          <p:cNvPr id="354" name="copy-51-r0-c2-6"/>
          <p:cNvGrpSpPr/>
          <p:nvPr/>
        </p:nvGrpSpPr>
        <p:grpSpPr>
          <a:xfrm>
            <a:off x="6104166" y="1447800"/>
            <a:ext cx="594170" cy="158750"/>
            <a:chOff x="6104166" y="1447800"/>
            <a:chExt cx="594170" cy="158750"/>
          </a:xfrm>
        </p:grpSpPr>
        <p:sp>
          <p:nvSpPr>
            <p:cNvPr id="165" name="copy-51-r0-c2-6.text"/>
            <p:cNvSpPr/>
            <p:nvPr/>
          </p:nvSpPr>
          <p:spPr>
            <a:xfrm>
              <a:off x="6104166"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1</a:t>
              </a:r>
              <a:endParaRPr lang="en-US" sz="900" spc="0" kern="0" b="0" i="0" dirty="0">
                <a:solidFill>
                  <a:srgbClr val="FFFFFF"/>
                </a:solidFill>
                <a:latin typeface="IBM Plex Sans"/>
                <a:ea typeface="IBM Plex Sans"/>
                <a:cs typeface="IBM Plex Sans"/>
              </a:endParaRPr>
            </a:p>
          </p:txBody>
        </p:sp>
      </p:grpSp>
      <p:grpSp>
        <p:nvGrpSpPr>
          <p:cNvPr id="355" name="copy-51-r0-c3-8"/>
          <p:cNvGrpSpPr/>
          <p:nvPr/>
        </p:nvGrpSpPr>
        <p:grpSpPr>
          <a:xfrm>
            <a:off x="6787236" y="1447800"/>
            <a:ext cx="594170" cy="158750"/>
            <a:chOff x="6787236" y="1447800"/>
            <a:chExt cx="594170" cy="158750"/>
          </a:xfrm>
        </p:grpSpPr>
        <p:sp>
          <p:nvSpPr>
            <p:cNvPr id="166" name="copy-51-r0-c3-8.text"/>
            <p:cNvSpPr/>
            <p:nvPr/>
          </p:nvSpPr>
          <p:spPr>
            <a:xfrm>
              <a:off x="6787236"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2</a:t>
              </a:r>
              <a:endParaRPr lang="en-US" sz="900" spc="0" kern="0" b="0" i="0" dirty="0">
                <a:solidFill>
                  <a:srgbClr val="FFFFFF"/>
                </a:solidFill>
                <a:latin typeface="IBM Plex Sans"/>
                <a:ea typeface="IBM Plex Sans"/>
                <a:cs typeface="IBM Plex Sans"/>
              </a:endParaRPr>
            </a:p>
          </p:txBody>
        </p:sp>
      </p:grpSp>
      <p:grpSp>
        <p:nvGrpSpPr>
          <p:cNvPr id="356" name="copy-51-r0-c4-10"/>
          <p:cNvGrpSpPr/>
          <p:nvPr/>
        </p:nvGrpSpPr>
        <p:grpSpPr>
          <a:xfrm>
            <a:off x="7470305" y="1447800"/>
            <a:ext cx="594170" cy="158750"/>
            <a:chOff x="7470305" y="1447800"/>
            <a:chExt cx="594170" cy="158750"/>
          </a:xfrm>
        </p:grpSpPr>
        <p:sp>
          <p:nvSpPr>
            <p:cNvPr id="167" name="copy-51-r0-c4-10.text"/>
            <p:cNvSpPr/>
            <p:nvPr/>
          </p:nvSpPr>
          <p:spPr>
            <a:xfrm>
              <a:off x="7470305"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3</a:t>
              </a:r>
              <a:endParaRPr lang="en-US" sz="900" spc="0" kern="0" b="0" i="0" dirty="0">
                <a:solidFill>
                  <a:srgbClr val="FFFFFF"/>
                </a:solidFill>
                <a:latin typeface="IBM Plex Sans"/>
                <a:ea typeface="IBM Plex Sans"/>
                <a:cs typeface="IBM Plex Sans"/>
              </a:endParaRPr>
            </a:p>
          </p:txBody>
        </p:sp>
      </p:grpSp>
      <p:grpSp>
        <p:nvGrpSpPr>
          <p:cNvPr id="357" name="copy-51-r0-c5-12"/>
          <p:cNvGrpSpPr/>
          <p:nvPr/>
        </p:nvGrpSpPr>
        <p:grpSpPr>
          <a:xfrm>
            <a:off x="8153375" y="1447800"/>
            <a:ext cx="594170" cy="158750"/>
            <a:chOff x="8153375" y="1447800"/>
            <a:chExt cx="594170" cy="158750"/>
          </a:xfrm>
        </p:grpSpPr>
        <p:sp>
          <p:nvSpPr>
            <p:cNvPr id="168" name="copy-51-r0-c5-12.text"/>
            <p:cNvSpPr/>
            <p:nvPr/>
          </p:nvSpPr>
          <p:spPr>
            <a:xfrm>
              <a:off x="8153375"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4</a:t>
              </a:r>
              <a:endParaRPr lang="en-US" sz="900" spc="0" kern="0" b="0" i="0" dirty="0">
                <a:solidFill>
                  <a:srgbClr val="FFFFFF"/>
                </a:solidFill>
                <a:latin typeface="IBM Plex Sans"/>
                <a:ea typeface="IBM Plex Sans"/>
                <a:cs typeface="IBM Plex Sans"/>
              </a:endParaRPr>
            </a:p>
          </p:txBody>
        </p:sp>
      </p:grpSp>
      <p:grpSp>
        <p:nvGrpSpPr>
          <p:cNvPr id="358" name="copy-51-r0-c6-14"/>
          <p:cNvGrpSpPr/>
          <p:nvPr/>
        </p:nvGrpSpPr>
        <p:grpSpPr>
          <a:xfrm>
            <a:off x="8836444" y="1447800"/>
            <a:ext cx="594170" cy="158750"/>
            <a:chOff x="8836444" y="1447800"/>
            <a:chExt cx="594170" cy="158750"/>
          </a:xfrm>
        </p:grpSpPr>
        <p:sp>
          <p:nvSpPr>
            <p:cNvPr id="169" name="copy-51-r0-c6-14.text"/>
            <p:cNvSpPr/>
            <p:nvPr/>
          </p:nvSpPr>
          <p:spPr>
            <a:xfrm>
              <a:off x="8836444"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5</a:t>
              </a:r>
              <a:endParaRPr lang="en-US" sz="900" spc="0" kern="0" b="0" i="0" dirty="0">
                <a:solidFill>
                  <a:srgbClr val="FFFFFF"/>
                </a:solidFill>
                <a:latin typeface="IBM Plex Sans"/>
                <a:ea typeface="IBM Plex Sans"/>
                <a:cs typeface="IBM Plex Sans"/>
              </a:endParaRPr>
            </a:p>
          </p:txBody>
        </p:sp>
      </p:grpSp>
      <p:grpSp>
        <p:nvGrpSpPr>
          <p:cNvPr id="359" name="copy-51-r0-c7-16"/>
          <p:cNvGrpSpPr/>
          <p:nvPr/>
        </p:nvGrpSpPr>
        <p:grpSpPr>
          <a:xfrm>
            <a:off x="9519514" y="1447800"/>
            <a:ext cx="594170" cy="158750"/>
            <a:chOff x="9519514" y="1447800"/>
            <a:chExt cx="594170" cy="158750"/>
          </a:xfrm>
        </p:grpSpPr>
        <p:sp>
          <p:nvSpPr>
            <p:cNvPr id="170" name="copy-51-r0-c7-16.text"/>
            <p:cNvSpPr/>
            <p:nvPr/>
          </p:nvSpPr>
          <p:spPr>
            <a:xfrm>
              <a:off x="9519514"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6</a:t>
              </a:r>
              <a:endParaRPr lang="en-US" sz="900" spc="0" kern="0" b="0" i="0" dirty="0">
                <a:solidFill>
                  <a:srgbClr val="FFFFFF"/>
                </a:solidFill>
                <a:latin typeface="IBM Plex Sans"/>
                <a:ea typeface="IBM Plex Sans"/>
                <a:cs typeface="IBM Plex Sans"/>
              </a:endParaRPr>
            </a:p>
          </p:txBody>
        </p:sp>
      </p:grpSp>
      <p:grpSp>
        <p:nvGrpSpPr>
          <p:cNvPr id="360" name="copy-51-r0-c8-18"/>
          <p:cNvGrpSpPr/>
          <p:nvPr/>
        </p:nvGrpSpPr>
        <p:grpSpPr>
          <a:xfrm>
            <a:off x="10202583" y="1447800"/>
            <a:ext cx="594170" cy="158750"/>
            <a:chOff x="10202583" y="1447800"/>
            <a:chExt cx="594170" cy="158750"/>
          </a:xfrm>
        </p:grpSpPr>
        <p:sp>
          <p:nvSpPr>
            <p:cNvPr id="171" name="copy-51-r0-c8-18.text"/>
            <p:cNvSpPr/>
            <p:nvPr/>
          </p:nvSpPr>
          <p:spPr>
            <a:xfrm>
              <a:off x="10202583" y="1447800"/>
              <a:ext cx="594170" cy="158750"/>
            </a:xfrm>
            <a:prstGeom prst="rect">
              <a:avLst/>
            </a:prstGeom>
            <a:noFill/>
            <a:ln/>
          </p:spPr>
          <p:txBody>
            <a:bodyPr wrap="square" lIns="0" tIns="0" rIns="0" bIns="0" rtlCol="0" anchor="t"/>
            <a:lstStyle/>
            <a:p>
              <a:pPr algn="ctr" indent="0" marL="0">
                <a:lnSpc>
                  <a:spcPts val="1200"/>
                </a:lnSpc>
                <a:buNone/>
              </a:pPr>
              <a:r>
                <a:rPr lang="en-US" sz="900" spc="0" kern="0" b="0" i="0" dirty="0">
                  <a:solidFill>
                    <a:srgbClr val="FFFFFF"/>
                  </a:solidFill>
                  <a:latin typeface="IBM Plex Sans"/>
                  <a:ea typeface="IBM Plex Sans"/>
                  <a:cs typeface="IBM Plex Sans"/>
                </a:rPr>
                <a:t>7</a:t>
              </a:r>
              <a:endParaRPr lang="en-US" sz="900" spc="0" kern="0" b="0" i="0" dirty="0">
                <a:solidFill>
                  <a:srgbClr val="FFFFFF"/>
                </a:solidFill>
                <a:latin typeface="IBM Plex Sans"/>
                <a:ea typeface="IBM Plex Sans"/>
                <a:cs typeface="IBM Plex Sans"/>
              </a:endParaRPr>
            </a:p>
          </p:txBody>
        </p:sp>
      </p:grpSp>
      <p:grpSp>
        <p:nvGrpSpPr>
          <p:cNvPr id="361" name="copy-51-r1-c0-20"/>
          <p:cNvGrpSpPr/>
          <p:nvPr/>
        </p:nvGrpSpPr>
        <p:grpSpPr>
          <a:xfrm>
            <a:off x="780415" y="1625600"/>
            <a:ext cx="4551782" cy="158750"/>
            <a:chOff x="780415" y="1625600"/>
            <a:chExt cx="4551782" cy="158750"/>
          </a:xfrm>
        </p:grpSpPr>
        <p:sp>
          <p:nvSpPr>
            <p:cNvPr id="172" name="copy-51-r1-c0-20.text"/>
            <p:cNvSpPr/>
            <p:nvPr/>
          </p:nvSpPr>
          <p:spPr>
            <a:xfrm>
              <a:off x="780415" y="16256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00: Access, Onboarding &amp; Mobilize</a:t>
              </a:r>
              <a:endParaRPr lang="en-US" sz="900" spc="0" kern="0" b="0" i="0" dirty="0">
                <a:solidFill>
                  <a:srgbClr val="070154"/>
                </a:solidFill>
                <a:latin typeface="IBM Plex Sans"/>
                <a:ea typeface="IBM Plex Sans"/>
                <a:cs typeface="IBM Plex Sans"/>
              </a:endParaRPr>
            </a:p>
          </p:txBody>
        </p:sp>
      </p:grpSp>
      <p:grpSp>
        <p:nvGrpSpPr>
          <p:cNvPr id="362" name="copy-51-r2-c0-30"/>
          <p:cNvGrpSpPr/>
          <p:nvPr/>
        </p:nvGrpSpPr>
        <p:grpSpPr>
          <a:xfrm>
            <a:off x="780415" y="1803400"/>
            <a:ext cx="4551782" cy="311150"/>
            <a:chOff x="780415" y="1803400"/>
            <a:chExt cx="4551782" cy="311150"/>
          </a:xfrm>
        </p:grpSpPr>
        <p:sp>
          <p:nvSpPr>
            <p:cNvPr id="173" name="copy-51-r2-c0-30.text"/>
            <p:cNvSpPr/>
            <p:nvPr/>
          </p:nvSpPr>
          <p:spPr>
            <a:xfrm>
              <a:off x="780415" y="1803400"/>
              <a:ext cx="4551782"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Confirm access, environments, tools and data; onboarding and kickoff</a:t>
              </a:r>
              <a:endParaRPr lang="en-US" sz="900" spc="0" kern="0" b="0" i="0" dirty="0">
                <a:solidFill>
                  <a:srgbClr val="070154"/>
                </a:solidFill>
                <a:latin typeface="IBM Plex Sans"/>
                <a:ea typeface="IBM Plex Sans"/>
                <a:cs typeface="IBM Plex Sans"/>
              </a:endParaRPr>
            </a:p>
          </p:txBody>
        </p:sp>
      </p:grpSp>
      <p:grpSp>
        <p:nvGrpSpPr>
          <p:cNvPr id="363" name="copy-51-r3-c0-40"/>
          <p:cNvGrpSpPr/>
          <p:nvPr/>
        </p:nvGrpSpPr>
        <p:grpSpPr>
          <a:xfrm>
            <a:off x="780415" y="2133600"/>
            <a:ext cx="4551782" cy="158750"/>
            <a:chOff x="780415" y="2133600"/>
            <a:chExt cx="4551782" cy="158750"/>
          </a:xfrm>
        </p:grpSpPr>
        <p:sp>
          <p:nvSpPr>
            <p:cNvPr id="174" name="copy-51-r3-c0-40.text"/>
            <p:cNvSpPr/>
            <p:nvPr/>
          </p:nvSpPr>
          <p:spPr>
            <a:xfrm>
              <a:off x="780415" y="21336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01: Current State &amp; Journey Inventory</a:t>
              </a:r>
              <a:endParaRPr lang="en-US" sz="900" spc="0" kern="0" b="0" i="0" dirty="0">
                <a:solidFill>
                  <a:srgbClr val="070154"/>
                </a:solidFill>
                <a:latin typeface="IBM Plex Sans"/>
                <a:ea typeface="IBM Plex Sans"/>
                <a:cs typeface="IBM Plex Sans"/>
              </a:endParaRPr>
            </a:p>
          </p:txBody>
        </p:sp>
      </p:grpSp>
      <p:grpSp>
        <p:nvGrpSpPr>
          <p:cNvPr id="364" name="copy-51-r4-c0-50"/>
          <p:cNvGrpSpPr/>
          <p:nvPr/>
        </p:nvGrpSpPr>
        <p:grpSpPr>
          <a:xfrm>
            <a:off x="780415" y="2311400"/>
            <a:ext cx="4551782" cy="158750"/>
            <a:chOff x="780415" y="2311400"/>
            <a:chExt cx="4551782" cy="158750"/>
          </a:xfrm>
        </p:grpSpPr>
        <p:sp>
          <p:nvSpPr>
            <p:cNvPr id="175" name="copy-51-r4-c0-50.text"/>
            <p:cNvSpPr/>
            <p:nvPr/>
          </p:nvSpPr>
          <p:spPr>
            <a:xfrm>
              <a:off x="780415" y="23114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Assess current architecture and modernization initiatives</a:t>
              </a:r>
              <a:endParaRPr lang="en-US" sz="900" spc="0" kern="0" b="0" i="0" dirty="0">
                <a:solidFill>
                  <a:srgbClr val="070154"/>
                </a:solidFill>
                <a:latin typeface="IBM Plex Sans"/>
                <a:ea typeface="IBM Plex Sans"/>
                <a:cs typeface="IBM Plex Sans"/>
              </a:endParaRPr>
            </a:p>
          </p:txBody>
        </p:sp>
      </p:grpSp>
      <p:grpSp>
        <p:nvGrpSpPr>
          <p:cNvPr id="365" name="copy-51-r5-c0-60"/>
          <p:cNvGrpSpPr/>
          <p:nvPr/>
        </p:nvGrpSpPr>
        <p:grpSpPr>
          <a:xfrm>
            <a:off x="780415" y="2489200"/>
            <a:ext cx="4551782" cy="311150"/>
            <a:chOff x="780415" y="2489200"/>
            <a:chExt cx="4551782" cy="311150"/>
          </a:xfrm>
        </p:grpSpPr>
        <p:sp>
          <p:nvSpPr>
            <p:cNvPr id="176" name="copy-51-r5-c0-60.text"/>
            <p:cNvSpPr/>
            <p:nvPr/>
          </p:nvSpPr>
          <p:spPr>
            <a:xfrm>
              <a:off x="780415" y="2489200"/>
              <a:ext cx="4551782"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Inventory journeys, queries, screens, dependencies, tests and data</a:t>
              </a:r>
              <a:endParaRPr lang="en-US" sz="900" spc="0" kern="0" b="0" i="0" dirty="0">
                <a:solidFill>
                  <a:srgbClr val="070154"/>
                </a:solidFill>
                <a:latin typeface="IBM Plex Sans"/>
                <a:ea typeface="IBM Plex Sans"/>
                <a:cs typeface="IBM Plex Sans"/>
              </a:endParaRPr>
            </a:p>
          </p:txBody>
        </p:sp>
      </p:grpSp>
      <p:grpSp>
        <p:nvGrpSpPr>
          <p:cNvPr id="366" name="copy-51-r6-c0-70"/>
          <p:cNvGrpSpPr/>
          <p:nvPr/>
        </p:nvGrpSpPr>
        <p:grpSpPr>
          <a:xfrm>
            <a:off x="780415" y="2819400"/>
            <a:ext cx="4551782" cy="158750"/>
            <a:chOff x="780415" y="2819400"/>
            <a:chExt cx="4551782" cy="158750"/>
          </a:xfrm>
        </p:grpSpPr>
        <p:sp>
          <p:nvSpPr>
            <p:cNvPr id="177" name="copy-51-r6-c0-70.text"/>
            <p:cNvSpPr/>
            <p:nvPr/>
          </p:nvSpPr>
          <p:spPr>
            <a:xfrm>
              <a:off x="780415" y="28194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02: Prioritize, Design &amp; Prepare</a:t>
              </a:r>
              <a:endParaRPr lang="en-US" sz="900" spc="0" kern="0" b="0" i="0" dirty="0">
                <a:solidFill>
                  <a:srgbClr val="070154"/>
                </a:solidFill>
                <a:latin typeface="IBM Plex Sans"/>
                <a:ea typeface="IBM Plex Sans"/>
                <a:cs typeface="IBM Plex Sans"/>
              </a:endParaRPr>
            </a:p>
          </p:txBody>
        </p:sp>
      </p:grpSp>
      <p:grpSp>
        <p:nvGrpSpPr>
          <p:cNvPr id="367" name="copy-51-r7-c0-80"/>
          <p:cNvGrpSpPr/>
          <p:nvPr/>
        </p:nvGrpSpPr>
        <p:grpSpPr>
          <a:xfrm>
            <a:off x="780415" y="2997200"/>
            <a:ext cx="4551782" cy="158750"/>
            <a:chOff x="780415" y="2997200"/>
            <a:chExt cx="4551782" cy="158750"/>
          </a:xfrm>
        </p:grpSpPr>
        <p:sp>
          <p:nvSpPr>
            <p:cNvPr id="178" name="copy-51-r7-c0-80.text"/>
            <p:cNvSpPr/>
            <p:nvPr/>
          </p:nvSpPr>
          <p:spPr>
            <a:xfrm>
              <a:off x="780415" y="29972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Prioritize the catalog and choose the pilot journey</a:t>
              </a:r>
              <a:endParaRPr lang="en-US" sz="900" spc="0" kern="0" b="0" i="0" dirty="0">
                <a:solidFill>
                  <a:srgbClr val="070154"/>
                </a:solidFill>
                <a:latin typeface="IBM Plex Sans"/>
                <a:ea typeface="IBM Plex Sans"/>
                <a:cs typeface="IBM Plex Sans"/>
              </a:endParaRPr>
            </a:p>
          </p:txBody>
        </p:sp>
      </p:grpSp>
      <p:grpSp>
        <p:nvGrpSpPr>
          <p:cNvPr id="368" name="copy-51-r8-c0-90"/>
          <p:cNvGrpSpPr/>
          <p:nvPr/>
        </p:nvGrpSpPr>
        <p:grpSpPr>
          <a:xfrm>
            <a:off x="780415" y="3175000"/>
            <a:ext cx="4551782" cy="158750"/>
            <a:chOff x="780415" y="3175000"/>
            <a:chExt cx="4551782" cy="158750"/>
          </a:xfrm>
        </p:grpSpPr>
        <p:sp>
          <p:nvSpPr>
            <p:cNvPr id="179" name="copy-51-r8-c0-90.text"/>
            <p:cNvSpPr/>
            <p:nvPr/>
          </p:nvSpPr>
          <p:spPr>
            <a:xfrm>
              <a:off x="780415" y="31750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Lock target architecture, implementation plan and test standard</a:t>
              </a:r>
              <a:endParaRPr lang="en-US" sz="900" spc="0" kern="0" b="0" i="0" dirty="0">
                <a:solidFill>
                  <a:srgbClr val="070154"/>
                </a:solidFill>
                <a:latin typeface="IBM Plex Sans"/>
                <a:ea typeface="IBM Plex Sans"/>
                <a:cs typeface="IBM Plex Sans"/>
              </a:endParaRPr>
            </a:p>
          </p:txBody>
        </p:sp>
      </p:grpSp>
      <p:grpSp>
        <p:nvGrpSpPr>
          <p:cNvPr id="369" name="copy-51-r9-c0-100"/>
          <p:cNvGrpSpPr/>
          <p:nvPr/>
        </p:nvGrpSpPr>
        <p:grpSpPr>
          <a:xfrm>
            <a:off x="780415" y="3352800"/>
            <a:ext cx="4551782" cy="158750"/>
            <a:chOff x="780415" y="3352800"/>
            <a:chExt cx="4551782" cy="158750"/>
          </a:xfrm>
        </p:grpSpPr>
        <p:sp>
          <p:nvSpPr>
            <p:cNvPr id="180" name="copy-51-r9-c0-100.text"/>
            <p:cNvSpPr/>
            <p:nvPr/>
          </p:nvSpPr>
          <p:spPr>
            <a:xfrm>
              <a:off x="780415" y="33528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03: Integrated Two-Week Pilot</a:t>
              </a:r>
              <a:endParaRPr lang="en-US" sz="900" spc="0" kern="0" b="0" i="0" dirty="0">
                <a:solidFill>
                  <a:srgbClr val="070154"/>
                </a:solidFill>
                <a:latin typeface="IBM Plex Sans"/>
                <a:ea typeface="IBM Plex Sans"/>
                <a:cs typeface="IBM Plex Sans"/>
              </a:endParaRPr>
            </a:p>
          </p:txBody>
        </p:sp>
      </p:grpSp>
      <p:grpSp>
        <p:nvGrpSpPr>
          <p:cNvPr id="370" name="copy-51-r10-c0-110"/>
          <p:cNvGrpSpPr/>
          <p:nvPr/>
        </p:nvGrpSpPr>
        <p:grpSpPr>
          <a:xfrm>
            <a:off x="780415" y="3530600"/>
            <a:ext cx="4551782" cy="311150"/>
            <a:chOff x="780415" y="3530600"/>
            <a:chExt cx="4551782" cy="311150"/>
          </a:xfrm>
        </p:grpSpPr>
        <p:sp>
          <p:nvSpPr>
            <p:cNvPr id="181" name="copy-51-r10-c0-110.text"/>
            <p:cNvSpPr/>
            <p:nvPr/>
          </p:nvSpPr>
          <p:spPr>
            <a:xfrm>
              <a:off x="780415" y="3530600"/>
              <a:ext cx="4551782"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Prepare backlog, environments, data, telemetry and regression harness</a:t>
              </a:r>
              <a:endParaRPr lang="en-US" sz="900" spc="0" kern="0" b="0" i="0" dirty="0">
                <a:solidFill>
                  <a:srgbClr val="070154"/>
                </a:solidFill>
                <a:latin typeface="IBM Plex Sans"/>
                <a:ea typeface="IBM Plex Sans"/>
                <a:cs typeface="IBM Plex Sans"/>
              </a:endParaRPr>
            </a:p>
          </p:txBody>
        </p:sp>
      </p:grpSp>
      <p:grpSp>
        <p:nvGrpSpPr>
          <p:cNvPr id="371" name="copy-51-r11-c0-120"/>
          <p:cNvGrpSpPr/>
          <p:nvPr/>
        </p:nvGrpSpPr>
        <p:grpSpPr>
          <a:xfrm>
            <a:off x="780415" y="3860800"/>
            <a:ext cx="4551782" cy="158750"/>
            <a:chOff x="780415" y="3860800"/>
            <a:chExt cx="4551782" cy="158750"/>
          </a:xfrm>
        </p:grpSpPr>
        <p:sp>
          <p:nvSpPr>
            <p:cNvPr id="182" name="copy-51-r11-c0-120.text"/>
            <p:cNvSpPr/>
            <p:nvPr/>
          </p:nvSpPr>
          <p:spPr>
            <a:xfrm>
              <a:off x="780415" y="38608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Modernize the journey; build, test and iterate</a:t>
              </a:r>
              <a:endParaRPr lang="en-US" sz="900" spc="0" kern="0" b="0" i="0" dirty="0">
                <a:solidFill>
                  <a:srgbClr val="070154"/>
                </a:solidFill>
                <a:latin typeface="IBM Plex Sans"/>
                <a:ea typeface="IBM Plex Sans"/>
                <a:cs typeface="IBM Plex Sans"/>
              </a:endParaRPr>
            </a:p>
          </p:txBody>
        </p:sp>
      </p:grpSp>
      <p:grpSp>
        <p:nvGrpSpPr>
          <p:cNvPr id="372" name="copy-51-r12-c0-130"/>
          <p:cNvGrpSpPr/>
          <p:nvPr/>
        </p:nvGrpSpPr>
        <p:grpSpPr>
          <a:xfrm>
            <a:off x="780415" y="4038600"/>
            <a:ext cx="4551782" cy="158750"/>
            <a:chOff x="780415" y="4038600"/>
            <a:chExt cx="4551782" cy="158750"/>
          </a:xfrm>
        </p:grpSpPr>
        <p:sp>
          <p:nvSpPr>
            <p:cNvPr id="183" name="copy-51-r12-c0-130.text"/>
            <p:cNvSpPr/>
            <p:nvPr/>
          </p:nvSpPr>
          <p:spPr>
            <a:xfrm>
              <a:off x="780415" y="40386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Run performance baseline, pilot and regression testing</a:t>
              </a:r>
              <a:endParaRPr lang="en-US" sz="900" spc="0" kern="0" b="0" i="0" dirty="0">
                <a:solidFill>
                  <a:srgbClr val="070154"/>
                </a:solidFill>
                <a:latin typeface="IBM Plex Sans"/>
                <a:ea typeface="IBM Plex Sans"/>
                <a:cs typeface="IBM Plex Sans"/>
              </a:endParaRPr>
            </a:p>
          </p:txBody>
        </p:sp>
      </p:grpSp>
      <p:grpSp>
        <p:nvGrpSpPr>
          <p:cNvPr id="373" name="copy-51-r13-c0-140"/>
          <p:cNvGrpSpPr/>
          <p:nvPr/>
        </p:nvGrpSpPr>
        <p:grpSpPr>
          <a:xfrm>
            <a:off x="780415" y="4216400"/>
            <a:ext cx="4551782" cy="158750"/>
            <a:chOff x="780415" y="4216400"/>
            <a:chExt cx="4551782" cy="158750"/>
          </a:xfrm>
        </p:grpSpPr>
        <p:sp>
          <p:nvSpPr>
            <p:cNvPr id="184" name="copy-51-r13-c0-140.text"/>
            <p:cNvSpPr/>
            <p:nvPr/>
          </p:nvSpPr>
          <p:spPr>
            <a:xfrm>
              <a:off x="780415" y="42164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04: Roadmap &amp; Pod Transition</a:t>
              </a:r>
              <a:endParaRPr lang="en-US" sz="900" spc="0" kern="0" b="0" i="0" dirty="0">
                <a:solidFill>
                  <a:srgbClr val="070154"/>
                </a:solidFill>
                <a:latin typeface="IBM Plex Sans"/>
                <a:ea typeface="IBM Plex Sans"/>
                <a:cs typeface="IBM Plex Sans"/>
              </a:endParaRPr>
            </a:p>
          </p:txBody>
        </p:sp>
      </p:grpSp>
      <p:grpSp>
        <p:nvGrpSpPr>
          <p:cNvPr id="374" name="copy-51-r14-c0-150"/>
          <p:cNvGrpSpPr/>
          <p:nvPr/>
        </p:nvGrpSpPr>
        <p:grpSpPr>
          <a:xfrm>
            <a:off x="780415" y="4394200"/>
            <a:ext cx="4551782" cy="158750"/>
            <a:chOff x="780415" y="4394200"/>
            <a:chExt cx="4551782" cy="158750"/>
          </a:xfrm>
        </p:grpSpPr>
        <p:sp>
          <p:nvSpPr>
            <p:cNvPr id="185" name="copy-51-r14-c0-150.text"/>
            <p:cNvSpPr/>
            <p:nvPr/>
          </p:nvSpPr>
          <p:spPr>
            <a:xfrm>
              <a:off x="780415" y="43942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Prioritize the remaining catalog into delivery waves</a:t>
              </a:r>
              <a:endParaRPr lang="en-US" sz="900" spc="0" kern="0" b="0" i="0" dirty="0">
                <a:solidFill>
                  <a:srgbClr val="070154"/>
                </a:solidFill>
                <a:latin typeface="IBM Plex Sans"/>
                <a:ea typeface="IBM Plex Sans"/>
                <a:cs typeface="IBM Plex Sans"/>
              </a:endParaRPr>
            </a:p>
          </p:txBody>
        </p:sp>
      </p:grpSp>
      <p:grpSp>
        <p:nvGrpSpPr>
          <p:cNvPr id="375" name="copy-51-r15-c0-160"/>
          <p:cNvGrpSpPr/>
          <p:nvPr/>
        </p:nvGrpSpPr>
        <p:grpSpPr>
          <a:xfrm>
            <a:off x="780415" y="4572000"/>
            <a:ext cx="4551782" cy="158750"/>
            <a:chOff x="780415" y="4572000"/>
            <a:chExt cx="4551782" cy="158750"/>
          </a:xfrm>
        </p:grpSpPr>
        <p:sp>
          <p:nvSpPr>
            <p:cNvPr id="186" name="copy-51-r15-c0-160.text"/>
            <p:cNvSpPr/>
            <p:nvPr/>
          </p:nvSpPr>
          <p:spPr>
            <a:xfrm>
              <a:off x="780415" y="4572000"/>
              <a:ext cx="4551782" cy="1587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Prepare pod onboarding, backlog, dependencies and technical plans</a:t>
              </a:r>
              <a:endParaRPr lang="en-US" sz="900" spc="0" kern="0" b="0" i="0" dirty="0">
                <a:solidFill>
                  <a:srgbClr val="070154"/>
                </a:solidFill>
                <a:latin typeface="IBM Plex Sans"/>
                <a:ea typeface="IBM Plex Sans"/>
                <a:cs typeface="IBM Plex Sans"/>
              </a:endParaRPr>
            </a:p>
          </p:txBody>
        </p:sp>
      </p:grpSp>
      <p:grpSp>
        <p:nvGrpSpPr>
          <p:cNvPr id="376" name="copy-51-r16-c0-170"/>
          <p:cNvGrpSpPr/>
          <p:nvPr/>
        </p:nvGrpSpPr>
        <p:grpSpPr>
          <a:xfrm>
            <a:off x="780415" y="4749800"/>
            <a:ext cx="4551782" cy="311150"/>
            <a:chOff x="780415" y="4749800"/>
            <a:chExt cx="4551782" cy="311150"/>
          </a:xfrm>
        </p:grpSpPr>
        <p:sp>
          <p:nvSpPr>
            <p:cNvPr id="187" name="copy-51-r16-c0-170.text"/>
            <p:cNvSpPr/>
            <p:nvPr/>
          </p:nvSpPr>
          <p:spPr>
            <a:xfrm>
              <a:off x="780415" y="4749800"/>
              <a:ext cx="4551782" cy="3111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FFFFFF"/>
                  </a:solidFill>
                  <a:latin typeface="IBM Plex Sans"/>
                  <a:ea typeface="IBM Plex Sans"/>
                  <a:cs typeface="IBM Plex Sans"/>
                </a:rPr>
                <a:t>Recurring: governance, architecture/test decisions, risks and readouts</a:t>
              </a:r>
              <a:endParaRPr lang="en-US" sz="900" spc="0" kern="0" b="0" i="0" dirty="0">
                <a:solidFill>
                  <a:srgbClr val="FFFFFF"/>
                </a:solidFill>
                <a:latin typeface="IBM Plex Sans"/>
                <a:ea typeface="IBM Plex Sans"/>
                <a:cs typeface="IBM Plex Sans"/>
              </a:endParaRPr>
            </a:p>
          </p:txBody>
        </p:sp>
      </p:grpSp>
      <p:grpSp>
        <p:nvGrpSpPr>
          <p:cNvPr id="377" name="copy-3-180"/>
          <p:cNvGrpSpPr/>
          <p:nvPr/>
        </p:nvGrpSpPr>
        <p:grpSpPr>
          <a:xfrm>
            <a:off x="8147025" y="3149600"/>
            <a:ext cx="2603500" cy="349250"/>
            <a:chOff x="8147025" y="3149600"/>
            <a:chExt cx="2603500" cy="349250"/>
          </a:xfrm>
        </p:grpSpPr>
        <p:sp>
          <p:nvSpPr>
            <p:cNvPr id="188" name="copy-3-180.text"/>
            <p:cNvSpPr/>
            <p:nvPr/>
          </p:nvSpPr>
          <p:spPr>
            <a:xfrm>
              <a:off x="8147025" y="3149600"/>
              <a:ext cx="2603500" cy="3492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Architecture / tests locked</a:t>
              </a:r>
              <a:endParaRPr lang="en-US" sz="900" spc="0" kern="0" b="0" i="0" dirty="0">
                <a:solidFill>
                  <a:srgbClr val="070154"/>
                </a:solidFill>
                <a:latin typeface="IBM Plex Sans"/>
                <a:ea typeface="IBM Plex Sans"/>
                <a:cs typeface="IBM Plex Sans"/>
              </a:endParaRPr>
            </a:p>
          </p:txBody>
        </p:sp>
      </p:grpSp>
      <p:grpSp>
        <p:nvGrpSpPr>
          <p:cNvPr id="378" name="copy-12-183"/>
          <p:cNvGrpSpPr/>
          <p:nvPr/>
        </p:nvGrpSpPr>
        <p:grpSpPr>
          <a:xfrm>
            <a:off x="9513164" y="4013200"/>
            <a:ext cx="1879600" cy="349250"/>
            <a:chOff x="9513164" y="4013200"/>
            <a:chExt cx="1879600" cy="349250"/>
          </a:xfrm>
        </p:grpSpPr>
        <p:sp>
          <p:nvSpPr>
            <p:cNvPr id="189" name="copy-12-183.text"/>
            <p:cNvSpPr/>
            <p:nvPr/>
          </p:nvSpPr>
          <p:spPr>
            <a:xfrm>
              <a:off x="9513164" y="4013200"/>
              <a:ext cx="1879600" cy="3492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Two-week pilot readout</a:t>
              </a:r>
              <a:endParaRPr lang="en-US" sz="900" spc="0" kern="0" b="0" i="0" dirty="0">
                <a:solidFill>
                  <a:srgbClr val="070154"/>
                </a:solidFill>
                <a:latin typeface="IBM Plex Sans"/>
                <a:ea typeface="IBM Plex Sans"/>
                <a:cs typeface="IBM Plex Sans"/>
              </a:endParaRPr>
            </a:p>
          </p:txBody>
        </p:sp>
      </p:grpSp>
      <p:grpSp>
        <p:nvGrpSpPr>
          <p:cNvPr id="379" name="copy-15-184"/>
          <p:cNvGrpSpPr/>
          <p:nvPr/>
        </p:nvGrpSpPr>
        <p:grpSpPr>
          <a:xfrm>
            <a:off x="10879303" y="4546600"/>
            <a:ext cx="588797" cy="349250"/>
            <a:chOff x="10879303" y="4546600"/>
            <a:chExt cx="588797" cy="349250"/>
          </a:xfrm>
        </p:grpSpPr>
        <p:sp>
          <p:nvSpPr>
            <p:cNvPr id="190" name="copy-15-184.text"/>
            <p:cNvSpPr/>
            <p:nvPr/>
          </p:nvSpPr>
          <p:spPr>
            <a:xfrm>
              <a:off x="10879303" y="4546600"/>
              <a:ext cx="588797" cy="3492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Pods ready</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to launch</a:t>
              </a:r>
              <a:endParaRPr lang="en-US" sz="900" spc="0" kern="0" b="0" i="0" dirty="0">
                <a:solidFill>
                  <a:srgbClr val="070154"/>
                </a:solidFill>
                <a:latin typeface="IBM Plex Sans"/>
                <a:ea typeface="IBM Plex Sans"/>
                <a:cs typeface="IBM Plex Sans"/>
              </a:endParaRPr>
            </a:p>
          </p:txBody>
        </p:sp>
      </p:grpSp>
      <p:grpSp>
        <p:nvGrpSpPr>
          <p:cNvPr id="380" name="copy-23-186"/>
          <p:cNvGrpSpPr/>
          <p:nvPr/>
        </p:nvGrpSpPr>
        <p:grpSpPr>
          <a:xfrm>
            <a:off x="7463955" y="2463800"/>
            <a:ext cx="2794000" cy="349250"/>
            <a:chOff x="7463955" y="2463800"/>
            <a:chExt cx="2794000" cy="349250"/>
          </a:xfrm>
        </p:grpSpPr>
        <p:sp>
          <p:nvSpPr>
            <p:cNvPr id="191" name="copy-23-186.text"/>
            <p:cNvSpPr/>
            <p:nvPr/>
          </p:nvSpPr>
          <p:spPr>
            <a:xfrm>
              <a:off x="7463955" y="2463800"/>
              <a:ext cx="2794000" cy="34925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Pilot journey selected</a:t>
              </a:r>
              <a:endParaRPr lang="en-US" sz="900" spc="0" kern="0" b="0" i="0" dirty="0">
                <a:solidFill>
                  <a:srgbClr val="070154"/>
                </a:solidFill>
                <a:latin typeface="IBM Plex Sans"/>
                <a:ea typeface="IBM Plex Sans"/>
                <a:cs typeface="IBM Plex Sans"/>
              </a:endParaRPr>
            </a:p>
          </p:txBody>
        </p:sp>
      </p:grpSp>
      <p:grpSp>
        <p:nvGrpSpPr>
          <p:cNvPr id="381" name="copy-4-187"/>
          <p:cNvGrpSpPr/>
          <p:nvPr/>
        </p:nvGrpSpPr>
        <p:grpSpPr>
          <a:xfrm>
            <a:off x="723900" y="787400"/>
            <a:ext cx="10744200" cy="609600"/>
            <a:chOff x="723900" y="787400"/>
            <a:chExt cx="10744200" cy="609600"/>
          </a:xfrm>
        </p:grpSpPr>
        <p:sp>
          <p:nvSpPr>
            <p:cNvPr id="192" name="copy-4-187.text"/>
            <p:cNvSpPr/>
            <p:nvPr/>
          </p:nvSpPr>
          <p:spPr>
            <a:xfrm>
              <a:off x="723900" y="787400"/>
              <a:ext cx="10744200" cy="6096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SemiBold"/>
                  <a:ea typeface="IBM Plex Sans SemiBold"/>
                  <a:cs typeface="IBM Plex Sans SemiBold"/>
                </a:rPr>
                <a:t>Phase 0 task-level working plan</a:t>
              </a:r>
              <a:endParaRPr lang="en-US" sz="1200" spc="0" kern="0" b="0" i="0" dirty="0">
                <a:solidFill>
                  <a:srgbClr val="070154"/>
                </a:solidFill>
                <a:latin typeface="IBM Plex Sans SemiBold"/>
                <a:ea typeface="IBM Plex Sans SemiBold"/>
                <a:cs typeface="IBM Plex Sans SemiBold"/>
              </a:endParaRPr>
            </a:p>
          </p:txBody>
        </p:sp>
      </p:grpSp>
      <p:grpSp>
        <p:nvGrpSpPr>
          <p:cNvPr id="382" name="copy-9-189"/>
          <p:cNvGrpSpPr/>
          <p:nvPr/>
        </p:nvGrpSpPr>
        <p:grpSpPr>
          <a:xfrm>
            <a:off x="775856" y="5584901"/>
            <a:ext cx="10020897" cy="194818"/>
            <a:chOff x="775856" y="5584901"/>
            <a:chExt cx="10020897" cy="194818"/>
          </a:xfrm>
        </p:grpSpPr>
        <p:sp>
          <p:nvSpPr>
            <p:cNvPr id="193" name="copy-9-189.text"/>
            <p:cNvSpPr/>
            <p:nvPr/>
          </p:nvSpPr>
          <p:spPr>
            <a:xfrm>
              <a:off x="775856" y="5584901"/>
              <a:ext cx="10020897" cy="194818"/>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Pre-week establishes access and onboarding; refine detailed dependencies at kickoff.</a:t>
              </a:r>
              <a:endParaRPr lang="en-US" sz="900" spc="0" kern="0" b="0" i="0" dirty="0">
                <a:solidFill>
                  <a:srgbClr val="070154"/>
                </a:solidFill>
                <a:latin typeface="IBM Plex Sans"/>
                <a:ea typeface="IBM Plex Sans"/>
                <a:cs typeface="IBM Plex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tterson-029">
    <p:spTree>
      <p:nvGrpSpPr>
        <p:cNvPr id="1" name=""/>
        <p:cNvGrpSpPr/>
        <p:nvPr/>
      </p:nvGrpSpPr>
      <p:grpSpPr>
        <a:xfrm>
          <a:off x="0" y="0"/>
          <a:ext cx="0" cy="0"/>
          <a:chOff x="0" y="0"/>
          <a:chExt cx="0" cy="0"/>
        </a:xfrm>
      </p:grpSpPr>
      <p:sp>
        <p:nvSpPr>
          <p:cNvPr id="4" name="wm.page"/>
          <p:cNvSpPr/>
          <p:nvPr/>
        </p:nvSpPr>
        <p:spPr>
          <a:xfrm>
            <a:off x="11163300" y="6172200"/>
            <a:ext cx="304800" cy="228600"/>
          </a:xfrm>
          <a:prstGeom prst="rect">
            <a:avLst/>
          </a:prstGeom>
          <a:noFill/>
          <a:ln/>
        </p:spPr>
        <p:txBody>
          <a:bodyPr wrap="square" lIns="0" tIns="0" rIns="0" bIns="0" rtlCol="0" anchor="t"/>
          <a:lstStyle/>
          <a:p>
            <a:pPr algn="r" indent="0" marL="0">
              <a:lnSpc>
                <a:spcPts val="900"/>
              </a:lnSpc>
              <a:buNone/>
            </a:pPr>
            <a:fld id="{7DC738B1-48F4-45B7-954D-37669918DC70}" type="slidenum">
              <a:rPr lang="en-US" sz="700" spc="0" kern="0" b="0" i="0" dirty="0">
                <a:solidFill>
                  <a:srgbClr val="070154"/>
                </a:solidFill>
                <a:latin typeface="IBM Plex Mono SemiBold"/>
                <a:ea typeface="IBM Plex Mono SemiBold"/>
                <a:cs typeface="IBM Plex Mono SemiBold"/>
              </a:rPr>
              <a:t>4</a:t>
            </a:fld>
            <a:endParaRPr lang="en-US" sz="700" spc="0" kern="0" b="0" i="0" dirty="0">
              <a:solidFill>
                <a:srgbClr val="070154"/>
              </a:solidFill>
              <a:latin typeface="IBM Plex Mono SemiBold"/>
              <a:ea typeface="IBM Plex Mono SemiBold"/>
              <a:cs typeface="IBM Plex Mono SemiBold"/>
            </a:endParaRPr>
          </a:p>
        </p:txBody>
      </p:sp>
      <p:grpSp>
        <p:nvGrpSpPr>
          <p:cNvPr id="18" name="copy-5-0"/>
          <p:cNvGrpSpPr/>
          <p:nvPr/>
        </p:nvGrpSpPr>
        <p:grpSpPr>
          <a:xfrm>
            <a:off x="723900" y="1676400"/>
            <a:ext cx="5219700" cy="1841500"/>
            <a:chOff x="723900" y="1676400"/>
            <a:chExt cx="5219700" cy="1841500"/>
          </a:xfrm>
        </p:grpSpPr>
        <p:sp>
          <p:nvSpPr>
            <p:cNvPr id="5" name="copy-5-0.text"/>
            <p:cNvSpPr/>
            <p:nvPr/>
          </p:nvSpPr>
          <p:spPr>
            <a:xfrm>
              <a:off x="723900" y="1676400"/>
              <a:ext cx="5219700" cy="18415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Challenge</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Customized legacy product; rising maintenance costs and failed multi-year modernization attempts.</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Approach</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Intellio Evolve source analysis and a Java / Spring prototype with Claude Code and AWS Kiro.</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Domain design, technical specifications and architecture steering files guide implementation.</a:t>
              </a:r>
              <a:endParaRPr lang="en-US" sz="900" spc="0" kern="0" b="0" i="0" dirty="0">
                <a:solidFill>
                  <a:srgbClr val="070154"/>
                </a:solidFill>
                <a:latin typeface="IBM Plex Sans"/>
                <a:ea typeface="IBM Plex Sans"/>
                <a:cs typeface="IBM Plex Sans"/>
              </a:endParaRPr>
            </a:p>
          </p:txBody>
        </p:sp>
      </p:grpSp>
      <p:grpSp>
        <p:nvGrpSpPr>
          <p:cNvPr id="19" name="copy-6-1"/>
          <p:cNvGrpSpPr/>
          <p:nvPr/>
        </p:nvGrpSpPr>
        <p:grpSpPr>
          <a:xfrm>
            <a:off x="2146300" y="457200"/>
            <a:ext cx="9321800" cy="635000"/>
            <a:chOff x="2146300" y="457200"/>
            <a:chExt cx="9321800" cy="635000"/>
          </a:xfrm>
        </p:grpSpPr>
        <p:sp>
          <p:nvSpPr>
            <p:cNvPr id="6" name="copy-6-1.text"/>
            <p:cNvSpPr/>
            <p:nvPr/>
          </p:nvSpPr>
          <p:spPr>
            <a:xfrm>
              <a:off x="2146300" y="457200"/>
              <a:ext cx="9321800" cy="635000"/>
            </a:xfrm>
            <a:prstGeom prst="rect">
              <a:avLst/>
            </a:prstGeom>
            <a:noFill/>
            <a:ln/>
          </p:spPr>
          <p:txBody>
            <a:bodyPr wrap="square" lIns="0" tIns="0" rIns="0" bIns="0" rtlCol="0" anchor="t"/>
            <a:lstStyle/>
            <a:p>
              <a:pPr algn="l" indent="0" marL="0">
                <a:lnSpc>
                  <a:spcPts val="1800"/>
                </a:lnSpc>
                <a:buNone/>
              </a:pPr>
              <a:r>
                <a:rPr lang="en-US" sz="1200" spc="0" kern="0" b="0" i="0" dirty="0">
                  <a:solidFill>
                    <a:srgbClr val="070154"/>
                  </a:solidFill>
                  <a:latin typeface="IBM Plex Sans"/>
                  <a:ea typeface="IBM Plex Sans"/>
                  <a:cs typeface="IBM Plex Sans"/>
                </a:rPr>
                <a:t>Legacy 4GL case evidence · results-led alternative</a:t>
              </a:r>
              <a:endParaRPr lang="en-US" sz="1200" spc="0" kern="0" b="0" i="0" dirty="0">
                <a:solidFill>
                  <a:srgbClr val="070154"/>
                </a:solidFill>
                <a:latin typeface="IBM Plex Sans"/>
                <a:ea typeface="IBM Plex Sans"/>
                <a:cs typeface="IBM Plex Sans"/>
              </a:endParaRPr>
            </a:p>
          </p:txBody>
        </p:sp>
      </p:grpSp>
      <p:grpSp>
        <p:nvGrpSpPr>
          <p:cNvPr id="20" name="copy-7-2"/>
          <p:cNvGrpSpPr/>
          <p:nvPr/>
        </p:nvGrpSpPr>
        <p:grpSpPr>
          <a:xfrm>
            <a:off x="723900" y="812800"/>
            <a:ext cx="10744200" cy="768350"/>
            <a:chOff x="723900" y="812800"/>
            <a:chExt cx="10744200" cy="768350"/>
          </a:xfrm>
        </p:grpSpPr>
        <p:sp>
          <p:nvSpPr>
            <p:cNvPr id="7" name="copy-7-2.text"/>
            <p:cNvSpPr/>
            <p:nvPr/>
          </p:nvSpPr>
          <p:spPr>
            <a:xfrm>
              <a:off x="723900" y="812800"/>
              <a:ext cx="10744200" cy="768350"/>
            </a:xfrm>
            <a:prstGeom prst="rect">
              <a:avLst/>
            </a:prstGeom>
            <a:noFill/>
            <a:ln/>
          </p:spPr>
          <p:txBody>
            <a:bodyPr wrap="square" lIns="0" tIns="0" rIns="0" bIns="0" rtlCol="0" anchor="t"/>
            <a:lstStyle/>
            <a:p>
              <a:pPr algn="l" indent="0" marL="0">
                <a:lnSpc>
                  <a:spcPts val="3000"/>
                </a:lnSpc>
                <a:buNone/>
              </a:pPr>
              <a:r>
                <a:rPr lang="en-US" sz="2400" spc="-36" kern="0" b="0" i="0" dirty="0">
                  <a:solidFill>
                    <a:srgbClr val="070154"/>
                  </a:solidFill>
                  <a:latin typeface="IBM Plex Sans SemiBold"/>
                  <a:ea typeface="IBM Plex Sans SemiBold"/>
                  <a:cs typeface="IBM Plex Sans SemiBold"/>
                </a:rPr>
                <a:t>Agentic modernization accelerated discovery and delivery</a:t>
              </a:r>
              <a:endParaRPr lang="en-US" sz="2400" spc="-36" kern="0" b="0" i="0" dirty="0">
                <a:solidFill>
                  <a:srgbClr val="070154"/>
                </a:solidFill>
                <a:latin typeface="IBM Plex Sans SemiBold"/>
                <a:ea typeface="IBM Plex Sans SemiBold"/>
                <a:cs typeface="IBM Plex Sans SemiBold"/>
              </a:endParaRPr>
            </a:p>
          </p:txBody>
        </p:sp>
      </p:grpSp>
      <p:grpSp>
        <p:nvGrpSpPr>
          <p:cNvPr id="21" name="copy-18-3"/>
          <p:cNvGrpSpPr/>
          <p:nvPr/>
        </p:nvGrpSpPr>
        <p:grpSpPr>
          <a:xfrm>
            <a:off x="723900" y="457200"/>
            <a:ext cx="1270000" cy="635000"/>
            <a:chOff x="723900" y="457200"/>
            <a:chExt cx="1270000" cy="635000"/>
          </a:xfrm>
        </p:grpSpPr>
        <p:sp>
          <p:nvSpPr>
            <p:cNvPr id="8" name="copy-18-3.text"/>
            <p:cNvSpPr/>
            <p:nvPr/>
          </p:nvSpPr>
          <p:spPr>
            <a:xfrm>
              <a:off x="723900" y="457200"/>
              <a:ext cx="1270000" cy="6350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Case study</a:t>
              </a:r>
              <a:endParaRPr lang="en-US" sz="900" spc="0" kern="0" b="0" i="0" dirty="0">
                <a:solidFill>
                  <a:srgbClr val="070154"/>
                </a:solidFill>
                <a:latin typeface="IBM Plex Sans"/>
                <a:ea typeface="IBM Plex Sans"/>
                <a:cs typeface="IBM Plex Sans"/>
              </a:endParaRPr>
            </a:p>
          </p:txBody>
        </p:sp>
      </p:grpSp>
      <p:grpSp>
        <p:nvGrpSpPr>
          <p:cNvPr id="22" name="copy-21-5"/>
          <p:cNvGrpSpPr/>
          <p:nvPr/>
        </p:nvGrpSpPr>
        <p:grpSpPr>
          <a:xfrm>
            <a:off x="723900" y="3568700"/>
            <a:ext cx="5219700" cy="469900"/>
            <a:chOff x="723900" y="3568700"/>
            <a:chExt cx="5219700" cy="469900"/>
          </a:xfrm>
        </p:grpSpPr>
        <p:sp>
          <p:nvSpPr>
            <p:cNvPr id="9" name="copy-21-5.text"/>
            <p:cNvSpPr/>
            <p:nvPr/>
          </p:nvSpPr>
          <p:spPr>
            <a:xfrm>
              <a:off x="723900" y="3568700"/>
              <a:ext cx="5219700" cy="469900"/>
            </a:xfrm>
            <a:prstGeom prst="rect">
              <a:avLst/>
            </a:prstGeom>
            <a:noFill/>
            <a:ln/>
          </p:spPr>
          <p:txBody>
            <a:bodyPr wrap="square" lIns="0" tIns="0" rIns="0" bIns="0" rtlCol="0" anchor="t"/>
            <a:lstStyle/>
            <a:p>
              <a:pPr algn="ctr" indent="0" marL="0">
                <a:lnSpc>
                  <a:spcPts val="3000"/>
                </a:lnSpc>
                <a:buNone/>
              </a:pPr>
              <a:r>
                <a:rPr lang="en-US" sz="2400" spc="-36" kern="0" b="0" i="0" dirty="0">
                  <a:solidFill>
                    <a:srgbClr val="070154"/>
                  </a:solidFill>
                  <a:latin typeface="IBM Plex Sans"/>
                  <a:ea typeface="IBM Plex Sans"/>
                  <a:cs typeface="IBM Plex Sans"/>
                </a:rPr>
                <a:t>6+</a:t>
              </a:r>
              <a:endParaRPr lang="en-US" sz="2400" spc="-36" kern="0" b="0" i="0" dirty="0">
                <a:solidFill>
                  <a:srgbClr val="070154"/>
                </a:solidFill>
                <a:latin typeface="IBM Plex Sans"/>
                <a:ea typeface="IBM Plex Sans"/>
                <a:cs typeface="IBM Plex Sans"/>
              </a:endParaRPr>
            </a:p>
          </p:txBody>
        </p:sp>
      </p:grpSp>
      <p:grpSp>
        <p:nvGrpSpPr>
          <p:cNvPr id="23" name="copy-22-6"/>
          <p:cNvGrpSpPr/>
          <p:nvPr/>
        </p:nvGrpSpPr>
        <p:grpSpPr>
          <a:xfrm>
            <a:off x="723900" y="4089400"/>
            <a:ext cx="5219700" cy="241300"/>
            <a:chOff x="723900" y="4089400"/>
            <a:chExt cx="5219700" cy="241300"/>
          </a:xfrm>
        </p:grpSpPr>
        <p:sp>
          <p:nvSpPr>
            <p:cNvPr id="10" name="copy-22-6.text"/>
            <p:cNvSpPr/>
            <p:nvPr/>
          </p:nvSpPr>
          <p:spPr>
            <a:xfrm>
              <a:off x="723900" y="4089400"/>
              <a:ext cx="5219700" cy="2413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months condensed into weeks</a:t>
              </a:r>
              <a:endParaRPr lang="en-US" sz="1200" spc="0" kern="0" b="0" i="0" dirty="0">
                <a:solidFill>
                  <a:srgbClr val="070154"/>
                </a:solidFill>
                <a:latin typeface="IBM Plex Sans"/>
                <a:ea typeface="IBM Plex Sans"/>
                <a:cs typeface="IBM Plex Sans"/>
              </a:endParaRPr>
            </a:p>
          </p:txBody>
        </p:sp>
      </p:grpSp>
      <p:grpSp>
        <p:nvGrpSpPr>
          <p:cNvPr id="24" name="copy-23-7"/>
          <p:cNvGrpSpPr/>
          <p:nvPr/>
        </p:nvGrpSpPr>
        <p:grpSpPr>
          <a:xfrm>
            <a:off x="723900" y="4381500"/>
            <a:ext cx="5219700" cy="469900"/>
            <a:chOff x="723900" y="4381500"/>
            <a:chExt cx="5219700" cy="469900"/>
          </a:xfrm>
        </p:grpSpPr>
        <p:sp>
          <p:nvSpPr>
            <p:cNvPr id="11" name="copy-23-7.text"/>
            <p:cNvSpPr/>
            <p:nvPr/>
          </p:nvSpPr>
          <p:spPr>
            <a:xfrm>
              <a:off x="723900" y="4381500"/>
              <a:ext cx="5219700" cy="469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Intellio-assisted planning condensed months of rebuild strategy into days.</a:t>
              </a:r>
              <a:endParaRPr lang="en-US" sz="900" spc="0" kern="0" b="0" i="0" dirty="0">
                <a:solidFill>
                  <a:srgbClr val="070154"/>
                </a:solidFill>
                <a:latin typeface="IBM Plex Sans"/>
                <a:ea typeface="IBM Plex Sans"/>
                <a:cs typeface="IBM Plex Sans"/>
              </a:endParaRPr>
            </a:p>
          </p:txBody>
        </p:sp>
      </p:grpSp>
      <p:grpSp>
        <p:nvGrpSpPr>
          <p:cNvPr id="25" name="copy-25-8"/>
          <p:cNvGrpSpPr/>
          <p:nvPr/>
        </p:nvGrpSpPr>
        <p:grpSpPr>
          <a:xfrm>
            <a:off x="6248400" y="4279900"/>
            <a:ext cx="5219700" cy="469900"/>
            <a:chOff x="6248400" y="4279900"/>
            <a:chExt cx="5219700" cy="469900"/>
          </a:xfrm>
        </p:grpSpPr>
        <p:sp>
          <p:nvSpPr>
            <p:cNvPr id="12" name="copy-25-8.text"/>
            <p:cNvSpPr/>
            <p:nvPr/>
          </p:nvSpPr>
          <p:spPr>
            <a:xfrm>
              <a:off x="6248400" y="4279900"/>
              <a:ext cx="5219700" cy="469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A big thank you to you and the West Monroe team. We highly appreciate the partnership and all that WM has contributed to our current success. It would not have been possible without the team's work.</a:t>
              </a:r>
              <a:endParaRPr lang="en-US" sz="900" spc="0" kern="0" b="0" i="0" dirty="0">
                <a:solidFill>
                  <a:srgbClr val="070154"/>
                </a:solidFill>
                <a:latin typeface="IBM Plex Sans"/>
                <a:ea typeface="IBM Plex Sans"/>
                <a:cs typeface="IBM Plex Sans"/>
              </a:endParaRPr>
            </a:p>
            <a:p>
              <a:pPr algn="l" indent="0" marL="0">
                <a:lnSpc>
                  <a:spcPts val="1200"/>
                </a:lnSpc>
                <a:buNone/>
              </a:pPr>
              <a:r>
                <a:rPr lang="en-US" sz="900" spc="0" kern="0" b="0" i="0" dirty="0">
                  <a:solidFill>
                    <a:srgbClr val="070154"/>
                  </a:solidFill>
                  <a:latin typeface="IBM Plex Sans"/>
                  <a:ea typeface="IBM Plex Sans"/>
                  <a:cs typeface="IBM Plex Sans"/>
                </a:rPr>
                <a:t>—Client CEO</a:t>
              </a:r>
              <a:endParaRPr lang="en-US" sz="900" spc="0" kern="0" b="0" i="0" dirty="0">
                <a:solidFill>
                  <a:srgbClr val="070154"/>
                </a:solidFill>
                <a:latin typeface="IBM Plex Sans"/>
                <a:ea typeface="IBM Plex Sans"/>
                <a:cs typeface="IBM Plex Sans"/>
              </a:endParaRPr>
            </a:p>
          </p:txBody>
        </p:sp>
      </p:grpSp>
      <p:grpSp>
        <p:nvGrpSpPr>
          <p:cNvPr id="26" name="copy-27-10"/>
          <p:cNvGrpSpPr/>
          <p:nvPr/>
        </p:nvGrpSpPr>
        <p:grpSpPr>
          <a:xfrm>
            <a:off x="6248400" y="2870200"/>
            <a:ext cx="5219700" cy="469900"/>
            <a:chOff x="6248400" y="2870200"/>
            <a:chExt cx="5219700" cy="469900"/>
          </a:xfrm>
        </p:grpSpPr>
        <p:sp>
          <p:nvSpPr>
            <p:cNvPr id="13" name="copy-27-10.text"/>
            <p:cNvSpPr/>
            <p:nvPr/>
          </p:nvSpPr>
          <p:spPr>
            <a:xfrm>
              <a:off x="6248400" y="2870200"/>
              <a:ext cx="5219700" cy="469900"/>
            </a:xfrm>
            <a:prstGeom prst="rect">
              <a:avLst/>
            </a:prstGeom>
            <a:noFill/>
            <a:ln/>
          </p:spPr>
          <p:txBody>
            <a:bodyPr wrap="square" lIns="0" tIns="0" rIns="0" bIns="0" rtlCol="0" anchor="t"/>
            <a:lstStyle/>
            <a:p>
              <a:pPr algn="ctr" indent="0" marL="0">
                <a:lnSpc>
                  <a:spcPts val="3000"/>
                </a:lnSpc>
                <a:buNone/>
              </a:pPr>
              <a:r>
                <a:rPr lang="en-US" sz="2400" spc="-36" kern="0" b="0" i="0" dirty="0">
                  <a:solidFill>
                    <a:srgbClr val="070154"/>
                  </a:solidFill>
                  <a:latin typeface="IBM Plex Sans"/>
                  <a:ea typeface="IBM Plex Sans"/>
                  <a:cs typeface="IBM Plex Sans"/>
                </a:rPr>
                <a:t>~10X</a:t>
              </a:r>
              <a:endParaRPr lang="en-US" sz="2400" spc="-36" kern="0" b="0" i="0" dirty="0">
                <a:solidFill>
                  <a:srgbClr val="070154"/>
                </a:solidFill>
                <a:latin typeface="IBM Plex Sans"/>
                <a:ea typeface="IBM Plex Sans"/>
                <a:cs typeface="IBM Plex Sans"/>
              </a:endParaRPr>
            </a:p>
          </p:txBody>
        </p:sp>
      </p:grpSp>
      <p:grpSp>
        <p:nvGrpSpPr>
          <p:cNvPr id="27" name="copy-29-11"/>
          <p:cNvGrpSpPr/>
          <p:nvPr/>
        </p:nvGrpSpPr>
        <p:grpSpPr>
          <a:xfrm>
            <a:off x="6248400" y="3911600"/>
            <a:ext cx="5219700" cy="317500"/>
            <a:chOff x="6248400" y="3911600"/>
            <a:chExt cx="5219700" cy="317500"/>
          </a:xfrm>
        </p:grpSpPr>
        <p:sp>
          <p:nvSpPr>
            <p:cNvPr id="14" name="copy-29-11.text"/>
            <p:cNvSpPr/>
            <p:nvPr/>
          </p:nvSpPr>
          <p:spPr>
            <a:xfrm>
              <a:off x="6248400" y="3911600"/>
              <a:ext cx="5219700" cy="3175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~200K-LoC module transformed in one sprint; source describes traditional delivery as taking 10 times longer.</a:t>
              </a:r>
              <a:endParaRPr lang="en-US" sz="900" spc="0" kern="0" b="0" i="0" dirty="0">
                <a:solidFill>
                  <a:srgbClr val="070154"/>
                </a:solidFill>
                <a:latin typeface="IBM Plex Sans"/>
                <a:ea typeface="IBM Plex Sans"/>
                <a:cs typeface="IBM Plex Sans"/>
              </a:endParaRPr>
            </a:p>
          </p:txBody>
        </p:sp>
      </p:grpSp>
      <p:grpSp>
        <p:nvGrpSpPr>
          <p:cNvPr id="28" name="copy-12-13"/>
          <p:cNvGrpSpPr/>
          <p:nvPr/>
        </p:nvGrpSpPr>
        <p:grpSpPr>
          <a:xfrm>
            <a:off x="6248400" y="1676400"/>
            <a:ext cx="5219700" cy="622300"/>
            <a:chOff x="6248400" y="1676400"/>
            <a:chExt cx="5219700" cy="622300"/>
          </a:xfrm>
        </p:grpSpPr>
        <p:sp>
          <p:nvSpPr>
            <p:cNvPr id="15" name="copy-12-13.text"/>
            <p:cNvSpPr/>
            <p:nvPr/>
          </p:nvSpPr>
          <p:spPr>
            <a:xfrm>
              <a:off x="6248400" y="1676400"/>
              <a:ext cx="5219700" cy="6223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Source reports ~10x architecture-team productivity and a granular build plan through shared architectural insight.</a:t>
              </a:r>
              <a:endParaRPr lang="en-US" sz="900" spc="0" kern="0" b="0" i="0" dirty="0">
                <a:solidFill>
                  <a:srgbClr val="070154"/>
                </a:solidFill>
                <a:latin typeface="IBM Plex Sans"/>
                <a:ea typeface="IBM Plex Sans"/>
                <a:cs typeface="IBM Plex Sans"/>
              </a:endParaRPr>
            </a:p>
          </p:txBody>
        </p:sp>
      </p:grpSp>
      <p:grpSp>
        <p:nvGrpSpPr>
          <p:cNvPr id="29" name="copy-13-14"/>
          <p:cNvGrpSpPr/>
          <p:nvPr/>
        </p:nvGrpSpPr>
        <p:grpSpPr>
          <a:xfrm>
            <a:off x="6248400" y="2349500"/>
            <a:ext cx="5219700" cy="469900"/>
            <a:chOff x="6248400" y="2349500"/>
            <a:chExt cx="5219700" cy="469900"/>
          </a:xfrm>
        </p:grpSpPr>
        <p:sp>
          <p:nvSpPr>
            <p:cNvPr id="16" name="copy-13-14.text"/>
            <p:cNvSpPr/>
            <p:nvPr/>
          </p:nvSpPr>
          <p:spPr>
            <a:xfrm>
              <a:off x="6248400" y="2349500"/>
              <a:ext cx="5219700" cy="469900"/>
            </a:xfrm>
            <a:prstGeom prst="rect">
              <a:avLst/>
            </a:prstGeom>
            <a:noFill/>
            <a:ln/>
          </p:spPr>
          <p:txBody>
            <a:bodyPr wrap="square" lIns="0" tIns="0" rIns="0" bIns="0" rtlCol="0" anchor="t"/>
            <a:lstStyle/>
            <a:p>
              <a:pPr algn="l" indent="0" marL="0">
                <a:lnSpc>
                  <a:spcPts val="1200"/>
                </a:lnSpc>
                <a:buNone/>
              </a:pPr>
              <a:r>
                <a:rPr lang="en-US" sz="900" spc="0" kern="0" b="0" i="0" dirty="0">
                  <a:solidFill>
                    <a:srgbClr val="070154"/>
                  </a:solidFill>
                  <a:latin typeface="IBM Plex Sans"/>
                  <a:ea typeface="IBM Plex Sans"/>
                  <a:cs typeface="IBM Plex Sans"/>
                </a:rPr>
                <a:t>Repeatable agentic workflow, refined with client leadership.</a:t>
              </a:r>
              <a:endParaRPr lang="en-US" sz="900" spc="0" kern="0" b="0" i="0" dirty="0">
                <a:solidFill>
                  <a:srgbClr val="070154"/>
                </a:solidFill>
                <a:latin typeface="IBM Plex Sans"/>
                <a:ea typeface="IBM Plex Sans"/>
                <a:cs typeface="IBM Plex Sans"/>
              </a:endParaRPr>
            </a:p>
          </p:txBody>
        </p:sp>
      </p:grpSp>
      <p:grpSp>
        <p:nvGrpSpPr>
          <p:cNvPr id="30" name="copy-20-16"/>
          <p:cNvGrpSpPr/>
          <p:nvPr/>
        </p:nvGrpSpPr>
        <p:grpSpPr>
          <a:xfrm>
            <a:off x="6248400" y="3390900"/>
            <a:ext cx="5219700" cy="469900"/>
            <a:chOff x="6248400" y="3390900"/>
            <a:chExt cx="5219700" cy="469900"/>
          </a:xfrm>
        </p:grpSpPr>
        <p:sp>
          <p:nvSpPr>
            <p:cNvPr id="17" name="copy-20-16.text"/>
            <p:cNvSpPr/>
            <p:nvPr/>
          </p:nvSpPr>
          <p:spPr>
            <a:xfrm>
              <a:off x="6248400" y="3390900"/>
              <a:ext cx="5219700" cy="469900"/>
            </a:xfrm>
            <a:prstGeom prst="rect">
              <a:avLst/>
            </a:prstGeom>
            <a:noFill/>
            <a:ln/>
          </p:spPr>
          <p:txBody>
            <a:bodyPr wrap="square" lIns="0" tIns="0" rIns="0" bIns="0" rtlCol="0" anchor="t"/>
            <a:lstStyle/>
            <a:p>
              <a:pPr algn="ctr" indent="0" marL="0">
                <a:lnSpc>
                  <a:spcPts val="1800"/>
                </a:lnSpc>
                <a:buNone/>
              </a:pPr>
              <a:r>
                <a:rPr lang="en-US" sz="1200" spc="0" kern="0" b="0" i="0" dirty="0">
                  <a:solidFill>
                    <a:srgbClr val="070154"/>
                  </a:solidFill>
                  <a:latin typeface="IBM Plex Sans"/>
                  <a:ea typeface="IBM Plex Sans"/>
                  <a:cs typeface="IBM Plex Sans"/>
                </a:rPr>
                <a:t>architecture-team</a:t>
              </a:r>
              <a:endParaRPr lang="en-US" sz="1200" spc="0" kern="0" b="0" i="0" dirty="0">
                <a:solidFill>
                  <a:srgbClr val="070154"/>
                </a:solidFill>
                <a:latin typeface="IBM Plex Sans"/>
                <a:ea typeface="IBM Plex Sans"/>
                <a:cs typeface="IBM Plex Sans"/>
              </a:endParaRPr>
            </a:p>
            <a:p>
              <a:pPr algn="ctr" indent="0" marL="0">
                <a:lnSpc>
                  <a:spcPts val="1800"/>
                </a:lnSpc>
                <a:buNone/>
              </a:pPr>
              <a:r>
                <a:rPr lang="en-US" sz="1200" spc="0" kern="0" b="0" i="0" dirty="0">
                  <a:solidFill>
                    <a:srgbClr val="070154"/>
                  </a:solidFill>
                  <a:latin typeface="IBM Plex Sans"/>
                  <a:ea typeface="IBM Plex Sans"/>
                  <a:cs typeface="IBM Plex Sans"/>
                </a:rPr>
                <a:t>productivity</a:t>
              </a:r>
              <a:endParaRPr lang="en-US" sz="1200" spc="0" kern="0" b="0" i="0" dirty="0">
                <a:solidFill>
                  <a:srgbClr val="070154"/>
                </a:solidFill>
                <a:latin typeface="IBM Plex Sans"/>
                <a:ea typeface="IBM Plex Sans"/>
                <a:cs typeface="IBM Plex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Eaglesoft Modernization Proposal discussion</dc:title>
  <dc:subject>PptxGenJS Presentation</dc:subject>
  <dc:creator>West Monroe</dc:creator>
  <cp:lastModifiedBy>West Monroe</cp:lastModifiedBy>
  <cp:revision>1</cp:revision>
  <dcterms:created xsi:type="dcterms:W3CDTF">2000-01-01T00:00:00Z</dcterms:created>
  <dcterms:modified xsi:type="dcterms:W3CDTF">2000-01-01T00:00:00Z</dcterms:modified>
</cp:coreProperties>
</file>