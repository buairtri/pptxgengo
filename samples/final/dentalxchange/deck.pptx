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charts/chart1.xml" ContentType="application/vnd.openxmlformats-officedocument.drawingml.chart+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2351edb-db35-003c-8a17-2eb47df7a89d}">
          <p14:sldIdLst>
            <p14:sldId id="256"/>
            <p14:sldId id="257"/>
            <p14:sldId id="258"/>
            <p14:sldId id="259"/>
          </p14:sldIdLst>
        </p14:section>
        <p14:section name="Executive Summary" id="{9ca9f281-fdfe-c462-5637-197057a6b7d7}">
          <p14:sldIdLst>
            <p14:sldId id="260"/>
            <p14:sldId id="261"/>
            <p14:sldId id="262"/>
            <p14:sldId id="263"/>
          </p14:sldIdLst>
        </p14:section>
        <p14:section name="Deliverables" id="{c47e8db0-2720-cb78-913b-d728eff5aa6b}">
          <p14:sldIdLst>
            <p14:sldId id="264"/>
          </p14:sldIdLst>
        </p14:section>
        <p14:section name="Practices map" id="{a982676d-c8e6-a88d-221e-d5f9f2b44d7d}">
          <p14:sldIdLst>
            <p14:sldId id="265"/>
            <p14:sldId id="266"/>
            <p14:sldId id="267"/>
          </p14:sldIdLst>
        </p14:section>
        <p14:section name="Activation summary" id="{a537595b-2d34-7efe-456a-57d44e2454e9}">
          <p14:sldIdLst>
            <p14:sldId id="268"/>
            <p14:sldId id="269"/>
            <p14:sldId id="270"/>
            <p14:sldId id="271"/>
          </p14:sldIdLst>
        </p14:section>
        <p14:section name="Activation roadmap" id="{1cf002c3-168c-98bc-006b-bb24e8b6526d}">
          <p14:sldIdLst>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Lst>
        </p14:section>
        <p14:section name="Graveyard" id="{921cfa89-32eb-039f-71f8-109fd71a0590}">
          <p14:sldIdLst>
            <p14:sldId id="297"/>
            <p14:sldId id="298"/>
            <p14:sldId id="299"/>
            <p14:sldId id="300"/>
            <p14:sldId id="301"/>
            <p14:sldId id="302"/>
            <p14:sldId id="303"/>
            <p14:sldId id="304"/>
            <p14:sldId id="305"/>
            <p14:sldId id="306"/>
            <p14:sldId id="307"/>
            <p14:sldId id="308"/>
            <p14:sldId id="309"/>
            <p14:sldId id="310"/>
            <p14:sldId id="311"/>
            <p14:sldId id="312"/>
          </p14:sldIdLst>
        </p14:section>
        <p14:section name="Engineering findings" id="{ceabea14-b181-41d9-55a2-b62f170522e0}">
          <p14:sldIdLst>
            <p14:sldId id="313"/>
            <p14:sldId id="314"/>
            <p14:sldId id="315"/>
            <p14:sldId id="316"/>
            <p14:sldId id="317"/>
            <p14:sldId id="318"/>
          </p14:sldIdLst>
        </p14:section>
        <p14:section name="Engineering plans appendix" id="{21de507a-6a8a-735c-b116-051415b6c615}">
          <p14:sldIdLst>
            <p14:sldId id="319"/>
            <p14:sldId id="320"/>
            <p14:sldId id="321"/>
            <p14:sldId id="322"/>
            <p14:sldId id="323"/>
            <p14:sldId id="324"/>
            <p14:sldId id="325"/>
            <p14:sldId id="326"/>
            <p14:sldId id="327"/>
            <p14:sldId id="328"/>
            <p14:sldId id="329"/>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
          <c:y val="0.056140350877192984"/>
          <c:w val="0.8279569892473119"/>
          <c:h val="0.8807017543859649"/>
        </c:manualLayout>
      </c:layout>
      <c:barChart>
        <c:barDir val="col"/>
        <c:grouping val="stacked"/>
        <c:varyColors val="0"/>
        <c:ser>
          <c:idx val="0"/>
          <c:order val="0"/>
          <c:tx>
            <c:strRef>
              <c:f>Sheet1!$B$1</c:f>
              <c:strCache>
                <c:ptCount val="1"/>
                <c:pt idx="0">
                  <c:v>Standard release</c:v>
                </c:pt>
              </c:strCache>
            </c:strRef>
          </c:tx>
          <c:spPr>
            <a:solidFill>
              <a:srgbClr val="070154"/>
            </a:solidFill>
            <a:ln w="12700" cap="flat">
              <a:solidFill>
                <a:srgbClr val="070154"/>
              </a:solidFill>
              <a:prstDash val="solid"/>
              <a:round/>
            </a:ln>
            <a:effectLst/>
          </c:spPr>
          <c:invertIfNegative val="0"/>
          <c:dLbls>
            <c:numFmt formatCode="#,##0;-#,##0;" sourceLinked="0"/>
            <c:txPr>
              <a:bodyPr/>
              <a:lstStyle/>
              <a:p>
                <a:pPr>
                  <a:defRPr b="1" i="0" strike="noStrike" sz="900" u="none">
                    <a:solidFill>
                      <a:srgbClr val="070154"/>
                    </a:solidFill>
                    <a:latin typeface="IBM Plex Mono SemiBold"/>
                  </a:defRPr>
                </a:pPr>
              </a:p>
            </c:txPr>
            <c:dLblPos val="ctr"/>
            <c:showLegendKey val="0"/>
            <c:showVal val="1"/>
            <c:showCatName val="0"/>
            <c:showSerName val="0"/>
            <c:showPercent val="0"/>
            <c:showBubbleSize val="0"/>
            <c:showLeaderLines val="0"/>
          </c:dLbls>
          <c:cat>
            <c:multiLvlStrRef>
              <c:f>Sheet1!$A$2:$A$4</c:f>
              <c:multiLvlStrCache>
                <c:ptCount val="3"/>
                <c:lvl>
                  <c:pt idx="0">
                    <c:v>2024</c:v>
                  </c:pt>
                  <c:pt idx="1">
                    <c:v>2025</c:v>
                  </c:pt>
                  <c:pt idx="2">
                    <c:v>2026 (to Sep 1)</c:v>
                  </c:pt>
                </c:lvl>
              </c:multiLvlStrCache>
            </c:multiLvlStrRef>
          </c:cat>
          <c:val>
            <c:numRef>
              <c:f>Sheet1!$B$2:$B$4</c:f>
              <c:numCache>
                <c:formatCode>General</c:formatCode>
                <c:ptCount val="3"/>
                <c:pt idx="0">
                  <c:v>17</c:v>
                </c:pt>
                <c:pt idx="1">
                  <c:v>23</c:v>
                </c:pt>
                <c:pt idx="2">
                  <c:v>15</c:v>
                </c:pt>
              </c:numCache>
            </c:numRef>
          </c:val>
        </c:ser>
        <c:ser>
          <c:idx val="1"/>
          <c:order val="1"/>
          <c:tx>
            <c:strRef>
              <c:f>Sheet1!$C$1</c:f>
              <c:strCache>
                <c:ptCount val="1"/>
                <c:pt idx="0">
                  <c:v>Patch</c:v>
                </c:pt>
              </c:strCache>
            </c:strRef>
          </c:tx>
          <c:spPr>
            <a:solidFill>
              <a:srgbClr val="F900D3"/>
            </a:solidFill>
            <a:ln w="12700" cap="flat">
              <a:solidFill>
                <a:srgbClr val="070154"/>
              </a:solidFill>
              <a:prstDash val="solid"/>
              <a:round/>
            </a:ln>
            <a:effectLst/>
          </c:spPr>
          <c:invertIfNegative val="0"/>
          <c:dLbls>
            <c:numFmt formatCode="#,##0;-#,##0;" sourceLinked="0"/>
            <c:txPr>
              <a:bodyPr/>
              <a:lstStyle/>
              <a:p>
                <a:pPr>
                  <a:defRPr b="1" i="0" strike="noStrike" sz="900" u="none">
                    <a:solidFill>
                      <a:srgbClr val="070154"/>
                    </a:solidFill>
                    <a:latin typeface="IBM Plex Mono SemiBold"/>
                  </a:defRPr>
                </a:pPr>
              </a:p>
            </c:txPr>
            <c:dLblPos val="ctr"/>
            <c:showLegendKey val="0"/>
            <c:showVal val="1"/>
            <c:showCatName val="0"/>
            <c:showSerName val="0"/>
            <c:showPercent val="0"/>
            <c:showBubbleSize val="0"/>
            <c:showLeaderLines val="0"/>
          </c:dLbls>
          <c:cat>
            <c:multiLvlStrRef>
              <c:f>Sheet1!$A$2:$A$4</c:f>
              <c:multiLvlStrCache>
                <c:ptCount val="3"/>
                <c:lvl>
                  <c:pt idx="0">
                    <c:v>2024</c:v>
                  </c:pt>
                  <c:pt idx="1">
                    <c:v>2025</c:v>
                  </c:pt>
                  <c:pt idx="2">
                    <c:v>2026 (to Sep 1)</c:v>
                  </c:pt>
                </c:lvl>
              </c:multiLvlStrCache>
            </c:multiLvlStrRef>
          </c:cat>
          <c:val>
            <c:numRef>
              <c:f>Sheet1!$C$2:$C$4</c:f>
              <c:numCache>
                <c:formatCode>General</c:formatCode>
                <c:ptCount val="3"/>
                <c:pt idx="0">
                  <c:v>0</c:v>
                </c:pt>
                <c:pt idx="1">
                  <c:v>0</c:v>
                </c:pt>
                <c:pt idx="2">
                  <c:v>11</c:v>
                </c:pt>
              </c:numCache>
            </c:numRef>
          </c:val>
        </c:ser>
        <c:ser>
          <c:idx val="2"/>
          <c:order val="2"/>
          <c:tx>
            <c:strRef>
              <c:f>Sheet1!$D$1</c:f>
              <c:strCache>
                <c:ptCount val="1"/>
                <c:pt idx="0">
                  <c:v>Off-version release</c:v>
                </c:pt>
              </c:strCache>
            </c:strRef>
          </c:tx>
          <c:spPr>
            <a:solidFill>
              <a:srgbClr val="00E8FA"/>
            </a:solidFill>
            <a:ln w="12700" cap="flat">
              <a:solidFill>
                <a:srgbClr val="070154"/>
              </a:solidFill>
              <a:prstDash val="solid"/>
              <a:round/>
            </a:ln>
            <a:effectLst/>
          </c:spPr>
          <c:invertIfNegative val="0"/>
          <c:dLbls>
            <c:numFmt formatCode="#,##0;-#,##0;" sourceLinked="0"/>
            <c:txPr>
              <a:bodyPr/>
              <a:lstStyle/>
              <a:p>
                <a:pPr>
                  <a:defRPr b="1" i="0" strike="noStrike" sz="900" u="none">
                    <a:solidFill>
                      <a:srgbClr val="070154"/>
                    </a:solidFill>
                    <a:latin typeface="IBM Plex Mono SemiBold"/>
                  </a:defRPr>
                </a:pPr>
              </a:p>
            </c:txPr>
            <c:dLblPos val="ctr"/>
            <c:showLegendKey val="0"/>
            <c:showVal val="1"/>
            <c:showCatName val="0"/>
            <c:showSerName val="0"/>
            <c:showPercent val="0"/>
            <c:showBubbleSize val="0"/>
            <c:showLeaderLines val="0"/>
          </c:dLbls>
          <c:cat>
            <c:multiLvlStrRef>
              <c:f>Sheet1!$A$2:$A$4</c:f>
              <c:multiLvlStrCache>
                <c:ptCount val="3"/>
                <c:lvl>
                  <c:pt idx="0">
                    <c:v>2024</c:v>
                  </c:pt>
                  <c:pt idx="1">
                    <c:v>2025</c:v>
                  </c:pt>
                  <c:pt idx="2">
                    <c:v>2026 (to Sep 1)</c:v>
                  </c:pt>
                </c:lvl>
              </c:multiLvlStrCache>
            </c:multiLvlStrRef>
          </c:cat>
          <c:val>
            <c:numRef>
              <c:f>Sheet1!$D$2:$D$4</c:f>
              <c:numCache>
                <c:formatCode>General</c:formatCode>
                <c:ptCount val="3"/>
                <c:pt idx="0">
                  <c:v>0</c:v>
                </c:pt>
                <c:pt idx="1">
                  <c:v>0</c:v>
                </c:pt>
                <c:pt idx="2">
                  <c:v>2</c:v>
                </c:pt>
              </c:numCache>
            </c:numRef>
          </c:val>
        </c:ser>
        <c:ser>
          <c:idx val="3"/>
          <c:order val="3"/>
          <c:tx>
            <c:strRef>
              <c:f>Sheet1!$E$1</c:f>
              <c:strCache>
                <c:ptCount val="1"/>
                <c:pt idx="0">
                  <c:v>Rollback</c:v>
                </c:pt>
              </c:strCache>
            </c:strRef>
          </c:tx>
          <c:spPr>
            <a:solidFill>
              <a:srgbClr val="1DD566"/>
            </a:solidFill>
            <a:ln w="12700" cap="flat">
              <a:solidFill>
                <a:srgbClr val="070154"/>
              </a:solidFill>
              <a:prstDash val="solid"/>
              <a:round/>
            </a:ln>
            <a:effectLst/>
          </c:spPr>
          <c:invertIfNegative val="0"/>
          <c:dLbls>
            <c:numFmt formatCode="#,##0;-#,##0;" sourceLinked="0"/>
            <c:txPr>
              <a:bodyPr/>
              <a:lstStyle/>
              <a:p>
                <a:pPr>
                  <a:defRPr b="1" i="0" strike="noStrike" sz="900" u="none">
                    <a:solidFill>
                      <a:srgbClr val="070154"/>
                    </a:solidFill>
                    <a:latin typeface="IBM Plex Mono SemiBold"/>
                  </a:defRPr>
                </a:pPr>
              </a:p>
            </c:txPr>
            <c:dLblPos val="ctr"/>
            <c:showLegendKey val="0"/>
            <c:showVal val="1"/>
            <c:showCatName val="0"/>
            <c:showSerName val="0"/>
            <c:showPercent val="0"/>
            <c:showBubbleSize val="0"/>
            <c:showLeaderLines val="0"/>
          </c:dLbls>
          <c:cat>
            <c:multiLvlStrRef>
              <c:f>Sheet1!$A$2:$A$4</c:f>
              <c:multiLvlStrCache>
                <c:ptCount val="3"/>
                <c:lvl>
                  <c:pt idx="0">
                    <c:v>2024</c:v>
                  </c:pt>
                  <c:pt idx="1">
                    <c:v>2025</c:v>
                  </c:pt>
                  <c:pt idx="2">
                    <c:v>2026 (to Sep 1)</c:v>
                  </c:pt>
                </c:lvl>
              </c:multiLvlStrCache>
            </c:multiLvlStrRef>
          </c:cat>
          <c:val>
            <c:numRef>
              <c:f>Sheet1!$E$2:$E$4</c:f>
              <c:numCache>
                <c:formatCode>General</c:formatCode>
                <c:ptCount val="3"/>
                <c:pt idx="0">
                  <c:v>0</c:v>
                </c:pt>
                <c:pt idx="1">
                  <c:v>0</c:v>
                </c:pt>
                <c:pt idx="2">
                  <c:v>2</c:v>
                </c:pt>
              </c:numCache>
            </c:numRef>
          </c:val>
        </c:ser>
        <c:dLbls>
          <c:numFmt formatCode="#,##0;-#,##0;" sourceLinked="0"/>
          <c:txPr>
            <a:bodyPr/>
            <a:lstStyle/>
            <a:p>
              <a:pPr>
                <a:defRPr b="1" i="0" strike="noStrike" sz="900" u="none">
                  <a:solidFill>
                    <a:srgbClr val="070154"/>
                  </a:solidFill>
                  <a:latin typeface="IBM Plex Mono SemiBold"/>
                </a:defRPr>
              </a:pPr>
            </a:p>
          </c:txPr>
          <c:dLblPos val="ctr"/>
          <c:showLegendKey val="0"/>
          <c:showVal val="1"/>
          <c:showCatName val="0"/>
          <c:showSerName val="0"/>
          <c:showPercent val="0"/>
          <c:showBubbleSize val="0"/>
          <c:showLeaderLines val="0"/>
        </c:dLbls>
        <c:gapWidth val="56"/>
        <c:overlap val="100"/>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
Product and R&amp;D
Operating Model
Validate, improve, and activate
Phase 1 Final Deliverable
October 2026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SOURCE PRESERVATION — original slide 2
01
02
03
Agenda
Executive Summary
Deliverables
Recommended Next Phase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pdlc_stage field and review decision record of each template, and the Commercialization Framework (the Concord). Concord mapping: Identify = Concept &amp; Strategy (G0); Define = Design &amp; Viability (G1 funds the build, G2 commits capacity on the solution design brief and delivery plan); Build = Build (G4 Commercial Readiness sign-off); Release = Beta and, where needed, Pilot; Go-to-Market = Launch (G5); Optimize = post-launch review (G6). G3 certification is conditional and runs in parallel when new payers or partners are involved. Implication: G2 commits capacity on the solution design brief and delivery plan, which is the content of the Technical Implementation Plan. The plan should therefore start before the capacity commitment, at the end of Define, even though the template places it in Build. Practices Map row: Prioritization sits inside the Opportunity Brief review decision, and Optimize corresponds to the Measurement and feedback row. Decision-makers follow the templates; the ownership matrix on the next slide still needs to be aligned for the Feature Brief, Technical Implementation Plan, and Testing plan approvers. AI row: agents documented in the Reconcile AI Agentic Spec-Driven Delivery document (the Release Agent is deferred until Product defines its outputs); none are documented yet for Identify, Define, Go-to-Market, or Optimize. The Technical Implementation Plan's section 6 requires named human review for any AI-assisted work.
Working rules come from the README's evidence and decision rules; the step-by-step usage instructions stay in the README itself.
The Build cell also reflects the QA working session: QA uses Claude to create tests and diagnose failures, with access currently limited to some full-time staff.
SOURCE PRESERVATION — original slide 3
Implementation templates: when and how to use them
Each template opens at a lifecycle stage and closes with a named decision. Testing and release planning start early and run in parallel.
IMPLEMENTATION TEMPLATES
   Review decision      Sequential chain      Runs in parallel
PDLC stage
Identify
Define
Build
Release
Go-to-Market
Optimize
DXC Concord gates
Concept &amp; Strategy · G0
Design &amp; Viability · G1, G2
Build · G4
Beta / Pilot
Launch · G5
Post-launch review · G6
Practices Map
Opportunity + Prioritization
Definition
Build
Release
GTM
Measurement and feedback
01 Opportunity Brief
   Senior leader: worth defining?
02 Product Brief
   Senior leader approves direction
03 Feature Brief
   Product, Engineering, and QA or Design: ready to build
04 Technical Implementation Plan
   Engineering + reviewers: ready to execute
05 Testing, QA, and UAT Plan
Starts in Define  ·     Test evidence supports release readiness; Product accepts UAT
06 Initial Release and GTM Plan
Starts in Define  ·     Go, Revise, Hold, or Stop per phase; expansion is a new decision in Optimize
Where AI can assist today
Human review required. Agents in use in Reconcile AI; Claude in use by QA.
Recon agents draft the spec, stories, and tests. QA uses Claude to create tests and diagnose failures.
Delivery Report Agent traces test  evidence to the spec; Release Agent (paused) drafts release notes.
—
—
—
—
Working rules:  Decision points, not paperwork: every review ends in Approve, Revise, Hold, or Stop   ·   Link to Jira, design, and test systems; don't copy them   ·   Unknowns stay visible, with an owner and a date   ·   Product and Engineering agree before any customer, scope, or date commitment
Sameer to review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SOW Deliverable 3. The roadmap should sequence recommendations by value, urgency, feasibility, and dependency, with proposed owners and initial measures.
SOURCE PRESERVATION — original slide 4
DELIVERABLE 03
Prioritized Operating Model Recommendations and Activation Roadmap
A sequenced path for practices, decision rights, roles, measures, and feedback loops that can support scale.
NOW, NEXT, AND FUTURE ACTIONS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5
Executive Summary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6
Executive summary
DXC is at an inflexion point with plans to become a SaaS business. The ability to make progress on a multifaceted business strategy with coordinated and coupled product and engineering teams is critical in realizing that ambition.
What we saw
What should be done
Decision path is inconsistent
Signals do not move consistently from opportunity brief to PRD, epic, technical design, and implementation plan.
Platform maturity is uneven
Reconcile AI leads on technical design and test automation; Core still relies on manual regression and has had 15 unplanned changes to-date in 2026.
Evidence arrives too late
Delivery is not measured end to end, and release validation plus post-launch learning are not yet a consistent feedback loop.
NOW
4-6 weeks
Define strategy, outcome measures, and six-month roadmaps for all products in a four-week spike. Improve quality, testing, and release readiness in parallel. Introduce lifecycle skills and templates and support usage / adoption.
NEXT
1–3 months
Execute roadmaps and use customer and business evidence to adjust priorities. Improve engineering efficiency and handoffs across the lifecycle. Develop the new business strategy in parallel. Roll updated engineering practices out to core teams.
FUTURE
January
Refresh outcomes and product roadmaps against the new business strategy in January. Execute through the upgraded lifecycle and use outcome measures to guide subsequent decisions.
Use evidence to extend what works
Use early signals to decide what becomes standard practice and what needs further iteration.
What’s needed from leadership
Name owners
One accountable owner for each product and engineering activation.
Approve pilots
Confirm pods for additional activation.
Set guardrails
Agree on the principles and ownership that will guide new delivery practices.
Drive data visibility
Jira, release, test-data, and usage access for core product areas.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7
Discovery Sessions
The West Monroe teams conduct a dozen+ focused sessions across Engineering, Quality/UAT, Release, and Product resources from DXC
Name
Function
Avinash Manjunath
Engineering
Amal Endal
Engineering
Derrick Boyd
Quality
Allys Fritz
UAT
Mehdi Razavi
UAT
Ashok Kalyani
Release
Archana Sabapathy
Product
Troy Andrews
Product
Sapna Sathyanarayana
Product
Paul Smith
Engineering
Navin Narayanan
Product
Bob Franceschini
Engineering
In addition to the focused sessions, WM also conducted a collaborative session with the core project group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8
Implementation roadmap
PDLC stage
Identify
Define
Build
Release
Go-to-Market
Optimize
Outcome-based priorities now, with the new business strategy feeding into the process in January
Bars show PDLC coverage. Rows show the rollout sequence.
FIRST 4 WEEKS
Product strategy spike
All products: strategy, outcome measures, and six-month roadmaps
IN PARALLEL
Quality, test &amp; release
Improve quality, test coverage, staging validation, and release readiness
EARLY
Lifecycle skills pack
Use skills and guided templates across the lifecycle to fill capability gaps while hiring
THEN
Product execution
Run the roadmap, review outcome metrics, and adjust priorities using customer and business evidence
THEN
Engineering efficiency
Reduce delivery friction and improve engineering handoffs across the rest of the lifecycle
IN PARALLEL
Business strategy
Develop the new business strategy
JANUARY
Strategy integration
Refresh outcomes and roadmaps, then execute the new business strategy through the upgraded process
Product
Engineering
Both / other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9
Deliverables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10
Three deliverables, one working structure
Validated Product and R&amp;D Practices Map
A maturity-based view of observed strengths, gaps, and opportunities.
Activation Summary
A record of bounded changes tested in live work, early signals, and the activation playbook.
Prioritized Operating Model Recommendations and Activation Roadmap
Recommended practices, decision rights, roles, measures, feedback loops, owners, and dependencies.
Working inputs already surfaced: internal signals, opportunity briefs, PRDs, feature briefs, epics, implementation plans, agentic delivery patterns, and early interview themes.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11
Practices Map
Current state of practices across the PDLC
DELIVERABLE 01
Practice area
Identify
Define
Build
Release
GTM
Optimize
Customer evidence
Emerging
-
-
-
-
-
Roadmap and prioritization
Developing
-
-
-
-
-
Ownership and decisions
-
Developing
-
-
-
Emerging
Product definition and design
-
Developing
Developing
-
-
Emerging
Product and Engineering delivery
-
-
Variable / pocket
-
-
-
Release validation
-
-
-
Emerging
-
-
Commercialization and enablement
-
-
-
Developing
Developing
Emerging
Measurement and feedback
-
-
-
-
Developing
-
AI-enabled delivery
Emerging
Developing
Leading pocket
Developing
-
-
Ratings are working hypotheses based on limited conversations and observations with DXC team.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12
Engineering practices by platform
Maturity varies widely between core platform and the Reconcile AI project.
DELIVERABLE 01
Sources: engineering and release working sessions, engineering survey (n=44), 2024–2026 release calendar. Working hypotheses to validate with Engineering.
Engineering practice
Core platform (Java)
New platform: Reconcile AI
New platform: other pods
Evidence so far
Technical design and architecture
Emerging
Leading pocket
To validate
No owned design step before build (readout finding 04); Core design knowledge sits with a small group. Recon: Architectural Specification template, Team Lead signs.
AI-assisted build
Developing
Leading pocket
Variable
Core: Copilot in IntelliJ since January 2026, all gates human. Recon: epic-level agent pipeline. Other pods: developer-led, mostly unit tests.
Test automation
Emerging
Leading pocket
Variable
Core regression is manual with one QA. Recon agents write Jest, Playwright, and Postman tests per story. XConnect ~100%; other pods partially automated.
Release engineering and promotion
Developing
Developing
To validate
Builds are tracked by ID, but release-night branch merges suggest production may be rebuilt rather than promoted: to confirm. Some new products not yet in CAB.
Environments, access, and test data
Emerging
Emerging
Emerging
Survey: access delays, late test data, no read-only database access for troubleshooting. Recon waited months for production-like data.
Operability and run lane
Developing
To validate
To validate
DevOps, SRE, and incident roles are in place, but half of 2026 Core changes fell outside cadence; at least 5 of 11 patches were expired credentials or certificates.
Delivery measurement
Emerging
Emerging
Emerging
Core plans in story points (~65 per sprint). Recon has proposed cycle time by stage, CFD, and control charts, not yet running. No DORA-style measures.
Continuity and knowledge sharing
Emerging
Emerging
Emerging
On both platforms, review, technical direction, and approvals rely on a few senior people; onboarding paths are thin. New onshore leads are being added.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13
Three deliverables, one working structure
Validated Product and R&amp;D Practices Map
A maturity-based view of observed strengths, gaps, and opportunities.
Activation Summary
A record of bounded changes tested in live work, early signals, and the activation playbook.
Prioritized Operating Model Recommendations and Activation Roadmap
Recommended practices, decision rights, roles, measures, feedback loops, owners, and dependencies.
Working inputs already surfaced: internal signals, opportunity briefs, PRDs, feature briefs, epics, implementation plans, agentic delivery patterns, and early interview themes.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14
Activation Summary: from signal to implementation plan
A working definition path to test in one selected live initiative, now with an Engineering-owned design step before the plan.
DELIVERABLE 02
Internal signal
Customer, support, operations, research, or engineering evidence.
Opportunity brief
Problem, evidence, outcome, decision, and why now.
Product brief / PRD
User need, success measure, scope, and design context.
Feature brief / epic
Decomposition, acceptance, ownership, and dependencies.
Technical design
Architecture, data flow, PHI, security, effort, and risk. Engineering signs.
Implementation plan
Sequence, validation, release evidence, and feedback.
Test intent: make decision logic, feasibility, design context, and evidence visible before the team commits to delivery scope.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15
Activation Summary: bounded tests
Three practical tests that create evidence for the operating model recommendations.
DELIVERABLE 02
Bounded test
What changes
Evidence to capture
Activation playbook
Opportunity signal funnel
Run one internal signal through an opportunity brief with an outcome and decision criterion.
Signal quality, decision speed, and next-step clarity.
Weekly review with Product, Engineering, and the initiative owner.
Product definition path
Carry one opportunity brief through product brief / PRD, feature brief, epic, technical design and implementation plan.
Handoff quality, rework, design context, and decision clarity.
Joint Product and Engineering review before commitment.
Ship with proof
Define the smallest release evidence path before the next release or client-facing test.
Validation coverage, issues found earlier, and owner clarity.
Evidence review before release, followed by post-launch learning.
Complete the activation record after each test: change made, result or early signal, open question, and recommendation for continued use.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16
Selected initiatives: engineering baseline
The two SOW initiatives sit at opposite ends of the lifecycle, so the bounded tests cover both.
DELIVERABLE 02
Recon AI tests release evidence and agentic scale; the Rules Engine tests an Engineering-informed commitment before a date is set.
Baseline
Reconcile AI: ERA / EFT enrollment and KYC
Custom Claim Submission Rules Engine
Stage today
In build. MVP release targeted for November 2026.
Discovery done; ready for a formal commercialization kickoff. Rough estimate for an MVP toward year-end.
Artifacts in place
PRD, Figma designs, Architectural Specification, Technical User Stories, UAT design, and an active Jira project.
PRD and a Portfolio Governance Board deck. No Jira epic yet.
Platform and team
New platform (Node.js, Angular, NX monorepo) on AWS. Team lead, about four developers, and one DevSecOps/QA person.
Undecided: its own Jira project and team, or inside the Core team's work. Sits in the partner and client-driven lane (Aspen / TeamTAG).
Delivery model
Agentic spec-driven pipeline at the epic level; Kanban and flow metrics proposed; promotion still on the two-week cycle.
Not set. Depends on the platform decision: Core runs Scrum with story points; the new platform is moving to epic-level Kanban.
Engineering question to resolve
How release evidence and review scale when epic PRs reach 100–145 files and DevSecOps runs at a WIP limit of 2.
Which platform it lands on, what Core capacity it displaces, and whether the year-end date carries Engineering-informed effort and risk.
Activation tests it can carry
Ship with proof  ·  Governed agentic delivery
Opportunity signal funnel  ·  Product definition path  ·  Outcome-led prioritization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17
Three deliverables, one working structure
Validated Product and R&amp;D Practices Map
A maturity-based view of observed strengths, gaps, and opportunities.
Activation Summary
A record of bounded changes tested in live work, early signals, and the activation playbook.
Prioritized Operating Model Recommendations and Activation Roadmap
Recommended practices, decision rights, roles, measures, feedback loops, owners, and dependencies.
Working inputs already surfaced: internal signals, opportunity briefs, PRDs, feature briefs, epics, implementation plans, agentic delivery patterns, and early interview themes.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18
Activation Roadmap: product track
Each product recommendation starts in one pilot initiative, then extends on the same Now, Next, and Future horizons.
DELIVERABLE 03
Pilot first, measure, then extend: a recommendation moves to the next initiative once its measure shows it works.
Recommendation
Pilot initiative
Now
Next
Future
Owner
01 Outcome-led prioritization
Rules Engine
Apply the decision criteria and Engineering-informed effort and risk to the Rules Engine's year-end commitment.
Protect capacity for support, patches, and escalations; show a credible 3-4 sprint view.
Portfolio decisions use outcome, capacity, and predictability evidence on every pod.
Product leadership, Engineering leadership
02 Product management as business ownership
Reconcile AI
Map decision rights and name one PM owner for the outcome and learning loop.
Review adoption, customer evidence, and business results alongside delivery after the November MVP.
PM accountability for outcomes and learning, separate from backlog work, on every pod.
Product leadership
03 Opportunity brief to implementation path
Rules Engine
Take the Rules Engine through the Opportunity, Product, and Feature Briefs and the Technical Plan.
Use the templates and their review decisions for the next new initiatives.
One definition path across pods, aligned with the Concord gates.
Product, Engineering
04 Earlier cross-functional collaboration
Rules Engine
Set the date and minimum team for a pre-commitment session on the Rules Engine.
Run the session with Product, UX, Engineering, QA, Release, and Operations; keep one shared record of open questions.
A pre-commitment review on every pod, tracking wait time and rework.
Product, Engineering
05 Ship with proof feedback loop
Reconcile AI
Name Reconcile AI's highest-risk client workflow ahead of the November MVP.
Define the smallest release evidence path; review evidence before release; compare issues before and after.
Post-launch results and adoption feed the next roadmap decision on every pod.
Product, Release, Operations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19
First experiment: PRD to tech spec to release
One bounded chain that tests the technical design step, agent reuse beyond Reconcile AI, and release evidence.
ENGINEERING · FIRST EXPERIMENT
RULES ENGINE
PRD
The existing PRD, with no epic yet. Product confirms scope and the success measure.
QUALITY BUCKET
Tech spec
The Architecture Design Agent drafts the spec and technical stories; the Team Lead reviews and signs.
RELEASE BUCKET
Release evidence
Product defines what the Release Agent produces: release notes, PRD reconciliation, and destinations.
WHAT WE LEARN
Whether the agent's template works outside Reconcile AI.
How long PRD to signed spec takes with a human gate.
What Product needs from release evidence to unblock the Release Agent.
WATCH-OUTS
The Rules Engine platform is undecided; if it lands on Core, the template may need adjusting.
The sanctioned AI tools and PHI rule must be in place first.
Ways of working only: no production-system change.
Owner: Product + Engineering Team Lead  |  Buckets: Quality (tech spec) and Release (Release Agent)  |  Measure: time from PRD to signed spec, rework after review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20
Activation Roadmap: engineering track
Each engineering recommendation starts in one pilot pod, then extends on the same Now, Next, and Future horizons.
DELIVERABLE 03
Pilot first, measure, then extend: a recommendation moves to the next pod once its measure shows it works.
Recommendation
Pilot pod
Now
Next
Future
Owner
E1 Release stability and production quality
Core
Root-cause review of the 15 unplanned 2026 changes; credential and certificate inventory with owners.
Review after every patch or rollback; expiry alerts; same-artifact promotion; new products into CAB.
Change failure rate, restore time, and repeat causes tracked on every pod.
Engineering leadership, Release/DevOps, Quality
E2 Quality and test automation
Core
Map the highest-risk regression workflows and the manual effort per release.
Automate those workflows; extend Recon's test patterns to Eligibility AI and Pay Connect.
Automated regression as a release entry criterion on every pod.
Quality leadership, Engineering leads
E3 Environments, access, and test data
Reconcile AI, Rules Engine
Log who waits for access and test data, for what, and for how long.
Masked, production-like data for Recon; read-only diagnostic access, including offshore.
Self-service environments and access on every pod.
DevOps/Infrastructure, Security
E4 Delivery measurement
Core, Reconcile AI
Baseline release frequency, lead time, change failure rate, and time to restore.
Recon flow metrics live; one monthly delivery view, vendor team included.
Measures inform prioritization and portfolio decisions.
Engineering leadership
E5 Governed agentic delivery
Reconcile AI
Classify pipeline steps (automate, assist, human review); name sanctioned tools for PHI work.
Extend to Eligibility AI with an agent registry; light pilot on Core; December rollout.
Scale what improves speed and quality together.
Engineering, Product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21
Engineering Priority: Quality
Build quality in from the spec, and prove the change with measures leadership can see.
ENGINEERING · QUALITY
STATUS TODAY
Defects reach production: at least 3 in 2026, plus 2 rollbacks, in the Core calendar.
Only Reconcile AI has an owned technical design step before build.
Delivery is not measured end to end, and the vendor team is not measured on delivery.
NOW   Pilot: Rules Engine, Core, Reconcile AI
First experiment: take the Rules Engine PRD to a tech spec with the Architecture Design Agent, reviewed and signed by the Team Lead.
Baseline release frequency, lead time, change failure rate, and time to restore from the calendar and Jira.
NEXT
A lightweight tech spec template for Core.
Recon's flow metrics live, and one monthly quality view with the vendor team included.
FUTURE
Quality measures inform prioritization and portfolio decisions.
Agentic lens:  the Architecture Design Agent drafts the spec from the PRD; people review and sign before any build starts.
Owner: Engineering leadership + Product  |  Measure: change failure rate, escaped defects, and lead time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22
Engineering Priority: Test
Move quality checks earlier and remove the waits that slow validation.
ENGINEERING · TEST
STATUS TODAY
Core regression is manual, with limited QA capacity.
Reconcile AI's verification agents write Jest, Playwright, and Postman tests per story.
XConnect is ~100% automated; other pods are partially automated.
Teams wait for access, test data, and read-only diagnostics; Recon waited months for production-like data.
QA uses Claude to create tests and diagnose failures; access is limited to some full-time staff.
NOW   Pilot: Core, Reconcile AI, Rules Engine
Map Core's highest-risk regression workflows, using the Release root-cause categories.
Log who waits for access and test data, for what, and for how long.
NEXT   Automated quality
Automate Core's highest-risk workflows first.
Extend Recon's test agents to Eligibility AI and Pay Connect.
Masked, production-like test data and a read-only diagnostic access path.
FUTURE
Automated regression as a release entry criterion on every pod.
Self-service environments and access.
Agentic lens:  Recon agents write and trace tests; QA uses Claude to draft tests and diagnose failures, time-boxed and reviewed before every PR.
Owner: Quality leadership + DevOps/Infrastructure + Security  |  Measure: automated coverage of high-risk workflows, escaped defects, wait time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23
Engineering Priority: Release
Stop repeat causes of unplanned changes and make every release repeatable.
ENGINEERING · RELEASE
STATUS TODAY
Core engineering reports 62 releases through September 1, 15 of them patches; in the calendar, half of 2026 release events were unplanned.
Release-night branch merges suggest production may be rebuilt rather than promoted.
Some new products are not yet in the CAB process.
Credential and certificate changes ship as patches.
NOW   Pilot: Core, Reconcile AI
Root-cause review of the 15 unplanned 2026 changes, classified by cause.
Inventory of credentials and certificates with expiry dates and owners.
Product defines what the Release Agent should produce: release notes, PRD reconciliation, destinations.
NEXT
Promote the same validated artifact across environments.
Expiry alerts and a standard review after every patch or rollback.
Onboard new products to CAB; clarify how the release rule applies to code behind a switch.
Release Agent running in Reconcile AI's staging validation.
FUTURE
On-demand releases for low-risk changes, gated by automated evidence.
Release Agent pattern on every pod.
Agentic lens:  the Release Agent reconciles delivered work against the PRD and drafts release notes, so release evidence is produced, not assembled.
Owner: Engineering leadership + Release/DevOps  |  Measure: share of unplanned changes, rollbacks, and repeat causes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24
Evidence behind the map
Select observations from this phase suggest some foundations to build on within engineering with significant gaps in product
OBSERVED STRENGTHS
Pockets worth scaling
Portfolio governance and commercialization gates are emerging.
Reconcile AI shows a leading agentic delivery pocket.
Engineering skills, MSPs, and a Git-based source of truth are documented.
OBSERVED GAPS
Constraints to resolve
Customer commitments and late scope changes reduce predictability.
Product ownership often centers on intake, backlog, and sprint scope.
Engineering, UX, QA, Release, and Operations often join after key commitments.
MAPPED OPPORTUNITIES
Future-state themes
Outcome-led prioritization and protected capacity.
Product management as business ownership.
Earlier cross-functional collaboration.
Governed, reusable agentic delivery across the lifecycle.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25
Recommendations summary: what should be done
DELIVERABLE 03
Recommendation
What should be done
Activation horizon
Outcome-led prioritization
Set decision criteria, protect capacity, and make 3-4 sprint visibility credible before commitments are made.
Immediate
Product management as business ownership
Clarify PM accountability for evidence, outcomes, roadmap, adoption, and learning beyond backlog administration.
Immediate
Opportunity brief to implementation path
Standardize the artifact and decision path from internal signal through PRD, feature brief, epic, technical design, and implementation plan.
Immediate
Earlier cross-functional collaboration
Bring UX, Engineering, QA, Release, and Operations into feasibility, evidence, and living documentation earlier.
Near-term
Governed agentic delivery
Define reusable, human-supervised AI practices and measures from discovery through post-launch learning.
Future
The detailed pages below define the action, owner, decision rights, dependencies, measures, and first activation step for each theme.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26
Outcome-led prioritization
Make priority and commitment decisions from evidence about outcomes, feasibility, and capacity.
RECOMMENDATION 01
WHAT SHOULD BE DONE
Set explicit decision criteria for value, urgency, feasibility, and dependency before commitments are made.
Protect capacity for high-value work, with an explicit allocation for support, patches, and escalations and show a credible 3-4 sprint view.
Require Engineering-informed effort and risk input before customer dates become commitments.
HOW TO ACTIVATE IT
Select one live initiative and apply the criteria to the next prioritization decision.
Compare the committed scope with evidence and capacity, then record the trade-off.
Review predictability, scope changes, and rework in the activation cadence, using flow data where teams have moved off story points.
Owner: Product leadership + Engineering leadership | Dependency: roadmap, customer commitments, capacity data | Measure: commitment predictability, late scope change rate, and share of capacity spent on unplanned work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27
Product management as business ownership
Shift Product accountability toward customer evidence, outcomes, roadmap, adoption, and learning.
RECOMMENDATION 02
WHAT SHOULD BE DONE
Define what Product owns from opportunity through post-launch learning, separate from backlog administration.
Clarify decision rights across Product Manager, Product Owner, Engineering Lead, Sales, and Operations.
Use the opportunity brief and PRD to carry business context and decision logic into delivery.
HOW TO ACTIVATE IT
Map current decision rights and identify one gap that slows the live initiative.
Assign a PM owner for the initiative's outcome and learning loop.
Review adoption, customer evidence, and business results in the same cadence as delivery progress.
Owner: Product leadership | Dependency: role clarity, customer and usage data, outcome measures | Measure: decisions supported by evidence and post-launch learning captured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28
Opportunity brief to implementation path
Make the decision path from an internal signal to an implementation plan visible and repeatable.
RECOMMENDATION 03
WHAT SHOULD BE DONE
Standardize the minimum content for an opportunity brief: problem, evidence, outcome, decision, and why now.
Carry the decision logic through product brief or PRD, feature brief, epic, technical design and implementation plan.
Make ownership, acceptance, design context, dependencies, and release evidence explicit before delivery scope is committed.
HOW TO ACTIVATE IT
Select one internal signal from a live initiative and complete the opportunity brief.
Review the brief with Product, Engineering, UX, and the initiative sponsor before creating the PRD.
Trace the same decision through the feature brief, epic, technical design and implementation plan, then record handoff gaps and rework.
Owner: Product + Engineering | Dependency: shared templates, architectural spec template, design context, initiative sponsor | Measure: handoff quality, rework, and decision clarity before commitment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29
Earlier cross-functional collaboration
Bring the right people and evidence into feasibility work before commitments harden.
RECOMMENDATION 04
WHAT SHOULD BE DONE
Define the minimum cross-functional team and artifact set required before a commitment is ready.
Include Product, UX, Engineering, QA, Release, and Operations in early feasibility and evidence work.
Maintain living documentation in a source of truth that supports handoffs and reuse.
HOW TO ACTIVATE IT
Choose one initiative and run a pre-commitment working session.
Capture the open feasibility, design, release, and operational questions in one shared record.
Measure wait time, rework, and late discovery of issues before and after the test.
Owner: Product + Engineering | Dependency: stakeholder access, cadence, Figma and design context | Measure: rework, wait time, and issues found before commitment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30
Ship with proof feedback loop
Move from release coordination to evidence that a product works in a realistic client environment.
RECOMMENDATION 05
WHAT SHOULD BE DONE
Define the smallest release evidence path for each selected initiative, including workflow, data, owner, and decision threshold.
Create realistic partner-system or client-facing validation where current test data and environments are not representative.
Carry post-launch results, issues, and adoption signals back into the next roadmap and prioritization decision.
HOW TO ACTIVATE IT
Use the Reconcile AI release path as the first test and identify the highest-risk client workflow.
Complete an evidence review before release with Product, Engineering, Release, Operations, and the initiative owner.
Compare issues found before versus after release, then update the checklist and roadmap based on what the evidence shows.
Owner: Product + Release + Operations | Dependency: realistic test data, partner environments, enablement | Measure: validation coverage, post-release defects, and time to feedback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31
Extend the Reconcile AI pocket into reusable, human-supervised practices across the PDLC.
ENGINEERING E5
WHAT SHOULD BE DONE
Classify lifecycle tasks that are safe to automate, require assistance, or require mandatory human review, and name the sanctioned tools for PHI-bearing work.
Create reusable skills, prompts, documentation, and versioning that teams can discover and reuse.
Track speed and quality together through cycle time, defects, rework, cost, and review evidence.
HOW TO ACTIVATE IT
Now (Reconcile AI): classify pipeline steps as automate, assist, or human review, and name the sanctioned tools for PHI-bearing work.
Next: extend to Eligibility AI with a shared agent registry, and pilot a light, human-gated pattern on Core, ahead of the December rollout.
Future: scale only the patterns that improve speed and quality together.
Owner: Engineering + Product | Dependency: model access, agent registry, developer hardware, design context, cost, security, governance | Measure: cycle time, defects, rework, cost, and reuse
Governed agentic delivery throughout the lifecycle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32
Activation Roadmap
Sequence the recommendations into immediate, near-term, and future actions with owners and dependencies.
DELIVERABLE 03
Timing
Recommendation
First action
Proposed owner
Dependency
Initial measure
Immediate
Outcome-led prioritization
Apply decision criteria to the next live prioritization decision.
Product + Eng
Decision criteria
Predictability
Immediate
Product management as business ownership
Map decision rights and assign PM outcome ownership for one initiative.
Product
Role clarity
Outcome learning
Immediate
Opportunity brief to implementation path
Run one internal signal through brief, PRD, feature brief, epic, technical design, and plan.
Product + Eng
Shared artifacts
Handoff quality
Near-term
Earlier cross-functional collaboration
Run a pre-commitment working session with the minimum team and evidence set.
Product + Eng
Cadence and access
Rework and wait time
Near-term
Ship-with-proof feedback loop
Define release evidence and post-launch learning for the next test.
Product + Release
Measures
Validation coverage
Future
Governed agentic delivery
Test one reusable, human-supervised AI practice outside the current pocket.
Eng + Product
Guardrails and skills
Cycle time, defects, cost
Use the roadmap after each quick-win test to update timing, owners, dependencies, measures, and the Phase 2 enablement need.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33
DELIVERABLE 02
Implementation Templates
The briefs and plans that are included as part of the R&amp;D Operating Model project, when to use them, and the different ways of contributing.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34
Implementation templates: summary
Six linked working documents that turn the definition path into decisions. Each one ends in Approve, Revise, Hold, or Stop.
IMPLEMENTATION TEMPLATES
Opportunity Brief
IDENTIFY   ·   Path steps 01–02
Frames a request or signal as an evidence-backed problem before any solution is chosen.
Owner: Product manager
Decision: Senior leader: is it worth defining?
Proposed pilot: Rules Engine, rebuilt from its PGB deck.
Product Brief
DEFINE   ·   Path step 03 (PRD)
Turns an approved opportunity into a product direction: outcome, experience, scope, and measures.
Owner: Product manager
Decision: Senior leader approves direction and measures.
Proposed pilot: Rules Engine, checked against its existing PRD.
Feature Brief
DEFINE → BUILD   ·   Path step 04
Defines one buildable, testable capability: stories, business rules, acceptance conditions, and tracking.
Owner: Product manager with Engineering lead
Decision: Product, Engineering, and QA or Design: ready to build.
Proposed pilot: Rules Engine, to define its first epic.
Technical Implementation Plan
BUILD   ·   Path steps 05–06
How Engineering delivers safely: architecture, data, environments, rollback, and human-reviewed AI assistance.
Owner: Engineering lead
Decision: Engineering and required reviewers: ready to execute.
Proposed pilot: Rules Engine tech spec, drafted with the Architecture Design Agent.
Testing, QA, and UAT Plan
DEFINE → RELEASE   ·   Runs alongside the path
Shows what was tested, where, with which data, and what remains uncertain, including user acceptance.
Owner: QA or engineering test lead; Product owns UAT
Decision: Test evidence supports release readiness.
Proposed pilot: Reconcile AI, ahead of its November MVP.
Initial Release and GTM Plan
DEFINE → OPTIMIZE   ·   Runs alongside the path
Defines the smallest valuable first release, its audience, readiness by function, and expansion rules.
Owner: Product manager with functional leads
Decision: Named decision-maker: Go, Revise, Hold, or Stop.
Proposed pilot: Reconcile AI, for its first release.
Linked by readable IDs:  OPPORTUNITY → PRODUCT → FEATURE → ACCEPTANCE → TEST → METRIC   ·   Proposed working templates and pilots, to validate with DXC.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35
Implementation templates: when and how to use them
Each template opens at a lifecycle stage and closes with a named decision. Testing and release planning start early and run in parallel.
IMPLEMENTATION TEMPLATES
   Review decision      Sequential chain      Runs in parallel
PDLC stage
Identify
Define
Build
Release
Go-to-Market
Optimize
DXC Concord gates
Concept &amp; Strategy · G0
Design &amp; Viability · G1, G2
Build · G4
Beta / Pilot
Launch · G5
Post-launch review · G6
Practices Map
Opportunity + Prioritization
Definition
Build
Release
GTM
Measurement and feedback
01 Opportunity Brief
   Senior leader: worth defining?
02 Product Brief
   Senior leader approves direction
03 Feature Brief
   Product, Engineering, and QA or Design: ready to build
04 Technical Implementation Plan
   Engineering + reviewers: ready to execute
05 Testing, QA, and UAT Plan
Starts in Define  ·     Test evidence supports release readiness; Product accepts UAT
06 Initial Release and GTM Plan
Starts in Define  ·     Go, Revise, Hold, or Stop per phase; expansion is a new decision in Optimize
Where AI can assist today
Human review required. Agents in use in Reconcile AI; Claude in use by QA.
Recon agents draft the spec, stories, and tests. QA uses Claude to create tests and diagnose failures.
Delivery Report Agent traces test  evidence to the spec; Release Agent (paused) drafts release notes.
—
—
—
—
Working rules:  Decision points, not paperwork: every review ends in Approve, Revise, Hold, or Stop   ·   Link to Jira, design, and test systems; don't copy them   ·   Unknowns stay visible, with an owner and a date   ·   Product and Engineering agree before any customer, scope, or date commitment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36
Artifact ownership matrix
Use the templates as decision points in the work, not as documents completed after the work is done.
RECOMMENDED ROLE MODEL
Lead coordinates the artifact. Contributors shape it. Inform roles stay aligned. Approvers decide whether it is ready to move forward.
L
C
Contribute
A
Approve
Role / stakeholder
Opportunity Brief
Product Brief
Feature Brief
Technical Implementation Plan
Testing / QA / UAT Plan
Initial Release / GTM Plan
Product Manager / Product Lead
L
L
C
C
C
L
Business / Initiative Sponsor
A
A
C
C
C
A
Product Owner / Delivery Lead
C
C
L
C
C
C
UX / Design
C
C
C
C
C
C
Engineering Lead / Architect
C
C
C
L
C
C
QA / UAT
C
C
C
C
L
C
Release / Operations
C
C
C
C
C
A
Sales / Customer Success
C
C
C
C
C
C
Leadership
C
C
C
C
C
C
Lead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37
Recommended Next Phase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38
Product strategy spike
Product direction, priorities, and a practical path to execution
OUTCOME
Clear product strategy and an executable six-month roadmap
KEY ACTIVITIES
Build the evidence base
Review customer needs, product performance, and business priorities.
Align on product strategy
Prepare and facilitate a focused strategy workshop with product leaders.
Define priorities and success measures
Set product-area direction, measurable outcomes, and roadmap trade-offs.
Make the roadmap actionable
Complete product briefs, ownership, and roadmap for the next six months.
PRODUCT TEAM
Executive Product Strategist · Part time
Sameer Karim
Senior Product Strategist · Full time
Mzati Kapalamula
DURATION
4-week product strategy spike
Product direction and a six-month roadmap.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39
SOURCE PRESERVATION — original slide 39
Scale Reconcile AI engineering across Core
Six weeks to pilot and scale reusable AI engineering practices.
OUTCOME
Reusable practices tested on a Core rules-engine pilot
KEY ACTIVITIES
Assess and refine
Weeks 1–3: refine Recon’s AI library and Core specification workflows.
Run a hands-on workshop
Week 4: apply refined AI practices to real Core epics with the team.
Coach adoption
Weeks 5–6: test library reuse with Core teams and plan rollout.
Decide the next gate
Review pilot specifications and access before any build extension.
ENGINEERING TEAM
Executive Engineering Leader
Part time · leader to confirm
Senior Architect · Full time
Gerardo Arroyo
DELIVERABLES
A refined, process-oriented skill library
A process map for core SDLC process enhancements
Integration of SDLC enhancements with ongoing metrics and measurement systems, aligned with product-side metrics
Delivery of a three-day training workshop for select members of the Dental Exchange engineering team
Hands-on engineering coaching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SOURCE PRESERVATION — original slide 40
Strengthen Core testing and release controls
Six weeks to improve critical-path coverage and release confidence.
OUTCOME
More reliable release gates and critical-path test coverage
KEY ACTIVITIES
Prioritize critical paths
Weeks 1–2: confirm journeys, coverage gaps and release gates with Product.
Expand automated testing
Weeks 3–4: strengthen Playwright coverage and reusable AI test workflows.
Validate release controls
Weeks 5–6: exercise priority tests and release checks in staging.
Coach and transfer ownership
Assign test owners and scope remaining pipeline and environment improvements.
TESTING &amp; RELEASE TEAM
Executive Engineering Leader
Part time
DELIVERABLES
Quality Engineering Architect
Full time
Quality Engineering Senior Engineer
Full time
An assessment of the existing testing process, with recommendations on focus areas
Recommendations on enhancing environment provisioning and release controls
A sprint’s worth of added capacity to enhance end-to-end testing coverage
Agentic skills to speed up test creation generation by dev teams
Evidence Datatabase and Critical user journey inventory generated by Intellio Evolve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41
Three parallel workstreams, one combined investment
Distinct teams and durations; pricing applies to the combined package.
COMBINED INVESTMENT · ALL THREE WORKSTREAMS
Total fees
$370,000
Credit from Phase 1
($25,000)
Total investment
$345,000
Product strategy spike
4 weeks
PROPOSED TEAM
Sameer Karim · Executive Product Strategy (part time)
Mzati Kapalamula · Senior Product Strategist (full time)
Reconcile AI engineering across Core
6 weeks
PROPOSED TEAM
Ri Scott· Executive Engineering Leader (part time)
Gerardo Arroyo · Senior Architect · full time
Testing &amp; release controls
6 weeks
PROPOSED TEAM
Ri Scott · Executive Engineering Leader (part time)
Quality Engineering Architect · full time
Quality Engineering Senior Engineer · full time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Executive summary, engineering track. The product column is left for the product team. The engineering column summarizes the engineering practices map, the release health baseline, and recommendations E1–E5. Horizons: Now = readout decisions plus the first 30 days; Next = 1–3 months; Future = 3–6 months and beyond.
SOURCE PRESERVATION — original slide 42
Executive summary
What we saw, what we recommend now, how it rolls out, and what we need from leadership.
WORKING DRAFT
Both tracks use the same horizons: Now (readout and first 30 days), Next (1–3 months), and Future (3–6+ months).
Product track
Engineering track
What we saw
[To be completed by the product team]
Two platforms at very different maturity: Reconcile AI leads on technical design, AI-assisted build, and test automation, while Core relies on manual regression. Half of 2026 Core production changes were unplanned, and delivery is not measured end to end.
What we recommend now
[To be completed by the product team]
Five engineering recommendations, each starting with one pilot: a root-cause review of unplanned changes (E1), a map of Core's highest-risk regression (E2), wait times for access and test data (E3), a delivery baseline (E4), and sanctioned tools for agentic work (E5).
How it rolls out
[To be completed by the product team]
One pilot pod per recommendation: Core for release stability and quality, Reconcile AI and the Rules Engine for environments and data, Reconcile AI for agentic delivery. What works extends to Eligibility AI, Pay Connect, and the other pods, with a light, human-gated version for Core.
What we need from leadership
[To be completed by the product team]
An owner for each of E1–E5, agreement on the pilot pods, the sanctioned AI tools and PHI rule before the December AIDLC rollout, and access to release and Jira data to build the baseline.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SOW Deliverable 1, current Practices Map working deliverable, discovery synthesis, daily stand-up transcript, and Miro lifecycle themes. Ratings are placeholders for validation and should be updated by the team.
SOURCE PRESERVATION — original slide 43
Practices Map
Current state of practices across the PDLC
DELIVERABLE 01
Practice area
Identify
Prioritization
Definition
Build
Release
GTM
Customer evidence
Emerging
Developing
-
-
-
-
Roadmap and prioritization
Developing
Developing
-
-
-
-
Ownership and decisions
-
Developing
Developing
-
-
-
Product definition and design
-
-
Developing
Developing
-
-
Product and Engineering delivery
-
-
-
Variable / pocket
-
-
Release validation
-
-
-
-
Emerging
-
Commercialization and enablement
-
-
-
-
Developing
Developing
Measurement and feedback
-
-
-
-
-
Developing
AI-enabled delivery
Emerging
-
Developing
Leading pocket
Developing
-
Ratings are working hypotheses based on limited conversations and observations with DXC team.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Engineering practices by platform. Ratings are working hypotheses built from working sessions with Reconcile AI engineering leadership, new-platform engineering leadership, Core engineering leadership, and release management, plus the engineering survey (n=44, March 2026) and the release calendar. 'To validate' means we have no evidence yet, not a low score. XConnect automation is ~100% in both the working session and the value chain deck; a ~70% figure is attributed to different products in different sources, so it is left off the slide. Release promotion: builds are tracked by ID through the in-house build system, confirmed by build numbers in the release calendar. Release management described merging the staging branch to production on release night, which suggests a rebuild; the Monday UAT / Thursday production cadence matches the Core releases in the calendar. Whether the staging-validated build is the one promoted to production is unconfirmed. The 'Addressed by' column links each practice to the recommendation that acts on it.
SOURCE PRESERVATION — original slide 44
Engineering practices by platform
The single Build cell on the Practices Map hides two very different platforms. Working ratings to validate with Engineering.
DELIVERABLE 01
Sources: engineering and release working sessions, engineering survey (n=44), 2024–2026 release calendar. Working hypotheses to validate with Engineering.
Engineering practice
Core platform (Java)
New platform: Reconcile AI
New platform: other pods
Evidence so far
Addressed by
Technical design and architecture
Emerging
Leading pocket
To validate
No owned design step before build (readout finding 04); Core design knowledge sits with a small group. Recon: Architectural Specification template, Team Lead signs.
Rec 03
AI-assisted build
Developing
Leading pocket
Variable
Core: Copilot in IntelliJ since January 2026, all gates human. Recon: epic-level agent pipeline. Other pods: developer-led, mostly unit tests.
E5
Test automation
Emerging
Leading pocket
Variable
Core regression is manual with limited QA capacity. Recon agents write Jest, Playwright, and Postman tests per story. XConnect ~100%; other pods partially automated.
E2
Release engineering and promotion
Developing
Developing
To validate
Builds are tracked by ID, but release-night branch merges suggest production may be rebuilt rather than promoted: to confirm. Some new products not yet in CAB.
E1
Environments, access, and test data
Emerging
Emerging
Emerging
Survey: access delays, late test data, no read-only database access for troubleshooting. Recon waited months for production-like data.
E3
Operability and run lane
Developing
To validate
To validate
DevOps, SRE, and incident roles are in place, but half of 2026 Core changes fell outside cadence: defects, rollbacks, and credential or certificate fixes.
E1
Delivery measurement
Emerging
Emerging
Emerging
Core plans in story points (~65 per sprint). Recon has proposed cycle time by stage, CFD, and control charts, not yet running. No DORA-style measures.
E4
Continuity and knowledge sharing
Emerging
Emerging
Emerging
On both platforms, review, technical direction, and approvals rely on a few senior people; onboarding paths are thin. New onshore leads are being added.
Rec 04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Release health baseline. Counts come from the consolidated release calendar: 2024–2025 from 'New builds' release emails, 2026 from the Deployments Team channel. The calendar lists Core applications (CHS, DCI, DCQ, CUSTCARE, REG, CRED, PNT, DWS, DEA and others); new-platform releases are not included. 2024–2025 emails did not label patches separately, so zeros for those years reflect recording, not absence. Credential and certificate patches: Salesforce client password expirations on 05/30 and 08/28 (the second followed by the 09/01 restoration of outbound Salesforce calls); BMA (04/07), DIL (05/11), and SSO (08/20) certificates applied as patches, where the calendar does not say whether they had expired. Defects that reached production: an ambiguous column name in DCI (03/23), a slow Custcare credentialing search (05/15), and a file-delivery failure for MET (07/15). Rollbacks: DEA (01/23) and DCQ (08/28). Two March patches (03/26 and 03/27) have no recorded cause.
SOURCE PRESERVATION — original slide 45
Release health baseline, 2024–2026
Production changes to the Core applications, as a starting baseline for Ship with proof and delivery measurement.
DELIVERABLE 01
50%
of 2026 production changes fell outside the biweekly cadence: 11 patches, 2 off-version releases, and 2 rollbacks out of 30.
5 of 11
2026 patches were credential or certificate changes; two expired Salesforce passwords blocked customer workflows.
rollbacks in 2026 (DEA in January, DCQ in August), plus a release item held after a failed checkout (DCQ, January).
Half of 2026 changes were unplanned: defects, rollbacks, and credential or certificate fixes. Each merits a root-cause review (E1).
Source: DXC Production Release Calendar, Jan 2024 – Sep 2026; Core applications only; 2024–25 did not label patches.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SOW Deliverable 2 and daily stand-up transcript. The opportunity-to-implementation path is an emerging theme identified in team discussion and is included as a working example, not a final prescribed process.
SOURCE PRESERVATION — original slide 46
Activation Summary: what the deliverable must show
Complete one record for each bounded change tested in the selected live initiatives.
DELIVERABLE 02
Bounded activation stays within ways of working. It does not include production-system change, software development, or broad implementation.
Activation record
Working input to complete
Selected initiative and baseline
Add initiative, participants, cadence, and artifact set.
Methodology or process change
Name the change in the way work flows, including opportunity brief, product brief / PRD, feature brief, epic, technical design or implementation plan.
Practice, role, decision, meeting, artifact, or measure
Name what changed, who changed it, and what artifact or decision point made the change visible.
Observed result or early signal
Add evidence, open questions, risks, and what changed in the work.
Recommended activation playbook
Describe the repeatable cadence, owner, evidence, guardrail, and decision needed to continue.
The first working test to capture: carry one internal signal through opportunity brief, PRD, feature brief, epic, technical design, and implementation plan.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Daily stand-up transcript and client-provided themes. The signal-to-implementation path is a working hypothesis for bounded activation, intended to connect discovery, definition, delivery, release, and post-launch learning.
SOURCE PRESERVATION — original slide 47
Activation Summary: from signal to implementation plan
A working definition path to test in one selected live initiative.
DELIVERABLE 02
Internal signal
Customer, support, operations, research, or engineering evidence.
Opportunity brief
Problem, evidence, outcome, decision, and why now.
Product brief / PRD
User need, success measure, scope, and design context.
Feature brief / epic
Decomposition, acceptance, ownership, and dependencies.
Implementation plan
Sequence, validation, release evidence, and feedback.
Test intent: make decision logic, feasibility, design context, and evidence visible before the team commits to delivery scope.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SOW Deliverable 3, early interview themes, daily stand-up transcript, and current working deliverable. This is the summary view; detailed action definitions follow.
Two tracks: product recommendations 01–05 and engineering recommendations E1–E5. Governed agentic delivery (formerly recommendation 06) is now E5. 'Starts' shows the first horizon and, for engineering, the pilot pod.
SOURCE PRESERVATION — original slide 48
Recommendations summary: what should be done
Use this page as the leadership-level view before the detailed recommendation pages.
DELIVERABLE 03
Track
Recommendation
What should be done
Starts
Product
01 Outcome-led prioritization
Set decision criteria, protect capacity, and make a 3-4 sprint view credible before commitments.
Now
02 Product management as business ownership
Clarify PM accountability for evidence, outcomes, adoption, and learning beyond the backlog.
Now
03 Opportunity brief to implementation path
Standardize the path from internal signal through PRD, epic, technical design, and plan.
Now
04 Earlier cross-functional collaboration
Bring UX, Engineering, QA, Release, and Operations into feasibility work earlier.
Next
05 Ship with proof feedback loop
Define the smallest release evidence path and feed post-launch results into the roadmap.
Next
Engineering
E1 Release stability and production quality
Review the root cause of unplanned changes; manage credentials and certificates as a lifecycle.
Now · Core
E2 Quality and test automation
Automate the highest-risk regression first, reusing the patterns already working in Recon.
Now · Core
E3 Environments, access, and test data
Remove the waits for access and for realistic, masked test data.
Now · Recon, Rules Engine
E4 Delivery measurement
Baseline and track release and flow measures on every platform, vendor team included.
Now · Core, Recon
E5 Governed agentic delivery
Scale human-supervised AI practices with sanctioned tools, ahead of the December rollout.
Now · Recon
Product recommendations are detailed first, then the engineering track. Both roll up in the two roadmaps at the end.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E1 sources: 2024–2026 release calendar (Core applications), release management and Core engineering working sessions (CAB process, configuration switches), and the readout finding on quality. The 15 unplanned 2026 changes are 11 patches, 2 off-version releases, and 2 rollbacks; see the notes on the release health baseline for the breakdown by cause.
SOURCE PRESERVATION — original slide 49
Release stability and production quality
Learn from what reaches production and stop repeat causes, starting with Core.
ENGINEERING E1
WHAT SHOULD BE DONE
Review the root cause of every unplanned production change: patches, rollbacks, and off-version releases.
Manage credentials and certificates as a lifecycle, with expiry dates, owners, and alerts.
Make releases repeatable: promote the same validated artifact, onboard new products to CAB, and clarify how the release rule applies to code behind a configuration switch.
HOW TO ACTIVATE IT
Now (Core): classify the 15 unplanned 2026 changes by cause and build the credential and certificate inventory.
Next: a standard review after every patch or rollback, expiry alerts, and same-artifact promotion.
Future: change failure rate, time to restore, and repeat causes tracked on every pod.
Owner: Engineering leadership + Release/DevOps + Quality | Dependency: release calendar, Jira, CAB records | Measure: share of unplanned changes, change failure rate, and repeat causes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E2 sources: Core engineering working session (manual regression, limited QA capacity), new-platform engineering working session (automation levels by pod), the Agentic Spec-Driven Delivery document (Reconcile AI test agents), and the readout (testing is uneven; some defects reach customers). Engineering survey: rework cited by 16 of 44 respondents as slowing delivery.
SOURCE PRESERVATION — original slide 50
Quality and test automation
Move quality earlier so fewer defects reach production, starting where regression is manual.
ENGINEERING E2
WHAT SHOULD BE DONE
Target automation by risk, starting with the workflows behind the highest-impact defects and rollbacks.
Reuse the test-generation patterns already working in Reconcile AI where the stack allows.
Make automated regression evidence part of the release decision.
HOW TO ACTIVATE IT
Now (Core): map the highest-risk regression workflows and the manual effort each release consumes, using E1's root-cause categories.
Next: automate those workflows in Core and extend Recon's test patterns to Eligibility AI and Pay Connect.
Future: automated regression becomes a release entry criterion on every pod.
Owner: Quality leadership + Engineering leads | Dependency: E1 root-cause data, QA capacity, test environments | Measure: automated coverage of high-risk workflows, escaped defects, and regression effort per release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E3 sources: engineering survey free text (access delays, late test data, no read-only database access for troubleshooting), product survey (Reconcile AI waited months for production-like data), Core engineering working session (offshore access to production data), and the readout (HIPAA and PII approval constraints).
SOURCE PRESERVATION — original slide 51
Environments, access, and test data
Remove the waits for access and realistic data that slow both build and validation.
ENGINEERING E3
WHAT SHOULD BE DONE
Make access and test-data wait times visible, by team and by type of request.
Provide masked, production-like test data on a refresh cadence, within HIPAA and PHI rules.
Give engineers, including offshore teams, approved read-only access for diagnostics.
HOW TO ACTIVATE IT
Now (Reconcile AI and Rules Engine): log who waits for access and test data, for what, and for how long.
Next: masked, production-like data for Recon and a read-only diagnostic access path.
Future: self-service environments and access provisioning on every pod.
Owner: DevOps/Infrastructure + Security | Dependency: data masking approach, security review, environment capacity | Measure: wait time for access and test data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E4 sources: readout findings (PDLC and SDLC not measured; the outside workforce is not measured on delivery), Reconcile AI engineering working session (flow metrics proposed, not yet running), Core engineering working session (story-point planning), and the release calendar and Jira as existing data.
SOURCE PRESERVATION — original slide 52
Delivery measurement
See how work moves from commit to production, across internal and vendor teams.
ENGINEERING E4
WHAT SHOULD BE DONE
Agree a small set of release and flow measures that every platform reports the same way.
Build them from data that already exists: the release calendar and Jira.
Include the offshore vendor team in the same view, measured on delivery rather than headcount.
HOW TO ACTIVATE IT
Now (Core and Reconcile AI): baseline release frequency, lead time, change failure rate, and time to restore.
Next: turn on Recon's proposed flow metrics and publish one monthly delivery view.
Future: the measures inform prioritization and portfolio decisions.
Owner: Engineering leadership | Dependency: Jira hygiene, release calendar, data access | Measure: teams with live measures, and the trend in lead time and change failure rate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SOW Deliverable 3, Decide and Activate methodology, early interview themes, daily stand-up transcript, and current working deliverable. This roadmap is intended to be refined as live initiative evidence accumulates.
Governed agentic delivery moved to the engineering track as E5; see the engineering roadmap on the next page.
SOURCE PRESERVATION — original slide 53
Activation Roadmap: product track
Sequence the product recommendations into now and next actions with owners and dependencies.
DELIVERABLE 03
Timing
Recommendation
First action
Proposed owner
Dependency
Initial measure
Now
Outcome-led prioritization
Apply decision criteria to the next live prioritization decision.
Product + Eng
Decision criteria
Predictability
Now
Product management as business ownership
Map decision rights and assign PM outcome ownership for one initiative.
Product
Role clarity
Outcome learning
Now
Opportunity brief to implementation path
Run one internal signal through brief, PRD, feature brief, epic, technical design, and plan.
Product + Eng
Shared artifacts
Handoff quality
Next
Earlier cross-functional collaboration
Run a pre-commitment working session with the minimum team and evidence set.
Product + Eng
Cadence and access
Rework and wait time
Next
Ship-with-proof feedback loop
Define release evidence and post-launch learning for the next test.
Product + Release
Measures
Validation coverage
Use the roadmap after each quick-win test to update timing, owners, dependencies, measures, and the Phase 2 enablement need.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slide uses a recommended role model rather than RACI or RAPID: L = Lead, C = Contribute, I = Inform, A = Approve. The mappings are a starting point based on the six artifacts named by the user and the Product / Engineering operating model in the supplied DentalXChange source deck. Validate role names and approval gates with DXC leadership before operationalizing the templates.
SOURCE PRESERVATION — original slide 54
Artifact ownership matrix
Use the templates as decision points in the work, not as documents completed after the work is done.
RECOMMENDED ROLE MODEL
Lead coordinates the artifact. Contributors shape it. Inform roles stay aligned. Approvers decide whether it is ready to move forward.
L
Lead
C
Contribute
I
Iform
A
Approve
Role / stakeholder
Opportunity Brief
Product Brief
Feature Brief
Technical Implementation Plan
Testing / QA / UAT Plan
Initial Release / GTM Plan
Product Manager / Product Lead
L
L
C
I
C
L
Business / Initiative Sponsor
A
A
I
I
I
A
Product Owner / Delivery Lead
C
C
L
C
C
C
UX / Design
C
C
C
I
I
C
Engineering Lead / Architect
C
C
C
L
C
C
QA / UAT
I
I
C
C
L
C
Release / Operations
I
I
C
C
C
A
Sales / Customer Success
I
C
I
I
I
C
Leadership
I
I
I
I
I
I
A marks the stage-gate approver(s). Multiple approvals are intentional where Product, Engineering, QA, or Release share a readiness decision.
Starting role model to validate with DXC
The lead owns the handoff to the next artifact.
Merge C &amp; I
@Gerardo – can you help me make the C and I’s the same? Hopefully just a copy / paste. 
Sameer to review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SOW pages 1-3. The SOW frames the work around up to two live initiatives, up to three bounded quick wins, a three-week project, and no production-system changes.
SOURCE PRESERVATION — original slide 55
Why this work matters
The project connects live work to a clearer Product and R&amp;D operating model.
BUSINESS NEED
DentalXChange is growing and maturing its SaaS business model. Leadership wants to identify meaningful opportunities quickly, then activate changes through live work.
The value is a faster, more consistent delivery system that can keep pace with growth.
WORKING BOUNDARIES
Up to two
live initiatives
Up to three
bounded quick wins
Three weeks
from launch to executive readout
No
production-system change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Engineering roadmap. Three buckets, each starting in its pilot pods, plus an AI guardrail that applies to all of them. Rollout sequence: pilots now in Core, Reconcile AI, and the Rules Engine; Eligibility AI and Pay Connect next; the other pods later, with a light, human-gated AI version for Core.
AI guardrail: the QA working session confirmed that sanctioned tool access is limited to some full-time staff and not yet available to contractors.
SOURCE PRESERVATION — original slide 56
Activation Roadmap: engineering priorities
Each engineering bucket starts in its pilot pods, then extends on the same Now, Next, and Future horizons.
DELIVERABLE 03
Pilot first, measure, then extend: each bucket moves to the next pods once its measure shows it works.
Priority
Pilot pods
Now
Next
Future
Owner
Release
Core, Reconcile AI
Root-cause review of unplanned changes; credential and certificate inventory; Release Agent outputs defined.
Same-artifact promotion; expiry alerts; review after every patch or rollback; Release Agent live in Recon.
On-demand low-risk releases; Release Agent pattern on every pod.
Engineering leadership, Release/DevOps
Test
Core, Reconcile AI, Rules Engine
Map Core's highest-risk regression; log waits for access and test data.
Automated quality: automate high-risk workflows; test agents in Eligibility AI and Pay Connect; masked data.
Automated regression as release entry criterion; self-service environments.
Quality leadership, DevOps, Security
Quality
Rules Engine, Core, Reconcile AI
First experiment: Rules Engine PRD to tech spec with the agent; baseline four delivery measures.
Tech spec template for Core; Recon flow metrics live; monthly quality view.
Quality measures inform prioritization and portfolio decisions.
Engineering leadership, Product
AI guardrail
All pods
Approve sanctioned AI tools and the PHI rule, and extend access to all staff, including contractors, before the December rollout.
Govern the December AIDLC rollout; shared agent registry.
Scale what improves speed and quality together.
Engineering, Product, Security
Rollout sequence
Core, Reconcile AI, and the Rules Engine as pilots.
Eligibility AI and Pay Connect.
The other pods; Core with a light, human-gated AI version.
Sameer to review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slide uses a recommended role model rather than RACI or RAPID: L = Lead, C = Contribute, I = Inform, A = Approve. The mappings are a starting point based on the six artifacts named by the user and the Product / Engineering operating model in the supplied DentalXChange source deck. Validate role names and approval gates with DXC leadership before operationalizing the templates.
SOURCE PRESERVATION — original slide 57
Product strategy spike
Product direction, priorities, and a practical path to execution
OUTCOME
Clear product direction and an executable six-month roadmap
KEY ACTIVITIES
Build the evidence base
Review customer needs, product performance, and business priorities.
Align on product strategy
Prepare and facilitate a focused strategy workshop with product leaders.
Define priorities and success measures
Set product-area direction, measurable outcomes, and roadmap trade-offs.
Make the roadmap actionable
Complete product briefs, ownership, and handoffs for the next six months.
PRODUCT TEAM
Executive Product Strategy · Part time
Sameer Karim
Senior Product Strategist · Full time
Mzati Kapalamula
INVESTMENT: ALL 3 WORKSTREAMS
Total fees
$370,000
Credit memo
($25,000)
Total investment
$345,000
Sameer to review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Draft for internal review: engineering findings and action plan, built on the main deck template.
Original visible source copy
Engineering findings
and action plan
Core SDLC, agile with Claude Code, QA, and metrics
Draft for internal review
October 2026
Source provenance
DXC_Engineering_Findings_and_Action_Plan_DRAFT 1.pptx · original page 1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Sources: DXC production release calendar (Jan 2024 – Sep 2026, Core applications); working sessions with Core engineering, release management, new-platform engineering, Reconcile AI engineering, and QA leadership; engineering survey (n=44); Commercialization Framework (Concord). Finding 1: 30 release events in 2026 to Sep 1 (15 standard, 11 patches, 2 off-version, 2 rollbacks). Tickets exist (DXCM, CORE, ITSUPPORT), but we found no classification or trend of causes; confirm with release management before presenting. Core engineering separately reported 62 releases and 15 patches, counted per deployment. Finding 2: the Salesforce client password expired on 05/30 (blocked HS1 case creation) and 08/28; outbound Salesforce calls to Core were restored on 09/01. BMA, DIL, and SSO certificate updates also shipped as patches; the calendar does not say whether they had expired. Finding 3: release management described separate staging and production branches merged on release day, and flagged it as something that may need to change; late changes delay product owner sign-off within a Monday-to-Thursday window. A rebuild is inferred, not confirmed. Finding 4: QA leadership reports Claude substantially cuts test creation and diagnosis time; access is limited to some full-time staff and not yet available to contractors. Half of the Core team is offshore. Finding 5: the Rules Engine has a rough MVP estimate toward year-end, with platform and team placement undecided and no epic. New-platform engineering leadership named commitments made without engineering input as its top issue. Internal context only: the Portfolio Governance Board has no engineering seat, and the G0 effort tier is confirmed by the PjM.
QA session (senior QA leadership): when QA leadership arrived five to six months ago there was no QA process or automation framework. Core is the proving ground, now rolling out to the other eight or nine pods. Core went from 21 to 200+ automated tests; estimated coverage about 50%, with critical paths defined with Product and about 10–15% automated. Eligibility AI is estimated at 15–20% automated. QA is largely contractors, with two full-time staff; one leader oversees about 15 testers and asks for a QA lead. Code ships four days after dev done, leaving three to four days for QA and UAT; pre-live is not production-like. A hardening-sprint plan (release 9–10 days after dev done) has been presented to engineering leadership; environments, which run on VMs, are the main constraint.
Original visible source copy
Six engineering findings, each with a clear fix
From DXC's own release records and working sessions. Each finding points to a specific action and owner.
ENGINEERING FINDINGS
© 2026 West Monroe Partners | Reproduction and/or distribution without West Monroe Partners’ prior consent is prohibited.
21
FINDING
WHAT WE FOUND
SO WHAT
1
Unplanned, untracked
Half of 2026 Core release events were unplanned (15 of 30), and their causes are not classified or trended.
Without cause data, the same failures repeat. A two-week triage turns the patch count into a fix list.
2
Same failure, twice
The Salesforce client password expired in May and again in August, blocking HS1 case creation and calls into Core.
Predictable expiries are handled as incidents. An inventory with owners and alerts prevents the repeat.
3
Tested ≠ shipped
Code ships four days after dev done, pre-live is not production-like, and branches merge on release day.
Staging evidence may not match production. Add a hardening window, template environments, promote the tested build.
4
AI locked to few
Claude already cuts test-writing and diagnosis time, but only some full-time staff can use it. Contractors, most of QA, cannot.
AI gains stay with a few people. Extend sanctioned access, with the same guardrails, to everyone who builds.
5
Dates before design
The Rules Engine carries a year-end MVP estimate while its platform, team, and first epic are still undecided.
Predictability breaks at commitment. No customer date without an engineering estimate and a signed tech spec.
6
QA built, not staffed
In five months QA grew Core automation from 21 to 200+ tests and built Claude-based tools, with one leader over about 15 testers.
The foundation exists. It needs a production home for the tools, coverage of critical paths, and a QA lead.
Sources: DXC production release calendar (Jan 2024 – Sep 2026, Core applications); working sessions with engineering, release, and QA; engineering survey (n=44).
Source provenance
DXC_Engineering_Findings_and_Action_Plan_DRAFT 1.pptx · original page 2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Four moves map to the four themes: stabilize Core's SDLC, deepen agile with Claude Code without modernizing Core, extend and strengthen QA, and measure. The AI guardrail applies to all four. Workstream mapping: process map, spec workflow, Claude Code practices, and metrics integration are deliverables of Reconcile AI engineering across Core; release controls, test coverage, and evidence belong to Testing &amp; release controls.
Original visible source copy
Four engineering moves answer the findings
Each move has an action plan with owners, weeks, and a clear definition of done, and maps to a proposed workstream.
ENGINEERING MOVES
© 2026 West Monroe Partners | Reproduction and/or distribution without West Monroe Partners’ prior consent is prohibited.
21
STABILIZE CORE SDLC
Every release planned, proven, and repeatable
Hardening window
release 9–10 days after dev done, not 4
Same-build promotion
what passed pre-live is what ships
Hotfix lane + RCA
every patch gets a root cause
Fixes findings 1, 2, 3
Both workstreams
AGILE WITH CLAUDE CODE
Same Core stack, faster and safer flow
Spec-first stories
Ready means tests and tech notes first
Claude Code pairing
code, unit tests, and docs, human-reviewed
PR gate in the pipeline
Claude pre-review plus a second reviewer
Fixes findings 4, 5
Reconcile AI engineering across Core
ROBUST QA
Scale what QA already built
Critical paths automated
from 10–15% today, paths already defined
QA tools in production
agents, PR bot, and test generator
A QA lead
plus Claude for every tester
Fixes findings 3, 4, 6
Testing &amp; release controls
MEASURE WHAT MATTERS
Numbers leadership can steer by
Four delivery numbers
frequency, lead time, failure rate, restore
Flow by stage
where work waits, sprint by sprint
AI cost per run
QA already tracks it; extend to all tools
Fixes the metrics gap and finding 1
Both workstreams
AI guardrail across all four:  sanctioned Claude for everyone who builds, contractors included  ·  AI tools run in DXC's accounts  ·  no PHI in prompts  ·  human review before every merge
We stabilize how Core is built and released, building on what QA has started. We do not re-platform Core.
Source provenance
DXC_Engineering_Findings_and_Action_Plan_DRAFT 1.pptx · original page 3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Target flow keeps the Core team, Java stack, and Scrum cadence. Gates are process changes plus AI assistance; same-build promotion is the only change that touches the release pipeline. The PR gate reduces dependence on a small senior review group without removing senior review of high-risk changes.
The hardening window adopts the plan QA leadership has already presented: release 9–10 days after dev done, which requires templated environments so two releases can be in flight, and a settled branch strategy.
Original visible source copy
Stabilized Core SDLC: seven gates on the flow Core already runs
Same team, same Java stack, same tools. Each gate has an owner and makes a weak point visible.
CORE SDLC · STABILIZED
© 2026 West Monroe Partners | Reproduction and/or distribution without West Monroe Partners’ prior consent is prohibited.
21
Core SDLC stage
1  Refine
▶
2  Plan
▶
3  Build
▶
4  Review
▶
5  QA
▶
6  Release
▶
7  Patch
Gate we add
Ready gate: acceptance criteria, test cases, and tech notes before a story enters the sprint.
Run-lane allowance: capacity reserved for support and patches.
Claude Code pairing: code, unit tests, and docs before the PR.
PR gate: Claude PR bot in the pipeline plus a rotating second reviewer.
Quality gate: defined critical paths automated; evidence linked to the release.
Hardening window: release 9–10 days after dev done; the build that passed pre-live ships.
Hotfix lane: root cause within the sprint; credential and certificate alerts.
Where Claude helps
Drafts acceptance criteria and test cases.
Sizes slices from the spec.
Writes code, unit tests, and docs.
Pre-reviews every PR in the pipeline.
Agents draft tests from the backlog.
Drafts release notes from delivered work.
Drafts the root-cause summary.
DXC owner
PMs + QA lead
Scrum master
Core engineers
Core engineering lead
QA lead
Release management + DevOps
Release management
No re-platforming: we add gates, evidence, and AI assistance to the existing flow, and back QA's hardening plan.
Source provenance
DXC_Engineering_Findings_and_Action_Plan_DRAFT 1.pptx · original page 4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Targets are hypotheses for the week-2 gate. Basis: unplanned events averaged about two a month in 2026 (15 in eight months); critical-path automation pace uses QA's own trend (about 180 tests added in five months, roughly 9 a week) plus the two full-time QE engineers in the Testing &amp; release controls workstream; the hardening window comes from the plan QA leadership already drafted. Natural targets (zero repeats, 100% coverage of credentials, matching builds, signed specs) need no baseline. Delivery-metric targets wait for the week-2 baseline.
Original visible source copy
Engineering scorecard: ten measures with proposed targets
Real baselines where DXC has them. Each target states why it is realistic within the next phase.
ENGINEERING SCORECARD
© 2026 West Monroe Partners | Reproduction and/or distribution without West Monroe Partners’ prior consent is prohibited.
21
Measure
Today
Target (hypothesis)
By when
Why this number
Unplanned release events
50% of 2026 events (15 of 30)
25% or less
90 days after the phase
Halve today's share once causes are triaged
Repeat incident causes
Salesforce password expired twice
Zero
From week 3
Inventory and alerts remove known repeats
Credentials and certificates with owner and alert
No inventory found
100%
Week 3
Finite list; owners and alerts are setup work
Test window before release
3–4 days after dev done
9–10 days
First release after week 3
QA's hardening plan, already drafted
Pre-live build = production build
Unknown: merge on release day
100% of releases
Week 6
One promotion rule, applied every release
Defined critical paths automated (Core)
About 10–15% (QA estimate)
About 30%
Week 6
QA adds ~9 tests a week; QE capacity roughly doubles pace
Sprint stories that meet Ready
Not tracked
80% or more
Week 6
Pilot team first; Ready is checked in refinement
Builders with sanctioned AI access
Some full-time staff; no contractors
100%
Week 3
Needs the week-2 access decision only
New commitments with a signed tech spec
Not consistently required
100%
From week 2
A rule, not a build
Lead time, deployment frequency, failure rate, restore time
Not measured
Baseline, then targets
Baseline week 2; targets week 6
Targets need a baseline first
Targets are hypotheses to confirm at the week-2 gate, then reviewed at week 6 to decide what scales.
Source provenance
DXC_Engineering_Findings_and_Action_Plan_DRAFT 1.pptx · original page 5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DXC time is an estimate to confirm with each owner. West Monroe roles follow the proposal: Executive Engineering Leader (part time) and Senior Architect (full time) in Reconcile AI engineering across Core; Executive Engineering Leader (part time), QE Architect and QE Senior Engineer (full time) in Testing &amp; release controls. The three-day workshop and evidence database are deliverables listed in the proposal.
Original visible source copy
What the next phase adds to what DXC already has
We build on DXC's own work instead of starting over. The asks of DXC's people are small and explicit.
NEXT PHASE · VALUE AND EFFORT
© 2026 West Monroe Partners | Reproduction and/or distribution without West Monroe Partners’ prior consent is prohibited.
21
Move
DXC already has
West Monroe adds
Stabilize Core SDLC
Release process, CAB, build IDs, and QA's hardening plan
Patch triage and root-cause method, cert inventory, same-build promotion design, environment templating with DevOps
Agile with Claude Code
Scrum cadence, Copilot and Claude for some, Reconcile AI's agent pipeline
Core skill library from Reconcile AI, Ready gate, PR gate design, three-day hands-on workshop, coaching
Robust QA
Playwright framework, Claude test agents, PR bot, defined critical paths
Two full-time QE engineers (a sprint of added coverage), pipeline integration, AWS hosting design, evidence database
Measure what matters
Jira, release calendar, build IDs, QA's AI cost log
Metric definitions, Jira cause codes, one dashboard aligned with product metrics
DXC TIME NEEDED (ESTIMATE)
Engineering leadership
1 h/week + three 1-h gates
Core engineering lead
4 h/week + workshop
QA lead
4 h/week
Release management
3 h/week
DevOps
1 day/week, weeks 2–6
Security
One review, weeks 1–3
Product managers
2 h/week
Pilot engineers
Three-day workshop
West Monroe brings execution capacity, Reconcile AI's patterns, and integration work. DXC brings decisions and a few hours a week from the people who own each gate.
Source provenance
DXC_Engineering_Findings_and_Action_Plan_DRAFT 1.pptx · original page 6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Appendix: detailed action plans, models, metrics, traceability, plan, risks, and internal edits.
Original visible source copy
Appendix: detailed plans
Source provenance
DXC_Engineering_Findings_and_Action_Plan_DRAFT 1.pptx · original page 7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Core SDLC as described in the Core engineering, release management, and QA sessions: grooming with two PMs; refinement with 10 engineers, PMs, and a scrum master, estimating by vote; two-week sprints of about 65 story points; work assigned by skill, with research-heavy items kept onshore because offshore has no live data access; Copilot in IntelliJ since January 20, 2026, Claude for some; documentation written after coding; senior review of every Core PR before a QA build; staging on Monday, product owner sign-off, production on Thursday, with a branch merge on release day; patches outside the cadence. Half of the Core team is offshore.
QA details from the QA session: Playwright framework; Claude-based Playwright agents with human-in-the-loop points; a Claude PR bot triggered manually; critical paths defined with Product, 10–15% automated; no performance testing yet; pre-live and QA are the two lower environments, and pre-live is not production-like.
Original visible source copy
Core SDLC today: a working flow with seven weak points
From the Core engineering, release, and QA sessions and the 2026 release calendar.
CORE SDLC · TODAY
© 2026 West Monroe Partners | Reproduction and/or distribution without West Monroe Partners’ prior consent is prohibited.
21
Core SDLC stage
1  Refine
▶
2  Plan
▶
3  Build
▶
4  Review
▶
5  QA
▶
6  Release
▶
7  Patch
How it works
PMs and 10 engineers estimate stories by vote; a scrum master runs the sprint.
Two-week sprints, about 65 story points; the lead assigns work by skill.
Copilot in IntelliJ since January 2026; Claude for some.
Senior review for every Core PR; QA's Claude PR bot runs on demand.
Playwright framework; Core went from 21 to 200+ automated tests in five months.
Code ships four days after dev done: pre-live Monday, production Thursday.
Fixes ship outside the cadence as patches.
Where it breaks
QA and technical design are not in refinement.
Patches and support land on the same people as sprint work.
Docs written after coding; offshore has no live data access.
Review rests on a small senior group.
Most testing still manual; critical paths 10–15% automated; no performance tests.
3–4 days for QA and UAT; pre-live is not production-like; merge on release day.
15 unplanned changes in 2026; causes not trended; same expiry twice.
Only one delivery number exists today: story points. Nobody can see lead time, failure rate, or where work waits.
Source provenance
DXC_Engineering_Findings_and_Action_Plan_DRAFT 1.pptx · original page 8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Action plan for move 1. Owners are DXC roles; names to confirm with DXC. Weeks follow the two engineering workstreams in the proposal.
Original visible source copy
Stabilize Core SDLC: action plan
Fixes findings 1, 2, and 3. Delivered through Testing &amp; release controls, with the process map in Reconcile AI engineering across Core.
MOVE 1 · STABILIZE CORE SDLC
© 2026 West Monroe Partners | Reproduction and/or distribution without West Monroe Partners’ prior consent is prohibited.
21
Action
What, exactly
DXC owner
West Monroe role
Weeks
Done when
Patch triage
Classify the 15 unplanned 2026 changes by cause: code, configuration, data, credential, or unknown.
Release management
QE Architect
1–2
Every unplanned change has a cause and an owner.
Cert inventory
List every credential and certificate with expiry date and owner; alert before expiry.
Release management + DevOps
QE Architect
1–3
100% of credentials and certificates have an owner and an alert.
Hardening window
Adopt QA's plan to release 9–10 days after dev done, and settle the branch strategy.
Engineering leadership + QA lead + Release
Executive Engineering Leader
1–3
First Core release ships on the new window.
Templated environments
Template the VM-based QA and pre-live environments so two releases can be in flight.
DevOps + application architects
QE Architect
2–6
Environments start from a template; two releases run without conflict.
Same-build promotion
Release the build that passed pre-live instead of a new merge on release day.
DevOps + Release management
QE Architect
3–6
Pre-live and production build IDs match for every release.
Hotfix lane
Each patch or rollback gets a cause code and a short review within the sprint.
Release management + Core engineering lead
QE Architect
2–6
No patch closes without a recorded root cause.
Decision needed:  Name the triage owner, approve the hardening window and same-build promotion, and fund environment templating by week 2.
Measure:  Unplanned release events (2026: 15 of 30)  ·  Repeat causes: zero  ·  Test window: 3–4 days → 9–10  ·  Matching builds: 100%
Source provenance
DXC_Engineering_Findings_and_Action_Plan_DRAFT 1.pptx · original page 9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Adapted from Reconcile AI's agentic spec-driven delivery (spec, technical stories, agent implementation, verification, delivery report). On Core, the pattern is applied inside the existing Scrum sprint and Java codebase; it is not a modernization. Claude Code access requires the sanctioned-tool and PHI decisions at week 2.
Original visible source copy
Agile with Claude Code: what changes in each ceremony
Reconcile AI's spec-driven pattern and QA's tools, adapted to Core's Scrum. People keep every decision; Claude does the drafting.
MOVE 2 · AGILE WITH CLAUDE CODE
© 2026 West Monroe Partners | Reproduction and/or distribution without West Monroe Partners’ prior consent is prohibited.
21
Ceremony
Today
With Claude Code
Human gate
Refinement
PMs and engineers estimate stories by vote.
Claude drafts acceptance criteria and test cases from the spec.
PM and QA lead approve the story as Ready.
Planning
About 65 points; the lead assigns work by skill.
Smaller slices; capacity reserved for support and patches.
Scrum master and lead confirm capacity.
Build
Copilot autocomplete; docs written after coding.
Claude Code implements, writes unit tests, and drafts docs in the existing Java codebase.
The engineer owns every line merged.
Review
Senior review for every PR.
QA's Claude PR bot, moved into the pipeline, pre-reviews every Core PR.
Rotating reviewer approves; senior review for high-risk PRs.
Retrospective
Held every sprint, without delivery data.
Cycle time by stage, escaped defects, and unplanned work on screen.
The team commits to one change per sprint.
Guardrails:  sanctioned access for every engineer, contractors included  ·  tools run in DXC's accounts  ·  no PHI in prompts  ·  cost tracked per run
Not a modernization of Core: same backlog, same sprints, same codebase. Pilot on the Rules Engine and one Core team, then scale at the week-6 gate.
Source provenance
DXC_Engineering_Findings_and_Action_Plan_DRAFT 1.pptx · original page 10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Action plan for move 2. The spec-before-date rule mirrors the Concord's G2 gate, which commits capacity on the solution design brief and delivery plan. The week-4 workshop matches the Reconcile AI engineering across Core workstream.
Original visible source copy
Agile with Claude Code: action plan
Fixes findings 4 and 5. Delivered through the Reconcile AI engineering across Core workstream.
MOVE 2 · AGILE WITH CLAUDE CODE
© 2026 West Monroe Partners | Reproduction and/or distribution without West Monroe Partners’ prior consent is prohibited.
21
Action
What, exactly
DXC owner
West Monroe role
Weeks
Done when
Spec before date
No customer date without an engineering estimate and a signed tech spec.
Product + Engineering leadership
Executive Engineering Leader
1–2
Rule adopted, starting with the Rules Engine.
Ready gate, spec first
Ready means acceptance criteria, test cases, and tech notes; the Rules Engine spec is drafted by the agent and signed.
Core engineering lead + PMs + QA lead
Senior Architect
1–4
No story enters a sprint without Ready; Rules Engine spec signed.
Core skill library
Adapt Reconcile AI's skills to Core's Java stack: spec, unit tests, review, docs.
Core engineering lead
Senior Architect
1–3
Skills versioned and tested on one real Core epic.
Claude Code pairing
Engineers use Claude Code on real Core stories, with a hands-on workshop in week 4.
Core engineers
Senior Architect
3–6
Pilot team ships two sprints with AI-assisted stories.
PR gate
Extend QA's Claude PR bot to Core PRs in the pipeline; add a rotating second reviewer.
Core engineering lead + QA lead
Senior Architect
2–5
Every Core PR has an AI pre-review and a second reviewer.
Sprint rhythm
Reserve run-lane capacity in every plan; each retro reviews cycle time and escaped defects.
Scrum master + PMs
Senior Architect
1–6
Run-lane capacity in every plan; two retros held on data.
Decision needed:  Adopt the spec-before-date rule and approve sanctioned Claude Code access for the pilot team, contractors included, by week 2.
Measure:  Commitments with a signed spec: 100%  ·  Cycle time by stage  ·  Stories meeting Ready  ·  PRs with AI pre-review
Source provenance
DXC_Engineering_Findings_and_Action_Plan_DRAFT 1.pptx · original page 11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QA layers. Integration checks respond to the 2026 Salesforce password expiries, which broke HS1 case creation and calls into Core in production. The capacity practice comes from QA leadership: time-box a problem for 15–20 minutes before asking Claude, use it to review work before a PR, and never to do the whole job. The added QE capacity is a deliverable of the Testing &amp; release controls workstream.
QA tools already built: Claude-based Playwright agents (built for HIPAA compliance, with human review points), a Claude PR bot with per-run cost tracking (not yet in the Bitbucket pipeline), and a Jira story-to-test prototype that is not yet hosted in DXC's environment. Claude is also used to check that tests follow the framework conventions. The test library holds 3,000+ atomic scenarios after Eligibility AI was imported, with a small share automated.
Original visible source copy
Robust QA: scale what QA has built, layer by layer
Seven layers, each with an owner. The gaps are coverage, performance, environments, and QA leadership capacity.
MOVE 3 · ROBUST QA
© 2026 West Monroe Partners | Reproduction and/or distribution without West Monroe Partners’ prior consent is prohibited.
21
Layer
Who
What changes
Today
Refinement
QA lead + PMs
Test cases written from acceptance criteria; QA's Jira test generator drafts them.
QA not in the room
Unit
Core engineers + Claude Code
Changed code ships with unit tests, drafted by Claude and reviewed.
Engineering only; not measured
API and UI
QA (Playwright, Postman)
Claude-based agents draft tests from the backlog daily; the PR bot reviews them.
200+ automated on Core; most manual
Critical paths
QA + Product
Paths already defined with Product, automated release by release.
10–15% automated
Performance
QA + DevOps
Baseline load tests on the highest-volume Core flows.
Not done
UAT
Product owners
Realistic scenarios in pre-live, inside the hardening window.
3–4 day window
Production checks
Release management + DevOps
Smoke tests and post-checkout evidence linked to the release.
In place: smoke tests, post-checkout
Capacity:  one QA leader covers about 15 testers, two of them full-time  ·  name a QA lead  ·  Claude for every tester, contractors included  ·  one sprint of added QE capacity
QA built the framework and the AI tools in five months. The next phase gives them coverage, a production home, and a lead.
Source provenance
DXC_Engineering_Findings_and_Action_Plan_DRAFT 1.pptx · original page 12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Action plan for move 3. Claude access for contractors is in progress with engineering leadership, according to QA leadership.
The QA lead action responds to QA leadership's request for a lead and, over time, a full-time QA per pod, with contractors filling gaps.
Original visible source copy
Robust QA: action plan
Fixes findings 3, 4, and 6. Delivered through the Testing &amp; release controls workstream, building on QA's existing tools.
MOVE 3 · ROBUST QA
© 2026 West Monroe Partners | Reproduction and/or distribution without West Monroe Partners’ prior consent is prohibited.
21
Action
What, exactly
DXC owner
West Monroe role
Weeks
Done when
Critical paths automated
Automate the critical paths already defined with Product, starting with Core (10–15% today).
QA lead
QE Senior Engineer
1–6
About 30% of defined critical paths automated by week 6.
Agent-generated tests
Run QA's Claude-based Playwright agents on backlog items daily; every test goes through PR review.
QA lead
QE Senior Engineer
1–4
Agent-drafted tests merged every sprint after review.
PR bot in pipeline
Move QA's Claude PR bot into the Bitbucket pipeline, with cost tracked per run.
QA lead + DevOps
QE Architect
2–4
Runs on every QA PR; cost reported monthly.
Jira test generator
Bring QA's story-to-test prototype into DXC's AWS account, with human approval.
QA lead + DevOps + Security
QE Architect
3–6
Runs in DXC's account on one pilot team's stories.
Access and practice
Sanctioned Claude for every tester, contractors included; time-box, then review before the PR.
QA lead + Engineering leadership
Executive Engineering Leader
1–2
Every tester has access and follows the practice.
A QA lead
Name or hire a QA lead for Core; plan one full-time QA per pod over time.
Engineering leadership
Executive Engineering Leader
1–2
QA lead named; staffing plan agreed.
Decision needed:  Name a QA lead, approve Claude access for contractors, and approve a DXC home for QA's AI tools by week 2.
Measure:  Critical paths automated: ~10–15% → ~30% by week 6 (hypothesis)  ·  Agent-drafted tests per sprint  ·  Defects reaching production, by cause  ·  AI cost per run
Source provenance
DXC_Engineering_Findings_and_Action_Plan_DRAFT 1.pptx · original page 13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Metrics use data DXC already has: Jira (including the DXCM, CORE, and ITSUPPORT projects referenced in the release calendar), the release calendar, the in-house build system's build IDs, Git, and support tickets. Delivery metrics follow the DORA definitions. Story points remain a planning tool. The Reconcile AI team has already proposed cycle time by stage and flow charts, which this set builds on.
Original visible source copy
Measure what matters: ten metrics from data DXC already has
Today the only delivery number is story points. These cover speed, stability, flow, quality, and AI adoption and cost.
MOVE 4 · MEASURE WHAT MATTERS
© 2026 West Monroe Partners | Reproduction and/or distribution without West Monroe Partners’ prior consent is prohibited.
21
Group
Metric
Definition
Source (exists today)
Cadence
Delivery
Deployment frequency
Production releases per month
Release calendar, build system
Monthly
Lead time for changes
Merge to production, in days
Git + build system
Monthly
Change failure rate
Share of releases that need a patch or rollback
Release calendar + support tickets
Monthly
Time to restore
Incident opened to service restored
Support tickets
Monthly
Flow
Cycle time by stage
Days a story spends in each Jira status
Jira
Every sprint
Unplanned work share
Share of sprint capacity spent on support and patches
Jira labels
Every sprint
Commitment reliability
Stories done versus committed
Jira
Every sprint
Quality
Escaped defects
Production defects per release, by cause
Support tickets + Jira
Every release
Critical-path automation
Share of defined critical paths with automated tests
Test suite
Every release
AI
Adoption and cost
Builders with sanctioned access; model cost per run, as QA already tracks
Access lists, QA cost log
Monthly
How we start:  Weeks 1–2: baseline from data that already exists  ·  Weeks 3–4: agree definitions, add Jira cause codes and labels  ·  Weeks 5–6: one dashboard, first review in retro and with leadership
Story points stay as a planning tool, not a performance measure. The same view covers Core, the new platform, and the vendor team.
Source provenance
DXC_Engineering_Findings_and_Action_Plan_DRAFT 1.pptx · original page 14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Traceability from each finding, plus the metrics gap DXC raised, to the engineering move, workstream, week-6 result, and measure.
Original visible source copy
From finding to proposal: what each workstream fixes
Six findings plus the metrics gap DXC raised, traced to the two engineering workstreams.
FINDINGS TO PROPOSAL
© 2026 West Monroe Partners | Reproduction and/or distribution without West Monroe Partners’ prior consent is prohibited.
21
Finding
Engineering move
Proposed workstream
Week-6 result
Measure
Unplanned, untracked
Stabilize Core SDLC
Testing &amp; release controls
Every unplanned change classified; hotfix lane with root cause
Unplanned events, repeat causes
Same failure, twice
Stabilize Core SDLC
Testing &amp; release controls
Credential and certificate inventory with owners and alerts
Repeat incidents: zero
Tested ≠ shipped
Stabilize Core SDLC
Testing &amp; release controls
Hardening window adopted; templated environments; same build promoted
Test window, matching builds
AI locked to few
Agile with Claude Code + Robust QA
Both workstreams
Sanctioned access for all builders; PR bot in the pipeline
Builders with access
Dates before design
Agile with Claude Code
Reconcile AI engineering across Core
Signed, agent-drafted Rules Engine spec; spec-before-date rule
Commitments with a signed spec
QA built, not staffed
Robust QA
Testing &amp; release controls
QA lead named; QA tools in DXC's accounts; critical-path coverage rising
Critical paths automated
No delivery numbers (raised by DXC)
Measure what matters
Both workstreams
Baseline of the metrics set and one monthly dashboard
Metrics live
Each engineering workstream in the proposal answers specific findings and ends with a measurable week-6 result.
Source provenance
DXC_Engineering_Findings_and_Action_Plan_DRAFT 1.pptx · original page 15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Bars follow the weeks in the two engineering workstream slides of the proposal. Gates: week 2 leadership decisions, week 4 hands-on workshop, week 6 scorecard review and decision on the next pods.
Original visible source copy
Six weeks, two engineering workstreams, three decision gates
The same weeks as the proposal. Each bar is an action from the four plans.
SIX-WEEK PLAN
© 2026 West Monroe Partners | Reproduction and/or distribution without West Monroe Partners’ prior consent is prohibited.
21
Action
Week 1
Week 2
Week 3
Week 4
Week 5
Week 6
RECONCILE AI ENGINEERING ACROSS CORE
Core SDLC process map
Ready gate and spec-before-date
Core skill library
Rules Engine spec-first pilot
Claude Code pairing and PR gate
Metrics baseline to dashboard
TESTING &amp; RELEASE CONTROLS
Patch triage
Cert inventory
Hardening window
Templated environments
Critical paths and agent tests
PR bot in the pipeline
Jira test generator in DXC's account
Same-build promotion
DECISIONS AND GUARDRAIL
AI access for all and QA lead named
◆ Gates:  Week 2: owners, hardening window, Ready and PR gates, spec-before-date, QA lead, and AI access decided   ·   Week 4: hands-on workshop on real Core epics   ·   Week 6: scorecard review and next-pod decision
Source provenance
DXC_Engineering_Findings_and_Action_Plan_DRAFT 1.pptx · original page 16
SHA256 b6a045336db6bf2238f5458f12ae55d18a2086cb1d1a4cc5c9a092db68866f58
Original visual timing transcription
Reconcile AI engineering across Core: process map W1–2; Ready gate/spec-before-date W1–2; Core skill library W1–3; Rules Engine spec-first pilot W1–4; Claude pairing/PR gate W3–6; metrics W1–6. Testing/release: patch triage W1–2; cert inventory W1–3; hardening W1–3; templated environments W2–6; critical paths/agent tests W1–6; PR bot W2–4; Jira test generator W3–6; same-build promotion W3–6. Guardrail: AI access for all and QA lead W1–2. Gates W2 decisions, W4 workshop, W6 scorecard/next-pod decision.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Risks come from the working sessions: Claude access limited to some full-time staff; QA tools not yet hosted in DXC's environment; VM-based environments as the main constraint for the hardening window; QA and Core leadership capacity; the branch strategy debate (feature branches versus master); CAB friction with switched-off code; and the undecided Rules Engine platform.
Original visible source copy
Risks and dependencies: most are decisions, not unknowns
Each risk has a mitigation, an owner, and the week it is needed by.
RISKS AND DEPENDENCIES
© 2026 West Monroe Partners | Reproduction and/or distribution without West Monroe Partners’ prior consent is prohibited.
21
Risk or dependency
If it slips
Mitigation
Owner
Needed by
Claude access and PHI rule
AI moves stall for contractors
Decide at week 2; start with full-time pilot users
Engineering leadership + Security
Week 2
Security review to host QA tools in AWS
Test generator and PR bot stay manual
Start the review in week 1 on the existing Claude subscription
Security + DevOps
Week 3
Environment templating capacity
Hardening window cannot run two releases
Template pre-live first; stagger releases
DevOps + application architects
Week 2
Load on QA and Core leads
Actions slip; leads burn out
West Monroe QE engineers take execution; name a QA lead
Engineering leadership
Week 2
Branch strategy not settled
Hardening window blocked
Options paper and decision at the week-2 gate
Core lead + QA lead + Release
Week 2
CAB rule for switched-off code
Release friction continues
Written rule as part of the release gate
Release management + CAB
Week 3
Data quality for baselines
Metrics not trusted
Start with calendar and build IDs; add Jira cause codes
Engineering leadership
Week 3
Rules Engine platform undecided
Spec-first pilot delayed
Spec is platform-neutral; decide at week 2
Product + Engineering leadership
Week 2
Five of the eight are decisions at the week-2 gate. The gate is where the plan is won or lost.
Source provenance
DXC_Engineering_Findings_and_Action_Plan_DRAFT 1.pptx · original page 17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authored notes
Internal only. Lists the edits needed in the main client deck so these slides fit without contradictions.
Original visible source copy
Proposed edits to the main deck
For internal review only. How these slides would fit into the current client deck.
INTERNAL · NOT FOR CLIENT
© 2026 West Monroe Partners | Reproduction and/or distribution without West Monroe Partners’ prior consent is prohibited.
21
Main deck slide
Proposed change
6  Executive summary
Replace the engineering lines with the six finding hooks, the four moves, and the week-2 decisions.
12  Engineering practices
Fix "one QA" and the patch claim, or move to the appendix.
19, 20, 31
Move to the graveyard: replaced by the four moves and their action plans.
21–23  Engineering priorities
Replace with the Core SDLC, agile with Claude Code, QA, and metrics slides.
25, 32  Summary and roadmap
Align horizons to Now / Next / Future and drop agentic delivery from Future.
39, 40  Next-phase workstreams
Add the moves each workstream delivers and the gates; in 40, build on QA's framework, agents, and PR bot, and include environment templating and the hardening window.
3, 7, 40
Slide 3 duplicates slide 35 and has a review note; slide 7 is empty; slide 40 has the typo "Datatabase".
PROPOSED ENGINEERING LINES FOR THE EXECUTIVE SUMMARY
What we saw:  Unplanned, untracked  ·  Same failure, twice  ·  Tested ≠ shipped  ·  AI locked to few  ·  Dates before design  ·  QA built, not staffed  ·  No delivery numbers
What we do:  Stabilize Core SDLC  ·  Agile with Claude Code  ·  Robust QA  ·  Measure what matters, with decisions at week 2 and a scorecard review at week 6.
Source provenance
DXC_Engineering_Findings_and_Action_Plan_DRAFT 1.pptx · original page 18
SHA256 b6a045336db6bf2238f5458f12ae55d18a2086cb1d1a4cc5c9a092db68866f58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mds.frame.f142db3f1f4351284d3e">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pic>
        <p:nvPicPr>
          <p:cNvPr id="3"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4" name="wm.legal"/>
          <p:cNvSpPr/>
          <p:nvPr/>
        </p:nvSpPr>
        <p:spPr>
          <a:xfrm>
            <a:off x="2171700" y="6172200"/>
            <a:ext cx="9296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mds.frame.bc8dc65b84715bf43f70">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pic>
        <p:nvPicPr>
          <p:cNvPr id="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5"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mds.frame.553c346042c23db17db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mds.frame.fb708f5938cf2f20be1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pic>
        <p:nvPicPr>
          <p:cNvPr id="3"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4"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wmds.frame.565fa27430157ff1bff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wmds.frame.f53eef68b553941e34d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pic>
        <p:nvPicPr>
          <p:cNvPr id="9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5"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wmds.frame.33634671705f8a2761c7">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wmds.frame.cab003ea897bf85b8b43">
    <p:bg>
      <p:bgPr>
        <a:solidFill>
          <a:srgbClr val="070154"/>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50658E"/>
          </a:solidFill>
          <a:ln>
            <a:noFill/>
          </a:ln>
        </p:spPr>
      </p:sp>
      <p:pic>
        <p:nvPicPr>
          <p:cNvPr id="3"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4"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CED7E6"/>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CED7E6"/>
              </a:solidFill>
              <a:latin typeface="IBM Plex Mono"/>
              <a:ea typeface="IBM Plex Mono"/>
              <a:cs typeface="IBM Plex Mon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mds.frame.179b06a6e251f787fda9">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wmds.frame.582f3975d75ac1ff8f4e">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rule"/>
          <p:cNvSpPr/>
          <p:nvPr/>
        </p:nvSpPr>
        <p:spPr>
          <a:xfrm>
            <a:off x="723900" y="62865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7" name="wm.legal"/>
          <p:cNvSpPr/>
          <p:nvPr/>
        </p:nvSpPr>
        <p:spPr>
          <a:xfrm>
            <a:off x="2171700" y="63627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wmds.frame.1834ce5082e41eda1d82">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band"/>
          <p:cNvSpPr/>
          <p:nvPr/>
        </p:nvSpPr>
        <p:spPr>
          <a:xfrm>
            <a:off x="0" y="6172200"/>
            <a:ext cx="8724900" cy="685800"/>
          </a:xfrm>
          <a:prstGeom prst="rect">
            <a:avLst/>
          </a:prstGeom>
          <a:solidFill>
            <a:srgbClr val="E8EEF8"/>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8288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7" name="wm.legal"/>
          <p:cNvSpPr/>
          <p:nvPr/>
        </p:nvSpPr>
        <p:spPr>
          <a:xfrm>
            <a:off x="2171700" y="64008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wmds.frame.cfd50940dcc715534324">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wmds.frame.3febcb648e22c6a22721">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02-2.svg"/><Relationship Id="rId3" Type="http://schemas.openxmlformats.org/officeDocument/2006/relationships/image" Target="../media/image-1-3.jpe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7.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9.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7.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slideLayout" Target="../slideLayouts/slideLayout7.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7.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02-2.svg"/><Relationship Id="rId3" Type="http://schemas.openxmlformats.org/officeDocument/2006/relationships/image" Target="../media/image-58-3.png"/><Relationship Id="rId4" Type="http://schemas.openxmlformats.org/officeDocument/2006/relationships/image" Target="../media/image-58-4.svg"/><Relationship Id="rId5" Type="http://schemas.openxmlformats.org/officeDocument/2006/relationships/slideLayout" Target="../slideLayouts/slideLayout2.xml"/><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02-2.svg"/><Relationship Id="rId3" Type="http://schemas.openxmlformats.org/officeDocument/2006/relationships/image" Target="../media/image-64-3.png"/><Relationship Id="rId4" Type="http://schemas.openxmlformats.org/officeDocument/2006/relationships/image" Target="../media/image-58-4.svg"/><Relationship Id="rId5" Type="http://schemas.openxmlformats.org/officeDocument/2006/relationships/image" Target="../media/image-64-5.png"/><Relationship Id="rId6" Type="http://schemas.openxmlformats.org/officeDocument/2006/relationships/image" Target="../media/image-58-4.svg"/><Relationship Id="rId7" Type="http://schemas.openxmlformats.org/officeDocument/2006/relationships/slideLayout" Target="../slideLayouts/slideLayout2.xml"/><Relationship Id="rId8"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dxc-001">
    <p:spTree>
      <p:nvGrpSpPr>
        <p:cNvPr id="1" name=""/>
        <p:cNvGrpSpPr/>
        <p:nvPr/>
      </p:nvGrpSpPr>
      <p:grpSpPr>
        <a:xfrm>
          <a:off x="0" y="0"/>
          <a:ext cx="0" cy="0"/>
          <a:chOff x="0" y="0"/>
          <a:chExt cx="0" cy="0"/>
        </a:xfrm>
      </p:grpSpPr>
      <p:sp>
        <p:nvSpPr>
          <p:cNvPr id="2" name="wm.library-whiteboard.001.001.001"/>
          <p:cNvSpPr/>
          <p:nvPr/>
        </p:nvSpPr>
        <p:spPr>
          <a:xfrm>
            <a:off x="6438900" y="457200"/>
            <a:ext cx="38100" cy="38100"/>
          </a:xfrm>
          <a:prstGeom prst="rect">
            <a:avLst/>
          </a:prstGeom>
          <a:solidFill>
            <a:srgbClr val="CED7E6"/>
          </a:solidFill>
          <a:ln>
            <a:noFill/>
          </a:ln>
        </p:spPr>
      </p:sp>
      <p:sp>
        <p:nvSpPr>
          <p:cNvPr id="3" name="wm.library-whiteboard.001.001.002"/>
          <p:cNvSpPr/>
          <p:nvPr/>
        </p:nvSpPr>
        <p:spPr>
          <a:xfrm>
            <a:off x="6438900" y="685800"/>
            <a:ext cx="38100" cy="38100"/>
          </a:xfrm>
          <a:prstGeom prst="rect">
            <a:avLst/>
          </a:prstGeom>
          <a:solidFill>
            <a:srgbClr val="CED7E6"/>
          </a:solidFill>
          <a:ln>
            <a:noFill/>
          </a:ln>
        </p:spPr>
      </p:sp>
      <p:sp>
        <p:nvSpPr>
          <p:cNvPr id="4" name="wm.library-whiteboard.001.002.001"/>
          <p:cNvSpPr/>
          <p:nvPr/>
        </p:nvSpPr>
        <p:spPr>
          <a:xfrm>
            <a:off x="6667500" y="457200"/>
            <a:ext cx="38100" cy="38100"/>
          </a:xfrm>
          <a:prstGeom prst="rect">
            <a:avLst/>
          </a:prstGeom>
          <a:solidFill>
            <a:srgbClr val="CED7E6"/>
          </a:solidFill>
          <a:ln>
            <a:noFill/>
          </a:ln>
        </p:spPr>
      </p:sp>
      <p:sp>
        <p:nvSpPr>
          <p:cNvPr id="5" name="wm.library-whiteboard.001.002.002"/>
          <p:cNvSpPr/>
          <p:nvPr/>
        </p:nvSpPr>
        <p:spPr>
          <a:xfrm>
            <a:off x="6667500" y="685800"/>
            <a:ext cx="38100" cy="38100"/>
          </a:xfrm>
          <a:prstGeom prst="rect">
            <a:avLst/>
          </a:prstGeom>
          <a:solidFill>
            <a:srgbClr val="CED7E6"/>
          </a:solidFill>
          <a:ln>
            <a:noFill/>
          </a:ln>
        </p:spPr>
      </p:sp>
      <p:sp>
        <p:nvSpPr>
          <p:cNvPr id="6" name="wm.library-whiteboard.001.003.001"/>
          <p:cNvSpPr/>
          <p:nvPr/>
        </p:nvSpPr>
        <p:spPr>
          <a:xfrm>
            <a:off x="6896100" y="457200"/>
            <a:ext cx="38100" cy="38100"/>
          </a:xfrm>
          <a:prstGeom prst="rect">
            <a:avLst/>
          </a:prstGeom>
          <a:solidFill>
            <a:srgbClr val="CED7E6"/>
          </a:solidFill>
          <a:ln>
            <a:noFill/>
          </a:ln>
        </p:spPr>
      </p:sp>
      <p:sp>
        <p:nvSpPr>
          <p:cNvPr id="7" name="wm.library-whiteboard.001.003.002"/>
          <p:cNvSpPr/>
          <p:nvPr/>
        </p:nvSpPr>
        <p:spPr>
          <a:xfrm>
            <a:off x="6896100" y="685800"/>
            <a:ext cx="38100" cy="38100"/>
          </a:xfrm>
          <a:prstGeom prst="rect">
            <a:avLst/>
          </a:prstGeom>
          <a:solidFill>
            <a:srgbClr val="CED7E6"/>
          </a:solidFill>
          <a:ln>
            <a:noFill/>
          </a:ln>
        </p:spPr>
      </p:sp>
      <p:sp>
        <p:nvSpPr>
          <p:cNvPr id="8" name="wm.library-whiteboard.001.004.001"/>
          <p:cNvSpPr/>
          <p:nvPr/>
        </p:nvSpPr>
        <p:spPr>
          <a:xfrm>
            <a:off x="7124700" y="457200"/>
            <a:ext cx="38100" cy="38100"/>
          </a:xfrm>
          <a:prstGeom prst="rect">
            <a:avLst/>
          </a:prstGeom>
          <a:solidFill>
            <a:srgbClr val="CED7E6"/>
          </a:solidFill>
          <a:ln>
            <a:noFill/>
          </a:ln>
        </p:spPr>
      </p:sp>
      <p:sp>
        <p:nvSpPr>
          <p:cNvPr id="9" name="wm.library-whiteboard.001.004.002"/>
          <p:cNvSpPr/>
          <p:nvPr/>
        </p:nvSpPr>
        <p:spPr>
          <a:xfrm>
            <a:off x="7124700" y="685800"/>
            <a:ext cx="38100" cy="38100"/>
          </a:xfrm>
          <a:prstGeom prst="rect">
            <a:avLst/>
          </a:prstGeom>
          <a:solidFill>
            <a:srgbClr val="CED7E6"/>
          </a:solidFill>
          <a:ln>
            <a:noFill/>
          </a:ln>
        </p:spPr>
      </p:sp>
      <p:sp>
        <p:nvSpPr>
          <p:cNvPr id="10" name="wm.library-whiteboard.001.005.001"/>
          <p:cNvSpPr/>
          <p:nvPr/>
        </p:nvSpPr>
        <p:spPr>
          <a:xfrm>
            <a:off x="7353300" y="457200"/>
            <a:ext cx="38100" cy="38100"/>
          </a:xfrm>
          <a:prstGeom prst="rect">
            <a:avLst/>
          </a:prstGeom>
          <a:solidFill>
            <a:srgbClr val="CED7E6"/>
          </a:solidFill>
          <a:ln>
            <a:noFill/>
          </a:ln>
        </p:spPr>
      </p:sp>
      <p:sp>
        <p:nvSpPr>
          <p:cNvPr id="11" name="wm.library-whiteboard.001.005.002"/>
          <p:cNvSpPr/>
          <p:nvPr/>
        </p:nvSpPr>
        <p:spPr>
          <a:xfrm>
            <a:off x="7353300" y="685800"/>
            <a:ext cx="38100" cy="38100"/>
          </a:xfrm>
          <a:prstGeom prst="rect">
            <a:avLst/>
          </a:prstGeom>
          <a:solidFill>
            <a:srgbClr val="CED7E6"/>
          </a:solidFill>
          <a:ln>
            <a:noFill/>
          </a:ln>
        </p:spPr>
      </p:sp>
      <p:sp>
        <p:nvSpPr>
          <p:cNvPr id="12" name="wm.library-whiteboard.001.006.001"/>
          <p:cNvSpPr/>
          <p:nvPr/>
        </p:nvSpPr>
        <p:spPr>
          <a:xfrm>
            <a:off x="7581900" y="457200"/>
            <a:ext cx="38100" cy="38100"/>
          </a:xfrm>
          <a:prstGeom prst="rect">
            <a:avLst/>
          </a:prstGeom>
          <a:solidFill>
            <a:srgbClr val="CED7E6"/>
          </a:solidFill>
          <a:ln>
            <a:noFill/>
          </a:ln>
        </p:spPr>
      </p:sp>
      <p:sp>
        <p:nvSpPr>
          <p:cNvPr id="13" name="wm.library-whiteboard.001.006.002"/>
          <p:cNvSpPr/>
          <p:nvPr/>
        </p:nvSpPr>
        <p:spPr>
          <a:xfrm>
            <a:off x="7581900" y="685800"/>
            <a:ext cx="38100" cy="38100"/>
          </a:xfrm>
          <a:prstGeom prst="rect">
            <a:avLst/>
          </a:prstGeom>
          <a:solidFill>
            <a:srgbClr val="CED7E6"/>
          </a:solidFill>
          <a:ln>
            <a:noFill/>
          </a:ln>
        </p:spPr>
      </p:sp>
      <p:sp>
        <p:nvSpPr>
          <p:cNvPr id="14" name="wm.library-whiteboard.001.007.001"/>
          <p:cNvSpPr/>
          <p:nvPr/>
        </p:nvSpPr>
        <p:spPr>
          <a:xfrm>
            <a:off x="7810500" y="457200"/>
            <a:ext cx="38100" cy="38100"/>
          </a:xfrm>
          <a:prstGeom prst="rect">
            <a:avLst/>
          </a:prstGeom>
          <a:solidFill>
            <a:srgbClr val="CED7E6"/>
          </a:solidFill>
          <a:ln>
            <a:noFill/>
          </a:ln>
        </p:spPr>
      </p:sp>
      <p:sp>
        <p:nvSpPr>
          <p:cNvPr id="15" name="wm.library-whiteboard.001.007.002"/>
          <p:cNvSpPr/>
          <p:nvPr/>
        </p:nvSpPr>
        <p:spPr>
          <a:xfrm>
            <a:off x="7810500" y="685800"/>
            <a:ext cx="38100" cy="38100"/>
          </a:xfrm>
          <a:prstGeom prst="rect">
            <a:avLst/>
          </a:prstGeom>
          <a:solidFill>
            <a:srgbClr val="CED7E6"/>
          </a:solidFill>
          <a:ln>
            <a:noFill/>
          </a:ln>
        </p:spPr>
      </p:sp>
      <p:sp>
        <p:nvSpPr>
          <p:cNvPr id="16" name="wm.library-whiteboard.001.008.001"/>
          <p:cNvSpPr/>
          <p:nvPr/>
        </p:nvSpPr>
        <p:spPr>
          <a:xfrm>
            <a:off x="8039100" y="457200"/>
            <a:ext cx="38100" cy="38100"/>
          </a:xfrm>
          <a:prstGeom prst="rect">
            <a:avLst/>
          </a:prstGeom>
          <a:solidFill>
            <a:srgbClr val="CED7E6"/>
          </a:solidFill>
          <a:ln>
            <a:noFill/>
          </a:ln>
        </p:spPr>
      </p:sp>
      <p:sp>
        <p:nvSpPr>
          <p:cNvPr id="17" name="wm.library-whiteboard.001.008.002"/>
          <p:cNvSpPr/>
          <p:nvPr/>
        </p:nvSpPr>
        <p:spPr>
          <a:xfrm>
            <a:off x="8039100" y="685800"/>
            <a:ext cx="38100" cy="38100"/>
          </a:xfrm>
          <a:prstGeom prst="rect">
            <a:avLst/>
          </a:prstGeom>
          <a:solidFill>
            <a:srgbClr val="CED7E6"/>
          </a:solidFill>
          <a:ln>
            <a:noFill/>
          </a:ln>
        </p:spPr>
      </p:sp>
      <p:sp>
        <p:nvSpPr>
          <p:cNvPr id="18" name="wm.library-whiteboard.001.009.001"/>
          <p:cNvSpPr/>
          <p:nvPr/>
        </p:nvSpPr>
        <p:spPr>
          <a:xfrm>
            <a:off x="8267700" y="457200"/>
            <a:ext cx="38100" cy="38100"/>
          </a:xfrm>
          <a:prstGeom prst="rect">
            <a:avLst/>
          </a:prstGeom>
          <a:solidFill>
            <a:srgbClr val="CED7E6"/>
          </a:solidFill>
          <a:ln>
            <a:noFill/>
          </a:ln>
        </p:spPr>
      </p:sp>
      <p:sp>
        <p:nvSpPr>
          <p:cNvPr id="19" name="wm.library-whiteboard.001.009.002"/>
          <p:cNvSpPr/>
          <p:nvPr/>
        </p:nvSpPr>
        <p:spPr>
          <a:xfrm>
            <a:off x="8267700" y="685800"/>
            <a:ext cx="38100" cy="38100"/>
          </a:xfrm>
          <a:prstGeom prst="rect">
            <a:avLst/>
          </a:prstGeom>
          <a:solidFill>
            <a:srgbClr val="CED7E6"/>
          </a:solidFill>
          <a:ln>
            <a:noFill/>
          </a:ln>
        </p:spPr>
      </p:sp>
      <p:sp>
        <p:nvSpPr>
          <p:cNvPr id="20" name="wm.library-whiteboard.001.010.001"/>
          <p:cNvSpPr/>
          <p:nvPr/>
        </p:nvSpPr>
        <p:spPr>
          <a:xfrm>
            <a:off x="8496300" y="457200"/>
            <a:ext cx="38100" cy="38100"/>
          </a:xfrm>
          <a:prstGeom prst="rect">
            <a:avLst/>
          </a:prstGeom>
          <a:solidFill>
            <a:srgbClr val="CED7E6">
              <a:alpha val="98371"/>
            </a:srgbClr>
          </a:solidFill>
          <a:ln>
            <a:noFill/>
          </a:ln>
        </p:spPr>
      </p:sp>
      <p:sp>
        <p:nvSpPr>
          <p:cNvPr id="21" name="wm.library-whiteboard.001.010.002"/>
          <p:cNvSpPr/>
          <p:nvPr/>
        </p:nvSpPr>
        <p:spPr>
          <a:xfrm>
            <a:off x="8496300" y="685800"/>
            <a:ext cx="38100" cy="38100"/>
          </a:xfrm>
          <a:prstGeom prst="rect">
            <a:avLst/>
          </a:prstGeom>
          <a:solidFill>
            <a:srgbClr val="CED7E6">
              <a:alpha val="98371"/>
            </a:srgbClr>
          </a:solidFill>
          <a:ln>
            <a:noFill/>
          </a:ln>
        </p:spPr>
      </p:sp>
      <p:sp>
        <p:nvSpPr>
          <p:cNvPr id="22" name="wm.library-whiteboard.001.011.001"/>
          <p:cNvSpPr/>
          <p:nvPr/>
        </p:nvSpPr>
        <p:spPr>
          <a:xfrm>
            <a:off x="8724900" y="457200"/>
            <a:ext cx="38100" cy="38100"/>
          </a:xfrm>
          <a:prstGeom prst="rect">
            <a:avLst/>
          </a:prstGeom>
          <a:solidFill>
            <a:srgbClr val="CED7E6">
              <a:alpha val="90852"/>
            </a:srgbClr>
          </a:solidFill>
          <a:ln>
            <a:noFill/>
          </a:ln>
        </p:spPr>
      </p:sp>
      <p:sp>
        <p:nvSpPr>
          <p:cNvPr id="23" name="wm.library-whiteboard.001.011.002"/>
          <p:cNvSpPr/>
          <p:nvPr/>
        </p:nvSpPr>
        <p:spPr>
          <a:xfrm>
            <a:off x="8724900" y="685800"/>
            <a:ext cx="38100" cy="38100"/>
          </a:xfrm>
          <a:prstGeom prst="rect">
            <a:avLst/>
          </a:prstGeom>
          <a:solidFill>
            <a:srgbClr val="CED7E6">
              <a:alpha val="90852"/>
            </a:srgbClr>
          </a:solidFill>
          <a:ln>
            <a:noFill/>
          </a:ln>
        </p:spPr>
      </p:sp>
      <p:sp>
        <p:nvSpPr>
          <p:cNvPr id="24" name="wm.library-whiteboard.001.012.001"/>
          <p:cNvSpPr/>
          <p:nvPr/>
        </p:nvSpPr>
        <p:spPr>
          <a:xfrm>
            <a:off x="8953500" y="457200"/>
            <a:ext cx="38100" cy="38100"/>
          </a:xfrm>
          <a:prstGeom prst="rect">
            <a:avLst/>
          </a:prstGeom>
          <a:solidFill>
            <a:srgbClr val="CED7E6">
              <a:alpha val="83333"/>
            </a:srgbClr>
          </a:solidFill>
          <a:ln>
            <a:noFill/>
          </a:ln>
        </p:spPr>
      </p:sp>
      <p:sp>
        <p:nvSpPr>
          <p:cNvPr id="25" name="wm.library-whiteboard.001.012.002"/>
          <p:cNvSpPr/>
          <p:nvPr/>
        </p:nvSpPr>
        <p:spPr>
          <a:xfrm>
            <a:off x="8953500" y="685800"/>
            <a:ext cx="38100" cy="38100"/>
          </a:xfrm>
          <a:prstGeom prst="rect">
            <a:avLst/>
          </a:prstGeom>
          <a:solidFill>
            <a:srgbClr val="CED7E6">
              <a:alpha val="83333"/>
            </a:srgbClr>
          </a:solidFill>
          <a:ln>
            <a:noFill/>
          </a:ln>
        </p:spPr>
      </p:sp>
      <p:sp>
        <p:nvSpPr>
          <p:cNvPr id="26" name="wm.library-whiteboard.001.013.001"/>
          <p:cNvSpPr/>
          <p:nvPr/>
        </p:nvSpPr>
        <p:spPr>
          <a:xfrm>
            <a:off x="9182100" y="457200"/>
            <a:ext cx="38100" cy="38100"/>
          </a:xfrm>
          <a:prstGeom prst="rect">
            <a:avLst/>
          </a:prstGeom>
          <a:solidFill>
            <a:srgbClr val="CED7E6">
              <a:alpha val="75815"/>
            </a:srgbClr>
          </a:solidFill>
          <a:ln>
            <a:noFill/>
          </a:ln>
        </p:spPr>
      </p:sp>
      <p:sp>
        <p:nvSpPr>
          <p:cNvPr id="27" name="wm.library-whiteboard.001.013.002"/>
          <p:cNvSpPr/>
          <p:nvPr/>
        </p:nvSpPr>
        <p:spPr>
          <a:xfrm>
            <a:off x="9182100" y="685800"/>
            <a:ext cx="38100" cy="38100"/>
          </a:xfrm>
          <a:prstGeom prst="rect">
            <a:avLst/>
          </a:prstGeom>
          <a:solidFill>
            <a:srgbClr val="CED7E6">
              <a:alpha val="75815"/>
            </a:srgbClr>
          </a:solidFill>
          <a:ln>
            <a:noFill/>
          </a:ln>
        </p:spPr>
      </p:sp>
      <p:sp>
        <p:nvSpPr>
          <p:cNvPr id="28" name="wm.library-whiteboard.001.014.001"/>
          <p:cNvSpPr/>
          <p:nvPr/>
        </p:nvSpPr>
        <p:spPr>
          <a:xfrm>
            <a:off x="9410700" y="457200"/>
            <a:ext cx="38100" cy="38100"/>
          </a:xfrm>
          <a:prstGeom prst="rect">
            <a:avLst/>
          </a:prstGeom>
          <a:solidFill>
            <a:srgbClr val="CED7E6">
              <a:alpha val="68296"/>
            </a:srgbClr>
          </a:solidFill>
          <a:ln>
            <a:noFill/>
          </a:ln>
        </p:spPr>
      </p:sp>
      <p:sp>
        <p:nvSpPr>
          <p:cNvPr id="29" name="wm.library-whiteboard.001.014.002"/>
          <p:cNvSpPr/>
          <p:nvPr/>
        </p:nvSpPr>
        <p:spPr>
          <a:xfrm>
            <a:off x="9410700" y="685800"/>
            <a:ext cx="38100" cy="38100"/>
          </a:xfrm>
          <a:prstGeom prst="rect">
            <a:avLst/>
          </a:prstGeom>
          <a:solidFill>
            <a:srgbClr val="CED7E6">
              <a:alpha val="68296"/>
            </a:srgbClr>
          </a:solidFill>
          <a:ln>
            <a:noFill/>
          </a:ln>
        </p:spPr>
      </p:sp>
      <p:sp>
        <p:nvSpPr>
          <p:cNvPr id="30" name="wm.library-whiteboard.001.015.001"/>
          <p:cNvSpPr/>
          <p:nvPr/>
        </p:nvSpPr>
        <p:spPr>
          <a:xfrm>
            <a:off x="9639300" y="457200"/>
            <a:ext cx="38100" cy="38100"/>
          </a:xfrm>
          <a:prstGeom prst="rect">
            <a:avLst/>
          </a:prstGeom>
          <a:solidFill>
            <a:srgbClr val="CED7E6">
              <a:alpha val="60777"/>
            </a:srgbClr>
          </a:solidFill>
          <a:ln>
            <a:noFill/>
          </a:ln>
        </p:spPr>
      </p:sp>
      <p:sp>
        <p:nvSpPr>
          <p:cNvPr id="31" name="wm.library-whiteboard.001.015.002"/>
          <p:cNvSpPr/>
          <p:nvPr/>
        </p:nvSpPr>
        <p:spPr>
          <a:xfrm>
            <a:off x="9639300" y="685800"/>
            <a:ext cx="38100" cy="38100"/>
          </a:xfrm>
          <a:prstGeom prst="rect">
            <a:avLst/>
          </a:prstGeom>
          <a:solidFill>
            <a:srgbClr val="CED7E6">
              <a:alpha val="60777"/>
            </a:srgbClr>
          </a:solidFill>
          <a:ln>
            <a:noFill/>
          </a:ln>
        </p:spPr>
      </p:sp>
      <p:sp>
        <p:nvSpPr>
          <p:cNvPr id="32" name="wm.library-whiteboard.001.016.001"/>
          <p:cNvSpPr/>
          <p:nvPr/>
        </p:nvSpPr>
        <p:spPr>
          <a:xfrm>
            <a:off x="9867900" y="457200"/>
            <a:ext cx="38100" cy="38100"/>
          </a:xfrm>
          <a:prstGeom prst="rect">
            <a:avLst/>
          </a:prstGeom>
          <a:solidFill>
            <a:srgbClr val="CED7E6">
              <a:alpha val="53258"/>
            </a:srgbClr>
          </a:solidFill>
          <a:ln>
            <a:noFill/>
          </a:ln>
        </p:spPr>
      </p:sp>
      <p:sp>
        <p:nvSpPr>
          <p:cNvPr id="33" name="wm.library-whiteboard.001.016.002"/>
          <p:cNvSpPr/>
          <p:nvPr/>
        </p:nvSpPr>
        <p:spPr>
          <a:xfrm>
            <a:off x="9867900" y="685800"/>
            <a:ext cx="38100" cy="38100"/>
          </a:xfrm>
          <a:prstGeom prst="rect">
            <a:avLst/>
          </a:prstGeom>
          <a:solidFill>
            <a:srgbClr val="CED7E6">
              <a:alpha val="53258"/>
            </a:srgbClr>
          </a:solidFill>
          <a:ln>
            <a:noFill/>
          </a:ln>
        </p:spPr>
      </p:sp>
      <p:sp>
        <p:nvSpPr>
          <p:cNvPr id="34" name="wm.library-whiteboard.001.017.001"/>
          <p:cNvSpPr/>
          <p:nvPr/>
        </p:nvSpPr>
        <p:spPr>
          <a:xfrm>
            <a:off x="10096500" y="457200"/>
            <a:ext cx="38100" cy="38100"/>
          </a:xfrm>
          <a:prstGeom prst="rect">
            <a:avLst/>
          </a:prstGeom>
          <a:solidFill>
            <a:srgbClr val="CED7E6">
              <a:alpha val="45739"/>
            </a:srgbClr>
          </a:solidFill>
          <a:ln>
            <a:noFill/>
          </a:ln>
        </p:spPr>
      </p:sp>
      <p:sp>
        <p:nvSpPr>
          <p:cNvPr id="35" name="wm.library-whiteboard.001.017.002"/>
          <p:cNvSpPr/>
          <p:nvPr/>
        </p:nvSpPr>
        <p:spPr>
          <a:xfrm>
            <a:off x="10096500" y="685800"/>
            <a:ext cx="38100" cy="38100"/>
          </a:xfrm>
          <a:prstGeom prst="rect">
            <a:avLst/>
          </a:prstGeom>
          <a:solidFill>
            <a:srgbClr val="CED7E6">
              <a:alpha val="45739"/>
            </a:srgbClr>
          </a:solidFill>
          <a:ln>
            <a:noFill/>
          </a:ln>
        </p:spPr>
      </p:sp>
      <p:sp>
        <p:nvSpPr>
          <p:cNvPr id="36" name="wm.library-whiteboard.001.018.001"/>
          <p:cNvSpPr/>
          <p:nvPr/>
        </p:nvSpPr>
        <p:spPr>
          <a:xfrm>
            <a:off x="10325100" y="457200"/>
            <a:ext cx="38100" cy="38100"/>
          </a:xfrm>
          <a:prstGeom prst="rect">
            <a:avLst/>
          </a:prstGeom>
          <a:solidFill>
            <a:srgbClr val="CED7E6">
              <a:alpha val="38221"/>
            </a:srgbClr>
          </a:solidFill>
          <a:ln>
            <a:noFill/>
          </a:ln>
        </p:spPr>
      </p:sp>
      <p:sp>
        <p:nvSpPr>
          <p:cNvPr id="37" name="wm.library-whiteboard.001.018.002"/>
          <p:cNvSpPr/>
          <p:nvPr/>
        </p:nvSpPr>
        <p:spPr>
          <a:xfrm>
            <a:off x="10325100" y="685800"/>
            <a:ext cx="38100" cy="38100"/>
          </a:xfrm>
          <a:prstGeom prst="rect">
            <a:avLst/>
          </a:prstGeom>
          <a:solidFill>
            <a:srgbClr val="CED7E6">
              <a:alpha val="38221"/>
            </a:srgbClr>
          </a:solidFill>
          <a:ln>
            <a:noFill/>
          </a:ln>
        </p:spPr>
      </p:sp>
      <p:sp>
        <p:nvSpPr>
          <p:cNvPr id="38" name="wm.library-whiteboard.001.019.001"/>
          <p:cNvSpPr/>
          <p:nvPr/>
        </p:nvSpPr>
        <p:spPr>
          <a:xfrm>
            <a:off x="10553700" y="457200"/>
            <a:ext cx="38100" cy="38100"/>
          </a:xfrm>
          <a:prstGeom prst="rect">
            <a:avLst/>
          </a:prstGeom>
          <a:solidFill>
            <a:srgbClr val="CED7E6">
              <a:alpha val="30702"/>
            </a:srgbClr>
          </a:solidFill>
          <a:ln>
            <a:noFill/>
          </a:ln>
        </p:spPr>
      </p:sp>
      <p:sp>
        <p:nvSpPr>
          <p:cNvPr id="39" name="wm.library-whiteboard.001.019.002"/>
          <p:cNvSpPr/>
          <p:nvPr/>
        </p:nvSpPr>
        <p:spPr>
          <a:xfrm>
            <a:off x="10553700" y="685800"/>
            <a:ext cx="38100" cy="38100"/>
          </a:xfrm>
          <a:prstGeom prst="rect">
            <a:avLst/>
          </a:prstGeom>
          <a:solidFill>
            <a:srgbClr val="CED7E6">
              <a:alpha val="30702"/>
            </a:srgbClr>
          </a:solidFill>
          <a:ln>
            <a:noFill/>
          </a:ln>
        </p:spPr>
      </p:sp>
      <p:sp>
        <p:nvSpPr>
          <p:cNvPr id="40" name="wm.library-whiteboard.001.020.001"/>
          <p:cNvSpPr/>
          <p:nvPr/>
        </p:nvSpPr>
        <p:spPr>
          <a:xfrm>
            <a:off x="10782300" y="457200"/>
            <a:ext cx="38100" cy="38100"/>
          </a:xfrm>
          <a:prstGeom prst="rect">
            <a:avLst/>
          </a:prstGeom>
          <a:solidFill>
            <a:srgbClr val="CED7E6">
              <a:alpha val="23183"/>
            </a:srgbClr>
          </a:solidFill>
          <a:ln>
            <a:noFill/>
          </a:ln>
        </p:spPr>
      </p:sp>
      <p:sp>
        <p:nvSpPr>
          <p:cNvPr id="41" name="wm.library-whiteboard.001.020.002"/>
          <p:cNvSpPr/>
          <p:nvPr/>
        </p:nvSpPr>
        <p:spPr>
          <a:xfrm>
            <a:off x="10782300" y="685800"/>
            <a:ext cx="38100" cy="38100"/>
          </a:xfrm>
          <a:prstGeom prst="rect">
            <a:avLst/>
          </a:prstGeom>
          <a:solidFill>
            <a:srgbClr val="CED7E6">
              <a:alpha val="23183"/>
            </a:srgbClr>
          </a:solidFill>
          <a:ln>
            <a:noFill/>
          </a:ln>
        </p:spPr>
      </p:sp>
      <p:sp>
        <p:nvSpPr>
          <p:cNvPr id="42" name="wm.library-whiteboard.001.021.001"/>
          <p:cNvSpPr/>
          <p:nvPr/>
        </p:nvSpPr>
        <p:spPr>
          <a:xfrm>
            <a:off x="11010900" y="457200"/>
            <a:ext cx="38100" cy="38100"/>
          </a:xfrm>
          <a:prstGeom prst="rect">
            <a:avLst/>
          </a:prstGeom>
          <a:solidFill>
            <a:srgbClr val="CED7E6">
              <a:alpha val="15664"/>
            </a:srgbClr>
          </a:solidFill>
          <a:ln>
            <a:noFill/>
          </a:ln>
        </p:spPr>
      </p:sp>
      <p:sp>
        <p:nvSpPr>
          <p:cNvPr id="43" name="wm.library-whiteboard.001.021.002"/>
          <p:cNvSpPr/>
          <p:nvPr/>
        </p:nvSpPr>
        <p:spPr>
          <a:xfrm>
            <a:off x="11010900" y="685800"/>
            <a:ext cx="38100" cy="38100"/>
          </a:xfrm>
          <a:prstGeom prst="rect">
            <a:avLst/>
          </a:prstGeom>
          <a:solidFill>
            <a:srgbClr val="CED7E6">
              <a:alpha val="15664"/>
            </a:srgbClr>
          </a:solidFill>
          <a:ln>
            <a:noFill/>
          </a:ln>
        </p:spPr>
      </p:sp>
      <p:sp>
        <p:nvSpPr>
          <p:cNvPr id="44" name="wm.library-whiteboard.001.022.001"/>
          <p:cNvSpPr/>
          <p:nvPr/>
        </p:nvSpPr>
        <p:spPr>
          <a:xfrm>
            <a:off x="11239500" y="457200"/>
            <a:ext cx="38100" cy="38100"/>
          </a:xfrm>
          <a:prstGeom prst="rect">
            <a:avLst/>
          </a:prstGeom>
          <a:solidFill>
            <a:srgbClr val="CED7E6">
              <a:alpha val="8145"/>
            </a:srgbClr>
          </a:solidFill>
          <a:ln>
            <a:noFill/>
          </a:ln>
        </p:spPr>
      </p:sp>
      <p:sp>
        <p:nvSpPr>
          <p:cNvPr id="45" name="wm.library-whiteboard.001.022.002"/>
          <p:cNvSpPr/>
          <p:nvPr/>
        </p:nvSpPr>
        <p:spPr>
          <a:xfrm>
            <a:off x="11239500" y="685800"/>
            <a:ext cx="38100" cy="38100"/>
          </a:xfrm>
          <a:prstGeom prst="rect">
            <a:avLst/>
          </a:prstGeom>
          <a:solidFill>
            <a:srgbClr val="CED7E6">
              <a:alpha val="8145"/>
            </a:srgbClr>
          </a:solidFill>
          <a:ln>
            <a:noFill/>
          </a:ln>
        </p:spPr>
      </p:sp>
      <p:sp>
        <p:nvSpPr>
          <p:cNvPr id="46" name="wm.library-whiteboard.001.023.001"/>
          <p:cNvSpPr/>
          <p:nvPr/>
        </p:nvSpPr>
        <p:spPr>
          <a:xfrm>
            <a:off x="11468100" y="457200"/>
            <a:ext cx="38100" cy="38100"/>
          </a:xfrm>
          <a:prstGeom prst="rect">
            <a:avLst/>
          </a:prstGeom>
          <a:solidFill>
            <a:srgbClr val="CED7E6">
              <a:alpha val="627"/>
            </a:srgbClr>
          </a:solidFill>
          <a:ln>
            <a:noFill/>
          </a:ln>
        </p:spPr>
      </p:sp>
      <p:sp>
        <p:nvSpPr>
          <p:cNvPr id="47" name="wm.library-whiteboard.001.023.002"/>
          <p:cNvSpPr/>
          <p:nvPr/>
        </p:nvSpPr>
        <p:spPr>
          <a:xfrm>
            <a:off x="11468100" y="685800"/>
            <a:ext cx="38100" cy="38100"/>
          </a:xfrm>
          <a:prstGeom prst="rect">
            <a:avLst/>
          </a:prstGeom>
          <a:solidFill>
            <a:srgbClr val="CED7E6">
              <a:alpha val="627"/>
            </a:srgbClr>
          </a:solidFill>
          <a:ln>
            <a:noFill/>
          </a:ln>
        </p:spPr>
      </p:sp>
      <p:sp>
        <p:nvSpPr>
          <p:cNvPr id="48" name="wm.library-whiteboard.002.001.001"/>
          <p:cNvSpPr/>
          <p:nvPr/>
        </p:nvSpPr>
        <p:spPr>
          <a:xfrm>
            <a:off x="6438900" y="685800"/>
            <a:ext cx="38100" cy="38100"/>
          </a:xfrm>
          <a:prstGeom prst="rect">
            <a:avLst/>
          </a:prstGeom>
          <a:solidFill>
            <a:srgbClr val="CED7E6"/>
          </a:solidFill>
          <a:ln>
            <a:noFill/>
          </a:ln>
        </p:spPr>
      </p:sp>
      <p:sp>
        <p:nvSpPr>
          <p:cNvPr id="49" name="wm.library-whiteboard.002.001.002"/>
          <p:cNvSpPr/>
          <p:nvPr/>
        </p:nvSpPr>
        <p:spPr>
          <a:xfrm>
            <a:off x="6438900" y="914400"/>
            <a:ext cx="38100" cy="38100"/>
          </a:xfrm>
          <a:prstGeom prst="rect">
            <a:avLst/>
          </a:prstGeom>
          <a:solidFill>
            <a:srgbClr val="CED7E6"/>
          </a:solidFill>
          <a:ln>
            <a:noFill/>
          </a:ln>
        </p:spPr>
      </p:sp>
      <p:sp>
        <p:nvSpPr>
          <p:cNvPr id="50" name="wm.library-whiteboard.002.001.003"/>
          <p:cNvSpPr/>
          <p:nvPr/>
        </p:nvSpPr>
        <p:spPr>
          <a:xfrm>
            <a:off x="6438900" y="1143000"/>
            <a:ext cx="38100" cy="38100"/>
          </a:xfrm>
          <a:prstGeom prst="rect">
            <a:avLst/>
          </a:prstGeom>
          <a:solidFill>
            <a:srgbClr val="CED7E6"/>
          </a:solidFill>
          <a:ln>
            <a:noFill/>
          </a:ln>
        </p:spPr>
      </p:sp>
      <p:sp>
        <p:nvSpPr>
          <p:cNvPr id="51" name="wm.library-whiteboard.002.001.004"/>
          <p:cNvSpPr/>
          <p:nvPr/>
        </p:nvSpPr>
        <p:spPr>
          <a:xfrm>
            <a:off x="6438900" y="1371600"/>
            <a:ext cx="38100" cy="38100"/>
          </a:xfrm>
          <a:prstGeom prst="rect">
            <a:avLst/>
          </a:prstGeom>
          <a:solidFill>
            <a:srgbClr val="CED7E6"/>
          </a:solidFill>
          <a:ln>
            <a:noFill/>
          </a:ln>
        </p:spPr>
      </p:sp>
      <p:sp>
        <p:nvSpPr>
          <p:cNvPr id="52" name="wm.library-whiteboard.002.001.005"/>
          <p:cNvSpPr/>
          <p:nvPr/>
        </p:nvSpPr>
        <p:spPr>
          <a:xfrm>
            <a:off x="6438900" y="1600200"/>
            <a:ext cx="38100" cy="38100"/>
          </a:xfrm>
          <a:prstGeom prst="rect">
            <a:avLst/>
          </a:prstGeom>
          <a:solidFill>
            <a:srgbClr val="CED7E6"/>
          </a:solidFill>
          <a:ln>
            <a:noFill/>
          </a:ln>
        </p:spPr>
      </p:sp>
      <p:sp>
        <p:nvSpPr>
          <p:cNvPr id="53" name="wm.library-whiteboard.002.001.006"/>
          <p:cNvSpPr/>
          <p:nvPr/>
        </p:nvSpPr>
        <p:spPr>
          <a:xfrm>
            <a:off x="6438900" y="1828800"/>
            <a:ext cx="38100" cy="38100"/>
          </a:xfrm>
          <a:prstGeom prst="rect">
            <a:avLst/>
          </a:prstGeom>
          <a:solidFill>
            <a:srgbClr val="CED7E6"/>
          </a:solidFill>
          <a:ln>
            <a:noFill/>
          </a:ln>
        </p:spPr>
      </p:sp>
      <p:sp>
        <p:nvSpPr>
          <p:cNvPr id="54" name="wm.library-whiteboard.002.001.007"/>
          <p:cNvSpPr/>
          <p:nvPr/>
        </p:nvSpPr>
        <p:spPr>
          <a:xfrm>
            <a:off x="6438900" y="2057400"/>
            <a:ext cx="38100" cy="38100"/>
          </a:xfrm>
          <a:prstGeom prst="rect">
            <a:avLst/>
          </a:prstGeom>
          <a:solidFill>
            <a:srgbClr val="CED7E6"/>
          </a:solidFill>
          <a:ln>
            <a:noFill/>
          </a:ln>
        </p:spPr>
      </p:sp>
      <p:sp>
        <p:nvSpPr>
          <p:cNvPr id="55" name="wm.library-whiteboard.002.001.008"/>
          <p:cNvSpPr/>
          <p:nvPr/>
        </p:nvSpPr>
        <p:spPr>
          <a:xfrm>
            <a:off x="6438900" y="2286000"/>
            <a:ext cx="38100" cy="38100"/>
          </a:xfrm>
          <a:prstGeom prst="rect">
            <a:avLst/>
          </a:prstGeom>
          <a:solidFill>
            <a:srgbClr val="CED7E6"/>
          </a:solidFill>
          <a:ln>
            <a:noFill/>
          </a:ln>
        </p:spPr>
      </p:sp>
      <p:sp>
        <p:nvSpPr>
          <p:cNvPr id="56" name="wm.library-whiteboard.002.001.009"/>
          <p:cNvSpPr/>
          <p:nvPr/>
        </p:nvSpPr>
        <p:spPr>
          <a:xfrm>
            <a:off x="6438900" y="2514600"/>
            <a:ext cx="38100" cy="38100"/>
          </a:xfrm>
          <a:prstGeom prst="rect">
            <a:avLst/>
          </a:prstGeom>
          <a:solidFill>
            <a:srgbClr val="CED7E6"/>
          </a:solidFill>
          <a:ln>
            <a:noFill/>
          </a:ln>
        </p:spPr>
      </p:sp>
      <p:sp>
        <p:nvSpPr>
          <p:cNvPr id="57" name="wm.library-whiteboard.002.001.010"/>
          <p:cNvSpPr/>
          <p:nvPr/>
        </p:nvSpPr>
        <p:spPr>
          <a:xfrm>
            <a:off x="6438900" y="2743200"/>
            <a:ext cx="38100" cy="38100"/>
          </a:xfrm>
          <a:prstGeom prst="rect">
            <a:avLst/>
          </a:prstGeom>
          <a:solidFill>
            <a:srgbClr val="CED7E6">
              <a:alpha val="98371"/>
            </a:srgbClr>
          </a:solidFill>
          <a:ln>
            <a:noFill/>
          </a:ln>
        </p:spPr>
      </p:sp>
      <p:sp>
        <p:nvSpPr>
          <p:cNvPr id="58" name="wm.library-whiteboard.002.001.011"/>
          <p:cNvSpPr/>
          <p:nvPr/>
        </p:nvSpPr>
        <p:spPr>
          <a:xfrm>
            <a:off x="6438900" y="2971800"/>
            <a:ext cx="38100" cy="38100"/>
          </a:xfrm>
          <a:prstGeom prst="rect">
            <a:avLst/>
          </a:prstGeom>
          <a:solidFill>
            <a:srgbClr val="CED7E6">
              <a:alpha val="90852"/>
            </a:srgbClr>
          </a:solidFill>
          <a:ln>
            <a:noFill/>
          </a:ln>
        </p:spPr>
      </p:sp>
      <p:sp>
        <p:nvSpPr>
          <p:cNvPr id="59" name="wm.library-whiteboard.002.001.012"/>
          <p:cNvSpPr/>
          <p:nvPr/>
        </p:nvSpPr>
        <p:spPr>
          <a:xfrm>
            <a:off x="6438900" y="3200400"/>
            <a:ext cx="38100" cy="38100"/>
          </a:xfrm>
          <a:prstGeom prst="rect">
            <a:avLst/>
          </a:prstGeom>
          <a:solidFill>
            <a:srgbClr val="CED7E6">
              <a:alpha val="83333"/>
            </a:srgbClr>
          </a:solidFill>
          <a:ln>
            <a:noFill/>
          </a:ln>
        </p:spPr>
      </p:sp>
      <p:sp>
        <p:nvSpPr>
          <p:cNvPr id="60" name="wm.library-whiteboard.002.001.013"/>
          <p:cNvSpPr/>
          <p:nvPr/>
        </p:nvSpPr>
        <p:spPr>
          <a:xfrm>
            <a:off x="6438900" y="3429000"/>
            <a:ext cx="38100" cy="38100"/>
          </a:xfrm>
          <a:prstGeom prst="rect">
            <a:avLst/>
          </a:prstGeom>
          <a:solidFill>
            <a:srgbClr val="CED7E6">
              <a:alpha val="75815"/>
            </a:srgbClr>
          </a:solidFill>
          <a:ln>
            <a:noFill/>
          </a:ln>
        </p:spPr>
      </p:sp>
      <p:sp>
        <p:nvSpPr>
          <p:cNvPr id="61" name="wm.library-whiteboard.002.001.014"/>
          <p:cNvSpPr/>
          <p:nvPr/>
        </p:nvSpPr>
        <p:spPr>
          <a:xfrm>
            <a:off x="6438900" y="3657600"/>
            <a:ext cx="38100" cy="38100"/>
          </a:xfrm>
          <a:prstGeom prst="rect">
            <a:avLst/>
          </a:prstGeom>
          <a:solidFill>
            <a:srgbClr val="CED7E6">
              <a:alpha val="68296"/>
            </a:srgbClr>
          </a:solidFill>
          <a:ln>
            <a:noFill/>
          </a:ln>
        </p:spPr>
      </p:sp>
      <p:sp>
        <p:nvSpPr>
          <p:cNvPr id="62" name="wm.library-whiteboard.002.001.015"/>
          <p:cNvSpPr/>
          <p:nvPr/>
        </p:nvSpPr>
        <p:spPr>
          <a:xfrm>
            <a:off x="6438900" y="3886200"/>
            <a:ext cx="38100" cy="38100"/>
          </a:xfrm>
          <a:prstGeom prst="rect">
            <a:avLst/>
          </a:prstGeom>
          <a:solidFill>
            <a:srgbClr val="CED7E6">
              <a:alpha val="60777"/>
            </a:srgbClr>
          </a:solidFill>
          <a:ln>
            <a:noFill/>
          </a:ln>
        </p:spPr>
      </p:sp>
      <p:sp>
        <p:nvSpPr>
          <p:cNvPr id="63" name="wm.library-whiteboard.002.001.016"/>
          <p:cNvSpPr/>
          <p:nvPr/>
        </p:nvSpPr>
        <p:spPr>
          <a:xfrm>
            <a:off x="6438900" y="4114800"/>
            <a:ext cx="38100" cy="38100"/>
          </a:xfrm>
          <a:prstGeom prst="rect">
            <a:avLst/>
          </a:prstGeom>
          <a:solidFill>
            <a:srgbClr val="CED7E6">
              <a:alpha val="53258"/>
            </a:srgbClr>
          </a:solidFill>
          <a:ln>
            <a:noFill/>
          </a:ln>
        </p:spPr>
      </p:sp>
      <p:sp>
        <p:nvSpPr>
          <p:cNvPr id="64" name="wm.library-whiteboard.002.001.017"/>
          <p:cNvSpPr/>
          <p:nvPr/>
        </p:nvSpPr>
        <p:spPr>
          <a:xfrm>
            <a:off x="6438900" y="4343400"/>
            <a:ext cx="38100" cy="38100"/>
          </a:xfrm>
          <a:prstGeom prst="rect">
            <a:avLst/>
          </a:prstGeom>
          <a:solidFill>
            <a:srgbClr val="CED7E6">
              <a:alpha val="45739"/>
            </a:srgbClr>
          </a:solidFill>
          <a:ln>
            <a:noFill/>
          </a:ln>
        </p:spPr>
      </p:sp>
      <p:sp>
        <p:nvSpPr>
          <p:cNvPr id="65" name="wm.library-whiteboard.002.001.018"/>
          <p:cNvSpPr/>
          <p:nvPr/>
        </p:nvSpPr>
        <p:spPr>
          <a:xfrm>
            <a:off x="6438900" y="4572000"/>
            <a:ext cx="38100" cy="38100"/>
          </a:xfrm>
          <a:prstGeom prst="rect">
            <a:avLst/>
          </a:prstGeom>
          <a:solidFill>
            <a:srgbClr val="CED7E6">
              <a:alpha val="38221"/>
            </a:srgbClr>
          </a:solidFill>
          <a:ln>
            <a:noFill/>
          </a:ln>
        </p:spPr>
      </p:sp>
      <p:sp>
        <p:nvSpPr>
          <p:cNvPr id="66" name="wm.library-whiteboard.002.001.019"/>
          <p:cNvSpPr/>
          <p:nvPr/>
        </p:nvSpPr>
        <p:spPr>
          <a:xfrm>
            <a:off x="6438900" y="4800600"/>
            <a:ext cx="38100" cy="38100"/>
          </a:xfrm>
          <a:prstGeom prst="rect">
            <a:avLst/>
          </a:prstGeom>
          <a:solidFill>
            <a:srgbClr val="CED7E6">
              <a:alpha val="30702"/>
            </a:srgbClr>
          </a:solidFill>
          <a:ln>
            <a:noFill/>
          </a:ln>
        </p:spPr>
      </p:sp>
      <p:sp>
        <p:nvSpPr>
          <p:cNvPr id="67" name="wm.library-whiteboard.002.001.020"/>
          <p:cNvSpPr/>
          <p:nvPr/>
        </p:nvSpPr>
        <p:spPr>
          <a:xfrm>
            <a:off x="6438900" y="5029200"/>
            <a:ext cx="38100" cy="38100"/>
          </a:xfrm>
          <a:prstGeom prst="rect">
            <a:avLst/>
          </a:prstGeom>
          <a:solidFill>
            <a:srgbClr val="CED7E6">
              <a:alpha val="23183"/>
            </a:srgbClr>
          </a:solidFill>
          <a:ln>
            <a:noFill/>
          </a:ln>
        </p:spPr>
      </p:sp>
      <p:sp>
        <p:nvSpPr>
          <p:cNvPr id="68" name="wm.library-whiteboard.002.001.021"/>
          <p:cNvSpPr/>
          <p:nvPr/>
        </p:nvSpPr>
        <p:spPr>
          <a:xfrm>
            <a:off x="6438900" y="5257800"/>
            <a:ext cx="38100" cy="38100"/>
          </a:xfrm>
          <a:prstGeom prst="rect">
            <a:avLst/>
          </a:prstGeom>
          <a:solidFill>
            <a:srgbClr val="CED7E6">
              <a:alpha val="15664"/>
            </a:srgbClr>
          </a:solidFill>
          <a:ln>
            <a:noFill/>
          </a:ln>
        </p:spPr>
      </p:sp>
      <p:sp>
        <p:nvSpPr>
          <p:cNvPr id="69" name="wm.library-whiteboard.002.001.022"/>
          <p:cNvSpPr/>
          <p:nvPr/>
        </p:nvSpPr>
        <p:spPr>
          <a:xfrm>
            <a:off x="6438900" y="5486400"/>
            <a:ext cx="38100" cy="38100"/>
          </a:xfrm>
          <a:prstGeom prst="rect">
            <a:avLst/>
          </a:prstGeom>
          <a:solidFill>
            <a:srgbClr val="CED7E6">
              <a:alpha val="8145"/>
            </a:srgbClr>
          </a:solidFill>
          <a:ln>
            <a:noFill/>
          </a:ln>
        </p:spPr>
      </p:sp>
      <p:sp>
        <p:nvSpPr>
          <p:cNvPr id="70" name="wm.library-whiteboard.002.001.023"/>
          <p:cNvSpPr/>
          <p:nvPr/>
        </p:nvSpPr>
        <p:spPr>
          <a:xfrm>
            <a:off x="6438900" y="5715000"/>
            <a:ext cx="38100" cy="38100"/>
          </a:xfrm>
          <a:prstGeom prst="rect">
            <a:avLst/>
          </a:prstGeom>
          <a:solidFill>
            <a:srgbClr val="CED7E6">
              <a:alpha val="627"/>
            </a:srgbClr>
          </a:solidFill>
          <a:ln>
            <a:noFill/>
          </a:ln>
        </p:spPr>
      </p:sp>
      <p:sp>
        <p:nvSpPr>
          <p:cNvPr id="71" name="wm.library-whiteboard.002.002.001"/>
          <p:cNvSpPr/>
          <p:nvPr/>
        </p:nvSpPr>
        <p:spPr>
          <a:xfrm>
            <a:off x="6667500" y="685800"/>
            <a:ext cx="38100" cy="38100"/>
          </a:xfrm>
          <a:prstGeom prst="rect">
            <a:avLst/>
          </a:prstGeom>
          <a:solidFill>
            <a:srgbClr val="CED7E6"/>
          </a:solidFill>
          <a:ln>
            <a:noFill/>
          </a:ln>
        </p:spPr>
      </p:sp>
      <p:sp>
        <p:nvSpPr>
          <p:cNvPr id="72" name="wm.library-whiteboard.002.002.002"/>
          <p:cNvSpPr/>
          <p:nvPr/>
        </p:nvSpPr>
        <p:spPr>
          <a:xfrm>
            <a:off x="6667500" y="914400"/>
            <a:ext cx="38100" cy="38100"/>
          </a:xfrm>
          <a:prstGeom prst="rect">
            <a:avLst/>
          </a:prstGeom>
          <a:solidFill>
            <a:srgbClr val="CED7E6"/>
          </a:solidFill>
          <a:ln>
            <a:noFill/>
          </a:ln>
        </p:spPr>
      </p:sp>
      <p:sp>
        <p:nvSpPr>
          <p:cNvPr id="73" name="wm.library-whiteboard.002.002.003"/>
          <p:cNvSpPr/>
          <p:nvPr/>
        </p:nvSpPr>
        <p:spPr>
          <a:xfrm>
            <a:off x="6667500" y="1143000"/>
            <a:ext cx="38100" cy="38100"/>
          </a:xfrm>
          <a:prstGeom prst="rect">
            <a:avLst/>
          </a:prstGeom>
          <a:solidFill>
            <a:srgbClr val="CED7E6"/>
          </a:solidFill>
          <a:ln>
            <a:noFill/>
          </a:ln>
        </p:spPr>
      </p:sp>
      <p:sp>
        <p:nvSpPr>
          <p:cNvPr id="74" name="wm.library-whiteboard.002.002.004"/>
          <p:cNvSpPr/>
          <p:nvPr/>
        </p:nvSpPr>
        <p:spPr>
          <a:xfrm>
            <a:off x="6667500" y="1371600"/>
            <a:ext cx="38100" cy="38100"/>
          </a:xfrm>
          <a:prstGeom prst="rect">
            <a:avLst/>
          </a:prstGeom>
          <a:solidFill>
            <a:srgbClr val="CED7E6"/>
          </a:solidFill>
          <a:ln>
            <a:noFill/>
          </a:ln>
        </p:spPr>
      </p:sp>
      <p:sp>
        <p:nvSpPr>
          <p:cNvPr id="75" name="wm.library-whiteboard.002.002.005"/>
          <p:cNvSpPr/>
          <p:nvPr/>
        </p:nvSpPr>
        <p:spPr>
          <a:xfrm>
            <a:off x="6667500" y="1600200"/>
            <a:ext cx="38100" cy="38100"/>
          </a:xfrm>
          <a:prstGeom prst="rect">
            <a:avLst/>
          </a:prstGeom>
          <a:solidFill>
            <a:srgbClr val="CED7E6"/>
          </a:solidFill>
          <a:ln>
            <a:noFill/>
          </a:ln>
        </p:spPr>
      </p:sp>
      <p:sp>
        <p:nvSpPr>
          <p:cNvPr id="76" name="wm.library-whiteboard.002.002.006"/>
          <p:cNvSpPr/>
          <p:nvPr/>
        </p:nvSpPr>
        <p:spPr>
          <a:xfrm>
            <a:off x="6667500" y="1828800"/>
            <a:ext cx="38100" cy="38100"/>
          </a:xfrm>
          <a:prstGeom prst="rect">
            <a:avLst/>
          </a:prstGeom>
          <a:solidFill>
            <a:srgbClr val="CED7E6"/>
          </a:solidFill>
          <a:ln>
            <a:noFill/>
          </a:ln>
        </p:spPr>
      </p:sp>
      <p:sp>
        <p:nvSpPr>
          <p:cNvPr id="77" name="wm.library-whiteboard.002.002.007"/>
          <p:cNvSpPr/>
          <p:nvPr/>
        </p:nvSpPr>
        <p:spPr>
          <a:xfrm>
            <a:off x="6667500" y="2057400"/>
            <a:ext cx="38100" cy="38100"/>
          </a:xfrm>
          <a:prstGeom prst="rect">
            <a:avLst/>
          </a:prstGeom>
          <a:solidFill>
            <a:srgbClr val="CED7E6"/>
          </a:solidFill>
          <a:ln>
            <a:noFill/>
          </a:ln>
        </p:spPr>
      </p:sp>
      <p:sp>
        <p:nvSpPr>
          <p:cNvPr id="78" name="wm.library-whiteboard.002.002.008"/>
          <p:cNvSpPr/>
          <p:nvPr/>
        </p:nvSpPr>
        <p:spPr>
          <a:xfrm>
            <a:off x="6667500" y="2286000"/>
            <a:ext cx="38100" cy="38100"/>
          </a:xfrm>
          <a:prstGeom prst="rect">
            <a:avLst/>
          </a:prstGeom>
          <a:solidFill>
            <a:srgbClr val="CED7E6"/>
          </a:solidFill>
          <a:ln>
            <a:noFill/>
          </a:ln>
        </p:spPr>
      </p:sp>
      <p:sp>
        <p:nvSpPr>
          <p:cNvPr id="79" name="wm.library-whiteboard.002.002.009"/>
          <p:cNvSpPr/>
          <p:nvPr/>
        </p:nvSpPr>
        <p:spPr>
          <a:xfrm>
            <a:off x="6667500" y="2514600"/>
            <a:ext cx="38100" cy="38100"/>
          </a:xfrm>
          <a:prstGeom prst="rect">
            <a:avLst/>
          </a:prstGeom>
          <a:solidFill>
            <a:srgbClr val="CED7E6"/>
          </a:solidFill>
          <a:ln>
            <a:noFill/>
          </a:ln>
        </p:spPr>
      </p:sp>
      <p:sp>
        <p:nvSpPr>
          <p:cNvPr id="80" name="wm.library-whiteboard.002.002.010"/>
          <p:cNvSpPr/>
          <p:nvPr/>
        </p:nvSpPr>
        <p:spPr>
          <a:xfrm>
            <a:off x="6667500" y="2743200"/>
            <a:ext cx="38100" cy="38100"/>
          </a:xfrm>
          <a:prstGeom prst="rect">
            <a:avLst/>
          </a:prstGeom>
          <a:solidFill>
            <a:srgbClr val="CED7E6">
              <a:alpha val="98371"/>
            </a:srgbClr>
          </a:solidFill>
          <a:ln>
            <a:noFill/>
          </a:ln>
        </p:spPr>
      </p:sp>
      <p:sp>
        <p:nvSpPr>
          <p:cNvPr id="81" name="wm.library-whiteboard.002.002.011"/>
          <p:cNvSpPr/>
          <p:nvPr/>
        </p:nvSpPr>
        <p:spPr>
          <a:xfrm>
            <a:off x="6667500" y="2971800"/>
            <a:ext cx="38100" cy="38100"/>
          </a:xfrm>
          <a:prstGeom prst="rect">
            <a:avLst/>
          </a:prstGeom>
          <a:solidFill>
            <a:srgbClr val="CED7E6">
              <a:alpha val="90852"/>
            </a:srgbClr>
          </a:solidFill>
          <a:ln>
            <a:noFill/>
          </a:ln>
        </p:spPr>
      </p:sp>
      <p:sp>
        <p:nvSpPr>
          <p:cNvPr id="82" name="wm.library-whiteboard.002.002.012"/>
          <p:cNvSpPr/>
          <p:nvPr/>
        </p:nvSpPr>
        <p:spPr>
          <a:xfrm>
            <a:off x="6667500" y="3200400"/>
            <a:ext cx="38100" cy="38100"/>
          </a:xfrm>
          <a:prstGeom prst="rect">
            <a:avLst/>
          </a:prstGeom>
          <a:solidFill>
            <a:srgbClr val="CED7E6">
              <a:alpha val="83333"/>
            </a:srgbClr>
          </a:solidFill>
          <a:ln>
            <a:noFill/>
          </a:ln>
        </p:spPr>
      </p:sp>
      <p:sp>
        <p:nvSpPr>
          <p:cNvPr id="83" name="wm.library-whiteboard.002.002.013"/>
          <p:cNvSpPr/>
          <p:nvPr/>
        </p:nvSpPr>
        <p:spPr>
          <a:xfrm>
            <a:off x="6667500" y="3429000"/>
            <a:ext cx="38100" cy="38100"/>
          </a:xfrm>
          <a:prstGeom prst="rect">
            <a:avLst/>
          </a:prstGeom>
          <a:solidFill>
            <a:srgbClr val="CED7E6">
              <a:alpha val="75815"/>
            </a:srgbClr>
          </a:solidFill>
          <a:ln>
            <a:noFill/>
          </a:ln>
        </p:spPr>
      </p:sp>
      <p:sp>
        <p:nvSpPr>
          <p:cNvPr id="84" name="wm.library-whiteboard.002.002.014"/>
          <p:cNvSpPr/>
          <p:nvPr/>
        </p:nvSpPr>
        <p:spPr>
          <a:xfrm>
            <a:off x="6667500" y="3657600"/>
            <a:ext cx="38100" cy="38100"/>
          </a:xfrm>
          <a:prstGeom prst="rect">
            <a:avLst/>
          </a:prstGeom>
          <a:solidFill>
            <a:srgbClr val="CED7E6">
              <a:alpha val="68296"/>
            </a:srgbClr>
          </a:solidFill>
          <a:ln>
            <a:noFill/>
          </a:ln>
        </p:spPr>
      </p:sp>
      <p:sp>
        <p:nvSpPr>
          <p:cNvPr id="85" name="wm.library-whiteboard.002.002.015"/>
          <p:cNvSpPr/>
          <p:nvPr/>
        </p:nvSpPr>
        <p:spPr>
          <a:xfrm>
            <a:off x="6667500" y="3886200"/>
            <a:ext cx="38100" cy="38100"/>
          </a:xfrm>
          <a:prstGeom prst="rect">
            <a:avLst/>
          </a:prstGeom>
          <a:solidFill>
            <a:srgbClr val="CED7E6">
              <a:alpha val="60777"/>
            </a:srgbClr>
          </a:solidFill>
          <a:ln>
            <a:noFill/>
          </a:ln>
        </p:spPr>
      </p:sp>
      <p:sp>
        <p:nvSpPr>
          <p:cNvPr id="86" name="wm.library-whiteboard.002.002.016"/>
          <p:cNvSpPr/>
          <p:nvPr/>
        </p:nvSpPr>
        <p:spPr>
          <a:xfrm>
            <a:off x="6667500" y="4114800"/>
            <a:ext cx="38100" cy="38100"/>
          </a:xfrm>
          <a:prstGeom prst="rect">
            <a:avLst/>
          </a:prstGeom>
          <a:solidFill>
            <a:srgbClr val="CED7E6">
              <a:alpha val="53258"/>
            </a:srgbClr>
          </a:solidFill>
          <a:ln>
            <a:noFill/>
          </a:ln>
        </p:spPr>
      </p:sp>
      <p:sp>
        <p:nvSpPr>
          <p:cNvPr id="87" name="wm.library-whiteboard.002.002.017"/>
          <p:cNvSpPr/>
          <p:nvPr/>
        </p:nvSpPr>
        <p:spPr>
          <a:xfrm>
            <a:off x="6667500" y="4343400"/>
            <a:ext cx="38100" cy="38100"/>
          </a:xfrm>
          <a:prstGeom prst="rect">
            <a:avLst/>
          </a:prstGeom>
          <a:solidFill>
            <a:srgbClr val="CED7E6">
              <a:alpha val="45739"/>
            </a:srgbClr>
          </a:solidFill>
          <a:ln>
            <a:noFill/>
          </a:ln>
        </p:spPr>
      </p:sp>
      <p:sp>
        <p:nvSpPr>
          <p:cNvPr id="88" name="wm.library-whiteboard.002.002.018"/>
          <p:cNvSpPr/>
          <p:nvPr/>
        </p:nvSpPr>
        <p:spPr>
          <a:xfrm>
            <a:off x="6667500" y="4572000"/>
            <a:ext cx="38100" cy="38100"/>
          </a:xfrm>
          <a:prstGeom prst="rect">
            <a:avLst/>
          </a:prstGeom>
          <a:solidFill>
            <a:srgbClr val="CED7E6">
              <a:alpha val="38221"/>
            </a:srgbClr>
          </a:solidFill>
          <a:ln>
            <a:noFill/>
          </a:ln>
        </p:spPr>
      </p:sp>
      <p:sp>
        <p:nvSpPr>
          <p:cNvPr id="89" name="wm.library-whiteboard.002.002.019"/>
          <p:cNvSpPr/>
          <p:nvPr/>
        </p:nvSpPr>
        <p:spPr>
          <a:xfrm>
            <a:off x="6667500" y="4800600"/>
            <a:ext cx="38100" cy="38100"/>
          </a:xfrm>
          <a:prstGeom prst="rect">
            <a:avLst/>
          </a:prstGeom>
          <a:solidFill>
            <a:srgbClr val="CED7E6">
              <a:alpha val="30702"/>
            </a:srgbClr>
          </a:solidFill>
          <a:ln>
            <a:noFill/>
          </a:ln>
        </p:spPr>
      </p:sp>
      <p:sp>
        <p:nvSpPr>
          <p:cNvPr id="90" name="wm.library-whiteboard.002.002.020"/>
          <p:cNvSpPr/>
          <p:nvPr/>
        </p:nvSpPr>
        <p:spPr>
          <a:xfrm>
            <a:off x="6667500" y="5029200"/>
            <a:ext cx="38100" cy="38100"/>
          </a:xfrm>
          <a:prstGeom prst="rect">
            <a:avLst/>
          </a:prstGeom>
          <a:solidFill>
            <a:srgbClr val="CED7E6">
              <a:alpha val="23183"/>
            </a:srgbClr>
          </a:solidFill>
          <a:ln>
            <a:noFill/>
          </a:ln>
        </p:spPr>
      </p:sp>
      <p:sp>
        <p:nvSpPr>
          <p:cNvPr id="91" name="wm.library-whiteboard.002.002.021"/>
          <p:cNvSpPr/>
          <p:nvPr/>
        </p:nvSpPr>
        <p:spPr>
          <a:xfrm>
            <a:off x="6667500" y="5257800"/>
            <a:ext cx="38100" cy="38100"/>
          </a:xfrm>
          <a:prstGeom prst="rect">
            <a:avLst/>
          </a:prstGeom>
          <a:solidFill>
            <a:srgbClr val="CED7E6">
              <a:alpha val="15664"/>
            </a:srgbClr>
          </a:solidFill>
          <a:ln>
            <a:noFill/>
          </a:ln>
        </p:spPr>
      </p:sp>
      <p:sp>
        <p:nvSpPr>
          <p:cNvPr id="92" name="wm.library-whiteboard.002.002.022"/>
          <p:cNvSpPr/>
          <p:nvPr/>
        </p:nvSpPr>
        <p:spPr>
          <a:xfrm>
            <a:off x="6667500" y="5486400"/>
            <a:ext cx="38100" cy="38100"/>
          </a:xfrm>
          <a:prstGeom prst="rect">
            <a:avLst/>
          </a:prstGeom>
          <a:solidFill>
            <a:srgbClr val="CED7E6">
              <a:alpha val="8145"/>
            </a:srgbClr>
          </a:solidFill>
          <a:ln>
            <a:noFill/>
          </a:ln>
        </p:spPr>
      </p:sp>
      <p:sp>
        <p:nvSpPr>
          <p:cNvPr id="93" name="wm.library-whiteboard.002.002.023"/>
          <p:cNvSpPr/>
          <p:nvPr/>
        </p:nvSpPr>
        <p:spPr>
          <a:xfrm>
            <a:off x="6667500" y="5715000"/>
            <a:ext cx="38100" cy="38100"/>
          </a:xfrm>
          <a:prstGeom prst="rect">
            <a:avLst/>
          </a:prstGeom>
          <a:solidFill>
            <a:srgbClr val="CED7E6">
              <a:alpha val="627"/>
            </a:srgbClr>
          </a:solidFill>
          <a:ln>
            <a:noFill/>
          </a:ln>
        </p:spPr>
      </p:sp>
      <p:grpSp>
        <p:nvGrpSpPr>
          <p:cNvPr id="107" name="node01"/>
          <p:cNvGrpSpPr/>
          <p:nvPr/>
        </p:nvGrpSpPr>
        <p:grpSpPr>
          <a:xfrm>
            <a:off x="723900" y="685800"/>
            <a:ext cx="1600200" cy="334342"/>
            <a:chOff x="723900" y="685800"/>
            <a:chExt cx="1600200" cy="334342"/>
          </a:xfrm>
        </p:grpSpPr>
        <p:pic>
          <p:nvPicPr>
            <p:cNvPr id="96" name="node01.image" descr="logo-pos; canonical SHA256=1792d6399d80ca979fc609aa50c9cc0dc1b9358132748180df858fb82ad39d86">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85800"/>
              <a:ext cx="1600200" cy="334342"/>
            </a:xfrm>
            <a:prstGeom prst="rect">
              <a:avLst/>
            </a:prstGeom>
          </p:spPr>
        </p:pic>
      </p:grpSp>
      <p:grpSp>
        <p:nvGrpSpPr>
          <p:cNvPr id="108" name="node02"/>
          <p:cNvGrpSpPr/>
          <p:nvPr/>
        </p:nvGrpSpPr>
        <p:grpSpPr>
          <a:xfrm>
            <a:off x="723900" y="2286000"/>
            <a:ext cx="5257800" cy="152400"/>
            <a:chOff x="723900" y="2286000"/>
            <a:chExt cx="5257800" cy="152400"/>
          </a:xfrm>
        </p:grpSpPr>
        <p:sp>
          <p:nvSpPr>
            <p:cNvPr id="97" name="node02.text"/>
            <p:cNvSpPr/>
            <p:nvPr/>
          </p:nvSpPr>
          <p:spPr>
            <a:xfrm>
              <a:off x="723900" y="2286000"/>
              <a:ext cx="5257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DENTALXCHANGE · PHASE 1 FINAL DELIVERABLE</a:t>
              </a:r>
              <a:endParaRPr lang="en-US" sz="1000" spc="80" kern="0" b="0" i="0" dirty="0">
                <a:solidFill>
                  <a:srgbClr val="0047FF"/>
                </a:solidFill>
                <a:latin typeface="IBM Plex Mono SemiBold"/>
                <a:ea typeface="IBM Plex Mono SemiBold"/>
                <a:cs typeface="IBM Plex Mono SemiBold"/>
              </a:endParaRPr>
            </a:p>
          </p:txBody>
        </p:sp>
      </p:grpSp>
      <p:grpSp>
        <p:nvGrpSpPr>
          <p:cNvPr id="109" name="node03"/>
          <p:cNvGrpSpPr/>
          <p:nvPr/>
        </p:nvGrpSpPr>
        <p:grpSpPr>
          <a:xfrm>
            <a:off x="723900" y="2514600"/>
            <a:ext cx="5486400" cy="1524000"/>
            <a:chOff x="723900" y="2514600"/>
            <a:chExt cx="5486400" cy="1524000"/>
          </a:xfrm>
        </p:grpSpPr>
        <p:sp>
          <p:nvSpPr>
            <p:cNvPr id="98" name="node03.text"/>
            <p:cNvSpPr/>
            <p:nvPr/>
          </p:nvSpPr>
          <p:spPr>
            <a:xfrm>
              <a:off x="723900" y="2514600"/>
              <a:ext cx="5486400" cy="1524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070154"/>
                  </a:solidFill>
                  <a:latin typeface="IBM Plex Sans SemiBold"/>
                  <a:ea typeface="IBM Plex Sans SemiBold"/>
                  <a:cs typeface="IBM Plex Sans SemiBold"/>
                </a:rPr>
                <a:t>Product and R&amp;D</a:t>
              </a:r>
              <a:endParaRPr lang="en-US" sz="5400" spc="-135" kern="0" b="0" i="0" dirty="0">
                <a:solidFill>
                  <a:srgbClr val="070154"/>
                </a:solidFill>
                <a:latin typeface="IBM Plex Sans SemiBold"/>
                <a:ea typeface="IBM Plex Sans SemiBold"/>
                <a:cs typeface="IBM Plex Sans SemiBold"/>
              </a:endParaRPr>
            </a:p>
            <a:p>
              <a:pPr algn="l" indent="0" marL="0">
                <a:lnSpc>
                  <a:spcPts val="6000"/>
                </a:lnSpc>
                <a:buNone/>
              </a:pPr>
              <a:r>
                <a:rPr lang="en-US" sz="5400" spc="-135" kern="0" b="0" i="0" dirty="0">
                  <a:solidFill>
                    <a:srgbClr val="070154"/>
                  </a:solidFill>
                  <a:latin typeface="IBM Plex Sans SemiBold"/>
                  <a:ea typeface="IBM Plex Sans SemiBold"/>
                  <a:cs typeface="IBM Plex Sans SemiBold"/>
                </a:rPr>
                <a:t>Operating Model</a:t>
              </a:r>
              <a:endParaRPr lang="en-US" sz="5400" spc="-135" kern="0" b="0" i="0" dirty="0">
                <a:solidFill>
                  <a:srgbClr val="070154"/>
                </a:solidFill>
                <a:latin typeface="IBM Plex Sans SemiBold"/>
                <a:ea typeface="IBM Plex Sans SemiBold"/>
                <a:cs typeface="IBM Plex Sans SemiBold"/>
              </a:endParaRPr>
            </a:p>
          </p:txBody>
        </p:sp>
      </p:grpSp>
      <p:grpSp>
        <p:nvGrpSpPr>
          <p:cNvPr id="110" name="node04"/>
          <p:cNvGrpSpPr/>
          <p:nvPr/>
        </p:nvGrpSpPr>
        <p:grpSpPr>
          <a:xfrm>
            <a:off x="723900" y="4343400"/>
            <a:ext cx="2514600" cy="152400"/>
            <a:chOff x="723900" y="4343400"/>
            <a:chExt cx="2514600" cy="152400"/>
          </a:xfrm>
        </p:grpSpPr>
        <p:sp>
          <p:nvSpPr>
            <p:cNvPr id="99" name="node04.text"/>
            <p:cNvSpPr/>
            <p:nvPr/>
          </p:nvSpPr>
          <p:spPr>
            <a:xfrm>
              <a:off x="723900" y="4343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OUR PURPOSE</a:t>
              </a:r>
              <a:endParaRPr lang="en-US" sz="900" spc="54" kern="0" b="0" i="0" dirty="0">
                <a:solidFill>
                  <a:srgbClr val="50658E"/>
                </a:solidFill>
                <a:latin typeface="IBM Plex Mono Medium"/>
                <a:ea typeface="IBM Plex Mono Medium"/>
                <a:cs typeface="IBM Plex Mono Medium"/>
              </a:endParaRPr>
            </a:p>
          </p:txBody>
        </p:sp>
      </p:grpSp>
      <p:grpSp>
        <p:nvGrpSpPr>
          <p:cNvPr id="111" name="node05"/>
          <p:cNvGrpSpPr/>
          <p:nvPr/>
        </p:nvGrpSpPr>
        <p:grpSpPr>
          <a:xfrm>
            <a:off x="723900" y="4572000"/>
            <a:ext cx="5257800" cy="228600"/>
            <a:chOff x="723900" y="4572000"/>
            <a:chExt cx="5257800" cy="228600"/>
          </a:xfrm>
        </p:grpSpPr>
        <p:sp>
          <p:nvSpPr>
            <p:cNvPr id="100" name="node05.text"/>
            <p:cNvSpPr/>
            <p:nvPr/>
          </p:nvSpPr>
          <p:spPr>
            <a:xfrm>
              <a:off x="723900" y="4572000"/>
              <a:ext cx="525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 improve, and activate</a:t>
              </a:r>
              <a:endParaRPr lang="en-US" sz="1200" spc="0" kern="0" b="0" i="0" dirty="0">
                <a:solidFill>
                  <a:srgbClr val="070154"/>
                </a:solidFill>
                <a:latin typeface="IBM Plex Sans"/>
                <a:ea typeface="IBM Plex Sans"/>
                <a:cs typeface="IBM Plex Sans"/>
              </a:endParaRPr>
            </a:p>
          </p:txBody>
        </p:sp>
      </p:grpSp>
      <p:grpSp>
        <p:nvGrpSpPr>
          <p:cNvPr id="112" name="node06"/>
          <p:cNvGrpSpPr/>
          <p:nvPr/>
        </p:nvGrpSpPr>
        <p:grpSpPr>
          <a:xfrm>
            <a:off x="723900" y="5029200"/>
            <a:ext cx="2514600" cy="152400"/>
            <a:chOff x="723900" y="5029200"/>
            <a:chExt cx="2514600" cy="152400"/>
          </a:xfrm>
        </p:grpSpPr>
        <p:sp>
          <p:nvSpPr>
            <p:cNvPr id="101" name="node06.text"/>
            <p:cNvSpPr/>
            <p:nvPr/>
          </p:nvSpPr>
          <p:spPr>
            <a:xfrm>
              <a:off x="723900" y="5029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PREPARED FOR DENTALXCHANGE</a:t>
              </a:r>
              <a:endParaRPr lang="en-US" sz="900" spc="54" kern="0" b="0" i="0" dirty="0">
                <a:solidFill>
                  <a:srgbClr val="50658E"/>
                </a:solidFill>
                <a:latin typeface="IBM Plex Mono Medium"/>
                <a:ea typeface="IBM Plex Mono Medium"/>
                <a:cs typeface="IBM Plex Mono Medium"/>
              </a:endParaRPr>
            </a:p>
          </p:txBody>
        </p:sp>
      </p:grpSp>
      <p:grpSp>
        <p:nvGrpSpPr>
          <p:cNvPr id="113" name="node07"/>
          <p:cNvGrpSpPr/>
          <p:nvPr/>
        </p:nvGrpSpPr>
        <p:grpSpPr>
          <a:xfrm>
            <a:off x="723900" y="5257800"/>
            <a:ext cx="2514600" cy="228600"/>
            <a:chOff x="723900" y="5257800"/>
            <a:chExt cx="2514600" cy="228600"/>
          </a:xfrm>
        </p:grpSpPr>
        <p:sp>
          <p:nvSpPr>
            <p:cNvPr id="102" name="node07.text"/>
            <p:cNvSpPr/>
            <p:nvPr/>
          </p:nvSpPr>
          <p:spPr>
            <a:xfrm>
              <a:off x="723900" y="5257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October 2026</a:t>
              </a:r>
              <a:endParaRPr lang="en-US" sz="1200" spc="0" kern="0" b="0" i="0" dirty="0">
                <a:solidFill>
                  <a:srgbClr val="070154"/>
                </a:solidFill>
                <a:latin typeface="IBM Plex Sans"/>
                <a:ea typeface="IBM Plex Sans"/>
                <a:cs typeface="IBM Plex Sans"/>
              </a:endParaRPr>
            </a:p>
          </p:txBody>
        </p:sp>
      </p:grpSp>
      <p:grpSp>
        <p:nvGrpSpPr>
          <p:cNvPr id="114" name="node08"/>
          <p:cNvGrpSpPr/>
          <p:nvPr/>
        </p:nvGrpSpPr>
        <p:grpSpPr>
          <a:xfrm>
            <a:off x="3467100" y="5257800"/>
            <a:ext cx="2514600" cy="228600"/>
            <a:chOff x="3467100" y="5257800"/>
            <a:chExt cx="2514600" cy="228600"/>
          </a:xfrm>
        </p:grpSpPr>
        <p:sp>
          <p:nvSpPr>
            <p:cNvPr id="103" name="node08.text"/>
            <p:cNvSpPr/>
            <p:nvPr/>
          </p:nvSpPr>
          <p:spPr>
            <a:xfrm>
              <a:off x="3467100" y="5257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West Monroe</a:t>
              </a:r>
              <a:endParaRPr lang="en-US" sz="1200" spc="0" kern="0" b="0" i="0" dirty="0">
                <a:solidFill>
                  <a:srgbClr val="070154"/>
                </a:solidFill>
                <a:latin typeface="IBM Plex Sans"/>
                <a:ea typeface="IBM Plex Sans"/>
                <a:cs typeface="IBM Plex Sans"/>
              </a:endParaRPr>
            </a:p>
          </p:txBody>
        </p:sp>
      </p:grpSp>
      <p:grpSp>
        <p:nvGrpSpPr>
          <p:cNvPr id="115" name="node09"/>
          <p:cNvGrpSpPr/>
          <p:nvPr/>
        </p:nvGrpSpPr>
        <p:grpSpPr>
          <a:xfrm>
            <a:off x="723900" y="5486400"/>
            <a:ext cx="2514600" cy="228600"/>
            <a:chOff x="723900" y="5486400"/>
            <a:chExt cx="2514600" cy="228600"/>
          </a:xfrm>
        </p:grpSpPr>
        <p:sp>
          <p:nvSpPr>
            <p:cNvPr id="104" name="node09.text"/>
            <p:cNvSpPr/>
            <p:nvPr/>
          </p:nvSpPr>
          <p:spPr>
            <a:xfrm>
              <a:off x="723900" y="5486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 and R&amp;D</a:t>
              </a:r>
              <a:endParaRPr lang="en-US" sz="1200" spc="0" kern="0" b="0" i="0" dirty="0">
                <a:solidFill>
                  <a:srgbClr val="50658E"/>
                </a:solidFill>
                <a:latin typeface="IBM Plex Sans"/>
                <a:ea typeface="IBM Plex Sans"/>
                <a:cs typeface="IBM Plex Sans"/>
              </a:endParaRPr>
            </a:p>
          </p:txBody>
        </p:sp>
      </p:grpSp>
      <p:grpSp>
        <p:nvGrpSpPr>
          <p:cNvPr id="116" name="node10"/>
          <p:cNvGrpSpPr/>
          <p:nvPr/>
        </p:nvGrpSpPr>
        <p:grpSpPr>
          <a:xfrm>
            <a:off x="3467100" y="5486400"/>
            <a:ext cx="2514600" cy="228600"/>
            <a:chOff x="3467100" y="5486400"/>
            <a:chExt cx="2514600" cy="228600"/>
          </a:xfrm>
        </p:grpSpPr>
        <p:sp>
          <p:nvSpPr>
            <p:cNvPr id="105" name="node10.text"/>
            <p:cNvSpPr/>
            <p:nvPr/>
          </p:nvSpPr>
          <p:spPr>
            <a:xfrm>
              <a:off x="3467100" y="5486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Operating Model</a:t>
              </a:r>
              <a:endParaRPr lang="en-US" sz="1200" spc="0" kern="0" b="0" i="0" dirty="0">
                <a:solidFill>
                  <a:srgbClr val="50658E"/>
                </a:solidFill>
                <a:latin typeface="IBM Plex Sans"/>
                <a:ea typeface="IBM Plex Sans"/>
                <a:cs typeface="IBM Plex Sans"/>
              </a:endParaRPr>
            </a:p>
          </p:txBody>
        </p:sp>
      </p:grpSp>
      <p:grpSp>
        <p:nvGrpSpPr>
          <p:cNvPr id="117" name="node11"/>
          <p:cNvGrpSpPr/>
          <p:nvPr/>
        </p:nvGrpSpPr>
        <p:grpSpPr>
          <a:xfrm>
            <a:off x="7124700" y="914400"/>
            <a:ext cx="5067300" cy="5029200"/>
            <a:chOff x="7124700" y="914400"/>
            <a:chExt cx="5067300" cy="5029200"/>
          </a:xfrm>
        </p:grpSpPr>
        <p:pic>
          <p:nvPicPr>
            <p:cNvPr id="106" name="node11.image" descr="project:source-image32; canonical SHA256=3778f239f6d32794508911208c8533388b96a93b8d7f6bd6233e2893fa925d10">    </p:cNvPr>
            <p:cNvPicPr>
              <a:picLocks noChangeAspect="1"/>
            </p:cNvPicPr>
            <p:nvPr/>
          </p:nvPicPr>
          <p:blipFill>
            <a:blip r:embed="rId3"/>
            <a:srcRect l="0" r="0" t="189" b="283"/>
            <a:stretch/>
          </p:blipFill>
          <p:spPr>
            <a:xfrm>
              <a:off x="7124700" y="914400"/>
              <a:ext cx="5067300" cy="502920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xc-002">
    <p:spTree>
      <p:nvGrpSpPr>
        <p:cNvPr id="1" name=""/>
        <p:cNvGrpSpPr/>
        <p:nvPr/>
      </p:nvGrpSpPr>
      <p:grpSpPr>
        <a:xfrm>
          <a:off x="0" y="0"/>
          <a:ext cx="0" cy="0"/>
          <a:chOff x="0" y="0"/>
          <a:chExt cx="0" cy="0"/>
        </a:xfrm>
      </p:grpSpPr>
      <p:sp>
        <p:nvSpPr>
          <p:cNvPr id="2" name="wm.library-whiteboard.001.001.001"/>
          <p:cNvSpPr/>
          <p:nvPr/>
        </p:nvSpPr>
        <p:spPr>
          <a:xfrm>
            <a:off x="3695700" y="228600"/>
            <a:ext cx="38100" cy="38100"/>
          </a:xfrm>
          <a:prstGeom prst="rect">
            <a:avLst/>
          </a:prstGeom>
          <a:solidFill>
            <a:srgbClr val="CED7E6"/>
          </a:solidFill>
          <a:ln>
            <a:noFill/>
          </a:ln>
        </p:spPr>
      </p:sp>
      <p:sp>
        <p:nvSpPr>
          <p:cNvPr id="3" name="wm.library-whiteboard.001.001.002"/>
          <p:cNvSpPr/>
          <p:nvPr/>
        </p:nvSpPr>
        <p:spPr>
          <a:xfrm>
            <a:off x="3695700" y="457200"/>
            <a:ext cx="38100" cy="38100"/>
          </a:xfrm>
          <a:prstGeom prst="rect">
            <a:avLst/>
          </a:prstGeom>
          <a:solidFill>
            <a:srgbClr val="CED7E6"/>
          </a:solidFill>
          <a:ln>
            <a:noFill/>
          </a:ln>
        </p:spPr>
      </p:sp>
      <p:sp>
        <p:nvSpPr>
          <p:cNvPr id="4" name="wm.library-whiteboard.001.001.003"/>
          <p:cNvSpPr/>
          <p:nvPr/>
        </p:nvSpPr>
        <p:spPr>
          <a:xfrm>
            <a:off x="3695700" y="685800"/>
            <a:ext cx="38100" cy="38100"/>
          </a:xfrm>
          <a:prstGeom prst="rect">
            <a:avLst/>
          </a:prstGeom>
          <a:solidFill>
            <a:srgbClr val="CED7E6"/>
          </a:solidFill>
          <a:ln>
            <a:noFill/>
          </a:ln>
        </p:spPr>
      </p:sp>
      <p:sp>
        <p:nvSpPr>
          <p:cNvPr id="5" name="wm.library-whiteboard.001.001.004"/>
          <p:cNvSpPr/>
          <p:nvPr/>
        </p:nvSpPr>
        <p:spPr>
          <a:xfrm>
            <a:off x="3695700" y="914400"/>
            <a:ext cx="38100" cy="38100"/>
          </a:xfrm>
          <a:prstGeom prst="rect">
            <a:avLst/>
          </a:prstGeom>
          <a:solidFill>
            <a:srgbClr val="CED7E6"/>
          </a:solidFill>
          <a:ln>
            <a:noFill/>
          </a:ln>
        </p:spPr>
      </p:sp>
      <p:sp>
        <p:nvSpPr>
          <p:cNvPr id="6" name="wm.library-whiteboard.001.001.005"/>
          <p:cNvSpPr/>
          <p:nvPr/>
        </p:nvSpPr>
        <p:spPr>
          <a:xfrm>
            <a:off x="3695700" y="1143000"/>
            <a:ext cx="38100" cy="38100"/>
          </a:xfrm>
          <a:prstGeom prst="rect">
            <a:avLst/>
          </a:prstGeom>
          <a:solidFill>
            <a:srgbClr val="CED7E6"/>
          </a:solidFill>
          <a:ln>
            <a:noFill/>
          </a:ln>
        </p:spPr>
      </p:sp>
      <p:sp>
        <p:nvSpPr>
          <p:cNvPr id="7" name="wm.library-whiteboard.001.001.006"/>
          <p:cNvSpPr/>
          <p:nvPr/>
        </p:nvSpPr>
        <p:spPr>
          <a:xfrm>
            <a:off x="3695700" y="1371600"/>
            <a:ext cx="38100" cy="38100"/>
          </a:xfrm>
          <a:prstGeom prst="rect">
            <a:avLst/>
          </a:prstGeom>
          <a:solidFill>
            <a:srgbClr val="CED7E6"/>
          </a:solidFill>
          <a:ln>
            <a:noFill/>
          </a:ln>
        </p:spPr>
      </p:sp>
      <p:sp>
        <p:nvSpPr>
          <p:cNvPr id="8" name="wm.library-whiteboard.001.001.007"/>
          <p:cNvSpPr/>
          <p:nvPr/>
        </p:nvSpPr>
        <p:spPr>
          <a:xfrm>
            <a:off x="3695700" y="1600200"/>
            <a:ext cx="38100" cy="38100"/>
          </a:xfrm>
          <a:prstGeom prst="rect">
            <a:avLst/>
          </a:prstGeom>
          <a:solidFill>
            <a:srgbClr val="CED7E6"/>
          </a:solidFill>
          <a:ln>
            <a:noFill/>
          </a:ln>
        </p:spPr>
      </p:sp>
      <p:sp>
        <p:nvSpPr>
          <p:cNvPr id="9" name="wm.library-whiteboard.001.001.008"/>
          <p:cNvSpPr/>
          <p:nvPr/>
        </p:nvSpPr>
        <p:spPr>
          <a:xfrm>
            <a:off x="3695700" y="1828800"/>
            <a:ext cx="38100" cy="38100"/>
          </a:xfrm>
          <a:prstGeom prst="rect">
            <a:avLst/>
          </a:prstGeom>
          <a:solidFill>
            <a:srgbClr val="CED7E6"/>
          </a:solidFill>
          <a:ln>
            <a:noFill/>
          </a:ln>
        </p:spPr>
      </p:sp>
      <p:sp>
        <p:nvSpPr>
          <p:cNvPr id="10" name="wm.library-whiteboard.001.001.009"/>
          <p:cNvSpPr/>
          <p:nvPr/>
        </p:nvSpPr>
        <p:spPr>
          <a:xfrm>
            <a:off x="3695700" y="2057400"/>
            <a:ext cx="38100" cy="38100"/>
          </a:xfrm>
          <a:prstGeom prst="rect">
            <a:avLst/>
          </a:prstGeom>
          <a:solidFill>
            <a:srgbClr val="CED7E6"/>
          </a:solidFill>
          <a:ln>
            <a:noFill/>
          </a:ln>
        </p:spPr>
      </p:sp>
      <p:sp>
        <p:nvSpPr>
          <p:cNvPr id="11" name="wm.library-whiteboard.001.001.010"/>
          <p:cNvSpPr/>
          <p:nvPr/>
        </p:nvSpPr>
        <p:spPr>
          <a:xfrm>
            <a:off x="3695700" y="2286000"/>
            <a:ext cx="38100" cy="38100"/>
          </a:xfrm>
          <a:prstGeom prst="rect">
            <a:avLst/>
          </a:prstGeom>
          <a:solidFill>
            <a:srgbClr val="CED7E6"/>
          </a:solidFill>
          <a:ln>
            <a:noFill/>
          </a:ln>
        </p:spPr>
      </p:sp>
      <p:sp>
        <p:nvSpPr>
          <p:cNvPr id="12" name="wm.library-whiteboard.001.001.011"/>
          <p:cNvSpPr/>
          <p:nvPr/>
        </p:nvSpPr>
        <p:spPr>
          <a:xfrm>
            <a:off x="3695700" y="2514600"/>
            <a:ext cx="38100" cy="38100"/>
          </a:xfrm>
          <a:prstGeom prst="rect">
            <a:avLst/>
          </a:prstGeom>
          <a:solidFill>
            <a:srgbClr val="CED7E6">
              <a:alpha val="99890"/>
            </a:srgbClr>
          </a:solidFill>
          <a:ln>
            <a:noFill/>
          </a:ln>
        </p:spPr>
      </p:sp>
      <p:sp>
        <p:nvSpPr>
          <p:cNvPr id="13" name="wm.library-whiteboard.001.001.012"/>
          <p:cNvSpPr/>
          <p:nvPr/>
        </p:nvSpPr>
        <p:spPr>
          <a:xfrm>
            <a:off x="3695700" y="2743200"/>
            <a:ext cx="38100" cy="38100"/>
          </a:xfrm>
          <a:prstGeom prst="rect">
            <a:avLst/>
          </a:prstGeom>
          <a:solidFill>
            <a:srgbClr val="CED7E6">
              <a:alpha val="93267"/>
            </a:srgbClr>
          </a:solidFill>
          <a:ln>
            <a:noFill/>
          </a:ln>
        </p:spPr>
      </p:sp>
      <p:sp>
        <p:nvSpPr>
          <p:cNvPr id="14" name="wm.library-whiteboard.001.001.013"/>
          <p:cNvSpPr/>
          <p:nvPr/>
        </p:nvSpPr>
        <p:spPr>
          <a:xfrm>
            <a:off x="3695700" y="2971800"/>
            <a:ext cx="38100" cy="38100"/>
          </a:xfrm>
          <a:prstGeom prst="rect">
            <a:avLst/>
          </a:prstGeom>
          <a:solidFill>
            <a:srgbClr val="CED7E6">
              <a:alpha val="86645"/>
            </a:srgbClr>
          </a:solidFill>
          <a:ln>
            <a:noFill/>
          </a:ln>
        </p:spPr>
      </p:sp>
      <p:sp>
        <p:nvSpPr>
          <p:cNvPr id="15" name="wm.library-whiteboard.001.001.014"/>
          <p:cNvSpPr/>
          <p:nvPr/>
        </p:nvSpPr>
        <p:spPr>
          <a:xfrm>
            <a:off x="3695700" y="3200400"/>
            <a:ext cx="38100" cy="38100"/>
          </a:xfrm>
          <a:prstGeom prst="rect">
            <a:avLst/>
          </a:prstGeom>
          <a:solidFill>
            <a:srgbClr val="CED7E6">
              <a:alpha val="80022"/>
            </a:srgbClr>
          </a:solidFill>
          <a:ln>
            <a:noFill/>
          </a:ln>
        </p:spPr>
      </p:sp>
      <p:sp>
        <p:nvSpPr>
          <p:cNvPr id="16" name="wm.library-whiteboard.001.001.015"/>
          <p:cNvSpPr/>
          <p:nvPr/>
        </p:nvSpPr>
        <p:spPr>
          <a:xfrm>
            <a:off x="3695700" y="3429000"/>
            <a:ext cx="38100" cy="38100"/>
          </a:xfrm>
          <a:prstGeom prst="rect">
            <a:avLst/>
          </a:prstGeom>
          <a:solidFill>
            <a:srgbClr val="CED7E6">
              <a:alpha val="73400"/>
            </a:srgbClr>
          </a:solidFill>
          <a:ln>
            <a:noFill/>
          </a:ln>
        </p:spPr>
      </p:sp>
      <p:sp>
        <p:nvSpPr>
          <p:cNvPr id="17" name="wm.library-whiteboard.001.001.016"/>
          <p:cNvSpPr/>
          <p:nvPr/>
        </p:nvSpPr>
        <p:spPr>
          <a:xfrm>
            <a:off x="3695700" y="3657600"/>
            <a:ext cx="38100" cy="38100"/>
          </a:xfrm>
          <a:prstGeom prst="rect">
            <a:avLst/>
          </a:prstGeom>
          <a:solidFill>
            <a:srgbClr val="CED7E6">
              <a:alpha val="66777"/>
            </a:srgbClr>
          </a:solidFill>
          <a:ln>
            <a:noFill/>
          </a:ln>
        </p:spPr>
      </p:sp>
      <p:sp>
        <p:nvSpPr>
          <p:cNvPr id="18" name="wm.library-whiteboard.001.001.017"/>
          <p:cNvSpPr/>
          <p:nvPr/>
        </p:nvSpPr>
        <p:spPr>
          <a:xfrm>
            <a:off x="3695700" y="3886200"/>
            <a:ext cx="38100" cy="38100"/>
          </a:xfrm>
          <a:prstGeom prst="rect">
            <a:avLst/>
          </a:prstGeom>
          <a:solidFill>
            <a:srgbClr val="CED7E6">
              <a:alpha val="60155"/>
            </a:srgbClr>
          </a:solidFill>
          <a:ln>
            <a:noFill/>
          </a:ln>
        </p:spPr>
      </p:sp>
      <p:sp>
        <p:nvSpPr>
          <p:cNvPr id="19" name="wm.library-whiteboard.001.001.018"/>
          <p:cNvSpPr/>
          <p:nvPr/>
        </p:nvSpPr>
        <p:spPr>
          <a:xfrm>
            <a:off x="3695700" y="4114800"/>
            <a:ext cx="38100" cy="38100"/>
          </a:xfrm>
          <a:prstGeom prst="rect">
            <a:avLst/>
          </a:prstGeom>
          <a:solidFill>
            <a:srgbClr val="CED7E6">
              <a:alpha val="53532"/>
            </a:srgbClr>
          </a:solidFill>
          <a:ln>
            <a:noFill/>
          </a:ln>
        </p:spPr>
      </p:sp>
      <p:sp>
        <p:nvSpPr>
          <p:cNvPr id="20" name="wm.library-whiteboard.001.001.019"/>
          <p:cNvSpPr/>
          <p:nvPr/>
        </p:nvSpPr>
        <p:spPr>
          <a:xfrm>
            <a:off x="3695700" y="4343400"/>
            <a:ext cx="38100" cy="38100"/>
          </a:xfrm>
          <a:prstGeom prst="rect">
            <a:avLst/>
          </a:prstGeom>
          <a:solidFill>
            <a:srgbClr val="CED7E6">
              <a:alpha val="46909"/>
            </a:srgbClr>
          </a:solidFill>
          <a:ln>
            <a:noFill/>
          </a:ln>
        </p:spPr>
      </p:sp>
      <p:sp>
        <p:nvSpPr>
          <p:cNvPr id="21" name="wm.library-whiteboard.001.001.020"/>
          <p:cNvSpPr/>
          <p:nvPr/>
        </p:nvSpPr>
        <p:spPr>
          <a:xfrm>
            <a:off x="3695700" y="4572000"/>
            <a:ext cx="38100" cy="38100"/>
          </a:xfrm>
          <a:prstGeom prst="rect">
            <a:avLst/>
          </a:prstGeom>
          <a:solidFill>
            <a:srgbClr val="CED7E6">
              <a:alpha val="40287"/>
            </a:srgbClr>
          </a:solidFill>
          <a:ln>
            <a:noFill/>
          </a:ln>
        </p:spPr>
      </p:sp>
      <p:sp>
        <p:nvSpPr>
          <p:cNvPr id="22" name="wm.library-whiteboard.001.001.021"/>
          <p:cNvSpPr/>
          <p:nvPr/>
        </p:nvSpPr>
        <p:spPr>
          <a:xfrm>
            <a:off x="3695700" y="4800600"/>
            <a:ext cx="38100" cy="38100"/>
          </a:xfrm>
          <a:prstGeom prst="rect">
            <a:avLst/>
          </a:prstGeom>
          <a:solidFill>
            <a:srgbClr val="CED7E6">
              <a:alpha val="33664"/>
            </a:srgbClr>
          </a:solidFill>
          <a:ln>
            <a:noFill/>
          </a:ln>
        </p:spPr>
      </p:sp>
      <p:sp>
        <p:nvSpPr>
          <p:cNvPr id="23" name="wm.library-whiteboard.001.001.022"/>
          <p:cNvSpPr/>
          <p:nvPr/>
        </p:nvSpPr>
        <p:spPr>
          <a:xfrm>
            <a:off x="3695700" y="5029200"/>
            <a:ext cx="38100" cy="38100"/>
          </a:xfrm>
          <a:prstGeom prst="rect">
            <a:avLst/>
          </a:prstGeom>
          <a:solidFill>
            <a:srgbClr val="CED7E6">
              <a:alpha val="27042"/>
            </a:srgbClr>
          </a:solidFill>
          <a:ln>
            <a:noFill/>
          </a:ln>
        </p:spPr>
      </p:sp>
      <p:sp>
        <p:nvSpPr>
          <p:cNvPr id="24" name="wm.library-whiteboard.001.001.023"/>
          <p:cNvSpPr/>
          <p:nvPr/>
        </p:nvSpPr>
        <p:spPr>
          <a:xfrm>
            <a:off x="3695700" y="5257800"/>
            <a:ext cx="38100" cy="38100"/>
          </a:xfrm>
          <a:prstGeom prst="rect">
            <a:avLst/>
          </a:prstGeom>
          <a:solidFill>
            <a:srgbClr val="CED7E6">
              <a:alpha val="20419"/>
            </a:srgbClr>
          </a:solidFill>
          <a:ln>
            <a:noFill/>
          </a:ln>
        </p:spPr>
      </p:sp>
      <p:sp>
        <p:nvSpPr>
          <p:cNvPr id="25" name="wm.library-whiteboard.001.001.024"/>
          <p:cNvSpPr/>
          <p:nvPr/>
        </p:nvSpPr>
        <p:spPr>
          <a:xfrm>
            <a:off x="3695700" y="5486400"/>
            <a:ext cx="38100" cy="38100"/>
          </a:xfrm>
          <a:prstGeom prst="rect">
            <a:avLst/>
          </a:prstGeom>
          <a:solidFill>
            <a:srgbClr val="CED7E6">
              <a:alpha val="13797"/>
            </a:srgbClr>
          </a:solidFill>
          <a:ln>
            <a:noFill/>
          </a:ln>
        </p:spPr>
      </p:sp>
      <p:sp>
        <p:nvSpPr>
          <p:cNvPr id="26" name="wm.library-whiteboard.001.001.025"/>
          <p:cNvSpPr/>
          <p:nvPr/>
        </p:nvSpPr>
        <p:spPr>
          <a:xfrm>
            <a:off x="3695700" y="5715000"/>
            <a:ext cx="38100" cy="38100"/>
          </a:xfrm>
          <a:prstGeom prst="rect">
            <a:avLst/>
          </a:prstGeom>
          <a:solidFill>
            <a:srgbClr val="CED7E6">
              <a:alpha val="7174"/>
            </a:srgbClr>
          </a:solidFill>
          <a:ln>
            <a:noFill/>
          </a:ln>
        </p:spPr>
      </p:sp>
      <p:sp>
        <p:nvSpPr>
          <p:cNvPr id="27" name="wm.library-whiteboard.001.001.026"/>
          <p:cNvSpPr/>
          <p:nvPr/>
        </p:nvSpPr>
        <p:spPr>
          <a:xfrm>
            <a:off x="3695700" y="5943600"/>
            <a:ext cx="38100" cy="38100"/>
          </a:xfrm>
          <a:prstGeom prst="rect">
            <a:avLst/>
          </a:prstGeom>
          <a:solidFill>
            <a:srgbClr val="CED7E6">
              <a:alpha val="552"/>
            </a:srgbClr>
          </a:solidFill>
          <a:ln>
            <a:noFill/>
          </a:ln>
        </p:spPr>
      </p:sp>
      <p:sp>
        <p:nvSpPr>
          <p:cNvPr id="28" name="wm.library-whiteboard.001.002.001"/>
          <p:cNvSpPr/>
          <p:nvPr/>
        </p:nvSpPr>
        <p:spPr>
          <a:xfrm>
            <a:off x="3924300" y="228600"/>
            <a:ext cx="38100" cy="38100"/>
          </a:xfrm>
          <a:prstGeom prst="rect">
            <a:avLst/>
          </a:prstGeom>
          <a:solidFill>
            <a:srgbClr val="CED7E6"/>
          </a:solidFill>
          <a:ln>
            <a:noFill/>
          </a:ln>
        </p:spPr>
      </p:sp>
      <p:sp>
        <p:nvSpPr>
          <p:cNvPr id="29" name="wm.library-whiteboard.001.002.002"/>
          <p:cNvSpPr/>
          <p:nvPr/>
        </p:nvSpPr>
        <p:spPr>
          <a:xfrm>
            <a:off x="3924300" y="457200"/>
            <a:ext cx="38100" cy="38100"/>
          </a:xfrm>
          <a:prstGeom prst="rect">
            <a:avLst/>
          </a:prstGeom>
          <a:solidFill>
            <a:srgbClr val="CED7E6"/>
          </a:solidFill>
          <a:ln>
            <a:noFill/>
          </a:ln>
        </p:spPr>
      </p:sp>
      <p:sp>
        <p:nvSpPr>
          <p:cNvPr id="30" name="wm.library-whiteboard.001.002.003"/>
          <p:cNvSpPr/>
          <p:nvPr/>
        </p:nvSpPr>
        <p:spPr>
          <a:xfrm>
            <a:off x="3924300" y="685800"/>
            <a:ext cx="38100" cy="38100"/>
          </a:xfrm>
          <a:prstGeom prst="rect">
            <a:avLst/>
          </a:prstGeom>
          <a:solidFill>
            <a:srgbClr val="CED7E6"/>
          </a:solidFill>
          <a:ln>
            <a:noFill/>
          </a:ln>
        </p:spPr>
      </p:sp>
      <p:sp>
        <p:nvSpPr>
          <p:cNvPr id="31" name="wm.library-whiteboard.001.002.004"/>
          <p:cNvSpPr/>
          <p:nvPr/>
        </p:nvSpPr>
        <p:spPr>
          <a:xfrm>
            <a:off x="3924300" y="914400"/>
            <a:ext cx="38100" cy="38100"/>
          </a:xfrm>
          <a:prstGeom prst="rect">
            <a:avLst/>
          </a:prstGeom>
          <a:solidFill>
            <a:srgbClr val="CED7E6"/>
          </a:solidFill>
          <a:ln>
            <a:noFill/>
          </a:ln>
        </p:spPr>
      </p:sp>
      <p:sp>
        <p:nvSpPr>
          <p:cNvPr id="32" name="wm.library-whiteboard.001.002.005"/>
          <p:cNvSpPr/>
          <p:nvPr/>
        </p:nvSpPr>
        <p:spPr>
          <a:xfrm>
            <a:off x="3924300" y="1143000"/>
            <a:ext cx="38100" cy="38100"/>
          </a:xfrm>
          <a:prstGeom prst="rect">
            <a:avLst/>
          </a:prstGeom>
          <a:solidFill>
            <a:srgbClr val="CED7E6"/>
          </a:solidFill>
          <a:ln>
            <a:noFill/>
          </a:ln>
        </p:spPr>
      </p:sp>
      <p:sp>
        <p:nvSpPr>
          <p:cNvPr id="33" name="wm.library-whiteboard.001.002.006"/>
          <p:cNvSpPr/>
          <p:nvPr/>
        </p:nvSpPr>
        <p:spPr>
          <a:xfrm>
            <a:off x="3924300" y="1371600"/>
            <a:ext cx="38100" cy="38100"/>
          </a:xfrm>
          <a:prstGeom prst="rect">
            <a:avLst/>
          </a:prstGeom>
          <a:solidFill>
            <a:srgbClr val="CED7E6"/>
          </a:solidFill>
          <a:ln>
            <a:noFill/>
          </a:ln>
        </p:spPr>
      </p:sp>
      <p:sp>
        <p:nvSpPr>
          <p:cNvPr id="34" name="wm.library-whiteboard.001.002.007"/>
          <p:cNvSpPr/>
          <p:nvPr/>
        </p:nvSpPr>
        <p:spPr>
          <a:xfrm>
            <a:off x="3924300" y="1600200"/>
            <a:ext cx="38100" cy="38100"/>
          </a:xfrm>
          <a:prstGeom prst="rect">
            <a:avLst/>
          </a:prstGeom>
          <a:solidFill>
            <a:srgbClr val="CED7E6"/>
          </a:solidFill>
          <a:ln>
            <a:noFill/>
          </a:ln>
        </p:spPr>
      </p:sp>
      <p:sp>
        <p:nvSpPr>
          <p:cNvPr id="35" name="wm.library-whiteboard.001.002.008"/>
          <p:cNvSpPr/>
          <p:nvPr/>
        </p:nvSpPr>
        <p:spPr>
          <a:xfrm>
            <a:off x="3924300" y="1828800"/>
            <a:ext cx="38100" cy="38100"/>
          </a:xfrm>
          <a:prstGeom prst="rect">
            <a:avLst/>
          </a:prstGeom>
          <a:solidFill>
            <a:srgbClr val="CED7E6"/>
          </a:solidFill>
          <a:ln>
            <a:noFill/>
          </a:ln>
        </p:spPr>
      </p:sp>
      <p:sp>
        <p:nvSpPr>
          <p:cNvPr id="36" name="wm.library-whiteboard.001.002.009"/>
          <p:cNvSpPr/>
          <p:nvPr/>
        </p:nvSpPr>
        <p:spPr>
          <a:xfrm>
            <a:off x="3924300" y="2057400"/>
            <a:ext cx="38100" cy="38100"/>
          </a:xfrm>
          <a:prstGeom prst="rect">
            <a:avLst/>
          </a:prstGeom>
          <a:solidFill>
            <a:srgbClr val="CED7E6"/>
          </a:solidFill>
          <a:ln>
            <a:noFill/>
          </a:ln>
        </p:spPr>
      </p:sp>
      <p:sp>
        <p:nvSpPr>
          <p:cNvPr id="37" name="wm.library-whiteboard.001.002.010"/>
          <p:cNvSpPr/>
          <p:nvPr/>
        </p:nvSpPr>
        <p:spPr>
          <a:xfrm>
            <a:off x="3924300" y="2286000"/>
            <a:ext cx="38100" cy="38100"/>
          </a:xfrm>
          <a:prstGeom prst="rect">
            <a:avLst/>
          </a:prstGeom>
          <a:solidFill>
            <a:srgbClr val="CED7E6"/>
          </a:solidFill>
          <a:ln>
            <a:noFill/>
          </a:ln>
        </p:spPr>
      </p:sp>
      <p:sp>
        <p:nvSpPr>
          <p:cNvPr id="38" name="wm.library-whiteboard.001.002.011"/>
          <p:cNvSpPr/>
          <p:nvPr/>
        </p:nvSpPr>
        <p:spPr>
          <a:xfrm>
            <a:off x="3924300" y="2514600"/>
            <a:ext cx="38100" cy="38100"/>
          </a:xfrm>
          <a:prstGeom prst="rect">
            <a:avLst/>
          </a:prstGeom>
          <a:solidFill>
            <a:srgbClr val="CED7E6">
              <a:alpha val="99890"/>
            </a:srgbClr>
          </a:solidFill>
          <a:ln>
            <a:noFill/>
          </a:ln>
        </p:spPr>
      </p:sp>
      <p:sp>
        <p:nvSpPr>
          <p:cNvPr id="39" name="wm.library-whiteboard.001.002.012"/>
          <p:cNvSpPr/>
          <p:nvPr/>
        </p:nvSpPr>
        <p:spPr>
          <a:xfrm>
            <a:off x="3924300" y="2743200"/>
            <a:ext cx="38100" cy="38100"/>
          </a:xfrm>
          <a:prstGeom prst="rect">
            <a:avLst/>
          </a:prstGeom>
          <a:solidFill>
            <a:srgbClr val="CED7E6">
              <a:alpha val="93267"/>
            </a:srgbClr>
          </a:solidFill>
          <a:ln>
            <a:noFill/>
          </a:ln>
        </p:spPr>
      </p:sp>
      <p:sp>
        <p:nvSpPr>
          <p:cNvPr id="40" name="wm.library-whiteboard.001.002.013"/>
          <p:cNvSpPr/>
          <p:nvPr/>
        </p:nvSpPr>
        <p:spPr>
          <a:xfrm>
            <a:off x="3924300" y="2971800"/>
            <a:ext cx="38100" cy="38100"/>
          </a:xfrm>
          <a:prstGeom prst="rect">
            <a:avLst/>
          </a:prstGeom>
          <a:solidFill>
            <a:srgbClr val="CED7E6">
              <a:alpha val="86645"/>
            </a:srgbClr>
          </a:solidFill>
          <a:ln>
            <a:noFill/>
          </a:ln>
        </p:spPr>
      </p:sp>
      <p:sp>
        <p:nvSpPr>
          <p:cNvPr id="41" name="wm.library-whiteboard.001.002.014"/>
          <p:cNvSpPr/>
          <p:nvPr/>
        </p:nvSpPr>
        <p:spPr>
          <a:xfrm>
            <a:off x="3924300" y="3200400"/>
            <a:ext cx="38100" cy="38100"/>
          </a:xfrm>
          <a:prstGeom prst="rect">
            <a:avLst/>
          </a:prstGeom>
          <a:solidFill>
            <a:srgbClr val="CED7E6">
              <a:alpha val="80022"/>
            </a:srgbClr>
          </a:solidFill>
          <a:ln>
            <a:noFill/>
          </a:ln>
        </p:spPr>
      </p:sp>
      <p:sp>
        <p:nvSpPr>
          <p:cNvPr id="42" name="wm.library-whiteboard.001.002.015"/>
          <p:cNvSpPr/>
          <p:nvPr/>
        </p:nvSpPr>
        <p:spPr>
          <a:xfrm>
            <a:off x="3924300" y="3429000"/>
            <a:ext cx="38100" cy="38100"/>
          </a:xfrm>
          <a:prstGeom prst="rect">
            <a:avLst/>
          </a:prstGeom>
          <a:solidFill>
            <a:srgbClr val="CED7E6">
              <a:alpha val="73400"/>
            </a:srgbClr>
          </a:solidFill>
          <a:ln>
            <a:noFill/>
          </a:ln>
        </p:spPr>
      </p:sp>
      <p:sp>
        <p:nvSpPr>
          <p:cNvPr id="43" name="wm.library-whiteboard.001.002.016"/>
          <p:cNvSpPr/>
          <p:nvPr/>
        </p:nvSpPr>
        <p:spPr>
          <a:xfrm>
            <a:off x="3924300" y="3657600"/>
            <a:ext cx="38100" cy="38100"/>
          </a:xfrm>
          <a:prstGeom prst="rect">
            <a:avLst/>
          </a:prstGeom>
          <a:solidFill>
            <a:srgbClr val="CED7E6">
              <a:alpha val="66777"/>
            </a:srgbClr>
          </a:solidFill>
          <a:ln>
            <a:noFill/>
          </a:ln>
        </p:spPr>
      </p:sp>
      <p:sp>
        <p:nvSpPr>
          <p:cNvPr id="44" name="wm.library-whiteboard.001.002.017"/>
          <p:cNvSpPr/>
          <p:nvPr/>
        </p:nvSpPr>
        <p:spPr>
          <a:xfrm>
            <a:off x="3924300" y="3886200"/>
            <a:ext cx="38100" cy="38100"/>
          </a:xfrm>
          <a:prstGeom prst="rect">
            <a:avLst/>
          </a:prstGeom>
          <a:solidFill>
            <a:srgbClr val="CED7E6">
              <a:alpha val="60155"/>
            </a:srgbClr>
          </a:solidFill>
          <a:ln>
            <a:noFill/>
          </a:ln>
        </p:spPr>
      </p:sp>
      <p:sp>
        <p:nvSpPr>
          <p:cNvPr id="45" name="wm.library-whiteboard.001.002.018"/>
          <p:cNvSpPr/>
          <p:nvPr/>
        </p:nvSpPr>
        <p:spPr>
          <a:xfrm>
            <a:off x="3924300" y="4114800"/>
            <a:ext cx="38100" cy="38100"/>
          </a:xfrm>
          <a:prstGeom prst="rect">
            <a:avLst/>
          </a:prstGeom>
          <a:solidFill>
            <a:srgbClr val="CED7E6">
              <a:alpha val="53532"/>
            </a:srgbClr>
          </a:solidFill>
          <a:ln>
            <a:noFill/>
          </a:ln>
        </p:spPr>
      </p:sp>
      <p:sp>
        <p:nvSpPr>
          <p:cNvPr id="46" name="wm.library-whiteboard.001.002.019"/>
          <p:cNvSpPr/>
          <p:nvPr/>
        </p:nvSpPr>
        <p:spPr>
          <a:xfrm>
            <a:off x="3924300" y="4343400"/>
            <a:ext cx="38100" cy="38100"/>
          </a:xfrm>
          <a:prstGeom prst="rect">
            <a:avLst/>
          </a:prstGeom>
          <a:solidFill>
            <a:srgbClr val="CED7E6">
              <a:alpha val="46909"/>
            </a:srgbClr>
          </a:solidFill>
          <a:ln>
            <a:noFill/>
          </a:ln>
        </p:spPr>
      </p:sp>
      <p:sp>
        <p:nvSpPr>
          <p:cNvPr id="47" name="wm.library-whiteboard.001.002.020"/>
          <p:cNvSpPr/>
          <p:nvPr/>
        </p:nvSpPr>
        <p:spPr>
          <a:xfrm>
            <a:off x="3924300" y="4572000"/>
            <a:ext cx="38100" cy="38100"/>
          </a:xfrm>
          <a:prstGeom prst="rect">
            <a:avLst/>
          </a:prstGeom>
          <a:solidFill>
            <a:srgbClr val="CED7E6">
              <a:alpha val="40287"/>
            </a:srgbClr>
          </a:solidFill>
          <a:ln>
            <a:noFill/>
          </a:ln>
        </p:spPr>
      </p:sp>
      <p:sp>
        <p:nvSpPr>
          <p:cNvPr id="48" name="wm.library-whiteboard.001.002.021"/>
          <p:cNvSpPr/>
          <p:nvPr/>
        </p:nvSpPr>
        <p:spPr>
          <a:xfrm>
            <a:off x="3924300" y="4800600"/>
            <a:ext cx="38100" cy="38100"/>
          </a:xfrm>
          <a:prstGeom prst="rect">
            <a:avLst/>
          </a:prstGeom>
          <a:solidFill>
            <a:srgbClr val="CED7E6">
              <a:alpha val="33664"/>
            </a:srgbClr>
          </a:solidFill>
          <a:ln>
            <a:noFill/>
          </a:ln>
        </p:spPr>
      </p:sp>
      <p:sp>
        <p:nvSpPr>
          <p:cNvPr id="49" name="wm.library-whiteboard.001.002.022"/>
          <p:cNvSpPr/>
          <p:nvPr/>
        </p:nvSpPr>
        <p:spPr>
          <a:xfrm>
            <a:off x="3924300" y="5029200"/>
            <a:ext cx="38100" cy="38100"/>
          </a:xfrm>
          <a:prstGeom prst="rect">
            <a:avLst/>
          </a:prstGeom>
          <a:solidFill>
            <a:srgbClr val="CED7E6">
              <a:alpha val="27042"/>
            </a:srgbClr>
          </a:solidFill>
          <a:ln>
            <a:noFill/>
          </a:ln>
        </p:spPr>
      </p:sp>
      <p:sp>
        <p:nvSpPr>
          <p:cNvPr id="50" name="wm.library-whiteboard.001.002.023"/>
          <p:cNvSpPr/>
          <p:nvPr/>
        </p:nvSpPr>
        <p:spPr>
          <a:xfrm>
            <a:off x="3924300" y="5257800"/>
            <a:ext cx="38100" cy="38100"/>
          </a:xfrm>
          <a:prstGeom prst="rect">
            <a:avLst/>
          </a:prstGeom>
          <a:solidFill>
            <a:srgbClr val="CED7E6">
              <a:alpha val="20419"/>
            </a:srgbClr>
          </a:solidFill>
          <a:ln>
            <a:noFill/>
          </a:ln>
        </p:spPr>
      </p:sp>
      <p:sp>
        <p:nvSpPr>
          <p:cNvPr id="51" name="wm.library-whiteboard.001.002.024"/>
          <p:cNvSpPr/>
          <p:nvPr/>
        </p:nvSpPr>
        <p:spPr>
          <a:xfrm>
            <a:off x="3924300" y="5486400"/>
            <a:ext cx="38100" cy="38100"/>
          </a:xfrm>
          <a:prstGeom prst="rect">
            <a:avLst/>
          </a:prstGeom>
          <a:solidFill>
            <a:srgbClr val="CED7E6">
              <a:alpha val="13797"/>
            </a:srgbClr>
          </a:solidFill>
          <a:ln>
            <a:noFill/>
          </a:ln>
        </p:spPr>
      </p:sp>
      <p:sp>
        <p:nvSpPr>
          <p:cNvPr id="52" name="wm.library-whiteboard.001.002.025"/>
          <p:cNvSpPr/>
          <p:nvPr/>
        </p:nvSpPr>
        <p:spPr>
          <a:xfrm>
            <a:off x="3924300" y="5715000"/>
            <a:ext cx="38100" cy="38100"/>
          </a:xfrm>
          <a:prstGeom prst="rect">
            <a:avLst/>
          </a:prstGeom>
          <a:solidFill>
            <a:srgbClr val="CED7E6">
              <a:alpha val="7174"/>
            </a:srgbClr>
          </a:solidFill>
          <a:ln>
            <a:noFill/>
          </a:ln>
        </p:spPr>
      </p:sp>
      <p:sp>
        <p:nvSpPr>
          <p:cNvPr id="53" name="wm.library-whiteboard.001.002.026"/>
          <p:cNvSpPr/>
          <p:nvPr/>
        </p:nvSpPr>
        <p:spPr>
          <a:xfrm>
            <a:off x="3924300" y="5943600"/>
            <a:ext cx="38100" cy="38100"/>
          </a:xfrm>
          <a:prstGeom prst="rect">
            <a:avLst/>
          </a:prstGeom>
          <a:solidFill>
            <a:srgbClr val="CED7E6">
              <a:alpha val="552"/>
            </a:srgbClr>
          </a:solidFill>
          <a:ln>
            <a:noFill/>
          </a:ln>
        </p:spPr>
      </p:sp>
      <p:sp>
        <p:nvSpPr>
          <p:cNvPr id="54" name="wm.library-whiteboard.001.003.001"/>
          <p:cNvSpPr/>
          <p:nvPr/>
        </p:nvSpPr>
        <p:spPr>
          <a:xfrm>
            <a:off x="4152900" y="228600"/>
            <a:ext cx="38100" cy="38100"/>
          </a:xfrm>
          <a:prstGeom prst="rect">
            <a:avLst/>
          </a:prstGeom>
          <a:solidFill>
            <a:srgbClr val="CED7E6"/>
          </a:solidFill>
          <a:ln>
            <a:noFill/>
          </a:ln>
        </p:spPr>
      </p:sp>
      <p:sp>
        <p:nvSpPr>
          <p:cNvPr id="55" name="wm.library-whiteboard.001.003.002"/>
          <p:cNvSpPr/>
          <p:nvPr/>
        </p:nvSpPr>
        <p:spPr>
          <a:xfrm>
            <a:off x="4152900" y="457200"/>
            <a:ext cx="38100" cy="38100"/>
          </a:xfrm>
          <a:prstGeom prst="rect">
            <a:avLst/>
          </a:prstGeom>
          <a:solidFill>
            <a:srgbClr val="CED7E6"/>
          </a:solidFill>
          <a:ln>
            <a:noFill/>
          </a:ln>
        </p:spPr>
      </p:sp>
      <p:sp>
        <p:nvSpPr>
          <p:cNvPr id="56" name="wm.library-whiteboard.001.003.003"/>
          <p:cNvSpPr/>
          <p:nvPr/>
        </p:nvSpPr>
        <p:spPr>
          <a:xfrm>
            <a:off x="4152900" y="685800"/>
            <a:ext cx="38100" cy="38100"/>
          </a:xfrm>
          <a:prstGeom prst="rect">
            <a:avLst/>
          </a:prstGeom>
          <a:solidFill>
            <a:srgbClr val="CED7E6"/>
          </a:solidFill>
          <a:ln>
            <a:noFill/>
          </a:ln>
        </p:spPr>
      </p:sp>
      <p:sp>
        <p:nvSpPr>
          <p:cNvPr id="57" name="wm.library-whiteboard.001.003.004"/>
          <p:cNvSpPr/>
          <p:nvPr/>
        </p:nvSpPr>
        <p:spPr>
          <a:xfrm>
            <a:off x="4152900" y="914400"/>
            <a:ext cx="38100" cy="38100"/>
          </a:xfrm>
          <a:prstGeom prst="rect">
            <a:avLst/>
          </a:prstGeom>
          <a:solidFill>
            <a:srgbClr val="CED7E6"/>
          </a:solidFill>
          <a:ln>
            <a:noFill/>
          </a:ln>
        </p:spPr>
      </p:sp>
      <p:sp>
        <p:nvSpPr>
          <p:cNvPr id="58" name="wm.library-whiteboard.001.003.005"/>
          <p:cNvSpPr/>
          <p:nvPr/>
        </p:nvSpPr>
        <p:spPr>
          <a:xfrm>
            <a:off x="4152900" y="1143000"/>
            <a:ext cx="38100" cy="38100"/>
          </a:xfrm>
          <a:prstGeom prst="rect">
            <a:avLst/>
          </a:prstGeom>
          <a:solidFill>
            <a:srgbClr val="CED7E6"/>
          </a:solidFill>
          <a:ln>
            <a:noFill/>
          </a:ln>
        </p:spPr>
      </p:sp>
      <p:sp>
        <p:nvSpPr>
          <p:cNvPr id="59" name="wm.library-whiteboard.001.003.006"/>
          <p:cNvSpPr/>
          <p:nvPr/>
        </p:nvSpPr>
        <p:spPr>
          <a:xfrm>
            <a:off x="4152900" y="1371600"/>
            <a:ext cx="38100" cy="38100"/>
          </a:xfrm>
          <a:prstGeom prst="rect">
            <a:avLst/>
          </a:prstGeom>
          <a:solidFill>
            <a:srgbClr val="CED7E6"/>
          </a:solidFill>
          <a:ln>
            <a:noFill/>
          </a:ln>
        </p:spPr>
      </p:sp>
      <p:sp>
        <p:nvSpPr>
          <p:cNvPr id="60" name="wm.library-whiteboard.001.003.007"/>
          <p:cNvSpPr/>
          <p:nvPr/>
        </p:nvSpPr>
        <p:spPr>
          <a:xfrm>
            <a:off x="4152900" y="1600200"/>
            <a:ext cx="38100" cy="38100"/>
          </a:xfrm>
          <a:prstGeom prst="rect">
            <a:avLst/>
          </a:prstGeom>
          <a:solidFill>
            <a:srgbClr val="CED7E6"/>
          </a:solidFill>
          <a:ln>
            <a:noFill/>
          </a:ln>
        </p:spPr>
      </p:sp>
      <p:sp>
        <p:nvSpPr>
          <p:cNvPr id="61" name="wm.library-whiteboard.001.003.008"/>
          <p:cNvSpPr/>
          <p:nvPr/>
        </p:nvSpPr>
        <p:spPr>
          <a:xfrm>
            <a:off x="4152900" y="1828800"/>
            <a:ext cx="38100" cy="38100"/>
          </a:xfrm>
          <a:prstGeom prst="rect">
            <a:avLst/>
          </a:prstGeom>
          <a:solidFill>
            <a:srgbClr val="CED7E6"/>
          </a:solidFill>
          <a:ln>
            <a:noFill/>
          </a:ln>
        </p:spPr>
      </p:sp>
      <p:sp>
        <p:nvSpPr>
          <p:cNvPr id="62" name="wm.library-whiteboard.001.003.009"/>
          <p:cNvSpPr/>
          <p:nvPr/>
        </p:nvSpPr>
        <p:spPr>
          <a:xfrm>
            <a:off x="4152900" y="2057400"/>
            <a:ext cx="38100" cy="38100"/>
          </a:xfrm>
          <a:prstGeom prst="rect">
            <a:avLst/>
          </a:prstGeom>
          <a:solidFill>
            <a:srgbClr val="CED7E6"/>
          </a:solidFill>
          <a:ln>
            <a:noFill/>
          </a:ln>
        </p:spPr>
      </p:sp>
      <p:sp>
        <p:nvSpPr>
          <p:cNvPr id="63" name="wm.library-whiteboard.001.003.010"/>
          <p:cNvSpPr/>
          <p:nvPr/>
        </p:nvSpPr>
        <p:spPr>
          <a:xfrm>
            <a:off x="4152900" y="2286000"/>
            <a:ext cx="38100" cy="38100"/>
          </a:xfrm>
          <a:prstGeom prst="rect">
            <a:avLst/>
          </a:prstGeom>
          <a:solidFill>
            <a:srgbClr val="CED7E6"/>
          </a:solidFill>
          <a:ln>
            <a:noFill/>
          </a:ln>
        </p:spPr>
      </p:sp>
      <p:sp>
        <p:nvSpPr>
          <p:cNvPr id="64" name="wm.library-whiteboard.001.003.011"/>
          <p:cNvSpPr/>
          <p:nvPr/>
        </p:nvSpPr>
        <p:spPr>
          <a:xfrm>
            <a:off x="4152900" y="2514600"/>
            <a:ext cx="38100" cy="38100"/>
          </a:xfrm>
          <a:prstGeom prst="rect">
            <a:avLst/>
          </a:prstGeom>
          <a:solidFill>
            <a:srgbClr val="CED7E6">
              <a:alpha val="99890"/>
            </a:srgbClr>
          </a:solidFill>
          <a:ln>
            <a:noFill/>
          </a:ln>
        </p:spPr>
      </p:sp>
      <p:sp>
        <p:nvSpPr>
          <p:cNvPr id="65" name="wm.library-whiteboard.001.003.012"/>
          <p:cNvSpPr/>
          <p:nvPr/>
        </p:nvSpPr>
        <p:spPr>
          <a:xfrm>
            <a:off x="4152900" y="2743200"/>
            <a:ext cx="38100" cy="38100"/>
          </a:xfrm>
          <a:prstGeom prst="rect">
            <a:avLst/>
          </a:prstGeom>
          <a:solidFill>
            <a:srgbClr val="CED7E6">
              <a:alpha val="93267"/>
            </a:srgbClr>
          </a:solidFill>
          <a:ln>
            <a:noFill/>
          </a:ln>
        </p:spPr>
      </p:sp>
      <p:sp>
        <p:nvSpPr>
          <p:cNvPr id="66" name="wm.library-whiteboard.001.003.013"/>
          <p:cNvSpPr/>
          <p:nvPr/>
        </p:nvSpPr>
        <p:spPr>
          <a:xfrm>
            <a:off x="4152900" y="2971800"/>
            <a:ext cx="38100" cy="38100"/>
          </a:xfrm>
          <a:prstGeom prst="rect">
            <a:avLst/>
          </a:prstGeom>
          <a:solidFill>
            <a:srgbClr val="CED7E6">
              <a:alpha val="86645"/>
            </a:srgbClr>
          </a:solidFill>
          <a:ln>
            <a:noFill/>
          </a:ln>
        </p:spPr>
      </p:sp>
      <p:sp>
        <p:nvSpPr>
          <p:cNvPr id="67" name="wm.library-whiteboard.001.003.014"/>
          <p:cNvSpPr/>
          <p:nvPr/>
        </p:nvSpPr>
        <p:spPr>
          <a:xfrm>
            <a:off x="4152900" y="3200400"/>
            <a:ext cx="38100" cy="38100"/>
          </a:xfrm>
          <a:prstGeom prst="rect">
            <a:avLst/>
          </a:prstGeom>
          <a:solidFill>
            <a:srgbClr val="CED7E6">
              <a:alpha val="80022"/>
            </a:srgbClr>
          </a:solidFill>
          <a:ln>
            <a:noFill/>
          </a:ln>
        </p:spPr>
      </p:sp>
      <p:sp>
        <p:nvSpPr>
          <p:cNvPr id="68" name="wm.library-whiteboard.001.003.015"/>
          <p:cNvSpPr/>
          <p:nvPr/>
        </p:nvSpPr>
        <p:spPr>
          <a:xfrm>
            <a:off x="4152900" y="3429000"/>
            <a:ext cx="38100" cy="38100"/>
          </a:xfrm>
          <a:prstGeom prst="rect">
            <a:avLst/>
          </a:prstGeom>
          <a:solidFill>
            <a:srgbClr val="CED7E6">
              <a:alpha val="73400"/>
            </a:srgbClr>
          </a:solidFill>
          <a:ln>
            <a:noFill/>
          </a:ln>
        </p:spPr>
      </p:sp>
      <p:sp>
        <p:nvSpPr>
          <p:cNvPr id="69" name="wm.library-whiteboard.001.003.016"/>
          <p:cNvSpPr/>
          <p:nvPr/>
        </p:nvSpPr>
        <p:spPr>
          <a:xfrm>
            <a:off x="4152900" y="3657600"/>
            <a:ext cx="38100" cy="38100"/>
          </a:xfrm>
          <a:prstGeom prst="rect">
            <a:avLst/>
          </a:prstGeom>
          <a:solidFill>
            <a:srgbClr val="CED7E6">
              <a:alpha val="66777"/>
            </a:srgbClr>
          </a:solidFill>
          <a:ln>
            <a:noFill/>
          </a:ln>
        </p:spPr>
      </p:sp>
      <p:sp>
        <p:nvSpPr>
          <p:cNvPr id="70" name="wm.library-whiteboard.001.003.017"/>
          <p:cNvSpPr/>
          <p:nvPr/>
        </p:nvSpPr>
        <p:spPr>
          <a:xfrm>
            <a:off x="4152900" y="3886200"/>
            <a:ext cx="38100" cy="38100"/>
          </a:xfrm>
          <a:prstGeom prst="rect">
            <a:avLst/>
          </a:prstGeom>
          <a:solidFill>
            <a:srgbClr val="CED7E6">
              <a:alpha val="60155"/>
            </a:srgbClr>
          </a:solidFill>
          <a:ln>
            <a:noFill/>
          </a:ln>
        </p:spPr>
      </p:sp>
      <p:sp>
        <p:nvSpPr>
          <p:cNvPr id="71" name="wm.library-whiteboard.001.003.018"/>
          <p:cNvSpPr/>
          <p:nvPr/>
        </p:nvSpPr>
        <p:spPr>
          <a:xfrm>
            <a:off x="4152900" y="4114800"/>
            <a:ext cx="38100" cy="38100"/>
          </a:xfrm>
          <a:prstGeom prst="rect">
            <a:avLst/>
          </a:prstGeom>
          <a:solidFill>
            <a:srgbClr val="CED7E6">
              <a:alpha val="53532"/>
            </a:srgbClr>
          </a:solidFill>
          <a:ln>
            <a:noFill/>
          </a:ln>
        </p:spPr>
      </p:sp>
      <p:sp>
        <p:nvSpPr>
          <p:cNvPr id="72" name="wm.library-whiteboard.001.003.019"/>
          <p:cNvSpPr/>
          <p:nvPr/>
        </p:nvSpPr>
        <p:spPr>
          <a:xfrm>
            <a:off x="4152900" y="4343400"/>
            <a:ext cx="38100" cy="38100"/>
          </a:xfrm>
          <a:prstGeom prst="rect">
            <a:avLst/>
          </a:prstGeom>
          <a:solidFill>
            <a:srgbClr val="CED7E6">
              <a:alpha val="46909"/>
            </a:srgbClr>
          </a:solidFill>
          <a:ln>
            <a:noFill/>
          </a:ln>
        </p:spPr>
      </p:sp>
      <p:sp>
        <p:nvSpPr>
          <p:cNvPr id="73" name="wm.library-whiteboard.001.003.020"/>
          <p:cNvSpPr/>
          <p:nvPr/>
        </p:nvSpPr>
        <p:spPr>
          <a:xfrm>
            <a:off x="4152900" y="4572000"/>
            <a:ext cx="38100" cy="38100"/>
          </a:xfrm>
          <a:prstGeom prst="rect">
            <a:avLst/>
          </a:prstGeom>
          <a:solidFill>
            <a:srgbClr val="CED7E6">
              <a:alpha val="40287"/>
            </a:srgbClr>
          </a:solidFill>
          <a:ln>
            <a:noFill/>
          </a:ln>
        </p:spPr>
      </p:sp>
      <p:sp>
        <p:nvSpPr>
          <p:cNvPr id="74" name="wm.library-whiteboard.001.003.021"/>
          <p:cNvSpPr/>
          <p:nvPr/>
        </p:nvSpPr>
        <p:spPr>
          <a:xfrm>
            <a:off x="4152900" y="4800600"/>
            <a:ext cx="38100" cy="38100"/>
          </a:xfrm>
          <a:prstGeom prst="rect">
            <a:avLst/>
          </a:prstGeom>
          <a:solidFill>
            <a:srgbClr val="CED7E6">
              <a:alpha val="33664"/>
            </a:srgbClr>
          </a:solidFill>
          <a:ln>
            <a:noFill/>
          </a:ln>
        </p:spPr>
      </p:sp>
      <p:sp>
        <p:nvSpPr>
          <p:cNvPr id="75" name="wm.library-whiteboard.001.003.022"/>
          <p:cNvSpPr/>
          <p:nvPr/>
        </p:nvSpPr>
        <p:spPr>
          <a:xfrm>
            <a:off x="4152900" y="5029200"/>
            <a:ext cx="38100" cy="38100"/>
          </a:xfrm>
          <a:prstGeom prst="rect">
            <a:avLst/>
          </a:prstGeom>
          <a:solidFill>
            <a:srgbClr val="CED7E6">
              <a:alpha val="27042"/>
            </a:srgbClr>
          </a:solidFill>
          <a:ln>
            <a:noFill/>
          </a:ln>
        </p:spPr>
      </p:sp>
      <p:sp>
        <p:nvSpPr>
          <p:cNvPr id="76" name="wm.library-whiteboard.001.003.023"/>
          <p:cNvSpPr/>
          <p:nvPr/>
        </p:nvSpPr>
        <p:spPr>
          <a:xfrm>
            <a:off x="4152900" y="5257800"/>
            <a:ext cx="38100" cy="38100"/>
          </a:xfrm>
          <a:prstGeom prst="rect">
            <a:avLst/>
          </a:prstGeom>
          <a:solidFill>
            <a:srgbClr val="CED7E6">
              <a:alpha val="20419"/>
            </a:srgbClr>
          </a:solidFill>
          <a:ln>
            <a:noFill/>
          </a:ln>
        </p:spPr>
      </p:sp>
      <p:sp>
        <p:nvSpPr>
          <p:cNvPr id="77" name="wm.library-whiteboard.001.003.024"/>
          <p:cNvSpPr/>
          <p:nvPr/>
        </p:nvSpPr>
        <p:spPr>
          <a:xfrm>
            <a:off x="4152900" y="5486400"/>
            <a:ext cx="38100" cy="38100"/>
          </a:xfrm>
          <a:prstGeom prst="rect">
            <a:avLst/>
          </a:prstGeom>
          <a:solidFill>
            <a:srgbClr val="CED7E6">
              <a:alpha val="13797"/>
            </a:srgbClr>
          </a:solidFill>
          <a:ln>
            <a:noFill/>
          </a:ln>
        </p:spPr>
      </p:sp>
      <p:sp>
        <p:nvSpPr>
          <p:cNvPr id="78" name="wm.library-whiteboard.001.003.025"/>
          <p:cNvSpPr/>
          <p:nvPr/>
        </p:nvSpPr>
        <p:spPr>
          <a:xfrm>
            <a:off x="4152900" y="5715000"/>
            <a:ext cx="38100" cy="38100"/>
          </a:xfrm>
          <a:prstGeom prst="rect">
            <a:avLst/>
          </a:prstGeom>
          <a:solidFill>
            <a:srgbClr val="CED7E6">
              <a:alpha val="7174"/>
            </a:srgbClr>
          </a:solidFill>
          <a:ln>
            <a:noFill/>
          </a:ln>
        </p:spPr>
      </p:sp>
      <p:sp>
        <p:nvSpPr>
          <p:cNvPr id="79" name="wm.library-whiteboard.001.003.026"/>
          <p:cNvSpPr/>
          <p:nvPr/>
        </p:nvSpPr>
        <p:spPr>
          <a:xfrm>
            <a:off x="4152900" y="5943600"/>
            <a:ext cx="38100" cy="38100"/>
          </a:xfrm>
          <a:prstGeom prst="rect">
            <a:avLst/>
          </a:prstGeom>
          <a:solidFill>
            <a:srgbClr val="CED7E6">
              <a:alpha val="552"/>
            </a:srgbClr>
          </a:solidFill>
          <a:ln>
            <a:noFill/>
          </a:ln>
        </p:spPr>
      </p:sp>
      <p:sp>
        <p:nvSpPr>
          <p:cNvPr id="80" name="wm.library-whiteboard.001.004.001"/>
          <p:cNvSpPr/>
          <p:nvPr/>
        </p:nvSpPr>
        <p:spPr>
          <a:xfrm>
            <a:off x="4381500" y="228600"/>
            <a:ext cx="38100" cy="38100"/>
          </a:xfrm>
          <a:prstGeom prst="rect">
            <a:avLst/>
          </a:prstGeom>
          <a:solidFill>
            <a:srgbClr val="CED7E6"/>
          </a:solidFill>
          <a:ln>
            <a:noFill/>
          </a:ln>
        </p:spPr>
      </p:sp>
      <p:sp>
        <p:nvSpPr>
          <p:cNvPr id="81" name="wm.library-whiteboard.001.004.002"/>
          <p:cNvSpPr/>
          <p:nvPr/>
        </p:nvSpPr>
        <p:spPr>
          <a:xfrm>
            <a:off x="4381500" y="457200"/>
            <a:ext cx="38100" cy="38100"/>
          </a:xfrm>
          <a:prstGeom prst="rect">
            <a:avLst/>
          </a:prstGeom>
          <a:solidFill>
            <a:srgbClr val="CED7E6"/>
          </a:solidFill>
          <a:ln>
            <a:noFill/>
          </a:ln>
        </p:spPr>
      </p:sp>
      <p:sp>
        <p:nvSpPr>
          <p:cNvPr id="82" name="wm.library-whiteboard.001.004.003"/>
          <p:cNvSpPr/>
          <p:nvPr/>
        </p:nvSpPr>
        <p:spPr>
          <a:xfrm>
            <a:off x="4381500" y="685800"/>
            <a:ext cx="38100" cy="38100"/>
          </a:xfrm>
          <a:prstGeom prst="rect">
            <a:avLst/>
          </a:prstGeom>
          <a:solidFill>
            <a:srgbClr val="CED7E6"/>
          </a:solidFill>
          <a:ln>
            <a:noFill/>
          </a:ln>
        </p:spPr>
      </p:sp>
      <p:sp>
        <p:nvSpPr>
          <p:cNvPr id="83" name="wm.library-whiteboard.001.004.004"/>
          <p:cNvSpPr/>
          <p:nvPr/>
        </p:nvSpPr>
        <p:spPr>
          <a:xfrm>
            <a:off x="4381500" y="914400"/>
            <a:ext cx="38100" cy="38100"/>
          </a:xfrm>
          <a:prstGeom prst="rect">
            <a:avLst/>
          </a:prstGeom>
          <a:solidFill>
            <a:srgbClr val="CED7E6"/>
          </a:solidFill>
          <a:ln>
            <a:noFill/>
          </a:ln>
        </p:spPr>
      </p:sp>
      <p:sp>
        <p:nvSpPr>
          <p:cNvPr id="84" name="wm.library-whiteboard.001.004.005"/>
          <p:cNvSpPr/>
          <p:nvPr/>
        </p:nvSpPr>
        <p:spPr>
          <a:xfrm>
            <a:off x="4381500" y="1143000"/>
            <a:ext cx="38100" cy="38100"/>
          </a:xfrm>
          <a:prstGeom prst="rect">
            <a:avLst/>
          </a:prstGeom>
          <a:solidFill>
            <a:srgbClr val="CED7E6"/>
          </a:solidFill>
          <a:ln>
            <a:noFill/>
          </a:ln>
        </p:spPr>
      </p:sp>
      <p:sp>
        <p:nvSpPr>
          <p:cNvPr id="85" name="wm.library-whiteboard.001.004.006"/>
          <p:cNvSpPr/>
          <p:nvPr/>
        </p:nvSpPr>
        <p:spPr>
          <a:xfrm>
            <a:off x="4381500" y="1371600"/>
            <a:ext cx="38100" cy="38100"/>
          </a:xfrm>
          <a:prstGeom prst="rect">
            <a:avLst/>
          </a:prstGeom>
          <a:solidFill>
            <a:srgbClr val="CED7E6"/>
          </a:solidFill>
          <a:ln>
            <a:noFill/>
          </a:ln>
        </p:spPr>
      </p:sp>
      <p:sp>
        <p:nvSpPr>
          <p:cNvPr id="86" name="wm.library-whiteboard.001.004.007"/>
          <p:cNvSpPr/>
          <p:nvPr/>
        </p:nvSpPr>
        <p:spPr>
          <a:xfrm>
            <a:off x="4381500" y="1600200"/>
            <a:ext cx="38100" cy="38100"/>
          </a:xfrm>
          <a:prstGeom prst="rect">
            <a:avLst/>
          </a:prstGeom>
          <a:solidFill>
            <a:srgbClr val="CED7E6"/>
          </a:solidFill>
          <a:ln>
            <a:noFill/>
          </a:ln>
        </p:spPr>
      </p:sp>
      <p:sp>
        <p:nvSpPr>
          <p:cNvPr id="87" name="wm.library-whiteboard.001.004.008"/>
          <p:cNvSpPr/>
          <p:nvPr/>
        </p:nvSpPr>
        <p:spPr>
          <a:xfrm>
            <a:off x="4381500" y="1828800"/>
            <a:ext cx="38100" cy="38100"/>
          </a:xfrm>
          <a:prstGeom prst="rect">
            <a:avLst/>
          </a:prstGeom>
          <a:solidFill>
            <a:srgbClr val="CED7E6"/>
          </a:solidFill>
          <a:ln>
            <a:noFill/>
          </a:ln>
        </p:spPr>
      </p:sp>
      <p:sp>
        <p:nvSpPr>
          <p:cNvPr id="88" name="wm.library-whiteboard.001.004.009"/>
          <p:cNvSpPr/>
          <p:nvPr/>
        </p:nvSpPr>
        <p:spPr>
          <a:xfrm>
            <a:off x="4381500" y="2057400"/>
            <a:ext cx="38100" cy="38100"/>
          </a:xfrm>
          <a:prstGeom prst="rect">
            <a:avLst/>
          </a:prstGeom>
          <a:solidFill>
            <a:srgbClr val="CED7E6"/>
          </a:solidFill>
          <a:ln>
            <a:noFill/>
          </a:ln>
        </p:spPr>
      </p:sp>
      <p:sp>
        <p:nvSpPr>
          <p:cNvPr id="89" name="wm.library-whiteboard.001.004.010"/>
          <p:cNvSpPr/>
          <p:nvPr/>
        </p:nvSpPr>
        <p:spPr>
          <a:xfrm>
            <a:off x="4381500" y="2286000"/>
            <a:ext cx="38100" cy="38100"/>
          </a:xfrm>
          <a:prstGeom prst="rect">
            <a:avLst/>
          </a:prstGeom>
          <a:solidFill>
            <a:srgbClr val="CED7E6"/>
          </a:solidFill>
          <a:ln>
            <a:noFill/>
          </a:ln>
        </p:spPr>
      </p:sp>
      <p:sp>
        <p:nvSpPr>
          <p:cNvPr id="90" name="wm.library-whiteboard.001.004.011"/>
          <p:cNvSpPr/>
          <p:nvPr/>
        </p:nvSpPr>
        <p:spPr>
          <a:xfrm>
            <a:off x="4381500" y="2514600"/>
            <a:ext cx="38100" cy="38100"/>
          </a:xfrm>
          <a:prstGeom prst="rect">
            <a:avLst/>
          </a:prstGeom>
          <a:solidFill>
            <a:srgbClr val="CED7E6">
              <a:alpha val="99890"/>
            </a:srgbClr>
          </a:solidFill>
          <a:ln>
            <a:noFill/>
          </a:ln>
        </p:spPr>
      </p:sp>
      <p:sp>
        <p:nvSpPr>
          <p:cNvPr id="91" name="wm.library-whiteboard.001.004.012"/>
          <p:cNvSpPr/>
          <p:nvPr/>
        </p:nvSpPr>
        <p:spPr>
          <a:xfrm>
            <a:off x="4381500" y="2743200"/>
            <a:ext cx="38100" cy="38100"/>
          </a:xfrm>
          <a:prstGeom prst="rect">
            <a:avLst/>
          </a:prstGeom>
          <a:solidFill>
            <a:srgbClr val="CED7E6">
              <a:alpha val="93267"/>
            </a:srgbClr>
          </a:solidFill>
          <a:ln>
            <a:noFill/>
          </a:ln>
        </p:spPr>
      </p:sp>
      <p:sp>
        <p:nvSpPr>
          <p:cNvPr id="92" name="wm.library-whiteboard.001.004.013"/>
          <p:cNvSpPr/>
          <p:nvPr/>
        </p:nvSpPr>
        <p:spPr>
          <a:xfrm>
            <a:off x="4381500" y="2971800"/>
            <a:ext cx="38100" cy="38100"/>
          </a:xfrm>
          <a:prstGeom prst="rect">
            <a:avLst/>
          </a:prstGeom>
          <a:solidFill>
            <a:srgbClr val="CED7E6">
              <a:alpha val="86645"/>
            </a:srgbClr>
          </a:solidFill>
          <a:ln>
            <a:noFill/>
          </a:ln>
        </p:spPr>
      </p:sp>
      <p:sp>
        <p:nvSpPr>
          <p:cNvPr id="93" name="wm.library-whiteboard.001.004.014"/>
          <p:cNvSpPr/>
          <p:nvPr/>
        </p:nvSpPr>
        <p:spPr>
          <a:xfrm>
            <a:off x="4381500" y="3200400"/>
            <a:ext cx="38100" cy="38100"/>
          </a:xfrm>
          <a:prstGeom prst="rect">
            <a:avLst/>
          </a:prstGeom>
          <a:solidFill>
            <a:srgbClr val="CED7E6">
              <a:alpha val="80022"/>
            </a:srgbClr>
          </a:solidFill>
          <a:ln>
            <a:noFill/>
          </a:ln>
        </p:spPr>
      </p:sp>
      <p:sp>
        <p:nvSpPr>
          <p:cNvPr id="94" name="wm.library-whiteboard.001.004.015"/>
          <p:cNvSpPr/>
          <p:nvPr/>
        </p:nvSpPr>
        <p:spPr>
          <a:xfrm>
            <a:off x="4381500" y="3429000"/>
            <a:ext cx="38100" cy="38100"/>
          </a:xfrm>
          <a:prstGeom prst="rect">
            <a:avLst/>
          </a:prstGeom>
          <a:solidFill>
            <a:srgbClr val="CED7E6">
              <a:alpha val="73400"/>
            </a:srgbClr>
          </a:solidFill>
          <a:ln>
            <a:noFill/>
          </a:ln>
        </p:spPr>
      </p:sp>
      <p:sp>
        <p:nvSpPr>
          <p:cNvPr id="95" name="wm.library-whiteboard.001.004.016"/>
          <p:cNvSpPr/>
          <p:nvPr/>
        </p:nvSpPr>
        <p:spPr>
          <a:xfrm>
            <a:off x="4381500" y="3657600"/>
            <a:ext cx="38100" cy="38100"/>
          </a:xfrm>
          <a:prstGeom prst="rect">
            <a:avLst/>
          </a:prstGeom>
          <a:solidFill>
            <a:srgbClr val="CED7E6">
              <a:alpha val="66777"/>
            </a:srgbClr>
          </a:solidFill>
          <a:ln>
            <a:noFill/>
          </a:ln>
        </p:spPr>
      </p:sp>
      <p:sp>
        <p:nvSpPr>
          <p:cNvPr id="96" name="wm.library-whiteboard.001.004.017"/>
          <p:cNvSpPr/>
          <p:nvPr/>
        </p:nvSpPr>
        <p:spPr>
          <a:xfrm>
            <a:off x="4381500" y="3886200"/>
            <a:ext cx="38100" cy="38100"/>
          </a:xfrm>
          <a:prstGeom prst="rect">
            <a:avLst/>
          </a:prstGeom>
          <a:solidFill>
            <a:srgbClr val="CED7E6">
              <a:alpha val="60155"/>
            </a:srgbClr>
          </a:solidFill>
          <a:ln>
            <a:noFill/>
          </a:ln>
        </p:spPr>
      </p:sp>
      <p:sp>
        <p:nvSpPr>
          <p:cNvPr id="97" name="wm.library-whiteboard.001.004.018"/>
          <p:cNvSpPr/>
          <p:nvPr/>
        </p:nvSpPr>
        <p:spPr>
          <a:xfrm>
            <a:off x="4381500" y="4114800"/>
            <a:ext cx="38100" cy="38100"/>
          </a:xfrm>
          <a:prstGeom prst="rect">
            <a:avLst/>
          </a:prstGeom>
          <a:solidFill>
            <a:srgbClr val="CED7E6">
              <a:alpha val="53532"/>
            </a:srgbClr>
          </a:solidFill>
          <a:ln>
            <a:noFill/>
          </a:ln>
        </p:spPr>
      </p:sp>
      <p:sp>
        <p:nvSpPr>
          <p:cNvPr id="98" name="wm.library-whiteboard.001.004.019"/>
          <p:cNvSpPr/>
          <p:nvPr/>
        </p:nvSpPr>
        <p:spPr>
          <a:xfrm>
            <a:off x="4381500" y="4343400"/>
            <a:ext cx="38100" cy="38100"/>
          </a:xfrm>
          <a:prstGeom prst="rect">
            <a:avLst/>
          </a:prstGeom>
          <a:solidFill>
            <a:srgbClr val="CED7E6">
              <a:alpha val="46909"/>
            </a:srgbClr>
          </a:solidFill>
          <a:ln>
            <a:noFill/>
          </a:ln>
        </p:spPr>
      </p:sp>
      <p:sp>
        <p:nvSpPr>
          <p:cNvPr id="99" name="wm.library-whiteboard.001.004.020"/>
          <p:cNvSpPr/>
          <p:nvPr/>
        </p:nvSpPr>
        <p:spPr>
          <a:xfrm>
            <a:off x="4381500" y="4572000"/>
            <a:ext cx="38100" cy="38100"/>
          </a:xfrm>
          <a:prstGeom prst="rect">
            <a:avLst/>
          </a:prstGeom>
          <a:solidFill>
            <a:srgbClr val="CED7E6">
              <a:alpha val="40287"/>
            </a:srgbClr>
          </a:solidFill>
          <a:ln>
            <a:noFill/>
          </a:ln>
        </p:spPr>
      </p:sp>
      <p:sp>
        <p:nvSpPr>
          <p:cNvPr id="100" name="wm.library-whiteboard.001.004.021"/>
          <p:cNvSpPr/>
          <p:nvPr/>
        </p:nvSpPr>
        <p:spPr>
          <a:xfrm>
            <a:off x="4381500" y="4800600"/>
            <a:ext cx="38100" cy="38100"/>
          </a:xfrm>
          <a:prstGeom prst="rect">
            <a:avLst/>
          </a:prstGeom>
          <a:solidFill>
            <a:srgbClr val="CED7E6">
              <a:alpha val="33664"/>
            </a:srgbClr>
          </a:solidFill>
          <a:ln>
            <a:noFill/>
          </a:ln>
        </p:spPr>
      </p:sp>
      <p:sp>
        <p:nvSpPr>
          <p:cNvPr id="101" name="wm.library-whiteboard.001.004.022"/>
          <p:cNvSpPr/>
          <p:nvPr/>
        </p:nvSpPr>
        <p:spPr>
          <a:xfrm>
            <a:off x="4381500" y="5029200"/>
            <a:ext cx="38100" cy="38100"/>
          </a:xfrm>
          <a:prstGeom prst="rect">
            <a:avLst/>
          </a:prstGeom>
          <a:solidFill>
            <a:srgbClr val="CED7E6">
              <a:alpha val="27042"/>
            </a:srgbClr>
          </a:solidFill>
          <a:ln>
            <a:noFill/>
          </a:ln>
        </p:spPr>
      </p:sp>
      <p:sp>
        <p:nvSpPr>
          <p:cNvPr id="102" name="wm.library-whiteboard.001.004.023"/>
          <p:cNvSpPr/>
          <p:nvPr/>
        </p:nvSpPr>
        <p:spPr>
          <a:xfrm>
            <a:off x="4381500" y="5257800"/>
            <a:ext cx="38100" cy="38100"/>
          </a:xfrm>
          <a:prstGeom prst="rect">
            <a:avLst/>
          </a:prstGeom>
          <a:solidFill>
            <a:srgbClr val="CED7E6">
              <a:alpha val="20419"/>
            </a:srgbClr>
          </a:solidFill>
          <a:ln>
            <a:noFill/>
          </a:ln>
        </p:spPr>
      </p:sp>
      <p:sp>
        <p:nvSpPr>
          <p:cNvPr id="103" name="wm.library-whiteboard.001.004.024"/>
          <p:cNvSpPr/>
          <p:nvPr/>
        </p:nvSpPr>
        <p:spPr>
          <a:xfrm>
            <a:off x="4381500" y="5486400"/>
            <a:ext cx="38100" cy="38100"/>
          </a:xfrm>
          <a:prstGeom prst="rect">
            <a:avLst/>
          </a:prstGeom>
          <a:solidFill>
            <a:srgbClr val="CED7E6">
              <a:alpha val="13797"/>
            </a:srgbClr>
          </a:solidFill>
          <a:ln>
            <a:noFill/>
          </a:ln>
        </p:spPr>
      </p:sp>
      <p:sp>
        <p:nvSpPr>
          <p:cNvPr id="104" name="wm.library-whiteboard.001.004.025"/>
          <p:cNvSpPr/>
          <p:nvPr/>
        </p:nvSpPr>
        <p:spPr>
          <a:xfrm>
            <a:off x="4381500" y="5715000"/>
            <a:ext cx="38100" cy="38100"/>
          </a:xfrm>
          <a:prstGeom prst="rect">
            <a:avLst/>
          </a:prstGeom>
          <a:solidFill>
            <a:srgbClr val="CED7E6">
              <a:alpha val="7174"/>
            </a:srgbClr>
          </a:solidFill>
          <a:ln>
            <a:noFill/>
          </a:ln>
        </p:spPr>
      </p:sp>
      <p:sp>
        <p:nvSpPr>
          <p:cNvPr id="105" name="wm.library-whiteboard.001.004.026"/>
          <p:cNvSpPr/>
          <p:nvPr/>
        </p:nvSpPr>
        <p:spPr>
          <a:xfrm>
            <a:off x="4381500" y="5943600"/>
            <a:ext cx="38100" cy="38100"/>
          </a:xfrm>
          <a:prstGeom prst="rect">
            <a:avLst/>
          </a:prstGeom>
          <a:solidFill>
            <a:srgbClr val="CED7E6">
              <a:alpha val="552"/>
            </a:srgbClr>
          </a:solidFill>
          <a:ln>
            <a:noFill/>
          </a:ln>
        </p:spPr>
      </p:sp>
      <p:sp>
        <p:nvSpPr>
          <p:cNvPr id="106" name="wm.library-whiteboard.001.005.001"/>
          <p:cNvSpPr/>
          <p:nvPr/>
        </p:nvSpPr>
        <p:spPr>
          <a:xfrm>
            <a:off x="4610100" y="228600"/>
            <a:ext cx="38100" cy="38100"/>
          </a:xfrm>
          <a:prstGeom prst="rect">
            <a:avLst/>
          </a:prstGeom>
          <a:solidFill>
            <a:srgbClr val="CED7E6"/>
          </a:solidFill>
          <a:ln>
            <a:noFill/>
          </a:ln>
        </p:spPr>
      </p:sp>
      <p:sp>
        <p:nvSpPr>
          <p:cNvPr id="107" name="wm.library-whiteboard.001.005.002"/>
          <p:cNvSpPr/>
          <p:nvPr/>
        </p:nvSpPr>
        <p:spPr>
          <a:xfrm>
            <a:off x="4610100" y="457200"/>
            <a:ext cx="38100" cy="38100"/>
          </a:xfrm>
          <a:prstGeom prst="rect">
            <a:avLst/>
          </a:prstGeom>
          <a:solidFill>
            <a:srgbClr val="CED7E6"/>
          </a:solidFill>
          <a:ln>
            <a:noFill/>
          </a:ln>
        </p:spPr>
      </p:sp>
      <p:sp>
        <p:nvSpPr>
          <p:cNvPr id="108" name="wm.library-whiteboard.001.005.003"/>
          <p:cNvSpPr/>
          <p:nvPr/>
        </p:nvSpPr>
        <p:spPr>
          <a:xfrm>
            <a:off x="4610100" y="685800"/>
            <a:ext cx="38100" cy="38100"/>
          </a:xfrm>
          <a:prstGeom prst="rect">
            <a:avLst/>
          </a:prstGeom>
          <a:solidFill>
            <a:srgbClr val="CED7E6"/>
          </a:solidFill>
          <a:ln>
            <a:noFill/>
          </a:ln>
        </p:spPr>
      </p:sp>
      <p:sp>
        <p:nvSpPr>
          <p:cNvPr id="109" name="wm.library-whiteboard.001.005.004"/>
          <p:cNvSpPr/>
          <p:nvPr/>
        </p:nvSpPr>
        <p:spPr>
          <a:xfrm>
            <a:off x="4610100" y="914400"/>
            <a:ext cx="38100" cy="38100"/>
          </a:xfrm>
          <a:prstGeom prst="rect">
            <a:avLst/>
          </a:prstGeom>
          <a:solidFill>
            <a:srgbClr val="CED7E6"/>
          </a:solidFill>
          <a:ln>
            <a:noFill/>
          </a:ln>
        </p:spPr>
      </p:sp>
      <p:sp>
        <p:nvSpPr>
          <p:cNvPr id="110" name="wm.library-whiteboard.001.005.005"/>
          <p:cNvSpPr/>
          <p:nvPr/>
        </p:nvSpPr>
        <p:spPr>
          <a:xfrm>
            <a:off x="4610100" y="1143000"/>
            <a:ext cx="38100" cy="38100"/>
          </a:xfrm>
          <a:prstGeom prst="rect">
            <a:avLst/>
          </a:prstGeom>
          <a:solidFill>
            <a:srgbClr val="CED7E6"/>
          </a:solidFill>
          <a:ln>
            <a:noFill/>
          </a:ln>
        </p:spPr>
      </p:sp>
      <p:sp>
        <p:nvSpPr>
          <p:cNvPr id="111" name="wm.library-whiteboard.001.005.006"/>
          <p:cNvSpPr/>
          <p:nvPr/>
        </p:nvSpPr>
        <p:spPr>
          <a:xfrm>
            <a:off x="4610100" y="1371600"/>
            <a:ext cx="38100" cy="38100"/>
          </a:xfrm>
          <a:prstGeom prst="rect">
            <a:avLst/>
          </a:prstGeom>
          <a:solidFill>
            <a:srgbClr val="CED7E6"/>
          </a:solidFill>
          <a:ln>
            <a:noFill/>
          </a:ln>
        </p:spPr>
      </p:sp>
      <p:sp>
        <p:nvSpPr>
          <p:cNvPr id="112" name="wm.library-whiteboard.001.005.007"/>
          <p:cNvSpPr/>
          <p:nvPr/>
        </p:nvSpPr>
        <p:spPr>
          <a:xfrm>
            <a:off x="4610100" y="1600200"/>
            <a:ext cx="38100" cy="38100"/>
          </a:xfrm>
          <a:prstGeom prst="rect">
            <a:avLst/>
          </a:prstGeom>
          <a:solidFill>
            <a:srgbClr val="CED7E6"/>
          </a:solidFill>
          <a:ln>
            <a:noFill/>
          </a:ln>
        </p:spPr>
      </p:sp>
      <p:sp>
        <p:nvSpPr>
          <p:cNvPr id="113" name="wm.library-whiteboard.001.005.008"/>
          <p:cNvSpPr/>
          <p:nvPr/>
        </p:nvSpPr>
        <p:spPr>
          <a:xfrm>
            <a:off x="4610100" y="1828800"/>
            <a:ext cx="38100" cy="38100"/>
          </a:xfrm>
          <a:prstGeom prst="rect">
            <a:avLst/>
          </a:prstGeom>
          <a:solidFill>
            <a:srgbClr val="CED7E6"/>
          </a:solidFill>
          <a:ln>
            <a:noFill/>
          </a:ln>
        </p:spPr>
      </p:sp>
      <p:sp>
        <p:nvSpPr>
          <p:cNvPr id="114" name="wm.library-whiteboard.001.005.009"/>
          <p:cNvSpPr/>
          <p:nvPr/>
        </p:nvSpPr>
        <p:spPr>
          <a:xfrm>
            <a:off x="4610100" y="2057400"/>
            <a:ext cx="38100" cy="38100"/>
          </a:xfrm>
          <a:prstGeom prst="rect">
            <a:avLst/>
          </a:prstGeom>
          <a:solidFill>
            <a:srgbClr val="CED7E6"/>
          </a:solidFill>
          <a:ln>
            <a:noFill/>
          </a:ln>
        </p:spPr>
      </p:sp>
      <p:sp>
        <p:nvSpPr>
          <p:cNvPr id="115" name="wm.library-whiteboard.001.005.010"/>
          <p:cNvSpPr/>
          <p:nvPr/>
        </p:nvSpPr>
        <p:spPr>
          <a:xfrm>
            <a:off x="4610100" y="2286000"/>
            <a:ext cx="38100" cy="38100"/>
          </a:xfrm>
          <a:prstGeom prst="rect">
            <a:avLst/>
          </a:prstGeom>
          <a:solidFill>
            <a:srgbClr val="CED7E6"/>
          </a:solidFill>
          <a:ln>
            <a:noFill/>
          </a:ln>
        </p:spPr>
      </p:sp>
      <p:sp>
        <p:nvSpPr>
          <p:cNvPr id="116" name="wm.library-whiteboard.001.005.011"/>
          <p:cNvSpPr/>
          <p:nvPr/>
        </p:nvSpPr>
        <p:spPr>
          <a:xfrm>
            <a:off x="4610100" y="2514600"/>
            <a:ext cx="38100" cy="38100"/>
          </a:xfrm>
          <a:prstGeom prst="rect">
            <a:avLst/>
          </a:prstGeom>
          <a:solidFill>
            <a:srgbClr val="CED7E6">
              <a:alpha val="99890"/>
            </a:srgbClr>
          </a:solidFill>
          <a:ln>
            <a:noFill/>
          </a:ln>
        </p:spPr>
      </p:sp>
      <p:sp>
        <p:nvSpPr>
          <p:cNvPr id="117" name="wm.library-whiteboard.001.005.012"/>
          <p:cNvSpPr/>
          <p:nvPr/>
        </p:nvSpPr>
        <p:spPr>
          <a:xfrm>
            <a:off x="4610100" y="2743200"/>
            <a:ext cx="38100" cy="38100"/>
          </a:xfrm>
          <a:prstGeom prst="rect">
            <a:avLst/>
          </a:prstGeom>
          <a:solidFill>
            <a:srgbClr val="CED7E6">
              <a:alpha val="93267"/>
            </a:srgbClr>
          </a:solidFill>
          <a:ln>
            <a:noFill/>
          </a:ln>
        </p:spPr>
      </p:sp>
      <p:sp>
        <p:nvSpPr>
          <p:cNvPr id="118" name="wm.library-whiteboard.001.005.013"/>
          <p:cNvSpPr/>
          <p:nvPr/>
        </p:nvSpPr>
        <p:spPr>
          <a:xfrm>
            <a:off x="4610100" y="2971800"/>
            <a:ext cx="38100" cy="38100"/>
          </a:xfrm>
          <a:prstGeom prst="rect">
            <a:avLst/>
          </a:prstGeom>
          <a:solidFill>
            <a:srgbClr val="CED7E6">
              <a:alpha val="86645"/>
            </a:srgbClr>
          </a:solidFill>
          <a:ln>
            <a:noFill/>
          </a:ln>
        </p:spPr>
      </p:sp>
      <p:sp>
        <p:nvSpPr>
          <p:cNvPr id="119" name="wm.library-whiteboard.001.005.014"/>
          <p:cNvSpPr/>
          <p:nvPr/>
        </p:nvSpPr>
        <p:spPr>
          <a:xfrm>
            <a:off x="4610100" y="3200400"/>
            <a:ext cx="38100" cy="38100"/>
          </a:xfrm>
          <a:prstGeom prst="rect">
            <a:avLst/>
          </a:prstGeom>
          <a:solidFill>
            <a:srgbClr val="CED7E6">
              <a:alpha val="80022"/>
            </a:srgbClr>
          </a:solidFill>
          <a:ln>
            <a:noFill/>
          </a:ln>
        </p:spPr>
      </p:sp>
      <p:sp>
        <p:nvSpPr>
          <p:cNvPr id="120" name="wm.library-whiteboard.001.005.015"/>
          <p:cNvSpPr/>
          <p:nvPr/>
        </p:nvSpPr>
        <p:spPr>
          <a:xfrm>
            <a:off x="4610100" y="3429000"/>
            <a:ext cx="38100" cy="38100"/>
          </a:xfrm>
          <a:prstGeom prst="rect">
            <a:avLst/>
          </a:prstGeom>
          <a:solidFill>
            <a:srgbClr val="CED7E6">
              <a:alpha val="73400"/>
            </a:srgbClr>
          </a:solidFill>
          <a:ln>
            <a:noFill/>
          </a:ln>
        </p:spPr>
      </p:sp>
      <p:sp>
        <p:nvSpPr>
          <p:cNvPr id="121" name="wm.library-whiteboard.001.005.016"/>
          <p:cNvSpPr/>
          <p:nvPr/>
        </p:nvSpPr>
        <p:spPr>
          <a:xfrm>
            <a:off x="4610100" y="3657600"/>
            <a:ext cx="38100" cy="38100"/>
          </a:xfrm>
          <a:prstGeom prst="rect">
            <a:avLst/>
          </a:prstGeom>
          <a:solidFill>
            <a:srgbClr val="CED7E6">
              <a:alpha val="66777"/>
            </a:srgbClr>
          </a:solidFill>
          <a:ln>
            <a:noFill/>
          </a:ln>
        </p:spPr>
      </p:sp>
      <p:sp>
        <p:nvSpPr>
          <p:cNvPr id="122" name="wm.library-whiteboard.001.005.017"/>
          <p:cNvSpPr/>
          <p:nvPr/>
        </p:nvSpPr>
        <p:spPr>
          <a:xfrm>
            <a:off x="4610100" y="3886200"/>
            <a:ext cx="38100" cy="38100"/>
          </a:xfrm>
          <a:prstGeom prst="rect">
            <a:avLst/>
          </a:prstGeom>
          <a:solidFill>
            <a:srgbClr val="CED7E6">
              <a:alpha val="60155"/>
            </a:srgbClr>
          </a:solidFill>
          <a:ln>
            <a:noFill/>
          </a:ln>
        </p:spPr>
      </p:sp>
      <p:sp>
        <p:nvSpPr>
          <p:cNvPr id="123" name="wm.library-whiteboard.001.005.018"/>
          <p:cNvSpPr/>
          <p:nvPr/>
        </p:nvSpPr>
        <p:spPr>
          <a:xfrm>
            <a:off x="4610100" y="4114800"/>
            <a:ext cx="38100" cy="38100"/>
          </a:xfrm>
          <a:prstGeom prst="rect">
            <a:avLst/>
          </a:prstGeom>
          <a:solidFill>
            <a:srgbClr val="CED7E6">
              <a:alpha val="53532"/>
            </a:srgbClr>
          </a:solidFill>
          <a:ln>
            <a:noFill/>
          </a:ln>
        </p:spPr>
      </p:sp>
      <p:sp>
        <p:nvSpPr>
          <p:cNvPr id="124" name="wm.library-whiteboard.001.005.019"/>
          <p:cNvSpPr/>
          <p:nvPr/>
        </p:nvSpPr>
        <p:spPr>
          <a:xfrm>
            <a:off x="4610100" y="4343400"/>
            <a:ext cx="38100" cy="38100"/>
          </a:xfrm>
          <a:prstGeom prst="rect">
            <a:avLst/>
          </a:prstGeom>
          <a:solidFill>
            <a:srgbClr val="CED7E6">
              <a:alpha val="46909"/>
            </a:srgbClr>
          </a:solidFill>
          <a:ln>
            <a:noFill/>
          </a:ln>
        </p:spPr>
      </p:sp>
      <p:sp>
        <p:nvSpPr>
          <p:cNvPr id="125" name="wm.library-whiteboard.001.005.020"/>
          <p:cNvSpPr/>
          <p:nvPr/>
        </p:nvSpPr>
        <p:spPr>
          <a:xfrm>
            <a:off x="4610100" y="4572000"/>
            <a:ext cx="38100" cy="38100"/>
          </a:xfrm>
          <a:prstGeom prst="rect">
            <a:avLst/>
          </a:prstGeom>
          <a:solidFill>
            <a:srgbClr val="CED7E6">
              <a:alpha val="40287"/>
            </a:srgbClr>
          </a:solidFill>
          <a:ln>
            <a:noFill/>
          </a:ln>
        </p:spPr>
      </p:sp>
      <p:sp>
        <p:nvSpPr>
          <p:cNvPr id="126" name="wm.library-whiteboard.001.005.021"/>
          <p:cNvSpPr/>
          <p:nvPr/>
        </p:nvSpPr>
        <p:spPr>
          <a:xfrm>
            <a:off x="4610100" y="4800600"/>
            <a:ext cx="38100" cy="38100"/>
          </a:xfrm>
          <a:prstGeom prst="rect">
            <a:avLst/>
          </a:prstGeom>
          <a:solidFill>
            <a:srgbClr val="CED7E6">
              <a:alpha val="33664"/>
            </a:srgbClr>
          </a:solidFill>
          <a:ln>
            <a:noFill/>
          </a:ln>
        </p:spPr>
      </p:sp>
      <p:sp>
        <p:nvSpPr>
          <p:cNvPr id="127" name="wm.library-whiteboard.001.005.022"/>
          <p:cNvSpPr/>
          <p:nvPr/>
        </p:nvSpPr>
        <p:spPr>
          <a:xfrm>
            <a:off x="4610100" y="5029200"/>
            <a:ext cx="38100" cy="38100"/>
          </a:xfrm>
          <a:prstGeom prst="rect">
            <a:avLst/>
          </a:prstGeom>
          <a:solidFill>
            <a:srgbClr val="CED7E6">
              <a:alpha val="27042"/>
            </a:srgbClr>
          </a:solidFill>
          <a:ln>
            <a:noFill/>
          </a:ln>
        </p:spPr>
      </p:sp>
      <p:sp>
        <p:nvSpPr>
          <p:cNvPr id="128" name="wm.library-whiteboard.001.005.023"/>
          <p:cNvSpPr/>
          <p:nvPr/>
        </p:nvSpPr>
        <p:spPr>
          <a:xfrm>
            <a:off x="4610100" y="5257800"/>
            <a:ext cx="38100" cy="38100"/>
          </a:xfrm>
          <a:prstGeom prst="rect">
            <a:avLst/>
          </a:prstGeom>
          <a:solidFill>
            <a:srgbClr val="CED7E6">
              <a:alpha val="20419"/>
            </a:srgbClr>
          </a:solidFill>
          <a:ln>
            <a:noFill/>
          </a:ln>
        </p:spPr>
      </p:sp>
      <p:sp>
        <p:nvSpPr>
          <p:cNvPr id="129" name="wm.library-whiteboard.001.005.024"/>
          <p:cNvSpPr/>
          <p:nvPr/>
        </p:nvSpPr>
        <p:spPr>
          <a:xfrm>
            <a:off x="4610100" y="5486400"/>
            <a:ext cx="38100" cy="38100"/>
          </a:xfrm>
          <a:prstGeom prst="rect">
            <a:avLst/>
          </a:prstGeom>
          <a:solidFill>
            <a:srgbClr val="CED7E6">
              <a:alpha val="13797"/>
            </a:srgbClr>
          </a:solidFill>
          <a:ln>
            <a:noFill/>
          </a:ln>
        </p:spPr>
      </p:sp>
      <p:sp>
        <p:nvSpPr>
          <p:cNvPr id="130" name="wm.library-whiteboard.001.005.025"/>
          <p:cNvSpPr/>
          <p:nvPr/>
        </p:nvSpPr>
        <p:spPr>
          <a:xfrm>
            <a:off x="4610100" y="5715000"/>
            <a:ext cx="38100" cy="38100"/>
          </a:xfrm>
          <a:prstGeom prst="rect">
            <a:avLst/>
          </a:prstGeom>
          <a:solidFill>
            <a:srgbClr val="CED7E6">
              <a:alpha val="7174"/>
            </a:srgbClr>
          </a:solidFill>
          <a:ln>
            <a:noFill/>
          </a:ln>
        </p:spPr>
      </p:sp>
      <p:sp>
        <p:nvSpPr>
          <p:cNvPr id="131" name="wm.library-whiteboard.001.005.026"/>
          <p:cNvSpPr/>
          <p:nvPr/>
        </p:nvSpPr>
        <p:spPr>
          <a:xfrm>
            <a:off x="4610100" y="5943600"/>
            <a:ext cx="38100" cy="38100"/>
          </a:xfrm>
          <a:prstGeom prst="rect">
            <a:avLst/>
          </a:prstGeom>
          <a:solidFill>
            <a:srgbClr val="CED7E6">
              <a:alpha val="552"/>
            </a:srgbClr>
          </a:solidFill>
          <a:ln>
            <a:noFill/>
          </a:ln>
        </p:spPr>
      </p:sp>
      <p:sp>
        <p:nvSpPr>
          <p:cNvPr id="132" name="wm.library-whiteboard.001.006.001"/>
          <p:cNvSpPr/>
          <p:nvPr/>
        </p:nvSpPr>
        <p:spPr>
          <a:xfrm>
            <a:off x="4838700" y="228600"/>
            <a:ext cx="38100" cy="38100"/>
          </a:xfrm>
          <a:prstGeom prst="rect">
            <a:avLst/>
          </a:prstGeom>
          <a:solidFill>
            <a:srgbClr val="CED7E6"/>
          </a:solidFill>
          <a:ln>
            <a:noFill/>
          </a:ln>
        </p:spPr>
      </p:sp>
      <p:sp>
        <p:nvSpPr>
          <p:cNvPr id="133" name="wm.library-whiteboard.001.006.002"/>
          <p:cNvSpPr/>
          <p:nvPr/>
        </p:nvSpPr>
        <p:spPr>
          <a:xfrm>
            <a:off x="4838700" y="457200"/>
            <a:ext cx="38100" cy="38100"/>
          </a:xfrm>
          <a:prstGeom prst="rect">
            <a:avLst/>
          </a:prstGeom>
          <a:solidFill>
            <a:srgbClr val="CED7E6"/>
          </a:solidFill>
          <a:ln>
            <a:noFill/>
          </a:ln>
        </p:spPr>
      </p:sp>
      <p:sp>
        <p:nvSpPr>
          <p:cNvPr id="134" name="wm.library-whiteboard.001.006.003"/>
          <p:cNvSpPr/>
          <p:nvPr/>
        </p:nvSpPr>
        <p:spPr>
          <a:xfrm>
            <a:off x="4838700" y="685800"/>
            <a:ext cx="38100" cy="38100"/>
          </a:xfrm>
          <a:prstGeom prst="rect">
            <a:avLst/>
          </a:prstGeom>
          <a:solidFill>
            <a:srgbClr val="CED7E6"/>
          </a:solidFill>
          <a:ln>
            <a:noFill/>
          </a:ln>
        </p:spPr>
      </p:sp>
      <p:sp>
        <p:nvSpPr>
          <p:cNvPr id="135" name="wm.library-whiteboard.001.006.004"/>
          <p:cNvSpPr/>
          <p:nvPr/>
        </p:nvSpPr>
        <p:spPr>
          <a:xfrm>
            <a:off x="4838700" y="914400"/>
            <a:ext cx="38100" cy="38100"/>
          </a:xfrm>
          <a:prstGeom prst="rect">
            <a:avLst/>
          </a:prstGeom>
          <a:solidFill>
            <a:srgbClr val="CED7E6"/>
          </a:solidFill>
          <a:ln>
            <a:noFill/>
          </a:ln>
        </p:spPr>
      </p:sp>
      <p:sp>
        <p:nvSpPr>
          <p:cNvPr id="136" name="wm.library-whiteboard.001.006.005"/>
          <p:cNvSpPr/>
          <p:nvPr/>
        </p:nvSpPr>
        <p:spPr>
          <a:xfrm>
            <a:off x="4838700" y="1143000"/>
            <a:ext cx="38100" cy="38100"/>
          </a:xfrm>
          <a:prstGeom prst="rect">
            <a:avLst/>
          </a:prstGeom>
          <a:solidFill>
            <a:srgbClr val="CED7E6"/>
          </a:solidFill>
          <a:ln>
            <a:noFill/>
          </a:ln>
        </p:spPr>
      </p:sp>
      <p:sp>
        <p:nvSpPr>
          <p:cNvPr id="137" name="wm.library-whiteboard.001.006.006"/>
          <p:cNvSpPr/>
          <p:nvPr/>
        </p:nvSpPr>
        <p:spPr>
          <a:xfrm>
            <a:off x="4838700" y="1371600"/>
            <a:ext cx="38100" cy="38100"/>
          </a:xfrm>
          <a:prstGeom prst="rect">
            <a:avLst/>
          </a:prstGeom>
          <a:solidFill>
            <a:srgbClr val="CED7E6"/>
          </a:solidFill>
          <a:ln>
            <a:noFill/>
          </a:ln>
        </p:spPr>
      </p:sp>
      <p:sp>
        <p:nvSpPr>
          <p:cNvPr id="138" name="wm.library-whiteboard.001.006.007"/>
          <p:cNvSpPr/>
          <p:nvPr/>
        </p:nvSpPr>
        <p:spPr>
          <a:xfrm>
            <a:off x="4838700" y="1600200"/>
            <a:ext cx="38100" cy="38100"/>
          </a:xfrm>
          <a:prstGeom prst="rect">
            <a:avLst/>
          </a:prstGeom>
          <a:solidFill>
            <a:srgbClr val="CED7E6"/>
          </a:solidFill>
          <a:ln>
            <a:noFill/>
          </a:ln>
        </p:spPr>
      </p:sp>
      <p:sp>
        <p:nvSpPr>
          <p:cNvPr id="139" name="wm.library-whiteboard.001.006.008"/>
          <p:cNvSpPr/>
          <p:nvPr/>
        </p:nvSpPr>
        <p:spPr>
          <a:xfrm>
            <a:off x="4838700" y="1828800"/>
            <a:ext cx="38100" cy="38100"/>
          </a:xfrm>
          <a:prstGeom prst="rect">
            <a:avLst/>
          </a:prstGeom>
          <a:solidFill>
            <a:srgbClr val="CED7E6"/>
          </a:solidFill>
          <a:ln>
            <a:noFill/>
          </a:ln>
        </p:spPr>
      </p:sp>
      <p:sp>
        <p:nvSpPr>
          <p:cNvPr id="140" name="wm.library-whiteboard.001.006.009"/>
          <p:cNvSpPr/>
          <p:nvPr/>
        </p:nvSpPr>
        <p:spPr>
          <a:xfrm>
            <a:off x="4838700" y="2057400"/>
            <a:ext cx="38100" cy="38100"/>
          </a:xfrm>
          <a:prstGeom prst="rect">
            <a:avLst/>
          </a:prstGeom>
          <a:solidFill>
            <a:srgbClr val="CED7E6"/>
          </a:solidFill>
          <a:ln>
            <a:noFill/>
          </a:ln>
        </p:spPr>
      </p:sp>
      <p:sp>
        <p:nvSpPr>
          <p:cNvPr id="141" name="wm.library-whiteboard.001.006.010"/>
          <p:cNvSpPr/>
          <p:nvPr/>
        </p:nvSpPr>
        <p:spPr>
          <a:xfrm>
            <a:off x="4838700" y="2286000"/>
            <a:ext cx="38100" cy="38100"/>
          </a:xfrm>
          <a:prstGeom prst="rect">
            <a:avLst/>
          </a:prstGeom>
          <a:solidFill>
            <a:srgbClr val="CED7E6"/>
          </a:solidFill>
          <a:ln>
            <a:noFill/>
          </a:ln>
        </p:spPr>
      </p:sp>
      <p:sp>
        <p:nvSpPr>
          <p:cNvPr id="142" name="wm.library-whiteboard.001.006.011"/>
          <p:cNvSpPr/>
          <p:nvPr/>
        </p:nvSpPr>
        <p:spPr>
          <a:xfrm>
            <a:off x="4838700" y="2514600"/>
            <a:ext cx="38100" cy="38100"/>
          </a:xfrm>
          <a:prstGeom prst="rect">
            <a:avLst/>
          </a:prstGeom>
          <a:solidFill>
            <a:srgbClr val="CED7E6">
              <a:alpha val="99890"/>
            </a:srgbClr>
          </a:solidFill>
          <a:ln>
            <a:noFill/>
          </a:ln>
        </p:spPr>
      </p:sp>
      <p:sp>
        <p:nvSpPr>
          <p:cNvPr id="143" name="wm.library-whiteboard.001.006.012"/>
          <p:cNvSpPr/>
          <p:nvPr/>
        </p:nvSpPr>
        <p:spPr>
          <a:xfrm>
            <a:off x="4838700" y="2743200"/>
            <a:ext cx="38100" cy="38100"/>
          </a:xfrm>
          <a:prstGeom prst="rect">
            <a:avLst/>
          </a:prstGeom>
          <a:solidFill>
            <a:srgbClr val="CED7E6">
              <a:alpha val="93267"/>
            </a:srgbClr>
          </a:solidFill>
          <a:ln>
            <a:noFill/>
          </a:ln>
        </p:spPr>
      </p:sp>
      <p:sp>
        <p:nvSpPr>
          <p:cNvPr id="144" name="wm.library-whiteboard.001.006.013"/>
          <p:cNvSpPr/>
          <p:nvPr/>
        </p:nvSpPr>
        <p:spPr>
          <a:xfrm>
            <a:off x="4838700" y="2971800"/>
            <a:ext cx="38100" cy="38100"/>
          </a:xfrm>
          <a:prstGeom prst="rect">
            <a:avLst/>
          </a:prstGeom>
          <a:solidFill>
            <a:srgbClr val="CED7E6">
              <a:alpha val="86645"/>
            </a:srgbClr>
          </a:solidFill>
          <a:ln>
            <a:noFill/>
          </a:ln>
        </p:spPr>
      </p:sp>
      <p:sp>
        <p:nvSpPr>
          <p:cNvPr id="145" name="wm.library-whiteboard.001.006.014"/>
          <p:cNvSpPr/>
          <p:nvPr/>
        </p:nvSpPr>
        <p:spPr>
          <a:xfrm>
            <a:off x="4838700" y="3200400"/>
            <a:ext cx="38100" cy="38100"/>
          </a:xfrm>
          <a:prstGeom prst="rect">
            <a:avLst/>
          </a:prstGeom>
          <a:solidFill>
            <a:srgbClr val="CED7E6">
              <a:alpha val="80022"/>
            </a:srgbClr>
          </a:solidFill>
          <a:ln>
            <a:noFill/>
          </a:ln>
        </p:spPr>
      </p:sp>
      <p:sp>
        <p:nvSpPr>
          <p:cNvPr id="146" name="wm.library-whiteboard.001.006.015"/>
          <p:cNvSpPr/>
          <p:nvPr/>
        </p:nvSpPr>
        <p:spPr>
          <a:xfrm>
            <a:off x="4838700" y="3429000"/>
            <a:ext cx="38100" cy="38100"/>
          </a:xfrm>
          <a:prstGeom prst="rect">
            <a:avLst/>
          </a:prstGeom>
          <a:solidFill>
            <a:srgbClr val="CED7E6">
              <a:alpha val="73400"/>
            </a:srgbClr>
          </a:solidFill>
          <a:ln>
            <a:noFill/>
          </a:ln>
        </p:spPr>
      </p:sp>
      <p:sp>
        <p:nvSpPr>
          <p:cNvPr id="147" name="wm.library-whiteboard.001.006.016"/>
          <p:cNvSpPr/>
          <p:nvPr/>
        </p:nvSpPr>
        <p:spPr>
          <a:xfrm>
            <a:off x="4838700" y="3657600"/>
            <a:ext cx="38100" cy="38100"/>
          </a:xfrm>
          <a:prstGeom prst="rect">
            <a:avLst/>
          </a:prstGeom>
          <a:solidFill>
            <a:srgbClr val="CED7E6">
              <a:alpha val="66777"/>
            </a:srgbClr>
          </a:solidFill>
          <a:ln>
            <a:noFill/>
          </a:ln>
        </p:spPr>
      </p:sp>
      <p:sp>
        <p:nvSpPr>
          <p:cNvPr id="148" name="wm.library-whiteboard.001.006.017"/>
          <p:cNvSpPr/>
          <p:nvPr/>
        </p:nvSpPr>
        <p:spPr>
          <a:xfrm>
            <a:off x="4838700" y="3886200"/>
            <a:ext cx="38100" cy="38100"/>
          </a:xfrm>
          <a:prstGeom prst="rect">
            <a:avLst/>
          </a:prstGeom>
          <a:solidFill>
            <a:srgbClr val="CED7E6">
              <a:alpha val="60155"/>
            </a:srgbClr>
          </a:solidFill>
          <a:ln>
            <a:noFill/>
          </a:ln>
        </p:spPr>
      </p:sp>
      <p:sp>
        <p:nvSpPr>
          <p:cNvPr id="149" name="wm.library-whiteboard.001.006.018"/>
          <p:cNvSpPr/>
          <p:nvPr/>
        </p:nvSpPr>
        <p:spPr>
          <a:xfrm>
            <a:off x="4838700" y="4114800"/>
            <a:ext cx="38100" cy="38100"/>
          </a:xfrm>
          <a:prstGeom prst="rect">
            <a:avLst/>
          </a:prstGeom>
          <a:solidFill>
            <a:srgbClr val="CED7E6">
              <a:alpha val="53532"/>
            </a:srgbClr>
          </a:solidFill>
          <a:ln>
            <a:noFill/>
          </a:ln>
        </p:spPr>
      </p:sp>
      <p:sp>
        <p:nvSpPr>
          <p:cNvPr id="150" name="wm.library-whiteboard.001.006.019"/>
          <p:cNvSpPr/>
          <p:nvPr/>
        </p:nvSpPr>
        <p:spPr>
          <a:xfrm>
            <a:off x="4838700" y="4343400"/>
            <a:ext cx="38100" cy="38100"/>
          </a:xfrm>
          <a:prstGeom prst="rect">
            <a:avLst/>
          </a:prstGeom>
          <a:solidFill>
            <a:srgbClr val="CED7E6">
              <a:alpha val="46909"/>
            </a:srgbClr>
          </a:solidFill>
          <a:ln>
            <a:noFill/>
          </a:ln>
        </p:spPr>
      </p:sp>
      <p:sp>
        <p:nvSpPr>
          <p:cNvPr id="151" name="wm.library-whiteboard.001.006.020"/>
          <p:cNvSpPr/>
          <p:nvPr/>
        </p:nvSpPr>
        <p:spPr>
          <a:xfrm>
            <a:off x="4838700" y="4572000"/>
            <a:ext cx="38100" cy="38100"/>
          </a:xfrm>
          <a:prstGeom prst="rect">
            <a:avLst/>
          </a:prstGeom>
          <a:solidFill>
            <a:srgbClr val="CED7E6">
              <a:alpha val="40287"/>
            </a:srgbClr>
          </a:solidFill>
          <a:ln>
            <a:noFill/>
          </a:ln>
        </p:spPr>
      </p:sp>
      <p:sp>
        <p:nvSpPr>
          <p:cNvPr id="152" name="wm.library-whiteboard.001.006.021"/>
          <p:cNvSpPr/>
          <p:nvPr/>
        </p:nvSpPr>
        <p:spPr>
          <a:xfrm>
            <a:off x="4838700" y="4800600"/>
            <a:ext cx="38100" cy="38100"/>
          </a:xfrm>
          <a:prstGeom prst="rect">
            <a:avLst/>
          </a:prstGeom>
          <a:solidFill>
            <a:srgbClr val="CED7E6">
              <a:alpha val="33664"/>
            </a:srgbClr>
          </a:solidFill>
          <a:ln>
            <a:noFill/>
          </a:ln>
        </p:spPr>
      </p:sp>
      <p:sp>
        <p:nvSpPr>
          <p:cNvPr id="153" name="wm.library-whiteboard.001.006.022"/>
          <p:cNvSpPr/>
          <p:nvPr/>
        </p:nvSpPr>
        <p:spPr>
          <a:xfrm>
            <a:off x="4838700" y="5029200"/>
            <a:ext cx="38100" cy="38100"/>
          </a:xfrm>
          <a:prstGeom prst="rect">
            <a:avLst/>
          </a:prstGeom>
          <a:solidFill>
            <a:srgbClr val="CED7E6">
              <a:alpha val="27042"/>
            </a:srgbClr>
          </a:solidFill>
          <a:ln>
            <a:noFill/>
          </a:ln>
        </p:spPr>
      </p:sp>
      <p:sp>
        <p:nvSpPr>
          <p:cNvPr id="154" name="wm.library-whiteboard.001.006.023"/>
          <p:cNvSpPr/>
          <p:nvPr/>
        </p:nvSpPr>
        <p:spPr>
          <a:xfrm>
            <a:off x="4838700" y="5257800"/>
            <a:ext cx="38100" cy="38100"/>
          </a:xfrm>
          <a:prstGeom prst="rect">
            <a:avLst/>
          </a:prstGeom>
          <a:solidFill>
            <a:srgbClr val="CED7E6">
              <a:alpha val="20419"/>
            </a:srgbClr>
          </a:solidFill>
          <a:ln>
            <a:noFill/>
          </a:ln>
        </p:spPr>
      </p:sp>
      <p:sp>
        <p:nvSpPr>
          <p:cNvPr id="155" name="wm.library-whiteboard.001.006.024"/>
          <p:cNvSpPr/>
          <p:nvPr/>
        </p:nvSpPr>
        <p:spPr>
          <a:xfrm>
            <a:off x="4838700" y="5486400"/>
            <a:ext cx="38100" cy="38100"/>
          </a:xfrm>
          <a:prstGeom prst="rect">
            <a:avLst/>
          </a:prstGeom>
          <a:solidFill>
            <a:srgbClr val="CED7E6">
              <a:alpha val="13797"/>
            </a:srgbClr>
          </a:solidFill>
          <a:ln>
            <a:noFill/>
          </a:ln>
        </p:spPr>
      </p:sp>
      <p:sp>
        <p:nvSpPr>
          <p:cNvPr id="156" name="wm.library-whiteboard.001.006.025"/>
          <p:cNvSpPr/>
          <p:nvPr/>
        </p:nvSpPr>
        <p:spPr>
          <a:xfrm>
            <a:off x="4838700" y="5715000"/>
            <a:ext cx="38100" cy="38100"/>
          </a:xfrm>
          <a:prstGeom prst="rect">
            <a:avLst/>
          </a:prstGeom>
          <a:solidFill>
            <a:srgbClr val="CED7E6">
              <a:alpha val="7174"/>
            </a:srgbClr>
          </a:solidFill>
          <a:ln>
            <a:noFill/>
          </a:ln>
        </p:spPr>
      </p:sp>
      <p:sp>
        <p:nvSpPr>
          <p:cNvPr id="157" name="wm.library-whiteboard.001.006.026"/>
          <p:cNvSpPr/>
          <p:nvPr/>
        </p:nvSpPr>
        <p:spPr>
          <a:xfrm>
            <a:off x="4838700" y="5943600"/>
            <a:ext cx="38100" cy="38100"/>
          </a:xfrm>
          <a:prstGeom prst="rect">
            <a:avLst/>
          </a:prstGeom>
          <a:solidFill>
            <a:srgbClr val="CED7E6">
              <a:alpha val="552"/>
            </a:srgbClr>
          </a:solidFill>
          <a:ln>
            <a:noFill/>
          </a:ln>
        </p:spPr>
      </p:sp>
      <p:sp>
        <p:nvSpPr>
          <p:cNvPr id="158" name="wm.library-whiteboard.001.007.001"/>
          <p:cNvSpPr/>
          <p:nvPr/>
        </p:nvSpPr>
        <p:spPr>
          <a:xfrm>
            <a:off x="5067300" y="228600"/>
            <a:ext cx="38100" cy="38100"/>
          </a:xfrm>
          <a:prstGeom prst="rect">
            <a:avLst/>
          </a:prstGeom>
          <a:solidFill>
            <a:srgbClr val="CED7E6"/>
          </a:solidFill>
          <a:ln>
            <a:noFill/>
          </a:ln>
        </p:spPr>
      </p:sp>
      <p:sp>
        <p:nvSpPr>
          <p:cNvPr id="159" name="wm.library-whiteboard.001.007.002"/>
          <p:cNvSpPr/>
          <p:nvPr/>
        </p:nvSpPr>
        <p:spPr>
          <a:xfrm>
            <a:off x="5067300" y="457200"/>
            <a:ext cx="38100" cy="38100"/>
          </a:xfrm>
          <a:prstGeom prst="rect">
            <a:avLst/>
          </a:prstGeom>
          <a:solidFill>
            <a:srgbClr val="CED7E6"/>
          </a:solidFill>
          <a:ln>
            <a:noFill/>
          </a:ln>
        </p:spPr>
      </p:sp>
      <p:sp>
        <p:nvSpPr>
          <p:cNvPr id="160" name="wm.library-whiteboard.001.007.003"/>
          <p:cNvSpPr/>
          <p:nvPr/>
        </p:nvSpPr>
        <p:spPr>
          <a:xfrm>
            <a:off x="5067300" y="685800"/>
            <a:ext cx="38100" cy="38100"/>
          </a:xfrm>
          <a:prstGeom prst="rect">
            <a:avLst/>
          </a:prstGeom>
          <a:solidFill>
            <a:srgbClr val="CED7E6"/>
          </a:solidFill>
          <a:ln>
            <a:noFill/>
          </a:ln>
        </p:spPr>
      </p:sp>
      <p:sp>
        <p:nvSpPr>
          <p:cNvPr id="161" name="wm.library-whiteboard.001.007.004"/>
          <p:cNvSpPr/>
          <p:nvPr/>
        </p:nvSpPr>
        <p:spPr>
          <a:xfrm>
            <a:off x="5067300" y="914400"/>
            <a:ext cx="38100" cy="38100"/>
          </a:xfrm>
          <a:prstGeom prst="rect">
            <a:avLst/>
          </a:prstGeom>
          <a:solidFill>
            <a:srgbClr val="CED7E6"/>
          </a:solidFill>
          <a:ln>
            <a:noFill/>
          </a:ln>
        </p:spPr>
      </p:sp>
      <p:sp>
        <p:nvSpPr>
          <p:cNvPr id="162" name="wm.library-whiteboard.001.007.005"/>
          <p:cNvSpPr/>
          <p:nvPr/>
        </p:nvSpPr>
        <p:spPr>
          <a:xfrm>
            <a:off x="5067300" y="1143000"/>
            <a:ext cx="38100" cy="38100"/>
          </a:xfrm>
          <a:prstGeom prst="rect">
            <a:avLst/>
          </a:prstGeom>
          <a:solidFill>
            <a:srgbClr val="CED7E6"/>
          </a:solidFill>
          <a:ln>
            <a:noFill/>
          </a:ln>
        </p:spPr>
      </p:sp>
      <p:sp>
        <p:nvSpPr>
          <p:cNvPr id="163" name="wm.library-whiteboard.001.007.006"/>
          <p:cNvSpPr/>
          <p:nvPr/>
        </p:nvSpPr>
        <p:spPr>
          <a:xfrm>
            <a:off x="5067300" y="1371600"/>
            <a:ext cx="38100" cy="38100"/>
          </a:xfrm>
          <a:prstGeom prst="rect">
            <a:avLst/>
          </a:prstGeom>
          <a:solidFill>
            <a:srgbClr val="CED7E6"/>
          </a:solidFill>
          <a:ln>
            <a:noFill/>
          </a:ln>
        </p:spPr>
      </p:sp>
      <p:sp>
        <p:nvSpPr>
          <p:cNvPr id="164" name="wm.library-whiteboard.001.007.007"/>
          <p:cNvSpPr/>
          <p:nvPr/>
        </p:nvSpPr>
        <p:spPr>
          <a:xfrm>
            <a:off x="5067300" y="1600200"/>
            <a:ext cx="38100" cy="38100"/>
          </a:xfrm>
          <a:prstGeom prst="rect">
            <a:avLst/>
          </a:prstGeom>
          <a:solidFill>
            <a:srgbClr val="CED7E6"/>
          </a:solidFill>
          <a:ln>
            <a:noFill/>
          </a:ln>
        </p:spPr>
      </p:sp>
      <p:sp>
        <p:nvSpPr>
          <p:cNvPr id="165" name="wm.library-whiteboard.001.007.008"/>
          <p:cNvSpPr/>
          <p:nvPr/>
        </p:nvSpPr>
        <p:spPr>
          <a:xfrm>
            <a:off x="5067300" y="1828800"/>
            <a:ext cx="38100" cy="38100"/>
          </a:xfrm>
          <a:prstGeom prst="rect">
            <a:avLst/>
          </a:prstGeom>
          <a:solidFill>
            <a:srgbClr val="CED7E6"/>
          </a:solidFill>
          <a:ln>
            <a:noFill/>
          </a:ln>
        </p:spPr>
      </p:sp>
      <p:sp>
        <p:nvSpPr>
          <p:cNvPr id="166" name="wm.library-whiteboard.001.007.009"/>
          <p:cNvSpPr/>
          <p:nvPr/>
        </p:nvSpPr>
        <p:spPr>
          <a:xfrm>
            <a:off x="5067300" y="2057400"/>
            <a:ext cx="38100" cy="38100"/>
          </a:xfrm>
          <a:prstGeom prst="rect">
            <a:avLst/>
          </a:prstGeom>
          <a:solidFill>
            <a:srgbClr val="CED7E6"/>
          </a:solidFill>
          <a:ln>
            <a:noFill/>
          </a:ln>
        </p:spPr>
      </p:sp>
      <p:sp>
        <p:nvSpPr>
          <p:cNvPr id="167" name="wm.library-whiteboard.001.007.010"/>
          <p:cNvSpPr/>
          <p:nvPr/>
        </p:nvSpPr>
        <p:spPr>
          <a:xfrm>
            <a:off x="5067300" y="2286000"/>
            <a:ext cx="38100" cy="38100"/>
          </a:xfrm>
          <a:prstGeom prst="rect">
            <a:avLst/>
          </a:prstGeom>
          <a:solidFill>
            <a:srgbClr val="CED7E6"/>
          </a:solidFill>
          <a:ln>
            <a:noFill/>
          </a:ln>
        </p:spPr>
      </p:sp>
      <p:sp>
        <p:nvSpPr>
          <p:cNvPr id="168" name="wm.library-whiteboard.001.007.011"/>
          <p:cNvSpPr/>
          <p:nvPr/>
        </p:nvSpPr>
        <p:spPr>
          <a:xfrm>
            <a:off x="5067300" y="2514600"/>
            <a:ext cx="38100" cy="38100"/>
          </a:xfrm>
          <a:prstGeom prst="rect">
            <a:avLst/>
          </a:prstGeom>
          <a:solidFill>
            <a:srgbClr val="CED7E6">
              <a:alpha val="99890"/>
            </a:srgbClr>
          </a:solidFill>
          <a:ln>
            <a:noFill/>
          </a:ln>
        </p:spPr>
      </p:sp>
      <p:sp>
        <p:nvSpPr>
          <p:cNvPr id="169" name="wm.library-whiteboard.001.007.012"/>
          <p:cNvSpPr/>
          <p:nvPr/>
        </p:nvSpPr>
        <p:spPr>
          <a:xfrm>
            <a:off x="5067300" y="2743200"/>
            <a:ext cx="38100" cy="38100"/>
          </a:xfrm>
          <a:prstGeom prst="rect">
            <a:avLst/>
          </a:prstGeom>
          <a:solidFill>
            <a:srgbClr val="CED7E6">
              <a:alpha val="93267"/>
            </a:srgbClr>
          </a:solidFill>
          <a:ln>
            <a:noFill/>
          </a:ln>
        </p:spPr>
      </p:sp>
      <p:sp>
        <p:nvSpPr>
          <p:cNvPr id="170" name="wm.library-whiteboard.001.007.013"/>
          <p:cNvSpPr/>
          <p:nvPr/>
        </p:nvSpPr>
        <p:spPr>
          <a:xfrm>
            <a:off x="5067300" y="2971800"/>
            <a:ext cx="38100" cy="38100"/>
          </a:xfrm>
          <a:prstGeom prst="rect">
            <a:avLst/>
          </a:prstGeom>
          <a:solidFill>
            <a:srgbClr val="CED7E6">
              <a:alpha val="86645"/>
            </a:srgbClr>
          </a:solidFill>
          <a:ln>
            <a:noFill/>
          </a:ln>
        </p:spPr>
      </p:sp>
      <p:sp>
        <p:nvSpPr>
          <p:cNvPr id="171" name="wm.library-whiteboard.001.007.014"/>
          <p:cNvSpPr/>
          <p:nvPr/>
        </p:nvSpPr>
        <p:spPr>
          <a:xfrm>
            <a:off x="5067300" y="3200400"/>
            <a:ext cx="38100" cy="38100"/>
          </a:xfrm>
          <a:prstGeom prst="rect">
            <a:avLst/>
          </a:prstGeom>
          <a:solidFill>
            <a:srgbClr val="CED7E6">
              <a:alpha val="80022"/>
            </a:srgbClr>
          </a:solidFill>
          <a:ln>
            <a:noFill/>
          </a:ln>
        </p:spPr>
      </p:sp>
      <p:sp>
        <p:nvSpPr>
          <p:cNvPr id="172" name="wm.library-whiteboard.001.007.015"/>
          <p:cNvSpPr/>
          <p:nvPr/>
        </p:nvSpPr>
        <p:spPr>
          <a:xfrm>
            <a:off x="5067300" y="3429000"/>
            <a:ext cx="38100" cy="38100"/>
          </a:xfrm>
          <a:prstGeom prst="rect">
            <a:avLst/>
          </a:prstGeom>
          <a:solidFill>
            <a:srgbClr val="CED7E6">
              <a:alpha val="73400"/>
            </a:srgbClr>
          </a:solidFill>
          <a:ln>
            <a:noFill/>
          </a:ln>
        </p:spPr>
      </p:sp>
      <p:sp>
        <p:nvSpPr>
          <p:cNvPr id="173" name="wm.library-whiteboard.001.007.016"/>
          <p:cNvSpPr/>
          <p:nvPr/>
        </p:nvSpPr>
        <p:spPr>
          <a:xfrm>
            <a:off x="5067300" y="3657600"/>
            <a:ext cx="38100" cy="38100"/>
          </a:xfrm>
          <a:prstGeom prst="rect">
            <a:avLst/>
          </a:prstGeom>
          <a:solidFill>
            <a:srgbClr val="CED7E6">
              <a:alpha val="66777"/>
            </a:srgbClr>
          </a:solidFill>
          <a:ln>
            <a:noFill/>
          </a:ln>
        </p:spPr>
      </p:sp>
      <p:sp>
        <p:nvSpPr>
          <p:cNvPr id="174" name="wm.library-whiteboard.001.007.017"/>
          <p:cNvSpPr/>
          <p:nvPr/>
        </p:nvSpPr>
        <p:spPr>
          <a:xfrm>
            <a:off x="5067300" y="3886200"/>
            <a:ext cx="38100" cy="38100"/>
          </a:xfrm>
          <a:prstGeom prst="rect">
            <a:avLst/>
          </a:prstGeom>
          <a:solidFill>
            <a:srgbClr val="CED7E6">
              <a:alpha val="60155"/>
            </a:srgbClr>
          </a:solidFill>
          <a:ln>
            <a:noFill/>
          </a:ln>
        </p:spPr>
      </p:sp>
      <p:sp>
        <p:nvSpPr>
          <p:cNvPr id="175" name="wm.library-whiteboard.001.007.018"/>
          <p:cNvSpPr/>
          <p:nvPr/>
        </p:nvSpPr>
        <p:spPr>
          <a:xfrm>
            <a:off x="5067300" y="4114800"/>
            <a:ext cx="38100" cy="38100"/>
          </a:xfrm>
          <a:prstGeom prst="rect">
            <a:avLst/>
          </a:prstGeom>
          <a:solidFill>
            <a:srgbClr val="CED7E6">
              <a:alpha val="53532"/>
            </a:srgbClr>
          </a:solidFill>
          <a:ln>
            <a:noFill/>
          </a:ln>
        </p:spPr>
      </p:sp>
      <p:sp>
        <p:nvSpPr>
          <p:cNvPr id="176" name="wm.library-whiteboard.001.007.019"/>
          <p:cNvSpPr/>
          <p:nvPr/>
        </p:nvSpPr>
        <p:spPr>
          <a:xfrm>
            <a:off x="5067300" y="4343400"/>
            <a:ext cx="38100" cy="38100"/>
          </a:xfrm>
          <a:prstGeom prst="rect">
            <a:avLst/>
          </a:prstGeom>
          <a:solidFill>
            <a:srgbClr val="CED7E6">
              <a:alpha val="46909"/>
            </a:srgbClr>
          </a:solidFill>
          <a:ln>
            <a:noFill/>
          </a:ln>
        </p:spPr>
      </p:sp>
      <p:sp>
        <p:nvSpPr>
          <p:cNvPr id="177" name="wm.library-whiteboard.001.007.020"/>
          <p:cNvSpPr/>
          <p:nvPr/>
        </p:nvSpPr>
        <p:spPr>
          <a:xfrm>
            <a:off x="5067300" y="4572000"/>
            <a:ext cx="38100" cy="38100"/>
          </a:xfrm>
          <a:prstGeom prst="rect">
            <a:avLst/>
          </a:prstGeom>
          <a:solidFill>
            <a:srgbClr val="CED7E6">
              <a:alpha val="40287"/>
            </a:srgbClr>
          </a:solidFill>
          <a:ln>
            <a:noFill/>
          </a:ln>
        </p:spPr>
      </p:sp>
      <p:sp>
        <p:nvSpPr>
          <p:cNvPr id="178" name="wm.library-whiteboard.001.007.021"/>
          <p:cNvSpPr/>
          <p:nvPr/>
        </p:nvSpPr>
        <p:spPr>
          <a:xfrm>
            <a:off x="5067300" y="4800600"/>
            <a:ext cx="38100" cy="38100"/>
          </a:xfrm>
          <a:prstGeom prst="rect">
            <a:avLst/>
          </a:prstGeom>
          <a:solidFill>
            <a:srgbClr val="CED7E6">
              <a:alpha val="33664"/>
            </a:srgbClr>
          </a:solidFill>
          <a:ln>
            <a:noFill/>
          </a:ln>
        </p:spPr>
      </p:sp>
      <p:sp>
        <p:nvSpPr>
          <p:cNvPr id="179" name="wm.library-whiteboard.001.007.022"/>
          <p:cNvSpPr/>
          <p:nvPr/>
        </p:nvSpPr>
        <p:spPr>
          <a:xfrm>
            <a:off x="5067300" y="5029200"/>
            <a:ext cx="38100" cy="38100"/>
          </a:xfrm>
          <a:prstGeom prst="rect">
            <a:avLst/>
          </a:prstGeom>
          <a:solidFill>
            <a:srgbClr val="CED7E6">
              <a:alpha val="27042"/>
            </a:srgbClr>
          </a:solidFill>
          <a:ln>
            <a:noFill/>
          </a:ln>
        </p:spPr>
      </p:sp>
      <p:sp>
        <p:nvSpPr>
          <p:cNvPr id="180" name="wm.library-whiteboard.001.007.023"/>
          <p:cNvSpPr/>
          <p:nvPr/>
        </p:nvSpPr>
        <p:spPr>
          <a:xfrm>
            <a:off x="5067300" y="5257800"/>
            <a:ext cx="38100" cy="38100"/>
          </a:xfrm>
          <a:prstGeom prst="rect">
            <a:avLst/>
          </a:prstGeom>
          <a:solidFill>
            <a:srgbClr val="CED7E6">
              <a:alpha val="20419"/>
            </a:srgbClr>
          </a:solidFill>
          <a:ln>
            <a:noFill/>
          </a:ln>
        </p:spPr>
      </p:sp>
      <p:sp>
        <p:nvSpPr>
          <p:cNvPr id="181" name="wm.library-whiteboard.001.007.024"/>
          <p:cNvSpPr/>
          <p:nvPr/>
        </p:nvSpPr>
        <p:spPr>
          <a:xfrm>
            <a:off x="5067300" y="5486400"/>
            <a:ext cx="38100" cy="38100"/>
          </a:xfrm>
          <a:prstGeom prst="rect">
            <a:avLst/>
          </a:prstGeom>
          <a:solidFill>
            <a:srgbClr val="CED7E6">
              <a:alpha val="13797"/>
            </a:srgbClr>
          </a:solidFill>
          <a:ln>
            <a:noFill/>
          </a:ln>
        </p:spPr>
      </p:sp>
      <p:sp>
        <p:nvSpPr>
          <p:cNvPr id="182" name="wm.library-whiteboard.001.007.025"/>
          <p:cNvSpPr/>
          <p:nvPr/>
        </p:nvSpPr>
        <p:spPr>
          <a:xfrm>
            <a:off x="5067300" y="5715000"/>
            <a:ext cx="38100" cy="38100"/>
          </a:xfrm>
          <a:prstGeom prst="rect">
            <a:avLst/>
          </a:prstGeom>
          <a:solidFill>
            <a:srgbClr val="CED7E6">
              <a:alpha val="7174"/>
            </a:srgbClr>
          </a:solidFill>
          <a:ln>
            <a:noFill/>
          </a:ln>
        </p:spPr>
      </p:sp>
      <p:sp>
        <p:nvSpPr>
          <p:cNvPr id="183" name="wm.library-whiteboard.001.007.026"/>
          <p:cNvSpPr/>
          <p:nvPr/>
        </p:nvSpPr>
        <p:spPr>
          <a:xfrm>
            <a:off x="5067300" y="5943600"/>
            <a:ext cx="38100" cy="38100"/>
          </a:xfrm>
          <a:prstGeom prst="rect">
            <a:avLst/>
          </a:prstGeom>
          <a:solidFill>
            <a:srgbClr val="CED7E6">
              <a:alpha val="552"/>
            </a:srgbClr>
          </a:solidFill>
          <a:ln>
            <a:noFill/>
          </a:ln>
        </p:spPr>
      </p:sp>
      <p:sp>
        <p:nvSpPr>
          <p:cNvPr id="18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a:t>
            </a:fld>
            <a:endParaRPr lang="en-US" sz="700" spc="0" kern="0" b="0" i="0" dirty="0">
              <a:solidFill>
                <a:srgbClr val="070154"/>
              </a:solidFill>
              <a:latin typeface="IBM Plex Mono SemiBold"/>
              <a:ea typeface="IBM Plex Mono SemiBold"/>
              <a:cs typeface="IBM Plex Mono SemiBold"/>
            </a:endParaRPr>
          </a:p>
        </p:txBody>
      </p:sp>
      <p:grpSp>
        <p:nvGrpSpPr>
          <p:cNvPr id="210" name="node01"/>
          <p:cNvGrpSpPr/>
          <p:nvPr/>
        </p:nvGrpSpPr>
        <p:grpSpPr>
          <a:xfrm>
            <a:off x="723900" y="457200"/>
            <a:ext cx="2514600" cy="152400"/>
            <a:chOff x="723900" y="457200"/>
            <a:chExt cx="2514600" cy="152400"/>
          </a:xfrm>
        </p:grpSpPr>
        <p:sp>
          <p:nvSpPr>
            <p:cNvPr id="187" name="node01.text"/>
            <p:cNvSpPr/>
            <p:nvPr/>
          </p:nvSpPr>
          <p:spPr>
            <a:xfrm>
              <a:off x="723900" y="457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AGENDA</a:t>
              </a:r>
              <a:endParaRPr lang="en-US" sz="1000" spc="80" kern="0" b="0" i="0" dirty="0">
                <a:solidFill>
                  <a:srgbClr val="F900D3"/>
                </a:solidFill>
                <a:latin typeface="IBM Plex Mono SemiBold"/>
                <a:ea typeface="IBM Plex Mono SemiBold"/>
                <a:cs typeface="IBM Plex Mono SemiBold"/>
              </a:endParaRPr>
            </a:p>
          </p:txBody>
        </p:sp>
      </p:grpSp>
      <p:grpSp>
        <p:nvGrpSpPr>
          <p:cNvPr id="211" name="node02"/>
          <p:cNvGrpSpPr/>
          <p:nvPr/>
        </p:nvGrpSpPr>
        <p:grpSpPr>
          <a:xfrm>
            <a:off x="723900" y="685800"/>
            <a:ext cx="2514600" cy="914400"/>
            <a:chOff x="723900" y="685800"/>
            <a:chExt cx="2514600" cy="914400"/>
          </a:xfrm>
        </p:grpSpPr>
        <p:sp>
          <p:nvSpPr>
            <p:cNvPr id="188" name="node02.text"/>
            <p:cNvSpPr/>
            <p:nvPr/>
          </p:nvSpPr>
          <p:spPr>
            <a:xfrm>
              <a:off x="723900" y="685800"/>
              <a:ext cx="2514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What we will cover</a:t>
              </a:r>
              <a:endParaRPr lang="en-US" sz="3200" spc="-64" kern="0" b="0" i="0" dirty="0">
                <a:solidFill>
                  <a:srgbClr val="FFFFFF"/>
                </a:solidFill>
                <a:latin typeface="IBM Plex Sans SemiBold"/>
                <a:ea typeface="IBM Plex Sans SemiBold"/>
                <a:cs typeface="IBM Plex Sans SemiBold"/>
              </a:endParaRPr>
            </a:p>
          </p:txBody>
        </p:sp>
      </p:grpSp>
      <p:grpSp>
        <p:nvGrpSpPr>
          <p:cNvPr id="212" name="node03"/>
          <p:cNvGrpSpPr/>
          <p:nvPr/>
        </p:nvGrpSpPr>
        <p:grpSpPr>
          <a:xfrm>
            <a:off x="1638300" y="3657600"/>
            <a:ext cx="2743200" cy="2057400"/>
            <a:chOff x="1638300" y="3657600"/>
            <a:chExt cx="2743200" cy="2057400"/>
          </a:xfrm>
        </p:grpSpPr>
        <p:pic>
          <p:nvPicPr>
            <p:cNvPr id="189" name="node03.image" descr="project:source-image32; canonical SHA256=3778f239f6d32794508911208c8533388b96a93b8d7f6bd6233e2893fa925d10">    </p:cNvPr>
            <p:cNvPicPr>
              <a:picLocks noChangeAspect="1"/>
            </p:cNvPicPr>
            <p:nvPr/>
          </p:nvPicPr>
          <p:blipFill>
            <a:blip r:embed="rId1"/>
            <a:srcRect l="0" r="0" t="12394" b="12394"/>
            <a:stretch/>
          </p:blipFill>
          <p:spPr>
            <a:xfrm>
              <a:off x="1638300" y="3657600"/>
              <a:ext cx="2743200" cy="2057400"/>
            </a:xfrm>
            <a:prstGeom prst="rect">
              <a:avLst/>
            </a:prstGeom>
          </p:spPr>
        </p:pic>
      </p:grpSp>
      <p:grpSp>
        <p:nvGrpSpPr>
          <p:cNvPr id="213" name="node04"/>
          <p:cNvGrpSpPr/>
          <p:nvPr/>
        </p:nvGrpSpPr>
        <p:grpSpPr>
          <a:xfrm>
            <a:off x="5295900" y="685800"/>
            <a:ext cx="6172200" cy="4572000"/>
            <a:chOff x="5295900" y="685800"/>
            <a:chExt cx="6172200" cy="4572000"/>
          </a:xfrm>
        </p:grpSpPr>
        <p:sp>
          <p:nvSpPr>
            <p:cNvPr id="190" name="node04.dxc-2-node04-items-1.number"/>
            <p:cNvSpPr/>
            <p:nvPr/>
          </p:nvSpPr>
          <p:spPr>
            <a:xfrm>
              <a:off x="5295900" y="1038225"/>
              <a:ext cx="914400" cy="209550"/>
            </a:xfrm>
            <a:prstGeom prst="rect">
              <a:avLst/>
            </a:prstGeom>
            <a:noFill/>
            <a:ln/>
          </p:spPr>
          <p:txBody>
            <a:bodyPr wrap="square" lIns="0" tIns="0" rIns="0" bIns="0" rtlCol="0" anchor="t"/>
            <a:lstStyle/>
            <a:p>
              <a:pPr algn="l" indent="0" marL="0">
                <a:lnSpc>
                  <a:spcPts val="1200"/>
                </a:lnSpc>
                <a:buNone/>
              </a:pPr>
              <a:r>
                <a:rPr lang="en-US" sz="1100" spc="66" kern="0" b="0" i="0" dirty="0">
                  <a:solidFill>
                    <a:srgbClr val="0047FF"/>
                  </a:solidFill>
                  <a:latin typeface="IBM Plex Mono SemiBold"/>
                  <a:ea typeface="IBM Plex Mono SemiBold"/>
                  <a:cs typeface="IBM Plex Mono SemiBold"/>
                </a:rPr>
                <a:t>01</a:t>
              </a:r>
              <a:endParaRPr lang="en-US" sz="1100" spc="66" kern="0" b="0" i="0" dirty="0">
                <a:solidFill>
                  <a:srgbClr val="0047FF"/>
                </a:solidFill>
                <a:latin typeface="IBM Plex Mono SemiBold"/>
                <a:ea typeface="IBM Plex Mono SemiBold"/>
                <a:cs typeface="IBM Plex Mono SemiBold"/>
              </a:endParaRPr>
            </a:p>
          </p:txBody>
        </p:sp>
        <p:sp>
          <p:nvSpPr>
            <p:cNvPr id="191" name="node04.dxc-2-node04-items-1.title"/>
            <p:cNvSpPr/>
            <p:nvPr/>
          </p:nvSpPr>
          <p:spPr>
            <a:xfrm>
              <a:off x="6210300" y="990600"/>
              <a:ext cx="4572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Executive summary</a:t>
              </a:r>
              <a:endParaRPr lang="en-US" sz="1800" spc="-18" kern="0" b="0" i="0" dirty="0">
                <a:solidFill>
                  <a:srgbClr val="070154"/>
                </a:solidFill>
                <a:latin typeface="IBM Plex Sans SemiBold"/>
                <a:ea typeface="IBM Plex Sans SemiBold"/>
                <a:cs typeface="IBM Plex Sans SemiBold"/>
              </a:endParaRPr>
            </a:p>
          </p:txBody>
        </p:sp>
        <p:sp>
          <p:nvSpPr>
            <p:cNvPr id="192" name="node04.dxc-2-node04-items-1.page"/>
            <p:cNvSpPr/>
            <p:nvPr/>
          </p:nvSpPr>
          <p:spPr>
            <a:xfrm>
              <a:off x="10782300" y="1066800"/>
              <a:ext cx="685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P. 5</a:t>
              </a:r>
              <a:endParaRPr lang="en-US" sz="900" spc="54" kern="0" b="0" i="0" dirty="0">
                <a:solidFill>
                  <a:srgbClr val="50658E"/>
                </a:solidFill>
                <a:latin typeface="IBM Plex Mono Medium"/>
                <a:ea typeface="IBM Plex Mono Medium"/>
                <a:cs typeface="IBM Plex Mono Medium"/>
              </a:endParaRPr>
            </a:p>
          </p:txBody>
        </p:sp>
        <p:sp>
          <p:nvSpPr>
            <p:cNvPr id="193" name="node04.dxc-2-node04-items-1.rule"/>
            <p:cNvSpPr/>
            <p:nvPr/>
          </p:nvSpPr>
          <p:spPr>
            <a:xfrm>
              <a:off x="5295900" y="1590675"/>
              <a:ext cx="6172200" cy="9525"/>
            </a:xfrm>
            <a:prstGeom prst="rect">
              <a:avLst/>
            </a:prstGeom>
            <a:solidFill>
              <a:srgbClr val="CED7E6"/>
            </a:solidFill>
            <a:ln>
              <a:noFill/>
            </a:ln>
          </p:spPr>
        </p:sp>
        <p:sp>
          <p:nvSpPr>
            <p:cNvPr id="194" name="node04.dxc-2-node04-items-2.number"/>
            <p:cNvSpPr/>
            <p:nvPr/>
          </p:nvSpPr>
          <p:spPr>
            <a:xfrm>
              <a:off x="5295900" y="1952625"/>
              <a:ext cx="914400" cy="209550"/>
            </a:xfrm>
            <a:prstGeom prst="rect">
              <a:avLst/>
            </a:prstGeom>
            <a:noFill/>
            <a:ln/>
          </p:spPr>
          <p:txBody>
            <a:bodyPr wrap="square" lIns="0" tIns="0" rIns="0" bIns="0" rtlCol="0" anchor="t"/>
            <a:lstStyle/>
            <a:p>
              <a:pPr algn="l" indent="0" marL="0">
                <a:lnSpc>
                  <a:spcPts val="1200"/>
                </a:lnSpc>
                <a:buNone/>
              </a:pPr>
              <a:r>
                <a:rPr lang="en-US" sz="1100" spc="66" kern="0" b="0" i="0" dirty="0">
                  <a:solidFill>
                    <a:srgbClr val="0047FF"/>
                  </a:solidFill>
                  <a:latin typeface="IBM Plex Mono SemiBold"/>
                  <a:ea typeface="IBM Plex Mono SemiBold"/>
                  <a:cs typeface="IBM Plex Mono SemiBold"/>
                </a:rPr>
                <a:t>02</a:t>
              </a:r>
              <a:endParaRPr lang="en-US" sz="1100" spc="66" kern="0" b="0" i="0" dirty="0">
                <a:solidFill>
                  <a:srgbClr val="0047FF"/>
                </a:solidFill>
                <a:latin typeface="IBM Plex Mono SemiBold"/>
                <a:ea typeface="IBM Plex Mono SemiBold"/>
                <a:cs typeface="IBM Plex Mono SemiBold"/>
              </a:endParaRPr>
            </a:p>
          </p:txBody>
        </p:sp>
        <p:sp>
          <p:nvSpPr>
            <p:cNvPr id="195" name="node04.dxc-2-node04-items-2.title"/>
            <p:cNvSpPr/>
            <p:nvPr/>
          </p:nvSpPr>
          <p:spPr>
            <a:xfrm>
              <a:off x="6210300" y="1905000"/>
              <a:ext cx="4572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Practices Map</a:t>
              </a:r>
              <a:endParaRPr lang="en-US" sz="1800" spc="-18" kern="0" b="0" i="0" dirty="0">
                <a:solidFill>
                  <a:srgbClr val="070154"/>
                </a:solidFill>
                <a:latin typeface="IBM Plex Sans SemiBold"/>
                <a:ea typeface="IBM Plex Sans SemiBold"/>
                <a:cs typeface="IBM Plex Sans SemiBold"/>
              </a:endParaRPr>
            </a:p>
          </p:txBody>
        </p:sp>
        <p:sp>
          <p:nvSpPr>
            <p:cNvPr id="196" name="node04.dxc-2-node04-items-2.page"/>
            <p:cNvSpPr/>
            <p:nvPr/>
          </p:nvSpPr>
          <p:spPr>
            <a:xfrm>
              <a:off x="10782300" y="1981200"/>
              <a:ext cx="685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P. 10</a:t>
              </a:r>
              <a:endParaRPr lang="en-US" sz="900" spc="54" kern="0" b="0" i="0" dirty="0">
                <a:solidFill>
                  <a:srgbClr val="50658E"/>
                </a:solidFill>
                <a:latin typeface="IBM Plex Mono Medium"/>
                <a:ea typeface="IBM Plex Mono Medium"/>
                <a:cs typeface="IBM Plex Mono Medium"/>
              </a:endParaRPr>
            </a:p>
          </p:txBody>
        </p:sp>
        <p:sp>
          <p:nvSpPr>
            <p:cNvPr id="197" name="node04.dxc-2-node04-items-2.rule"/>
            <p:cNvSpPr/>
            <p:nvPr/>
          </p:nvSpPr>
          <p:spPr>
            <a:xfrm>
              <a:off x="5295900" y="2505075"/>
              <a:ext cx="6172200" cy="9525"/>
            </a:xfrm>
            <a:prstGeom prst="rect">
              <a:avLst/>
            </a:prstGeom>
            <a:solidFill>
              <a:srgbClr val="CED7E6"/>
            </a:solidFill>
            <a:ln>
              <a:noFill/>
            </a:ln>
          </p:spPr>
        </p:sp>
        <p:sp>
          <p:nvSpPr>
            <p:cNvPr id="198" name="node04.dxc-2-node04-items-3.number"/>
            <p:cNvSpPr/>
            <p:nvPr/>
          </p:nvSpPr>
          <p:spPr>
            <a:xfrm>
              <a:off x="5295900" y="2867025"/>
              <a:ext cx="914400" cy="209550"/>
            </a:xfrm>
            <a:prstGeom prst="rect">
              <a:avLst/>
            </a:prstGeom>
            <a:noFill/>
            <a:ln/>
          </p:spPr>
          <p:txBody>
            <a:bodyPr wrap="square" lIns="0" tIns="0" rIns="0" bIns="0" rtlCol="0" anchor="t"/>
            <a:lstStyle/>
            <a:p>
              <a:pPr algn="l" indent="0" marL="0">
                <a:lnSpc>
                  <a:spcPts val="1200"/>
                </a:lnSpc>
                <a:buNone/>
              </a:pPr>
              <a:r>
                <a:rPr lang="en-US" sz="1100" spc="66" kern="0" b="0" i="0" dirty="0">
                  <a:solidFill>
                    <a:srgbClr val="0047FF"/>
                  </a:solidFill>
                  <a:latin typeface="IBM Plex Mono SemiBold"/>
                  <a:ea typeface="IBM Plex Mono SemiBold"/>
                  <a:cs typeface="IBM Plex Mono SemiBold"/>
                </a:rPr>
                <a:t>03</a:t>
              </a:r>
              <a:endParaRPr lang="en-US" sz="1100" spc="66" kern="0" b="0" i="0" dirty="0">
                <a:solidFill>
                  <a:srgbClr val="0047FF"/>
                </a:solidFill>
                <a:latin typeface="IBM Plex Mono SemiBold"/>
                <a:ea typeface="IBM Plex Mono SemiBold"/>
                <a:cs typeface="IBM Plex Mono SemiBold"/>
              </a:endParaRPr>
            </a:p>
          </p:txBody>
        </p:sp>
        <p:sp>
          <p:nvSpPr>
            <p:cNvPr id="199" name="node04.dxc-2-node04-items-3.title"/>
            <p:cNvSpPr/>
            <p:nvPr/>
          </p:nvSpPr>
          <p:spPr>
            <a:xfrm>
              <a:off x="6210300" y="2819400"/>
              <a:ext cx="4572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Activation Summary</a:t>
              </a:r>
              <a:endParaRPr lang="en-US" sz="1800" spc="-18" kern="0" b="0" i="0" dirty="0">
                <a:solidFill>
                  <a:srgbClr val="070154"/>
                </a:solidFill>
                <a:latin typeface="IBM Plex Sans SemiBold"/>
                <a:ea typeface="IBM Plex Sans SemiBold"/>
                <a:cs typeface="IBM Plex Sans SemiBold"/>
              </a:endParaRPr>
            </a:p>
          </p:txBody>
        </p:sp>
        <p:sp>
          <p:nvSpPr>
            <p:cNvPr id="200" name="node04.dxc-2-node04-items-3.page"/>
            <p:cNvSpPr/>
            <p:nvPr/>
          </p:nvSpPr>
          <p:spPr>
            <a:xfrm>
              <a:off x="10782300" y="2895600"/>
              <a:ext cx="685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P. 13</a:t>
              </a:r>
              <a:endParaRPr lang="en-US" sz="900" spc="54" kern="0" b="0" i="0" dirty="0">
                <a:solidFill>
                  <a:srgbClr val="50658E"/>
                </a:solidFill>
                <a:latin typeface="IBM Plex Mono Medium"/>
                <a:ea typeface="IBM Plex Mono Medium"/>
                <a:cs typeface="IBM Plex Mono Medium"/>
              </a:endParaRPr>
            </a:p>
          </p:txBody>
        </p:sp>
        <p:sp>
          <p:nvSpPr>
            <p:cNvPr id="201" name="node04.dxc-2-node04-items-3.rule"/>
            <p:cNvSpPr/>
            <p:nvPr/>
          </p:nvSpPr>
          <p:spPr>
            <a:xfrm>
              <a:off x="5295900" y="3419475"/>
              <a:ext cx="6172200" cy="9525"/>
            </a:xfrm>
            <a:prstGeom prst="rect">
              <a:avLst/>
            </a:prstGeom>
            <a:solidFill>
              <a:srgbClr val="CED7E6"/>
            </a:solidFill>
            <a:ln>
              <a:noFill/>
            </a:ln>
          </p:spPr>
        </p:sp>
        <p:sp>
          <p:nvSpPr>
            <p:cNvPr id="202" name="node04.dxc-2-node04-items-4.number"/>
            <p:cNvSpPr/>
            <p:nvPr/>
          </p:nvSpPr>
          <p:spPr>
            <a:xfrm>
              <a:off x="5295900" y="3781425"/>
              <a:ext cx="914400" cy="209550"/>
            </a:xfrm>
            <a:prstGeom prst="rect">
              <a:avLst/>
            </a:prstGeom>
            <a:noFill/>
            <a:ln/>
          </p:spPr>
          <p:txBody>
            <a:bodyPr wrap="square" lIns="0" tIns="0" rIns="0" bIns="0" rtlCol="0" anchor="t"/>
            <a:lstStyle/>
            <a:p>
              <a:pPr algn="l" indent="0" marL="0">
                <a:lnSpc>
                  <a:spcPts val="1200"/>
                </a:lnSpc>
                <a:buNone/>
              </a:pPr>
              <a:r>
                <a:rPr lang="en-US" sz="1100" spc="66" kern="0" b="0" i="0" dirty="0">
                  <a:solidFill>
                    <a:srgbClr val="0047FF"/>
                  </a:solidFill>
                  <a:latin typeface="IBM Plex Mono SemiBold"/>
                  <a:ea typeface="IBM Plex Mono SemiBold"/>
                  <a:cs typeface="IBM Plex Mono SemiBold"/>
                </a:rPr>
                <a:t>04</a:t>
              </a:r>
              <a:endParaRPr lang="en-US" sz="1100" spc="66" kern="0" b="0" i="0" dirty="0">
                <a:solidFill>
                  <a:srgbClr val="0047FF"/>
                </a:solidFill>
                <a:latin typeface="IBM Plex Mono SemiBold"/>
                <a:ea typeface="IBM Plex Mono SemiBold"/>
                <a:cs typeface="IBM Plex Mono SemiBold"/>
              </a:endParaRPr>
            </a:p>
          </p:txBody>
        </p:sp>
        <p:sp>
          <p:nvSpPr>
            <p:cNvPr id="203" name="node04.dxc-2-node04-items-4.title"/>
            <p:cNvSpPr/>
            <p:nvPr/>
          </p:nvSpPr>
          <p:spPr>
            <a:xfrm>
              <a:off x="6210300" y="3733800"/>
              <a:ext cx="4572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Recommendations and roadmap</a:t>
              </a:r>
              <a:endParaRPr lang="en-US" sz="1800" spc="-18" kern="0" b="0" i="0" dirty="0">
                <a:solidFill>
                  <a:srgbClr val="070154"/>
                </a:solidFill>
                <a:latin typeface="IBM Plex Sans SemiBold"/>
                <a:ea typeface="IBM Plex Sans SemiBold"/>
                <a:cs typeface="IBM Plex Sans SemiBold"/>
              </a:endParaRPr>
            </a:p>
          </p:txBody>
        </p:sp>
        <p:sp>
          <p:nvSpPr>
            <p:cNvPr id="204" name="node04.dxc-2-node04-items-4.page"/>
            <p:cNvSpPr/>
            <p:nvPr/>
          </p:nvSpPr>
          <p:spPr>
            <a:xfrm>
              <a:off x="10782300" y="3810000"/>
              <a:ext cx="685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P. 17</a:t>
              </a:r>
              <a:endParaRPr lang="en-US" sz="900" spc="54" kern="0" b="0" i="0" dirty="0">
                <a:solidFill>
                  <a:srgbClr val="50658E"/>
                </a:solidFill>
                <a:latin typeface="IBM Plex Mono Medium"/>
                <a:ea typeface="IBM Plex Mono Medium"/>
                <a:cs typeface="IBM Plex Mono Medium"/>
              </a:endParaRPr>
            </a:p>
          </p:txBody>
        </p:sp>
        <p:sp>
          <p:nvSpPr>
            <p:cNvPr id="205" name="node04.dxc-2-node04-items-4.rule"/>
            <p:cNvSpPr/>
            <p:nvPr/>
          </p:nvSpPr>
          <p:spPr>
            <a:xfrm>
              <a:off x="5295900" y="4333875"/>
              <a:ext cx="6172200" cy="9525"/>
            </a:xfrm>
            <a:prstGeom prst="rect">
              <a:avLst/>
            </a:prstGeom>
            <a:solidFill>
              <a:srgbClr val="CED7E6"/>
            </a:solidFill>
            <a:ln>
              <a:noFill/>
            </a:ln>
          </p:spPr>
        </p:sp>
        <p:sp>
          <p:nvSpPr>
            <p:cNvPr id="206" name="node04.dxc-2-node04-items-5.number"/>
            <p:cNvSpPr/>
            <p:nvPr/>
          </p:nvSpPr>
          <p:spPr>
            <a:xfrm>
              <a:off x="5295900" y="4695825"/>
              <a:ext cx="914400" cy="209550"/>
            </a:xfrm>
            <a:prstGeom prst="rect">
              <a:avLst/>
            </a:prstGeom>
            <a:noFill/>
            <a:ln/>
          </p:spPr>
          <p:txBody>
            <a:bodyPr wrap="square" lIns="0" tIns="0" rIns="0" bIns="0" rtlCol="0" anchor="t"/>
            <a:lstStyle/>
            <a:p>
              <a:pPr algn="l" indent="0" marL="0">
                <a:lnSpc>
                  <a:spcPts val="1200"/>
                </a:lnSpc>
                <a:buNone/>
              </a:pPr>
              <a:r>
                <a:rPr lang="en-US" sz="1100" spc="66" kern="0" b="0" i="0" dirty="0">
                  <a:solidFill>
                    <a:srgbClr val="0047FF"/>
                  </a:solidFill>
                  <a:latin typeface="IBM Plex Mono SemiBold"/>
                  <a:ea typeface="IBM Plex Mono SemiBold"/>
                  <a:cs typeface="IBM Plex Mono SemiBold"/>
                </a:rPr>
                <a:t>05</a:t>
              </a:r>
              <a:endParaRPr lang="en-US" sz="1100" spc="66" kern="0" b="0" i="0" dirty="0">
                <a:solidFill>
                  <a:srgbClr val="0047FF"/>
                </a:solidFill>
                <a:latin typeface="IBM Plex Mono SemiBold"/>
                <a:ea typeface="IBM Plex Mono SemiBold"/>
                <a:cs typeface="IBM Plex Mono SemiBold"/>
              </a:endParaRPr>
            </a:p>
          </p:txBody>
        </p:sp>
        <p:sp>
          <p:nvSpPr>
            <p:cNvPr id="207" name="node04.dxc-2-node04-items-5.title"/>
            <p:cNvSpPr/>
            <p:nvPr/>
          </p:nvSpPr>
          <p:spPr>
            <a:xfrm>
              <a:off x="6210300" y="4648200"/>
              <a:ext cx="4572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Recommended next phase</a:t>
              </a:r>
              <a:endParaRPr lang="en-US" sz="1800" spc="-18" kern="0" b="0" i="0" dirty="0">
                <a:solidFill>
                  <a:srgbClr val="070154"/>
                </a:solidFill>
                <a:latin typeface="IBM Plex Sans SemiBold"/>
                <a:ea typeface="IBM Plex Sans SemiBold"/>
                <a:cs typeface="IBM Plex Sans SemiBold"/>
              </a:endParaRPr>
            </a:p>
          </p:txBody>
        </p:sp>
        <p:sp>
          <p:nvSpPr>
            <p:cNvPr id="208" name="node04.dxc-2-node04-items-5.page"/>
            <p:cNvSpPr/>
            <p:nvPr/>
          </p:nvSpPr>
          <p:spPr>
            <a:xfrm>
              <a:off x="10782300" y="4724400"/>
              <a:ext cx="68580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P. 37</a:t>
              </a:r>
              <a:endParaRPr lang="en-US" sz="900" spc="54" kern="0" b="0" i="0" dirty="0">
                <a:solidFill>
                  <a:srgbClr val="50658E"/>
                </a:solidFill>
                <a:latin typeface="IBM Plex Mono Medium"/>
                <a:ea typeface="IBM Plex Mono Medium"/>
                <a:cs typeface="IBM Plex Mono Medium"/>
              </a:endParaRPr>
            </a:p>
          </p:txBody>
        </p:sp>
        <p:sp>
          <p:nvSpPr>
            <p:cNvPr id="209" name="node04.dxc-2-node04-items-5.rule"/>
            <p:cNvSpPr/>
            <p:nvPr/>
          </p:nvSpPr>
          <p:spPr>
            <a:xfrm>
              <a:off x="5295900" y="5248275"/>
              <a:ext cx="6172200" cy="9525"/>
            </a:xfrm>
            <a:prstGeom prst="rect">
              <a:avLst/>
            </a:prstGeom>
            <a:solidFill>
              <a:srgbClr val="CED7E6"/>
            </a:solidFill>
            <a:ln>
              <a:noFill/>
            </a:ln>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xc-00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IMPLEMENTATION TEMPLATES · SEQUENTIAL AND PARALLEL WORK</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Artifacts open at a stage and close with a decision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013200"/>
            <a:chOff x="723900" y="1600200"/>
            <a:chExt cx="10744200" cy="4013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685800"/>
                  <a:gridCol w="2438400"/>
                  <a:gridCol w="1676400"/>
                  <a:gridCol w="1600200"/>
                  <a:gridCol w="2514600"/>
                  <a:gridCol w="182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REF</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WORKING ARTIFACT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REVIEWER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PDLC STAGE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NAMED DECISION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CONCORD GATE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Opportunity Brief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leader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Identify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Is the problem worth defining?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Concept/Strategy · G0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Brief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leader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Approve direction and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Design/Viability · G1/G2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Feature Brief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 / QA or Design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Ready to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Design/Viability →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Technical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Engineering + reviewers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Ready to execute?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 · G4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 QA / UAT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Product accepts UAT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evidence supports readiness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Parallel · Beta / Pilot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Initial Release / GTM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Named decision-maker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Define→Optimize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Go, Revise, Hold or Stop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Parallel · G5 launch / G6 review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 assistance today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Human review required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Recon agents; QA uses Claude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Agent is paused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Working rules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Engineering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All six stages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Approve, Revise, Hold or Stop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Link systems; own/date unknowns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xc-004">
    <p:spTree>
      <p:nvGrpSpPr>
        <p:cNvPr id="1" name=""/>
        <p:cNvGrpSpPr/>
        <p:nvPr/>
      </p:nvGrpSpPr>
      <p:grpSpPr>
        <a:xfrm>
          <a:off x="0" y="0"/>
          <a:ext cx="0" cy="0"/>
          <a:chOff x="0" y="0"/>
          <a:chExt cx="0" cy="0"/>
        </a:xfrm>
      </p:grpSpPr>
      <p:sp>
        <p:nvSpPr>
          <p:cNvPr id="2" name="wm.library-whiteboard.001.001.001"/>
          <p:cNvSpPr/>
          <p:nvPr/>
        </p:nvSpPr>
        <p:spPr>
          <a:xfrm>
            <a:off x="7353300" y="914400"/>
            <a:ext cx="38100" cy="38100"/>
          </a:xfrm>
          <a:prstGeom prst="rect">
            <a:avLst/>
          </a:prstGeom>
          <a:solidFill>
            <a:srgbClr val="CED7E6"/>
          </a:solidFill>
          <a:ln>
            <a:noFill/>
          </a:ln>
        </p:spPr>
      </p:sp>
      <p:sp>
        <p:nvSpPr>
          <p:cNvPr id="3" name="wm.library-whiteboard.001.001.002"/>
          <p:cNvSpPr/>
          <p:nvPr/>
        </p:nvSpPr>
        <p:spPr>
          <a:xfrm>
            <a:off x="7353300" y="1143000"/>
            <a:ext cx="38100" cy="38100"/>
          </a:xfrm>
          <a:prstGeom prst="rect">
            <a:avLst/>
          </a:prstGeom>
          <a:solidFill>
            <a:srgbClr val="CED7E6"/>
          </a:solidFill>
          <a:ln>
            <a:noFill/>
          </a:ln>
        </p:spPr>
      </p:sp>
      <p:sp>
        <p:nvSpPr>
          <p:cNvPr id="4" name="wm.library-whiteboard.001.001.003"/>
          <p:cNvSpPr/>
          <p:nvPr/>
        </p:nvSpPr>
        <p:spPr>
          <a:xfrm>
            <a:off x="7353300" y="1371600"/>
            <a:ext cx="38100" cy="38100"/>
          </a:xfrm>
          <a:prstGeom prst="rect">
            <a:avLst/>
          </a:prstGeom>
          <a:solidFill>
            <a:srgbClr val="CED7E6"/>
          </a:solidFill>
          <a:ln>
            <a:noFill/>
          </a:ln>
        </p:spPr>
      </p:sp>
      <p:sp>
        <p:nvSpPr>
          <p:cNvPr id="5" name="wm.library-whiteboard.001.002.001"/>
          <p:cNvSpPr/>
          <p:nvPr/>
        </p:nvSpPr>
        <p:spPr>
          <a:xfrm>
            <a:off x="7581900" y="914400"/>
            <a:ext cx="38100" cy="38100"/>
          </a:xfrm>
          <a:prstGeom prst="rect">
            <a:avLst/>
          </a:prstGeom>
          <a:solidFill>
            <a:srgbClr val="CED7E6"/>
          </a:solidFill>
          <a:ln>
            <a:noFill/>
          </a:ln>
        </p:spPr>
      </p:sp>
      <p:sp>
        <p:nvSpPr>
          <p:cNvPr id="6" name="wm.library-whiteboard.001.002.002"/>
          <p:cNvSpPr/>
          <p:nvPr/>
        </p:nvSpPr>
        <p:spPr>
          <a:xfrm>
            <a:off x="7581900" y="1143000"/>
            <a:ext cx="38100" cy="38100"/>
          </a:xfrm>
          <a:prstGeom prst="rect">
            <a:avLst/>
          </a:prstGeom>
          <a:solidFill>
            <a:srgbClr val="CED7E6"/>
          </a:solidFill>
          <a:ln>
            <a:noFill/>
          </a:ln>
        </p:spPr>
      </p:sp>
      <p:sp>
        <p:nvSpPr>
          <p:cNvPr id="7" name="wm.library-whiteboard.001.002.003"/>
          <p:cNvSpPr/>
          <p:nvPr/>
        </p:nvSpPr>
        <p:spPr>
          <a:xfrm>
            <a:off x="7581900" y="1371600"/>
            <a:ext cx="38100" cy="38100"/>
          </a:xfrm>
          <a:prstGeom prst="rect">
            <a:avLst/>
          </a:prstGeom>
          <a:solidFill>
            <a:srgbClr val="CED7E6"/>
          </a:solidFill>
          <a:ln>
            <a:noFill/>
          </a:ln>
        </p:spPr>
      </p:sp>
      <p:sp>
        <p:nvSpPr>
          <p:cNvPr id="8" name="wm.library-whiteboard.001.003.001"/>
          <p:cNvSpPr/>
          <p:nvPr/>
        </p:nvSpPr>
        <p:spPr>
          <a:xfrm>
            <a:off x="7810500" y="914400"/>
            <a:ext cx="38100" cy="38100"/>
          </a:xfrm>
          <a:prstGeom prst="rect">
            <a:avLst/>
          </a:prstGeom>
          <a:solidFill>
            <a:srgbClr val="CED7E6"/>
          </a:solidFill>
          <a:ln>
            <a:noFill/>
          </a:ln>
        </p:spPr>
      </p:sp>
      <p:sp>
        <p:nvSpPr>
          <p:cNvPr id="9" name="wm.library-whiteboard.001.003.002"/>
          <p:cNvSpPr/>
          <p:nvPr/>
        </p:nvSpPr>
        <p:spPr>
          <a:xfrm>
            <a:off x="7810500" y="1143000"/>
            <a:ext cx="38100" cy="38100"/>
          </a:xfrm>
          <a:prstGeom prst="rect">
            <a:avLst/>
          </a:prstGeom>
          <a:solidFill>
            <a:srgbClr val="CED7E6"/>
          </a:solidFill>
          <a:ln>
            <a:noFill/>
          </a:ln>
        </p:spPr>
      </p:sp>
      <p:sp>
        <p:nvSpPr>
          <p:cNvPr id="10" name="wm.library-whiteboard.001.003.003"/>
          <p:cNvSpPr/>
          <p:nvPr/>
        </p:nvSpPr>
        <p:spPr>
          <a:xfrm>
            <a:off x="7810500" y="1371600"/>
            <a:ext cx="38100" cy="38100"/>
          </a:xfrm>
          <a:prstGeom prst="rect">
            <a:avLst/>
          </a:prstGeom>
          <a:solidFill>
            <a:srgbClr val="CED7E6"/>
          </a:solidFill>
          <a:ln>
            <a:noFill/>
          </a:ln>
        </p:spPr>
      </p:sp>
      <p:sp>
        <p:nvSpPr>
          <p:cNvPr id="11" name="wm.library-whiteboard.001.004.001"/>
          <p:cNvSpPr/>
          <p:nvPr/>
        </p:nvSpPr>
        <p:spPr>
          <a:xfrm>
            <a:off x="8039100" y="914400"/>
            <a:ext cx="38100" cy="38100"/>
          </a:xfrm>
          <a:prstGeom prst="rect">
            <a:avLst/>
          </a:prstGeom>
          <a:solidFill>
            <a:srgbClr val="CED7E6"/>
          </a:solidFill>
          <a:ln>
            <a:noFill/>
          </a:ln>
        </p:spPr>
      </p:sp>
      <p:sp>
        <p:nvSpPr>
          <p:cNvPr id="12" name="wm.library-whiteboard.001.004.002"/>
          <p:cNvSpPr/>
          <p:nvPr/>
        </p:nvSpPr>
        <p:spPr>
          <a:xfrm>
            <a:off x="8039100" y="1143000"/>
            <a:ext cx="38100" cy="38100"/>
          </a:xfrm>
          <a:prstGeom prst="rect">
            <a:avLst/>
          </a:prstGeom>
          <a:solidFill>
            <a:srgbClr val="CED7E6"/>
          </a:solidFill>
          <a:ln>
            <a:noFill/>
          </a:ln>
        </p:spPr>
      </p:sp>
      <p:sp>
        <p:nvSpPr>
          <p:cNvPr id="13" name="wm.library-whiteboard.001.004.003"/>
          <p:cNvSpPr/>
          <p:nvPr/>
        </p:nvSpPr>
        <p:spPr>
          <a:xfrm>
            <a:off x="8039100" y="1371600"/>
            <a:ext cx="38100" cy="38100"/>
          </a:xfrm>
          <a:prstGeom prst="rect">
            <a:avLst/>
          </a:prstGeom>
          <a:solidFill>
            <a:srgbClr val="CED7E6"/>
          </a:solidFill>
          <a:ln>
            <a:noFill/>
          </a:ln>
        </p:spPr>
      </p:sp>
      <p:sp>
        <p:nvSpPr>
          <p:cNvPr id="14" name="wm.library-whiteboard.001.005.001"/>
          <p:cNvSpPr/>
          <p:nvPr/>
        </p:nvSpPr>
        <p:spPr>
          <a:xfrm>
            <a:off x="8267700" y="914400"/>
            <a:ext cx="38100" cy="38100"/>
          </a:xfrm>
          <a:prstGeom prst="rect">
            <a:avLst/>
          </a:prstGeom>
          <a:solidFill>
            <a:srgbClr val="CED7E6"/>
          </a:solidFill>
          <a:ln>
            <a:noFill/>
          </a:ln>
        </p:spPr>
      </p:sp>
      <p:sp>
        <p:nvSpPr>
          <p:cNvPr id="15" name="wm.library-whiteboard.001.005.002"/>
          <p:cNvSpPr/>
          <p:nvPr/>
        </p:nvSpPr>
        <p:spPr>
          <a:xfrm>
            <a:off x="8267700" y="1143000"/>
            <a:ext cx="38100" cy="38100"/>
          </a:xfrm>
          <a:prstGeom prst="rect">
            <a:avLst/>
          </a:prstGeom>
          <a:solidFill>
            <a:srgbClr val="CED7E6"/>
          </a:solidFill>
          <a:ln>
            <a:noFill/>
          </a:ln>
        </p:spPr>
      </p:sp>
      <p:sp>
        <p:nvSpPr>
          <p:cNvPr id="16" name="wm.library-whiteboard.001.005.003"/>
          <p:cNvSpPr/>
          <p:nvPr/>
        </p:nvSpPr>
        <p:spPr>
          <a:xfrm>
            <a:off x="8267700" y="1371600"/>
            <a:ext cx="38100" cy="38100"/>
          </a:xfrm>
          <a:prstGeom prst="rect">
            <a:avLst/>
          </a:prstGeom>
          <a:solidFill>
            <a:srgbClr val="CED7E6"/>
          </a:solidFill>
          <a:ln>
            <a:noFill/>
          </a:ln>
        </p:spPr>
      </p:sp>
      <p:sp>
        <p:nvSpPr>
          <p:cNvPr id="17" name="wm.library-whiteboard.001.006.001"/>
          <p:cNvSpPr/>
          <p:nvPr/>
        </p:nvSpPr>
        <p:spPr>
          <a:xfrm>
            <a:off x="8496300" y="914400"/>
            <a:ext cx="38100" cy="38100"/>
          </a:xfrm>
          <a:prstGeom prst="rect">
            <a:avLst/>
          </a:prstGeom>
          <a:solidFill>
            <a:srgbClr val="CED7E6"/>
          </a:solidFill>
          <a:ln>
            <a:noFill/>
          </a:ln>
        </p:spPr>
      </p:sp>
      <p:sp>
        <p:nvSpPr>
          <p:cNvPr id="18" name="wm.library-whiteboard.001.006.002"/>
          <p:cNvSpPr/>
          <p:nvPr/>
        </p:nvSpPr>
        <p:spPr>
          <a:xfrm>
            <a:off x="8496300" y="1143000"/>
            <a:ext cx="38100" cy="38100"/>
          </a:xfrm>
          <a:prstGeom prst="rect">
            <a:avLst/>
          </a:prstGeom>
          <a:solidFill>
            <a:srgbClr val="CED7E6"/>
          </a:solidFill>
          <a:ln>
            <a:noFill/>
          </a:ln>
        </p:spPr>
      </p:sp>
      <p:sp>
        <p:nvSpPr>
          <p:cNvPr id="19" name="wm.library-whiteboard.001.006.003"/>
          <p:cNvSpPr/>
          <p:nvPr/>
        </p:nvSpPr>
        <p:spPr>
          <a:xfrm>
            <a:off x="8496300" y="1371600"/>
            <a:ext cx="38100" cy="38100"/>
          </a:xfrm>
          <a:prstGeom prst="rect">
            <a:avLst/>
          </a:prstGeom>
          <a:solidFill>
            <a:srgbClr val="CED7E6"/>
          </a:solidFill>
          <a:ln>
            <a:noFill/>
          </a:ln>
        </p:spPr>
      </p:sp>
      <p:sp>
        <p:nvSpPr>
          <p:cNvPr id="20" name="wm.library-whiteboard.001.007.001"/>
          <p:cNvSpPr/>
          <p:nvPr/>
        </p:nvSpPr>
        <p:spPr>
          <a:xfrm>
            <a:off x="8724900" y="914400"/>
            <a:ext cx="38100" cy="38100"/>
          </a:xfrm>
          <a:prstGeom prst="rect">
            <a:avLst/>
          </a:prstGeom>
          <a:solidFill>
            <a:srgbClr val="CED7E6"/>
          </a:solidFill>
          <a:ln>
            <a:noFill/>
          </a:ln>
        </p:spPr>
      </p:sp>
      <p:sp>
        <p:nvSpPr>
          <p:cNvPr id="21" name="wm.library-whiteboard.001.007.002"/>
          <p:cNvSpPr/>
          <p:nvPr/>
        </p:nvSpPr>
        <p:spPr>
          <a:xfrm>
            <a:off x="8724900" y="1143000"/>
            <a:ext cx="38100" cy="38100"/>
          </a:xfrm>
          <a:prstGeom prst="rect">
            <a:avLst/>
          </a:prstGeom>
          <a:solidFill>
            <a:srgbClr val="CED7E6"/>
          </a:solidFill>
          <a:ln>
            <a:noFill/>
          </a:ln>
        </p:spPr>
      </p:sp>
      <p:sp>
        <p:nvSpPr>
          <p:cNvPr id="22" name="wm.library-whiteboard.001.007.003"/>
          <p:cNvSpPr/>
          <p:nvPr/>
        </p:nvSpPr>
        <p:spPr>
          <a:xfrm>
            <a:off x="8724900" y="1371600"/>
            <a:ext cx="38100" cy="38100"/>
          </a:xfrm>
          <a:prstGeom prst="rect">
            <a:avLst/>
          </a:prstGeom>
          <a:solidFill>
            <a:srgbClr val="CED7E6"/>
          </a:solidFill>
          <a:ln>
            <a:noFill/>
          </a:ln>
        </p:spPr>
      </p:sp>
      <p:sp>
        <p:nvSpPr>
          <p:cNvPr id="23" name="wm.library-whiteboard.001.008.001"/>
          <p:cNvSpPr/>
          <p:nvPr/>
        </p:nvSpPr>
        <p:spPr>
          <a:xfrm>
            <a:off x="8953500" y="914400"/>
            <a:ext cx="38100" cy="38100"/>
          </a:xfrm>
          <a:prstGeom prst="rect">
            <a:avLst/>
          </a:prstGeom>
          <a:solidFill>
            <a:srgbClr val="CED7E6"/>
          </a:solidFill>
          <a:ln>
            <a:noFill/>
          </a:ln>
        </p:spPr>
      </p:sp>
      <p:sp>
        <p:nvSpPr>
          <p:cNvPr id="24" name="wm.library-whiteboard.001.008.002"/>
          <p:cNvSpPr/>
          <p:nvPr/>
        </p:nvSpPr>
        <p:spPr>
          <a:xfrm>
            <a:off x="8953500" y="1143000"/>
            <a:ext cx="38100" cy="38100"/>
          </a:xfrm>
          <a:prstGeom prst="rect">
            <a:avLst/>
          </a:prstGeom>
          <a:solidFill>
            <a:srgbClr val="CED7E6"/>
          </a:solidFill>
          <a:ln>
            <a:noFill/>
          </a:ln>
        </p:spPr>
      </p:sp>
      <p:sp>
        <p:nvSpPr>
          <p:cNvPr id="25" name="wm.library-whiteboard.001.008.003"/>
          <p:cNvSpPr/>
          <p:nvPr/>
        </p:nvSpPr>
        <p:spPr>
          <a:xfrm>
            <a:off x="8953500" y="1371600"/>
            <a:ext cx="38100" cy="38100"/>
          </a:xfrm>
          <a:prstGeom prst="rect">
            <a:avLst/>
          </a:prstGeom>
          <a:solidFill>
            <a:srgbClr val="CED7E6"/>
          </a:solidFill>
          <a:ln>
            <a:noFill/>
          </a:ln>
        </p:spPr>
      </p:sp>
      <p:sp>
        <p:nvSpPr>
          <p:cNvPr id="26" name="wm.library-whiteboard.001.009.001"/>
          <p:cNvSpPr/>
          <p:nvPr/>
        </p:nvSpPr>
        <p:spPr>
          <a:xfrm>
            <a:off x="9182100" y="914400"/>
            <a:ext cx="38100" cy="38100"/>
          </a:xfrm>
          <a:prstGeom prst="rect">
            <a:avLst/>
          </a:prstGeom>
          <a:solidFill>
            <a:srgbClr val="CED7E6"/>
          </a:solidFill>
          <a:ln>
            <a:noFill/>
          </a:ln>
        </p:spPr>
      </p:sp>
      <p:sp>
        <p:nvSpPr>
          <p:cNvPr id="27" name="wm.library-whiteboard.001.009.002"/>
          <p:cNvSpPr/>
          <p:nvPr/>
        </p:nvSpPr>
        <p:spPr>
          <a:xfrm>
            <a:off x="9182100" y="1143000"/>
            <a:ext cx="38100" cy="38100"/>
          </a:xfrm>
          <a:prstGeom prst="rect">
            <a:avLst/>
          </a:prstGeom>
          <a:solidFill>
            <a:srgbClr val="CED7E6"/>
          </a:solidFill>
          <a:ln>
            <a:noFill/>
          </a:ln>
        </p:spPr>
      </p:sp>
      <p:sp>
        <p:nvSpPr>
          <p:cNvPr id="28" name="wm.library-whiteboard.001.009.003"/>
          <p:cNvSpPr/>
          <p:nvPr/>
        </p:nvSpPr>
        <p:spPr>
          <a:xfrm>
            <a:off x="9182100" y="1371600"/>
            <a:ext cx="38100" cy="38100"/>
          </a:xfrm>
          <a:prstGeom prst="rect">
            <a:avLst/>
          </a:prstGeom>
          <a:solidFill>
            <a:srgbClr val="CED7E6"/>
          </a:solidFill>
          <a:ln>
            <a:noFill/>
          </a:ln>
        </p:spPr>
      </p:sp>
      <p:sp>
        <p:nvSpPr>
          <p:cNvPr id="29" name="wm.library-whiteboard.001.010.001"/>
          <p:cNvSpPr/>
          <p:nvPr/>
        </p:nvSpPr>
        <p:spPr>
          <a:xfrm>
            <a:off x="9410700" y="914400"/>
            <a:ext cx="38100" cy="38100"/>
          </a:xfrm>
          <a:prstGeom prst="rect">
            <a:avLst/>
          </a:prstGeom>
          <a:solidFill>
            <a:srgbClr val="CED7E6"/>
          </a:solidFill>
          <a:ln>
            <a:noFill/>
          </a:ln>
        </p:spPr>
      </p:sp>
      <p:sp>
        <p:nvSpPr>
          <p:cNvPr id="30" name="wm.library-whiteboard.001.010.002"/>
          <p:cNvSpPr/>
          <p:nvPr/>
        </p:nvSpPr>
        <p:spPr>
          <a:xfrm>
            <a:off x="9410700" y="1143000"/>
            <a:ext cx="38100" cy="38100"/>
          </a:xfrm>
          <a:prstGeom prst="rect">
            <a:avLst/>
          </a:prstGeom>
          <a:solidFill>
            <a:srgbClr val="CED7E6"/>
          </a:solidFill>
          <a:ln>
            <a:noFill/>
          </a:ln>
        </p:spPr>
      </p:sp>
      <p:sp>
        <p:nvSpPr>
          <p:cNvPr id="31" name="wm.library-whiteboard.001.010.003"/>
          <p:cNvSpPr/>
          <p:nvPr/>
        </p:nvSpPr>
        <p:spPr>
          <a:xfrm>
            <a:off x="9410700" y="1371600"/>
            <a:ext cx="38100" cy="38100"/>
          </a:xfrm>
          <a:prstGeom prst="rect">
            <a:avLst/>
          </a:prstGeom>
          <a:solidFill>
            <a:srgbClr val="CED7E6"/>
          </a:solidFill>
          <a:ln>
            <a:noFill/>
          </a:ln>
        </p:spPr>
      </p:sp>
      <p:sp>
        <p:nvSpPr>
          <p:cNvPr id="32" name="wm.library-whiteboard.001.011.001"/>
          <p:cNvSpPr/>
          <p:nvPr/>
        </p:nvSpPr>
        <p:spPr>
          <a:xfrm>
            <a:off x="9639300" y="914400"/>
            <a:ext cx="38100" cy="38100"/>
          </a:xfrm>
          <a:prstGeom prst="rect">
            <a:avLst/>
          </a:prstGeom>
          <a:solidFill>
            <a:srgbClr val="CED7E6"/>
          </a:solidFill>
          <a:ln>
            <a:noFill/>
          </a:ln>
        </p:spPr>
      </p:sp>
      <p:sp>
        <p:nvSpPr>
          <p:cNvPr id="33" name="wm.library-whiteboard.001.011.002"/>
          <p:cNvSpPr/>
          <p:nvPr/>
        </p:nvSpPr>
        <p:spPr>
          <a:xfrm>
            <a:off x="9639300" y="1143000"/>
            <a:ext cx="38100" cy="38100"/>
          </a:xfrm>
          <a:prstGeom prst="rect">
            <a:avLst/>
          </a:prstGeom>
          <a:solidFill>
            <a:srgbClr val="CED7E6"/>
          </a:solidFill>
          <a:ln>
            <a:noFill/>
          </a:ln>
        </p:spPr>
      </p:sp>
      <p:sp>
        <p:nvSpPr>
          <p:cNvPr id="34" name="wm.library-whiteboard.001.011.003"/>
          <p:cNvSpPr/>
          <p:nvPr/>
        </p:nvSpPr>
        <p:spPr>
          <a:xfrm>
            <a:off x="9639300" y="1371600"/>
            <a:ext cx="38100" cy="38100"/>
          </a:xfrm>
          <a:prstGeom prst="rect">
            <a:avLst/>
          </a:prstGeom>
          <a:solidFill>
            <a:srgbClr val="CED7E6"/>
          </a:solidFill>
          <a:ln>
            <a:noFill/>
          </a:ln>
        </p:spPr>
      </p:sp>
      <p:sp>
        <p:nvSpPr>
          <p:cNvPr id="35" name="wm.library-whiteboard.001.012.001"/>
          <p:cNvSpPr/>
          <p:nvPr/>
        </p:nvSpPr>
        <p:spPr>
          <a:xfrm>
            <a:off x="9867900" y="914400"/>
            <a:ext cx="38100" cy="38100"/>
          </a:xfrm>
          <a:prstGeom prst="rect">
            <a:avLst/>
          </a:prstGeom>
          <a:solidFill>
            <a:srgbClr val="CED7E6"/>
          </a:solidFill>
          <a:ln>
            <a:noFill/>
          </a:ln>
        </p:spPr>
      </p:sp>
      <p:sp>
        <p:nvSpPr>
          <p:cNvPr id="36" name="wm.library-whiteboard.001.012.002"/>
          <p:cNvSpPr/>
          <p:nvPr/>
        </p:nvSpPr>
        <p:spPr>
          <a:xfrm>
            <a:off x="9867900" y="1143000"/>
            <a:ext cx="38100" cy="38100"/>
          </a:xfrm>
          <a:prstGeom prst="rect">
            <a:avLst/>
          </a:prstGeom>
          <a:solidFill>
            <a:srgbClr val="CED7E6"/>
          </a:solidFill>
          <a:ln>
            <a:noFill/>
          </a:ln>
        </p:spPr>
      </p:sp>
      <p:sp>
        <p:nvSpPr>
          <p:cNvPr id="37" name="wm.library-whiteboard.001.012.003"/>
          <p:cNvSpPr/>
          <p:nvPr/>
        </p:nvSpPr>
        <p:spPr>
          <a:xfrm>
            <a:off x="9867900" y="1371600"/>
            <a:ext cx="38100" cy="38100"/>
          </a:xfrm>
          <a:prstGeom prst="rect">
            <a:avLst/>
          </a:prstGeom>
          <a:solidFill>
            <a:srgbClr val="CED7E6"/>
          </a:solidFill>
          <a:ln>
            <a:noFill/>
          </a:ln>
        </p:spPr>
      </p:sp>
      <p:sp>
        <p:nvSpPr>
          <p:cNvPr id="38" name="wm.library-whiteboard.001.013.001"/>
          <p:cNvSpPr/>
          <p:nvPr/>
        </p:nvSpPr>
        <p:spPr>
          <a:xfrm>
            <a:off x="10096500" y="914400"/>
            <a:ext cx="38100" cy="38100"/>
          </a:xfrm>
          <a:prstGeom prst="rect">
            <a:avLst/>
          </a:prstGeom>
          <a:solidFill>
            <a:srgbClr val="CED7E6"/>
          </a:solidFill>
          <a:ln>
            <a:noFill/>
          </a:ln>
        </p:spPr>
      </p:sp>
      <p:sp>
        <p:nvSpPr>
          <p:cNvPr id="39" name="wm.library-whiteboard.001.013.002"/>
          <p:cNvSpPr/>
          <p:nvPr/>
        </p:nvSpPr>
        <p:spPr>
          <a:xfrm>
            <a:off x="10096500" y="1143000"/>
            <a:ext cx="38100" cy="38100"/>
          </a:xfrm>
          <a:prstGeom prst="rect">
            <a:avLst/>
          </a:prstGeom>
          <a:solidFill>
            <a:srgbClr val="CED7E6"/>
          </a:solidFill>
          <a:ln>
            <a:noFill/>
          </a:ln>
        </p:spPr>
      </p:sp>
      <p:sp>
        <p:nvSpPr>
          <p:cNvPr id="40" name="wm.library-whiteboard.001.013.003"/>
          <p:cNvSpPr/>
          <p:nvPr/>
        </p:nvSpPr>
        <p:spPr>
          <a:xfrm>
            <a:off x="10096500" y="1371600"/>
            <a:ext cx="38100" cy="38100"/>
          </a:xfrm>
          <a:prstGeom prst="rect">
            <a:avLst/>
          </a:prstGeom>
          <a:solidFill>
            <a:srgbClr val="CED7E6"/>
          </a:solidFill>
          <a:ln>
            <a:noFill/>
          </a:ln>
        </p:spPr>
      </p:sp>
      <p:sp>
        <p:nvSpPr>
          <p:cNvPr id="41" name="wm.library-whiteboard.001.014.001"/>
          <p:cNvSpPr/>
          <p:nvPr/>
        </p:nvSpPr>
        <p:spPr>
          <a:xfrm>
            <a:off x="10325100" y="914400"/>
            <a:ext cx="38100" cy="38100"/>
          </a:xfrm>
          <a:prstGeom prst="rect">
            <a:avLst/>
          </a:prstGeom>
          <a:solidFill>
            <a:srgbClr val="CED7E6"/>
          </a:solidFill>
          <a:ln>
            <a:noFill/>
          </a:ln>
        </p:spPr>
      </p:sp>
      <p:sp>
        <p:nvSpPr>
          <p:cNvPr id="42" name="wm.library-whiteboard.001.014.002"/>
          <p:cNvSpPr/>
          <p:nvPr/>
        </p:nvSpPr>
        <p:spPr>
          <a:xfrm>
            <a:off x="10325100" y="1143000"/>
            <a:ext cx="38100" cy="38100"/>
          </a:xfrm>
          <a:prstGeom prst="rect">
            <a:avLst/>
          </a:prstGeom>
          <a:solidFill>
            <a:srgbClr val="CED7E6"/>
          </a:solidFill>
          <a:ln>
            <a:noFill/>
          </a:ln>
        </p:spPr>
      </p:sp>
      <p:sp>
        <p:nvSpPr>
          <p:cNvPr id="43" name="wm.library-whiteboard.001.014.003"/>
          <p:cNvSpPr/>
          <p:nvPr/>
        </p:nvSpPr>
        <p:spPr>
          <a:xfrm>
            <a:off x="10325100" y="1371600"/>
            <a:ext cx="38100" cy="38100"/>
          </a:xfrm>
          <a:prstGeom prst="rect">
            <a:avLst/>
          </a:prstGeom>
          <a:solidFill>
            <a:srgbClr val="CED7E6"/>
          </a:solidFill>
          <a:ln>
            <a:noFill/>
          </a:ln>
        </p:spPr>
      </p:sp>
      <p:sp>
        <p:nvSpPr>
          <p:cNvPr id="44" name="wm.library-whiteboard.001.015.001"/>
          <p:cNvSpPr/>
          <p:nvPr/>
        </p:nvSpPr>
        <p:spPr>
          <a:xfrm>
            <a:off x="10553700" y="914400"/>
            <a:ext cx="38100" cy="38100"/>
          </a:xfrm>
          <a:prstGeom prst="rect">
            <a:avLst/>
          </a:prstGeom>
          <a:solidFill>
            <a:srgbClr val="CED7E6"/>
          </a:solidFill>
          <a:ln>
            <a:noFill/>
          </a:ln>
        </p:spPr>
      </p:sp>
      <p:sp>
        <p:nvSpPr>
          <p:cNvPr id="45" name="wm.library-whiteboard.001.015.002"/>
          <p:cNvSpPr/>
          <p:nvPr/>
        </p:nvSpPr>
        <p:spPr>
          <a:xfrm>
            <a:off x="10553700" y="1143000"/>
            <a:ext cx="38100" cy="38100"/>
          </a:xfrm>
          <a:prstGeom prst="rect">
            <a:avLst/>
          </a:prstGeom>
          <a:solidFill>
            <a:srgbClr val="CED7E6"/>
          </a:solidFill>
          <a:ln>
            <a:noFill/>
          </a:ln>
        </p:spPr>
      </p:sp>
      <p:sp>
        <p:nvSpPr>
          <p:cNvPr id="46" name="wm.library-whiteboard.001.015.003"/>
          <p:cNvSpPr/>
          <p:nvPr/>
        </p:nvSpPr>
        <p:spPr>
          <a:xfrm>
            <a:off x="10553700" y="1371600"/>
            <a:ext cx="38100" cy="38100"/>
          </a:xfrm>
          <a:prstGeom prst="rect">
            <a:avLst/>
          </a:prstGeom>
          <a:solidFill>
            <a:srgbClr val="CED7E6"/>
          </a:solidFill>
          <a:ln>
            <a:noFill/>
          </a:ln>
        </p:spPr>
      </p:sp>
      <p:sp>
        <p:nvSpPr>
          <p:cNvPr id="47" name="wm.library-whiteboard.001.016.001"/>
          <p:cNvSpPr/>
          <p:nvPr/>
        </p:nvSpPr>
        <p:spPr>
          <a:xfrm>
            <a:off x="10782300" y="914400"/>
            <a:ext cx="38100" cy="38100"/>
          </a:xfrm>
          <a:prstGeom prst="rect">
            <a:avLst/>
          </a:prstGeom>
          <a:solidFill>
            <a:srgbClr val="CED7E6"/>
          </a:solidFill>
          <a:ln>
            <a:noFill/>
          </a:ln>
        </p:spPr>
      </p:sp>
      <p:sp>
        <p:nvSpPr>
          <p:cNvPr id="48" name="wm.library-whiteboard.001.016.002"/>
          <p:cNvSpPr/>
          <p:nvPr/>
        </p:nvSpPr>
        <p:spPr>
          <a:xfrm>
            <a:off x="10782300" y="1143000"/>
            <a:ext cx="38100" cy="38100"/>
          </a:xfrm>
          <a:prstGeom prst="rect">
            <a:avLst/>
          </a:prstGeom>
          <a:solidFill>
            <a:srgbClr val="CED7E6"/>
          </a:solidFill>
          <a:ln>
            <a:noFill/>
          </a:ln>
        </p:spPr>
      </p:sp>
      <p:sp>
        <p:nvSpPr>
          <p:cNvPr id="49" name="wm.library-whiteboard.001.016.003"/>
          <p:cNvSpPr/>
          <p:nvPr/>
        </p:nvSpPr>
        <p:spPr>
          <a:xfrm>
            <a:off x="10782300" y="1371600"/>
            <a:ext cx="38100" cy="38100"/>
          </a:xfrm>
          <a:prstGeom prst="rect">
            <a:avLst/>
          </a:prstGeom>
          <a:solidFill>
            <a:srgbClr val="CED7E6"/>
          </a:solidFill>
          <a:ln>
            <a:noFill/>
          </a:ln>
        </p:spPr>
      </p:sp>
      <p:sp>
        <p:nvSpPr>
          <p:cNvPr id="50" name="wm.library-whiteboard.001.017.001"/>
          <p:cNvSpPr/>
          <p:nvPr/>
        </p:nvSpPr>
        <p:spPr>
          <a:xfrm>
            <a:off x="11010900" y="914400"/>
            <a:ext cx="38100" cy="38100"/>
          </a:xfrm>
          <a:prstGeom prst="rect">
            <a:avLst/>
          </a:prstGeom>
          <a:solidFill>
            <a:srgbClr val="CED7E6"/>
          </a:solidFill>
          <a:ln>
            <a:noFill/>
          </a:ln>
        </p:spPr>
      </p:sp>
      <p:sp>
        <p:nvSpPr>
          <p:cNvPr id="51" name="wm.library-whiteboard.001.017.002"/>
          <p:cNvSpPr/>
          <p:nvPr/>
        </p:nvSpPr>
        <p:spPr>
          <a:xfrm>
            <a:off x="11010900" y="1143000"/>
            <a:ext cx="38100" cy="38100"/>
          </a:xfrm>
          <a:prstGeom prst="rect">
            <a:avLst/>
          </a:prstGeom>
          <a:solidFill>
            <a:srgbClr val="CED7E6"/>
          </a:solidFill>
          <a:ln>
            <a:noFill/>
          </a:ln>
        </p:spPr>
      </p:sp>
      <p:sp>
        <p:nvSpPr>
          <p:cNvPr id="52" name="wm.library-whiteboard.001.017.003"/>
          <p:cNvSpPr/>
          <p:nvPr/>
        </p:nvSpPr>
        <p:spPr>
          <a:xfrm>
            <a:off x="11010900" y="1371600"/>
            <a:ext cx="38100" cy="38100"/>
          </a:xfrm>
          <a:prstGeom prst="rect">
            <a:avLst/>
          </a:prstGeom>
          <a:solidFill>
            <a:srgbClr val="CED7E6"/>
          </a:solidFill>
          <a:ln>
            <a:noFill/>
          </a:ln>
        </p:spPr>
      </p:sp>
      <p:sp>
        <p:nvSpPr>
          <p:cNvPr id="53" name="wm.library-whiteboard.001.018.001"/>
          <p:cNvSpPr/>
          <p:nvPr/>
        </p:nvSpPr>
        <p:spPr>
          <a:xfrm>
            <a:off x="11239500" y="914400"/>
            <a:ext cx="38100" cy="38100"/>
          </a:xfrm>
          <a:prstGeom prst="rect">
            <a:avLst/>
          </a:prstGeom>
          <a:solidFill>
            <a:srgbClr val="CED7E6"/>
          </a:solidFill>
          <a:ln>
            <a:noFill/>
          </a:ln>
        </p:spPr>
      </p:sp>
      <p:sp>
        <p:nvSpPr>
          <p:cNvPr id="54" name="wm.library-whiteboard.001.018.002"/>
          <p:cNvSpPr/>
          <p:nvPr/>
        </p:nvSpPr>
        <p:spPr>
          <a:xfrm>
            <a:off x="11239500" y="1143000"/>
            <a:ext cx="38100" cy="38100"/>
          </a:xfrm>
          <a:prstGeom prst="rect">
            <a:avLst/>
          </a:prstGeom>
          <a:solidFill>
            <a:srgbClr val="CED7E6"/>
          </a:solidFill>
          <a:ln>
            <a:noFill/>
          </a:ln>
        </p:spPr>
      </p:sp>
      <p:sp>
        <p:nvSpPr>
          <p:cNvPr id="55" name="wm.library-whiteboard.001.018.003"/>
          <p:cNvSpPr/>
          <p:nvPr/>
        </p:nvSpPr>
        <p:spPr>
          <a:xfrm>
            <a:off x="11239500" y="1371600"/>
            <a:ext cx="38100" cy="38100"/>
          </a:xfrm>
          <a:prstGeom prst="rect">
            <a:avLst/>
          </a:prstGeom>
          <a:solidFill>
            <a:srgbClr val="CED7E6"/>
          </a:solidFill>
          <a:ln>
            <a:noFill/>
          </a:ln>
        </p:spPr>
      </p:sp>
      <p:sp>
        <p:nvSpPr>
          <p:cNvPr id="56" name="wm.library-whiteboard.001.019.001"/>
          <p:cNvSpPr/>
          <p:nvPr/>
        </p:nvSpPr>
        <p:spPr>
          <a:xfrm>
            <a:off x="11468100" y="914400"/>
            <a:ext cx="38100" cy="38100"/>
          </a:xfrm>
          <a:prstGeom prst="rect">
            <a:avLst/>
          </a:prstGeom>
          <a:solidFill>
            <a:srgbClr val="CED7E6"/>
          </a:solidFill>
          <a:ln>
            <a:noFill/>
          </a:ln>
        </p:spPr>
      </p:sp>
      <p:sp>
        <p:nvSpPr>
          <p:cNvPr id="57" name="wm.library-whiteboard.001.019.002"/>
          <p:cNvSpPr/>
          <p:nvPr/>
        </p:nvSpPr>
        <p:spPr>
          <a:xfrm>
            <a:off x="11468100" y="1143000"/>
            <a:ext cx="38100" cy="38100"/>
          </a:xfrm>
          <a:prstGeom prst="rect">
            <a:avLst/>
          </a:prstGeom>
          <a:solidFill>
            <a:srgbClr val="CED7E6"/>
          </a:solidFill>
          <a:ln>
            <a:noFill/>
          </a:ln>
        </p:spPr>
      </p:sp>
      <p:sp>
        <p:nvSpPr>
          <p:cNvPr id="58" name="wm.library-whiteboard.001.019.003"/>
          <p:cNvSpPr/>
          <p:nvPr/>
        </p:nvSpPr>
        <p:spPr>
          <a:xfrm>
            <a:off x="11468100" y="1371600"/>
            <a:ext cx="38100" cy="38100"/>
          </a:xfrm>
          <a:prstGeom prst="rect">
            <a:avLst/>
          </a:prstGeom>
          <a:solidFill>
            <a:srgbClr val="CED7E6"/>
          </a:solidFill>
          <a:ln>
            <a:noFill/>
          </a:ln>
        </p:spPr>
      </p:sp>
      <p:sp>
        <p:nvSpPr>
          <p:cNvPr id="59" name="wm.library-whiteboard.002.001.001"/>
          <p:cNvSpPr/>
          <p:nvPr/>
        </p:nvSpPr>
        <p:spPr>
          <a:xfrm>
            <a:off x="7353300" y="5486400"/>
            <a:ext cx="38100" cy="38100"/>
          </a:xfrm>
          <a:prstGeom prst="rect">
            <a:avLst/>
          </a:prstGeom>
          <a:solidFill>
            <a:srgbClr val="CED7E6"/>
          </a:solidFill>
          <a:ln>
            <a:noFill/>
          </a:ln>
        </p:spPr>
      </p:sp>
      <p:sp>
        <p:nvSpPr>
          <p:cNvPr id="60" name="wm.library-whiteboard.002.001.002"/>
          <p:cNvSpPr/>
          <p:nvPr/>
        </p:nvSpPr>
        <p:spPr>
          <a:xfrm>
            <a:off x="7353300" y="5715000"/>
            <a:ext cx="38100" cy="38100"/>
          </a:xfrm>
          <a:prstGeom prst="rect">
            <a:avLst/>
          </a:prstGeom>
          <a:solidFill>
            <a:srgbClr val="CED7E6"/>
          </a:solidFill>
          <a:ln>
            <a:noFill/>
          </a:ln>
        </p:spPr>
      </p:sp>
      <p:sp>
        <p:nvSpPr>
          <p:cNvPr id="61" name="wm.library-whiteboard.002.001.003"/>
          <p:cNvSpPr/>
          <p:nvPr/>
        </p:nvSpPr>
        <p:spPr>
          <a:xfrm>
            <a:off x="7353300" y="5943600"/>
            <a:ext cx="38100" cy="38100"/>
          </a:xfrm>
          <a:prstGeom prst="rect">
            <a:avLst/>
          </a:prstGeom>
          <a:solidFill>
            <a:srgbClr val="CED7E6"/>
          </a:solidFill>
          <a:ln>
            <a:noFill/>
          </a:ln>
        </p:spPr>
      </p:sp>
      <p:sp>
        <p:nvSpPr>
          <p:cNvPr id="62" name="wm.library-whiteboard.002.002.001"/>
          <p:cNvSpPr/>
          <p:nvPr/>
        </p:nvSpPr>
        <p:spPr>
          <a:xfrm>
            <a:off x="7581900" y="5486400"/>
            <a:ext cx="38100" cy="38100"/>
          </a:xfrm>
          <a:prstGeom prst="rect">
            <a:avLst/>
          </a:prstGeom>
          <a:solidFill>
            <a:srgbClr val="CED7E6"/>
          </a:solidFill>
          <a:ln>
            <a:noFill/>
          </a:ln>
        </p:spPr>
      </p:sp>
      <p:sp>
        <p:nvSpPr>
          <p:cNvPr id="63" name="wm.library-whiteboard.002.002.002"/>
          <p:cNvSpPr/>
          <p:nvPr/>
        </p:nvSpPr>
        <p:spPr>
          <a:xfrm>
            <a:off x="7581900" y="5715000"/>
            <a:ext cx="38100" cy="38100"/>
          </a:xfrm>
          <a:prstGeom prst="rect">
            <a:avLst/>
          </a:prstGeom>
          <a:solidFill>
            <a:srgbClr val="CED7E6"/>
          </a:solidFill>
          <a:ln>
            <a:noFill/>
          </a:ln>
        </p:spPr>
      </p:sp>
      <p:sp>
        <p:nvSpPr>
          <p:cNvPr id="64" name="wm.library-whiteboard.002.002.003"/>
          <p:cNvSpPr/>
          <p:nvPr/>
        </p:nvSpPr>
        <p:spPr>
          <a:xfrm>
            <a:off x="7581900" y="5943600"/>
            <a:ext cx="38100" cy="38100"/>
          </a:xfrm>
          <a:prstGeom prst="rect">
            <a:avLst/>
          </a:prstGeom>
          <a:solidFill>
            <a:srgbClr val="CED7E6"/>
          </a:solidFill>
          <a:ln>
            <a:noFill/>
          </a:ln>
        </p:spPr>
      </p:sp>
      <p:sp>
        <p:nvSpPr>
          <p:cNvPr id="65" name="wm.library-whiteboard.002.003.001"/>
          <p:cNvSpPr/>
          <p:nvPr/>
        </p:nvSpPr>
        <p:spPr>
          <a:xfrm>
            <a:off x="7810500" y="5486400"/>
            <a:ext cx="38100" cy="38100"/>
          </a:xfrm>
          <a:prstGeom prst="rect">
            <a:avLst/>
          </a:prstGeom>
          <a:solidFill>
            <a:srgbClr val="CED7E6"/>
          </a:solidFill>
          <a:ln>
            <a:noFill/>
          </a:ln>
        </p:spPr>
      </p:sp>
      <p:sp>
        <p:nvSpPr>
          <p:cNvPr id="66" name="wm.library-whiteboard.002.003.002"/>
          <p:cNvSpPr/>
          <p:nvPr/>
        </p:nvSpPr>
        <p:spPr>
          <a:xfrm>
            <a:off x="7810500" y="5715000"/>
            <a:ext cx="38100" cy="38100"/>
          </a:xfrm>
          <a:prstGeom prst="rect">
            <a:avLst/>
          </a:prstGeom>
          <a:solidFill>
            <a:srgbClr val="CED7E6"/>
          </a:solidFill>
          <a:ln>
            <a:noFill/>
          </a:ln>
        </p:spPr>
      </p:sp>
      <p:sp>
        <p:nvSpPr>
          <p:cNvPr id="67" name="wm.library-whiteboard.002.003.003"/>
          <p:cNvSpPr/>
          <p:nvPr/>
        </p:nvSpPr>
        <p:spPr>
          <a:xfrm>
            <a:off x="7810500" y="5943600"/>
            <a:ext cx="38100" cy="38100"/>
          </a:xfrm>
          <a:prstGeom prst="rect">
            <a:avLst/>
          </a:prstGeom>
          <a:solidFill>
            <a:srgbClr val="CED7E6"/>
          </a:solidFill>
          <a:ln>
            <a:noFill/>
          </a:ln>
        </p:spPr>
      </p:sp>
      <p:sp>
        <p:nvSpPr>
          <p:cNvPr id="68" name="wm.library-whiteboard.002.004.001"/>
          <p:cNvSpPr/>
          <p:nvPr/>
        </p:nvSpPr>
        <p:spPr>
          <a:xfrm>
            <a:off x="8039100" y="5486400"/>
            <a:ext cx="38100" cy="38100"/>
          </a:xfrm>
          <a:prstGeom prst="rect">
            <a:avLst/>
          </a:prstGeom>
          <a:solidFill>
            <a:srgbClr val="CED7E6"/>
          </a:solidFill>
          <a:ln>
            <a:noFill/>
          </a:ln>
        </p:spPr>
      </p:sp>
      <p:sp>
        <p:nvSpPr>
          <p:cNvPr id="69" name="wm.library-whiteboard.002.004.002"/>
          <p:cNvSpPr/>
          <p:nvPr/>
        </p:nvSpPr>
        <p:spPr>
          <a:xfrm>
            <a:off x="8039100" y="5715000"/>
            <a:ext cx="38100" cy="38100"/>
          </a:xfrm>
          <a:prstGeom prst="rect">
            <a:avLst/>
          </a:prstGeom>
          <a:solidFill>
            <a:srgbClr val="CED7E6"/>
          </a:solidFill>
          <a:ln>
            <a:noFill/>
          </a:ln>
        </p:spPr>
      </p:sp>
      <p:sp>
        <p:nvSpPr>
          <p:cNvPr id="70" name="wm.library-whiteboard.002.004.003"/>
          <p:cNvSpPr/>
          <p:nvPr/>
        </p:nvSpPr>
        <p:spPr>
          <a:xfrm>
            <a:off x="8039100" y="5943600"/>
            <a:ext cx="38100" cy="38100"/>
          </a:xfrm>
          <a:prstGeom prst="rect">
            <a:avLst/>
          </a:prstGeom>
          <a:solidFill>
            <a:srgbClr val="CED7E6"/>
          </a:solidFill>
          <a:ln>
            <a:noFill/>
          </a:ln>
        </p:spPr>
      </p:sp>
      <p:sp>
        <p:nvSpPr>
          <p:cNvPr id="71" name="wm.library-whiteboard.002.005.001"/>
          <p:cNvSpPr/>
          <p:nvPr/>
        </p:nvSpPr>
        <p:spPr>
          <a:xfrm>
            <a:off x="8267700" y="5486400"/>
            <a:ext cx="38100" cy="38100"/>
          </a:xfrm>
          <a:prstGeom prst="rect">
            <a:avLst/>
          </a:prstGeom>
          <a:solidFill>
            <a:srgbClr val="CED7E6"/>
          </a:solidFill>
          <a:ln>
            <a:noFill/>
          </a:ln>
        </p:spPr>
      </p:sp>
      <p:sp>
        <p:nvSpPr>
          <p:cNvPr id="72" name="wm.library-whiteboard.002.005.002"/>
          <p:cNvSpPr/>
          <p:nvPr/>
        </p:nvSpPr>
        <p:spPr>
          <a:xfrm>
            <a:off x="8267700" y="5715000"/>
            <a:ext cx="38100" cy="38100"/>
          </a:xfrm>
          <a:prstGeom prst="rect">
            <a:avLst/>
          </a:prstGeom>
          <a:solidFill>
            <a:srgbClr val="CED7E6"/>
          </a:solidFill>
          <a:ln>
            <a:noFill/>
          </a:ln>
        </p:spPr>
      </p:sp>
      <p:sp>
        <p:nvSpPr>
          <p:cNvPr id="73" name="wm.library-whiteboard.002.005.003"/>
          <p:cNvSpPr/>
          <p:nvPr/>
        </p:nvSpPr>
        <p:spPr>
          <a:xfrm>
            <a:off x="8267700" y="5943600"/>
            <a:ext cx="38100" cy="38100"/>
          </a:xfrm>
          <a:prstGeom prst="rect">
            <a:avLst/>
          </a:prstGeom>
          <a:solidFill>
            <a:srgbClr val="CED7E6"/>
          </a:solidFill>
          <a:ln>
            <a:noFill/>
          </a:ln>
        </p:spPr>
      </p:sp>
      <p:sp>
        <p:nvSpPr>
          <p:cNvPr id="74" name="wm.library-whiteboard.002.006.001"/>
          <p:cNvSpPr/>
          <p:nvPr/>
        </p:nvSpPr>
        <p:spPr>
          <a:xfrm>
            <a:off x="8496300" y="5486400"/>
            <a:ext cx="38100" cy="38100"/>
          </a:xfrm>
          <a:prstGeom prst="rect">
            <a:avLst/>
          </a:prstGeom>
          <a:solidFill>
            <a:srgbClr val="CED7E6"/>
          </a:solidFill>
          <a:ln>
            <a:noFill/>
          </a:ln>
        </p:spPr>
      </p:sp>
      <p:sp>
        <p:nvSpPr>
          <p:cNvPr id="75" name="wm.library-whiteboard.002.006.002"/>
          <p:cNvSpPr/>
          <p:nvPr/>
        </p:nvSpPr>
        <p:spPr>
          <a:xfrm>
            <a:off x="8496300" y="5715000"/>
            <a:ext cx="38100" cy="38100"/>
          </a:xfrm>
          <a:prstGeom prst="rect">
            <a:avLst/>
          </a:prstGeom>
          <a:solidFill>
            <a:srgbClr val="CED7E6"/>
          </a:solidFill>
          <a:ln>
            <a:noFill/>
          </a:ln>
        </p:spPr>
      </p:sp>
      <p:sp>
        <p:nvSpPr>
          <p:cNvPr id="76" name="wm.library-whiteboard.002.006.003"/>
          <p:cNvSpPr/>
          <p:nvPr/>
        </p:nvSpPr>
        <p:spPr>
          <a:xfrm>
            <a:off x="8496300" y="5943600"/>
            <a:ext cx="38100" cy="38100"/>
          </a:xfrm>
          <a:prstGeom prst="rect">
            <a:avLst/>
          </a:prstGeom>
          <a:solidFill>
            <a:srgbClr val="CED7E6"/>
          </a:solidFill>
          <a:ln>
            <a:noFill/>
          </a:ln>
        </p:spPr>
      </p:sp>
      <p:sp>
        <p:nvSpPr>
          <p:cNvPr id="77" name="wm.library-whiteboard.002.007.001"/>
          <p:cNvSpPr/>
          <p:nvPr/>
        </p:nvSpPr>
        <p:spPr>
          <a:xfrm>
            <a:off x="8724900" y="5486400"/>
            <a:ext cx="38100" cy="38100"/>
          </a:xfrm>
          <a:prstGeom prst="rect">
            <a:avLst/>
          </a:prstGeom>
          <a:solidFill>
            <a:srgbClr val="CED7E6"/>
          </a:solidFill>
          <a:ln>
            <a:noFill/>
          </a:ln>
        </p:spPr>
      </p:sp>
      <p:sp>
        <p:nvSpPr>
          <p:cNvPr id="78" name="wm.library-whiteboard.002.007.002"/>
          <p:cNvSpPr/>
          <p:nvPr/>
        </p:nvSpPr>
        <p:spPr>
          <a:xfrm>
            <a:off x="8724900" y="5715000"/>
            <a:ext cx="38100" cy="38100"/>
          </a:xfrm>
          <a:prstGeom prst="rect">
            <a:avLst/>
          </a:prstGeom>
          <a:solidFill>
            <a:srgbClr val="CED7E6"/>
          </a:solidFill>
          <a:ln>
            <a:noFill/>
          </a:ln>
        </p:spPr>
      </p:sp>
      <p:sp>
        <p:nvSpPr>
          <p:cNvPr id="79" name="wm.library-whiteboard.002.007.003"/>
          <p:cNvSpPr/>
          <p:nvPr/>
        </p:nvSpPr>
        <p:spPr>
          <a:xfrm>
            <a:off x="8724900" y="5943600"/>
            <a:ext cx="38100" cy="38100"/>
          </a:xfrm>
          <a:prstGeom prst="rect">
            <a:avLst/>
          </a:prstGeom>
          <a:solidFill>
            <a:srgbClr val="CED7E6"/>
          </a:solidFill>
          <a:ln>
            <a:noFill/>
          </a:ln>
        </p:spPr>
      </p:sp>
      <p:sp>
        <p:nvSpPr>
          <p:cNvPr id="80" name="wm.library-whiteboard.002.008.001"/>
          <p:cNvSpPr/>
          <p:nvPr/>
        </p:nvSpPr>
        <p:spPr>
          <a:xfrm>
            <a:off x="8953500" y="5486400"/>
            <a:ext cx="38100" cy="38100"/>
          </a:xfrm>
          <a:prstGeom prst="rect">
            <a:avLst/>
          </a:prstGeom>
          <a:solidFill>
            <a:srgbClr val="CED7E6"/>
          </a:solidFill>
          <a:ln>
            <a:noFill/>
          </a:ln>
        </p:spPr>
      </p:sp>
      <p:sp>
        <p:nvSpPr>
          <p:cNvPr id="81" name="wm.library-whiteboard.002.008.002"/>
          <p:cNvSpPr/>
          <p:nvPr/>
        </p:nvSpPr>
        <p:spPr>
          <a:xfrm>
            <a:off x="8953500" y="5715000"/>
            <a:ext cx="38100" cy="38100"/>
          </a:xfrm>
          <a:prstGeom prst="rect">
            <a:avLst/>
          </a:prstGeom>
          <a:solidFill>
            <a:srgbClr val="CED7E6"/>
          </a:solidFill>
          <a:ln>
            <a:noFill/>
          </a:ln>
        </p:spPr>
      </p:sp>
      <p:sp>
        <p:nvSpPr>
          <p:cNvPr id="82" name="wm.library-whiteboard.002.008.003"/>
          <p:cNvSpPr/>
          <p:nvPr/>
        </p:nvSpPr>
        <p:spPr>
          <a:xfrm>
            <a:off x="8953500" y="5943600"/>
            <a:ext cx="38100" cy="38100"/>
          </a:xfrm>
          <a:prstGeom prst="rect">
            <a:avLst/>
          </a:prstGeom>
          <a:solidFill>
            <a:srgbClr val="CED7E6"/>
          </a:solidFill>
          <a:ln>
            <a:noFill/>
          </a:ln>
        </p:spPr>
      </p:sp>
      <p:sp>
        <p:nvSpPr>
          <p:cNvPr id="83" name="wm.library-whiteboard.002.009.001"/>
          <p:cNvSpPr/>
          <p:nvPr/>
        </p:nvSpPr>
        <p:spPr>
          <a:xfrm>
            <a:off x="9182100" y="5486400"/>
            <a:ext cx="38100" cy="38100"/>
          </a:xfrm>
          <a:prstGeom prst="rect">
            <a:avLst/>
          </a:prstGeom>
          <a:solidFill>
            <a:srgbClr val="CED7E6"/>
          </a:solidFill>
          <a:ln>
            <a:noFill/>
          </a:ln>
        </p:spPr>
      </p:sp>
      <p:sp>
        <p:nvSpPr>
          <p:cNvPr id="84" name="wm.library-whiteboard.002.009.002"/>
          <p:cNvSpPr/>
          <p:nvPr/>
        </p:nvSpPr>
        <p:spPr>
          <a:xfrm>
            <a:off x="9182100" y="5715000"/>
            <a:ext cx="38100" cy="38100"/>
          </a:xfrm>
          <a:prstGeom prst="rect">
            <a:avLst/>
          </a:prstGeom>
          <a:solidFill>
            <a:srgbClr val="CED7E6"/>
          </a:solidFill>
          <a:ln>
            <a:noFill/>
          </a:ln>
        </p:spPr>
      </p:sp>
      <p:sp>
        <p:nvSpPr>
          <p:cNvPr id="85" name="wm.library-whiteboard.002.009.003"/>
          <p:cNvSpPr/>
          <p:nvPr/>
        </p:nvSpPr>
        <p:spPr>
          <a:xfrm>
            <a:off x="9182100" y="5943600"/>
            <a:ext cx="38100" cy="38100"/>
          </a:xfrm>
          <a:prstGeom prst="rect">
            <a:avLst/>
          </a:prstGeom>
          <a:solidFill>
            <a:srgbClr val="CED7E6"/>
          </a:solidFill>
          <a:ln>
            <a:noFill/>
          </a:ln>
        </p:spPr>
      </p:sp>
      <p:sp>
        <p:nvSpPr>
          <p:cNvPr id="86" name="wm.library-whiteboard.002.010.001"/>
          <p:cNvSpPr/>
          <p:nvPr/>
        </p:nvSpPr>
        <p:spPr>
          <a:xfrm>
            <a:off x="9410700" y="5486400"/>
            <a:ext cx="38100" cy="38100"/>
          </a:xfrm>
          <a:prstGeom prst="rect">
            <a:avLst/>
          </a:prstGeom>
          <a:solidFill>
            <a:srgbClr val="CED7E6"/>
          </a:solidFill>
          <a:ln>
            <a:noFill/>
          </a:ln>
        </p:spPr>
      </p:sp>
      <p:sp>
        <p:nvSpPr>
          <p:cNvPr id="87" name="wm.library-whiteboard.002.010.002"/>
          <p:cNvSpPr/>
          <p:nvPr/>
        </p:nvSpPr>
        <p:spPr>
          <a:xfrm>
            <a:off x="9410700" y="5715000"/>
            <a:ext cx="38100" cy="38100"/>
          </a:xfrm>
          <a:prstGeom prst="rect">
            <a:avLst/>
          </a:prstGeom>
          <a:solidFill>
            <a:srgbClr val="CED7E6"/>
          </a:solidFill>
          <a:ln>
            <a:noFill/>
          </a:ln>
        </p:spPr>
      </p:sp>
      <p:sp>
        <p:nvSpPr>
          <p:cNvPr id="88" name="wm.library-whiteboard.002.010.003"/>
          <p:cNvSpPr/>
          <p:nvPr/>
        </p:nvSpPr>
        <p:spPr>
          <a:xfrm>
            <a:off x="9410700" y="5943600"/>
            <a:ext cx="38100" cy="38100"/>
          </a:xfrm>
          <a:prstGeom prst="rect">
            <a:avLst/>
          </a:prstGeom>
          <a:solidFill>
            <a:srgbClr val="CED7E6"/>
          </a:solidFill>
          <a:ln>
            <a:noFill/>
          </a:ln>
        </p:spPr>
      </p:sp>
      <p:sp>
        <p:nvSpPr>
          <p:cNvPr id="89" name="wm.library-whiteboard.002.011.001"/>
          <p:cNvSpPr/>
          <p:nvPr/>
        </p:nvSpPr>
        <p:spPr>
          <a:xfrm>
            <a:off x="9639300" y="5486400"/>
            <a:ext cx="38100" cy="38100"/>
          </a:xfrm>
          <a:prstGeom prst="rect">
            <a:avLst/>
          </a:prstGeom>
          <a:solidFill>
            <a:srgbClr val="CED7E6"/>
          </a:solidFill>
          <a:ln>
            <a:noFill/>
          </a:ln>
        </p:spPr>
      </p:sp>
      <p:sp>
        <p:nvSpPr>
          <p:cNvPr id="90" name="wm.library-whiteboard.002.011.002"/>
          <p:cNvSpPr/>
          <p:nvPr/>
        </p:nvSpPr>
        <p:spPr>
          <a:xfrm>
            <a:off x="9639300" y="5715000"/>
            <a:ext cx="38100" cy="38100"/>
          </a:xfrm>
          <a:prstGeom prst="rect">
            <a:avLst/>
          </a:prstGeom>
          <a:solidFill>
            <a:srgbClr val="CED7E6"/>
          </a:solidFill>
          <a:ln>
            <a:noFill/>
          </a:ln>
        </p:spPr>
      </p:sp>
      <p:sp>
        <p:nvSpPr>
          <p:cNvPr id="91" name="wm.library-whiteboard.002.011.003"/>
          <p:cNvSpPr/>
          <p:nvPr/>
        </p:nvSpPr>
        <p:spPr>
          <a:xfrm>
            <a:off x="9639300" y="5943600"/>
            <a:ext cx="38100" cy="38100"/>
          </a:xfrm>
          <a:prstGeom prst="rect">
            <a:avLst/>
          </a:prstGeom>
          <a:solidFill>
            <a:srgbClr val="CED7E6"/>
          </a:solidFill>
          <a:ln>
            <a:noFill/>
          </a:ln>
        </p:spPr>
      </p:sp>
      <p:sp>
        <p:nvSpPr>
          <p:cNvPr id="92" name="wm.library-whiteboard.002.012.001"/>
          <p:cNvSpPr/>
          <p:nvPr/>
        </p:nvSpPr>
        <p:spPr>
          <a:xfrm>
            <a:off x="9867900" y="5486400"/>
            <a:ext cx="38100" cy="38100"/>
          </a:xfrm>
          <a:prstGeom prst="rect">
            <a:avLst/>
          </a:prstGeom>
          <a:solidFill>
            <a:srgbClr val="CED7E6"/>
          </a:solidFill>
          <a:ln>
            <a:noFill/>
          </a:ln>
        </p:spPr>
      </p:sp>
      <p:sp>
        <p:nvSpPr>
          <p:cNvPr id="93" name="wm.library-whiteboard.002.012.002"/>
          <p:cNvSpPr/>
          <p:nvPr/>
        </p:nvSpPr>
        <p:spPr>
          <a:xfrm>
            <a:off x="9867900" y="5715000"/>
            <a:ext cx="38100" cy="38100"/>
          </a:xfrm>
          <a:prstGeom prst="rect">
            <a:avLst/>
          </a:prstGeom>
          <a:solidFill>
            <a:srgbClr val="CED7E6"/>
          </a:solidFill>
          <a:ln>
            <a:noFill/>
          </a:ln>
        </p:spPr>
      </p:sp>
      <p:sp>
        <p:nvSpPr>
          <p:cNvPr id="94" name="wm.library-whiteboard.002.012.003"/>
          <p:cNvSpPr/>
          <p:nvPr/>
        </p:nvSpPr>
        <p:spPr>
          <a:xfrm>
            <a:off x="9867900" y="5943600"/>
            <a:ext cx="38100" cy="38100"/>
          </a:xfrm>
          <a:prstGeom prst="rect">
            <a:avLst/>
          </a:prstGeom>
          <a:solidFill>
            <a:srgbClr val="CED7E6"/>
          </a:solidFill>
          <a:ln>
            <a:noFill/>
          </a:ln>
        </p:spPr>
      </p:sp>
      <p:sp>
        <p:nvSpPr>
          <p:cNvPr id="95" name="wm.library-whiteboard.002.013.001"/>
          <p:cNvSpPr/>
          <p:nvPr/>
        </p:nvSpPr>
        <p:spPr>
          <a:xfrm>
            <a:off x="10096500" y="5486400"/>
            <a:ext cx="38100" cy="38100"/>
          </a:xfrm>
          <a:prstGeom prst="rect">
            <a:avLst/>
          </a:prstGeom>
          <a:solidFill>
            <a:srgbClr val="CED7E6"/>
          </a:solidFill>
          <a:ln>
            <a:noFill/>
          </a:ln>
        </p:spPr>
      </p:sp>
      <p:sp>
        <p:nvSpPr>
          <p:cNvPr id="96" name="wm.library-whiteboard.002.013.002"/>
          <p:cNvSpPr/>
          <p:nvPr/>
        </p:nvSpPr>
        <p:spPr>
          <a:xfrm>
            <a:off x="10096500" y="5715000"/>
            <a:ext cx="38100" cy="38100"/>
          </a:xfrm>
          <a:prstGeom prst="rect">
            <a:avLst/>
          </a:prstGeom>
          <a:solidFill>
            <a:srgbClr val="CED7E6"/>
          </a:solidFill>
          <a:ln>
            <a:noFill/>
          </a:ln>
        </p:spPr>
      </p:sp>
      <p:sp>
        <p:nvSpPr>
          <p:cNvPr id="97" name="wm.library-whiteboard.002.013.003"/>
          <p:cNvSpPr/>
          <p:nvPr/>
        </p:nvSpPr>
        <p:spPr>
          <a:xfrm>
            <a:off x="10096500" y="5943600"/>
            <a:ext cx="38100" cy="38100"/>
          </a:xfrm>
          <a:prstGeom prst="rect">
            <a:avLst/>
          </a:prstGeom>
          <a:solidFill>
            <a:srgbClr val="CED7E6"/>
          </a:solidFill>
          <a:ln>
            <a:noFill/>
          </a:ln>
        </p:spPr>
      </p:sp>
      <p:sp>
        <p:nvSpPr>
          <p:cNvPr id="98" name="wm.library-whiteboard.002.014.001"/>
          <p:cNvSpPr/>
          <p:nvPr/>
        </p:nvSpPr>
        <p:spPr>
          <a:xfrm>
            <a:off x="10325100" y="5486400"/>
            <a:ext cx="38100" cy="38100"/>
          </a:xfrm>
          <a:prstGeom prst="rect">
            <a:avLst/>
          </a:prstGeom>
          <a:solidFill>
            <a:srgbClr val="CED7E6"/>
          </a:solidFill>
          <a:ln>
            <a:noFill/>
          </a:ln>
        </p:spPr>
      </p:sp>
      <p:sp>
        <p:nvSpPr>
          <p:cNvPr id="99" name="wm.library-whiteboard.002.014.002"/>
          <p:cNvSpPr/>
          <p:nvPr/>
        </p:nvSpPr>
        <p:spPr>
          <a:xfrm>
            <a:off x="10325100" y="5715000"/>
            <a:ext cx="38100" cy="38100"/>
          </a:xfrm>
          <a:prstGeom prst="rect">
            <a:avLst/>
          </a:prstGeom>
          <a:solidFill>
            <a:srgbClr val="CED7E6"/>
          </a:solidFill>
          <a:ln>
            <a:noFill/>
          </a:ln>
        </p:spPr>
      </p:sp>
      <p:sp>
        <p:nvSpPr>
          <p:cNvPr id="100" name="wm.library-whiteboard.002.014.003"/>
          <p:cNvSpPr/>
          <p:nvPr/>
        </p:nvSpPr>
        <p:spPr>
          <a:xfrm>
            <a:off x="10325100" y="5943600"/>
            <a:ext cx="38100" cy="38100"/>
          </a:xfrm>
          <a:prstGeom prst="rect">
            <a:avLst/>
          </a:prstGeom>
          <a:solidFill>
            <a:srgbClr val="CED7E6"/>
          </a:solidFill>
          <a:ln>
            <a:noFill/>
          </a:ln>
        </p:spPr>
      </p:sp>
      <p:sp>
        <p:nvSpPr>
          <p:cNvPr id="101" name="wm.library-whiteboard.002.015.001"/>
          <p:cNvSpPr/>
          <p:nvPr/>
        </p:nvSpPr>
        <p:spPr>
          <a:xfrm>
            <a:off x="10553700" y="5486400"/>
            <a:ext cx="38100" cy="38100"/>
          </a:xfrm>
          <a:prstGeom prst="rect">
            <a:avLst/>
          </a:prstGeom>
          <a:solidFill>
            <a:srgbClr val="CED7E6"/>
          </a:solidFill>
          <a:ln>
            <a:noFill/>
          </a:ln>
        </p:spPr>
      </p:sp>
      <p:sp>
        <p:nvSpPr>
          <p:cNvPr id="102" name="wm.library-whiteboard.002.015.002"/>
          <p:cNvSpPr/>
          <p:nvPr/>
        </p:nvSpPr>
        <p:spPr>
          <a:xfrm>
            <a:off x="10553700" y="5715000"/>
            <a:ext cx="38100" cy="38100"/>
          </a:xfrm>
          <a:prstGeom prst="rect">
            <a:avLst/>
          </a:prstGeom>
          <a:solidFill>
            <a:srgbClr val="CED7E6"/>
          </a:solidFill>
          <a:ln>
            <a:noFill/>
          </a:ln>
        </p:spPr>
      </p:sp>
      <p:sp>
        <p:nvSpPr>
          <p:cNvPr id="103" name="wm.library-whiteboard.002.015.003"/>
          <p:cNvSpPr/>
          <p:nvPr/>
        </p:nvSpPr>
        <p:spPr>
          <a:xfrm>
            <a:off x="10553700" y="5943600"/>
            <a:ext cx="38100" cy="38100"/>
          </a:xfrm>
          <a:prstGeom prst="rect">
            <a:avLst/>
          </a:prstGeom>
          <a:solidFill>
            <a:srgbClr val="CED7E6"/>
          </a:solidFill>
          <a:ln>
            <a:noFill/>
          </a:ln>
        </p:spPr>
      </p:sp>
      <p:sp>
        <p:nvSpPr>
          <p:cNvPr id="104" name="wm.library-whiteboard.002.016.001"/>
          <p:cNvSpPr/>
          <p:nvPr/>
        </p:nvSpPr>
        <p:spPr>
          <a:xfrm>
            <a:off x="10782300" y="5486400"/>
            <a:ext cx="38100" cy="38100"/>
          </a:xfrm>
          <a:prstGeom prst="rect">
            <a:avLst/>
          </a:prstGeom>
          <a:solidFill>
            <a:srgbClr val="CED7E6"/>
          </a:solidFill>
          <a:ln>
            <a:noFill/>
          </a:ln>
        </p:spPr>
      </p:sp>
      <p:sp>
        <p:nvSpPr>
          <p:cNvPr id="105" name="wm.library-whiteboard.002.016.002"/>
          <p:cNvSpPr/>
          <p:nvPr/>
        </p:nvSpPr>
        <p:spPr>
          <a:xfrm>
            <a:off x="10782300" y="5715000"/>
            <a:ext cx="38100" cy="38100"/>
          </a:xfrm>
          <a:prstGeom prst="rect">
            <a:avLst/>
          </a:prstGeom>
          <a:solidFill>
            <a:srgbClr val="CED7E6"/>
          </a:solidFill>
          <a:ln>
            <a:noFill/>
          </a:ln>
        </p:spPr>
      </p:sp>
      <p:sp>
        <p:nvSpPr>
          <p:cNvPr id="106" name="wm.library-whiteboard.002.016.003"/>
          <p:cNvSpPr/>
          <p:nvPr/>
        </p:nvSpPr>
        <p:spPr>
          <a:xfrm>
            <a:off x="10782300" y="5943600"/>
            <a:ext cx="38100" cy="38100"/>
          </a:xfrm>
          <a:prstGeom prst="rect">
            <a:avLst/>
          </a:prstGeom>
          <a:solidFill>
            <a:srgbClr val="CED7E6"/>
          </a:solidFill>
          <a:ln>
            <a:noFill/>
          </a:ln>
        </p:spPr>
      </p:sp>
      <p:sp>
        <p:nvSpPr>
          <p:cNvPr id="107" name="wm.library-whiteboard.002.017.001"/>
          <p:cNvSpPr/>
          <p:nvPr/>
        </p:nvSpPr>
        <p:spPr>
          <a:xfrm>
            <a:off x="11010900" y="5486400"/>
            <a:ext cx="38100" cy="38100"/>
          </a:xfrm>
          <a:prstGeom prst="rect">
            <a:avLst/>
          </a:prstGeom>
          <a:solidFill>
            <a:srgbClr val="CED7E6"/>
          </a:solidFill>
          <a:ln>
            <a:noFill/>
          </a:ln>
        </p:spPr>
      </p:sp>
      <p:sp>
        <p:nvSpPr>
          <p:cNvPr id="108" name="wm.library-whiteboard.002.017.002"/>
          <p:cNvSpPr/>
          <p:nvPr/>
        </p:nvSpPr>
        <p:spPr>
          <a:xfrm>
            <a:off x="11010900" y="5715000"/>
            <a:ext cx="38100" cy="38100"/>
          </a:xfrm>
          <a:prstGeom prst="rect">
            <a:avLst/>
          </a:prstGeom>
          <a:solidFill>
            <a:srgbClr val="CED7E6"/>
          </a:solidFill>
          <a:ln>
            <a:noFill/>
          </a:ln>
        </p:spPr>
      </p:sp>
      <p:sp>
        <p:nvSpPr>
          <p:cNvPr id="109" name="wm.library-whiteboard.002.017.003"/>
          <p:cNvSpPr/>
          <p:nvPr/>
        </p:nvSpPr>
        <p:spPr>
          <a:xfrm>
            <a:off x="11010900" y="5943600"/>
            <a:ext cx="38100" cy="38100"/>
          </a:xfrm>
          <a:prstGeom prst="rect">
            <a:avLst/>
          </a:prstGeom>
          <a:solidFill>
            <a:srgbClr val="CED7E6"/>
          </a:solidFill>
          <a:ln>
            <a:noFill/>
          </a:ln>
        </p:spPr>
      </p:sp>
      <p:sp>
        <p:nvSpPr>
          <p:cNvPr id="110" name="wm.library-whiteboard.002.018.001"/>
          <p:cNvSpPr/>
          <p:nvPr/>
        </p:nvSpPr>
        <p:spPr>
          <a:xfrm>
            <a:off x="11239500" y="5486400"/>
            <a:ext cx="38100" cy="38100"/>
          </a:xfrm>
          <a:prstGeom prst="rect">
            <a:avLst/>
          </a:prstGeom>
          <a:solidFill>
            <a:srgbClr val="CED7E6"/>
          </a:solidFill>
          <a:ln>
            <a:noFill/>
          </a:ln>
        </p:spPr>
      </p:sp>
      <p:sp>
        <p:nvSpPr>
          <p:cNvPr id="111" name="wm.library-whiteboard.002.018.002"/>
          <p:cNvSpPr/>
          <p:nvPr/>
        </p:nvSpPr>
        <p:spPr>
          <a:xfrm>
            <a:off x="11239500" y="5715000"/>
            <a:ext cx="38100" cy="38100"/>
          </a:xfrm>
          <a:prstGeom prst="rect">
            <a:avLst/>
          </a:prstGeom>
          <a:solidFill>
            <a:srgbClr val="CED7E6"/>
          </a:solidFill>
          <a:ln>
            <a:noFill/>
          </a:ln>
        </p:spPr>
      </p:sp>
      <p:sp>
        <p:nvSpPr>
          <p:cNvPr id="112" name="wm.library-whiteboard.002.018.003"/>
          <p:cNvSpPr/>
          <p:nvPr/>
        </p:nvSpPr>
        <p:spPr>
          <a:xfrm>
            <a:off x="11239500" y="5943600"/>
            <a:ext cx="38100" cy="38100"/>
          </a:xfrm>
          <a:prstGeom prst="rect">
            <a:avLst/>
          </a:prstGeom>
          <a:solidFill>
            <a:srgbClr val="CED7E6"/>
          </a:solidFill>
          <a:ln>
            <a:noFill/>
          </a:ln>
        </p:spPr>
      </p:sp>
      <p:sp>
        <p:nvSpPr>
          <p:cNvPr id="113" name="wm.library-whiteboard.002.019.001"/>
          <p:cNvSpPr/>
          <p:nvPr/>
        </p:nvSpPr>
        <p:spPr>
          <a:xfrm>
            <a:off x="11468100" y="5486400"/>
            <a:ext cx="38100" cy="38100"/>
          </a:xfrm>
          <a:prstGeom prst="rect">
            <a:avLst/>
          </a:prstGeom>
          <a:solidFill>
            <a:srgbClr val="CED7E6"/>
          </a:solidFill>
          <a:ln>
            <a:noFill/>
          </a:ln>
        </p:spPr>
      </p:sp>
      <p:sp>
        <p:nvSpPr>
          <p:cNvPr id="114" name="wm.library-whiteboard.002.019.002"/>
          <p:cNvSpPr/>
          <p:nvPr/>
        </p:nvSpPr>
        <p:spPr>
          <a:xfrm>
            <a:off x="11468100" y="5715000"/>
            <a:ext cx="38100" cy="38100"/>
          </a:xfrm>
          <a:prstGeom prst="rect">
            <a:avLst/>
          </a:prstGeom>
          <a:solidFill>
            <a:srgbClr val="CED7E6"/>
          </a:solidFill>
          <a:ln>
            <a:noFill/>
          </a:ln>
        </p:spPr>
      </p:sp>
      <p:sp>
        <p:nvSpPr>
          <p:cNvPr id="115" name="wm.library-whiteboard.002.019.003"/>
          <p:cNvSpPr/>
          <p:nvPr/>
        </p:nvSpPr>
        <p:spPr>
          <a:xfrm>
            <a:off x="11468100" y="5943600"/>
            <a:ext cx="38100" cy="38100"/>
          </a:xfrm>
          <a:prstGeom prst="rect">
            <a:avLst/>
          </a:prstGeom>
          <a:solidFill>
            <a:srgbClr val="CED7E6"/>
          </a:solidFill>
          <a:ln>
            <a:noFill/>
          </a:ln>
        </p:spPr>
      </p:sp>
      <p:sp>
        <p:nvSpPr>
          <p:cNvPr id="118"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a:t>
            </a:fld>
            <a:endParaRPr lang="en-US" sz="700" spc="0" kern="0" b="0" i="0" dirty="0">
              <a:solidFill>
                <a:srgbClr val="070154"/>
              </a:solidFill>
              <a:latin typeface="IBM Plex Mono SemiBold"/>
              <a:ea typeface="IBM Plex Mono SemiBold"/>
              <a:cs typeface="IBM Plex Mono SemiBold"/>
            </a:endParaRPr>
          </a:p>
        </p:txBody>
      </p:sp>
      <p:grpSp>
        <p:nvGrpSpPr>
          <p:cNvPr id="125" name="node01"/>
          <p:cNvGrpSpPr/>
          <p:nvPr/>
        </p:nvGrpSpPr>
        <p:grpSpPr>
          <a:xfrm>
            <a:off x="0" y="914400"/>
            <a:ext cx="7124700" cy="5029200"/>
            <a:chOff x="0" y="914400"/>
            <a:chExt cx="7124700" cy="5029200"/>
          </a:xfrm>
        </p:grpSpPr>
        <p:sp>
          <p:nvSpPr>
            <p:cNvPr id="119" name="node01.surface"/>
            <p:cNvSpPr/>
            <p:nvPr/>
          </p:nvSpPr>
          <p:spPr>
            <a:xfrm>
              <a:off x="0" y="914400"/>
              <a:ext cx="7124700" cy="5029200"/>
            </a:xfrm>
            <a:prstGeom prst="rect">
              <a:avLst/>
            </a:prstGeom>
            <a:solidFill>
              <a:srgbClr val="070154"/>
            </a:solidFill>
            <a:ln>
              <a:noFill/>
            </a:ln>
          </p:spPr>
        </p:sp>
      </p:grpSp>
      <p:sp>
        <p:nvSpPr>
          <p:cNvPr id="120" name="node02"/>
          <p:cNvSpPr/>
          <p:nvPr/>
        </p:nvSpPr>
        <p:spPr>
          <a:xfrm>
            <a:off x="7048500" y="914400"/>
            <a:ext cx="76200" cy="5029200"/>
          </a:xfrm>
          <a:prstGeom prst="rect">
            <a:avLst/>
          </a:prstGeom>
          <a:solidFill>
            <a:srgbClr val="F900D3"/>
          </a:solidFill>
          <a:ln>
            <a:noFill/>
          </a:ln>
        </p:spPr>
      </p:sp>
      <p:grpSp>
        <p:nvGrpSpPr>
          <p:cNvPr id="126" name="node03"/>
          <p:cNvGrpSpPr/>
          <p:nvPr/>
        </p:nvGrpSpPr>
        <p:grpSpPr>
          <a:xfrm>
            <a:off x="723900" y="1371600"/>
            <a:ext cx="5257800" cy="152400"/>
            <a:chOff x="723900" y="1371600"/>
            <a:chExt cx="5257800" cy="152400"/>
          </a:xfrm>
        </p:grpSpPr>
        <p:sp>
          <p:nvSpPr>
            <p:cNvPr id="121" name="node03.text"/>
            <p:cNvSpPr/>
            <p:nvPr/>
          </p:nvSpPr>
          <p:spPr>
            <a:xfrm>
              <a:off x="723900" y="1371600"/>
              <a:ext cx="5257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DELIVERABLE</a:t>
              </a:r>
              <a:endParaRPr lang="en-US" sz="1000" spc="80" kern="0" b="0" i="0" dirty="0">
                <a:solidFill>
                  <a:srgbClr val="F900D3"/>
                </a:solidFill>
                <a:latin typeface="IBM Plex Mono SemiBold"/>
                <a:ea typeface="IBM Plex Mono SemiBold"/>
                <a:cs typeface="IBM Plex Mono SemiBold"/>
              </a:endParaRPr>
            </a:p>
          </p:txBody>
        </p:sp>
      </p:grpSp>
      <p:grpSp>
        <p:nvGrpSpPr>
          <p:cNvPr id="127" name="node04"/>
          <p:cNvGrpSpPr/>
          <p:nvPr/>
        </p:nvGrpSpPr>
        <p:grpSpPr>
          <a:xfrm>
            <a:off x="723900" y="1600200"/>
            <a:ext cx="2514600" cy="762000"/>
            <a:chOff x="723900" y="1600200"/>
            <a:chExt cx="2514600" cy="762000"/>
          </a:xfrm>
        </p:grpSpPr>
        <p:sp>
          <p:nvSpPr>
            <p:cNvPr id="122" name="node04.text"/>
            <p:cNvSpPr/>
            <p:nvPr/>
          </p:nvSpPr>
          <p:spPr>
            <a:xfrm>
              <a:off x="723900" y="1600200"/>
              <a:ext cx="2514600" cy="762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03</a:t>
              </a:r>
              <a:endParaRPr lang="en-US" sz="5400" spc="-135" kern="0" b="0" i="0" dirty="0">
                <a:solidFill>
                  <a:srgbClr val="FFFFFF"/>
                </a:solidFill>
                <a:latin typeface="IBM Plex Sans SemiBold"/>
                <a:ea typeface="IBM Plex Sans SemiBold"/>
                <a:cs typeface="IBM Plex Sans SemiBold"/>
              </a:endParaRPr>
            </a:p>
          </p:txBody>
        </p:sp>
      </p:grpSp>
      <p:grpSp>
        <p:nvGrpSpPr>
          <p:cNvPr id="128" name="node05"/>
          <p:cNvGrpSpPr/>
          <p:nvPr/>
        </p:nvGrpSpPr>
        <p:grpSpPr>
          <a:xfrm>
            <a:off x="723900" y="4343400"/>
            <a:ext cx="5943600" cy="914400"/>
            <a:chOff x="723900" y="4343400"/>
            <a:chExt cx="5943600" cy="914400"/>
          </a:xfrm>
        </p:grpSpPr>
        <p:sp>
          <p:nvSpPr>
            <p:cNvPr id="123" name="node05.text"/>
            <p:cNvSpPr/>
            <p:nvPr/>
          </p:nvSpPr>
          <p:spPr>
            <a:xfrm>
              <a:off x="723900" y="4343400"/>
              <a:ext cx="5943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Recommendations and</a:t>
              </a:r>
              <a:endParaRPr lang="en-US" sz="3200" spc="-64" kern="0" b="0" i="0" dirty="0">
                <a:solidFill>
                  <a:srgbClr val="FFFFFF"/>
                </a:solidFill>
                <a:latin typeface="IBM Plex Sans SemiBold"/>
                <a:ea typeface="IBM Plex Sans SemiBold"/>
                <a:cs typeface="IBM Plex Sans SemiBold"/>
              </a:endParaRPr>
            </a:p>
            <a:p>
              <a:pPr algn="l" indent="0" marL="0">
                <a:lnSpc>
                  <a:spcPts val="3600"/>
                </a:lnSpc>
                <a:buNone/>
              </a:pPr>
              <a:r>
                <a:rPr lang="en-US" sz="3200" spc="-64" kern="0" b="0" i="0" dirty="0">
                  <a:solidFill>
                    <a:srgbClr val="FFFFFF"/>
                  </a:solidFill>
                  <a:latin typeface="IBM Plex Sans SemiBold"/>
                  <a:ea typeface="IBM Plex Sans SemiBold"/>
                  <a:cs typeface="IBM Plex Sans SemiBold"/>
                </a:rPr>
                <a:t>activation roadmap</a:t>
              </a:r>
              <a:endParaRPr lang="en-US" sz="3200" spc="-64" kern="0" b="0" i="0" dirty="0">
                <a:solidFill>
                  <a:srgbClr val="FFFFFF"/>
                </a:solidFill>
                <a:latin typeface="IBM Plex Sans SemiBold"/>
                <a:ea typeface="IBM Plex Sans SemiBold"/>
                <a:cs typeface="IBM Plex Sans SemiBold"/>
              </a:endParaRPr>
            </a:p>
          </p:txBody>
        </p:sp>
      </p:grpSp>
      <p:grpSp>
        <p:nvGrpSpPr>
          <p:cNvPr id="129" name="node06"/>
          <p:cNvGrpSpPr/>
          <p:nvPr/>
        </p:nvGrpSpPr>
        <p:grpSpPr>
          <a:xfrm>
            <a:off x="7353300" y="1600200"/>
            <a:ext cx="4114800" cy="3657600"/>
            <a:chOff x="7353300" y="1600200"/>
            <a:chExt cx="4114800" cy="3657600"/>
          </a:xfrm>
        </p:grpSpPr>
        <p:pic>
          <p:nvPicPr>
            <p:cNvPr id="124" name="node06.image" descr="project:source-image32; canonical SHA256=3778f239f6d32794508911208c8533388b96a93b8d7f6bd6233e2893fa925d10">    </p:cNvPr>
            <p:cNvPicPr>
              <a:picLocks noChangeAspect="1"/>
            </p:cNvPicPr>
            <p:nvPr/>
          </p:nvPicPr>
          <p:blipFill>
            <a:blip r:embed="rId1"/>
            <a:srcRect l="0" r="0" t="4344" b="6516"/>
            <a:stretch/>
          </p:blipFill>
          <p:spPr>
            <a:xfrm>
              <a:off x="7353300" y="1600200"/>
              <a:ext cx="4114800" cy="3657600"/>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dxc-005">
    <p:spTree>
      <p:nvGrpSpPr>
        <p:cNvPr id="1" name=""/>
        <p:cNvGrpSpPr/>
        <p:nvPr/>
      </p:nvGrpSpPr>
      <p:grpSpPr>
        <a:xfrm>
          <a:off x="0" y="0"/>
          <a:ext cx="0" cy="0"/>
          <a:chOff x="0" y="0"/>
          <a:chExt cx="0" cy="0"/>
        </a:xfrm>
      </p:grpSpPr>
      <p:sp>
        <p:nvSpPr>
          <p:cNvPr id="2" name="wm.library-whiteboard.001.001.001"/>
          <p:cNvSpPr/>
          <p:nvPr/>
        </p:nvSpPr>
        <p:spPr>
          <a:xfrm>
            <a:off x="7353300" y="914400"/>
            <a:ext cx="38100" cy="38100"/>
          </a:xfrm>
          <a:prstGeom prst="rect">
            <a:avLst/>
          </a:prstGeom>
          <a:solidFill>
            <a:srgbClr val="CED7E6"/>
          </a:solidFill>
          <a:ln>
            <a:noFill/>
          </a:ln>
        </p:spPr>
      </p:sp>
      <p:sp>
        <p:nvSpPr>
          <p:cNvPr id="3" name="wm.library-whiteboard.001.001.002"/>
          <p:cNvSpPr/>
          <p:nvPr/>
        </p:nvSpPr>
        <p:spPr>
          <a:xfrm>
            <a:off x="7353300" y="1143000"/>
            <a:ext cx="38100" cy="38100"/>
          </a:xfrm>
          <a:prstGeom prst="rect">
            <a:avLst/>
          </a:prstGeom>
          <a:solidFill>
            <a:srgbClr val="CED7E6"/>
          </a:solidFill>
          <a:ln>
            <a:noFill/>
          </a:ln>
        </p:spPr>
      </p:sp>
      <p:sp>
        <p:nvSpPr>
          <p:cNvPr id="4" name="wm.library-whiteboard.001.001.003"/>
          <p:cNvSpPr/>
          <p:nvPr/>
        </p:nvSpPr>
        <p:spPr>
          <a:xfrm>
            <a:off x="7353300" y="1371600"/>
            <a:ext cx="38100" cy="38100"/>
          </a:xfrm>
          <a:prstGeom prst="rect">
            <a:avLst/>
          </a:prstGeom>
          <a:solidFill>
            <a:srgbClr val="CED7E6"/>
          </a:solidFill>
          <a:ln>
            <a:noFill/>
          </a:ln>
        </p:spPr>
      </p:sp>
      <p:sp>
        <p:nvSpPr>
          <p:cNvPr id="5" name="wm.library-whiteboard.001.002.001"/>
          <p:cNvSpPr/>
          <p:nvPr/>
        </p:nvSpPr>
        <p:spPr>
          <a:xfrm>
            <a:off x="7581900" y="914400"/>
            <a:ext cx="38100" cy="38100"/>
          </a:xfrm>
          <a:prstGeom prst="rect">
            <a:avLst/>
          </a:prstGeom>
          <a:solidFill>
            <a:srgbClr val="CED7E6"/>
          </a:solidFill>
          <a:ln>
            <a:noFill/>
          </a:ln>
        </p:spPr>
      </p:sp>
      <p:sp>
        <p:nvSpPr>
          <p:cNvPr id="6" name="wm.library-whiteboard.001.002.002"/>
          <p:cNvSpPr/>
          <p:nvPr/>
        </p:nvSpPr>
        <p:spPr>
          <a:xfrm>
            <a:off x="7581900" y="1143000"/>
            <a:ext cx="38100" cy="38100"/>
          </a:xfrm>
          <a:prstGeom prst="rect">
            <a:avLst/>
          </a:prstGeom>
          <a:solidFill>
            <a:srgbClr val="CED7E6"/>
          </a:solidFill>
          <a:ln>
            <a:noFill/>
          </a:ln>
        </p:spPr>
      </p:sp>
      <p:sp>
        <p:nvSpPr>
          <p:cNvPr id="7" name="wm.library-whiteboard.001.002.003"/>
          <p:cNvSpPr/>
          <p:nvPr/>
        </p:nvSpPr>
        <p:spPr>
          <a:xfrm>
            <a:off x="7581900" y="1371600"/>
            <a:ext cx="38100" cy="38100"/>
          </a:xfrm>
          <a:prstGeom prst="rect">
            <a:avLst/>
          </a:prstGeom>
          <a:solidFill>
            <a:srgbClr val="CED7E6"/>
          </a:solidFill>
          <a:ln>
            <a:noFill/>
          </a:ln>
        </p:spPr>
      </p:sp>
      <p:sp>
        <p:nvSpPr>
          <p:cNvPr id="8" name="wm.library-whiteboard.001.003.001"/>
          <p:cNvSpPr/>
          <p:nvPr/>
        </p:nvSpPr>
        <p:spPr>
          <a:xfrm>
            <a:off x="7810500" y="914400"/>
            <a:ext cx="38100" cy="38100"/>
          </a:xfrm>
          <a:prstGeom prst="rect">
            <a:avLst/>
          </a:prstGeom>
          <a:solidFill>
            <a:srgbClr val="CED7E6"/>
          </a:solidFill>
          <a:ln>
            <a:noFill/>
          </a:ln>
        </p:spPr>
      </p:sp>
      <p:sp>
        <p:nvSpPr>
          <p:cNvPr id="9" name="wm.library-whiteboard.001.003.002"/>
          <p:cNvSpPr/>
          <p:nvPr/>
        </p:nvSpPr>
        <p:spPr>
          <a:xfrm>
            <a:off x="7810500" y="1143000"/>
            <a:ext cx="38100" cy="38100"/>
          </a:xfrm>
          <a:prstGeom prst="rect">
            <a:avLst/>
          </a:prstGeom>
          <a:solidFill>
            <a:srgbClr val="CED7E6"/>
          </a:solidFill>
          <a:ln>
            <a:noFill/>
          </a:ln>
        </p:spPr>
      </p:sp>
      <p:sp>
        <p:nvSpPr>
          <p:cNvPr id="10" name="wm.library-whiteboard.001.003.003"/>
          <p:cNvSpPr/>
          <p:nvPr/>
        </p:nvSpPr>
        <p:spPr>
          <a:xfrm>
            <a:off x="7810500" y="1371600"/>
            <a:ext cx="38100" cy="38100"/>
          </a:xfrm>
          <a:prstGeom prst="rect">
            <a:avLst/>
          </a:prstGeom>
          <a:solidFill>
            <a:srgbClr val="CED7E6"/>
          </a:solidFill>
          <a:ln>
            <a:noFill/>
          </a:ln>
        </p:spPr>
      </p:sp>
      <p:sp>
        <p:nvSpPr>
          <p:cNvPr id="11" name="wm.library-whiteboard.001.004.001"/>
          <p:cNvSpPr/>
          <p:nvPr/>
        </p:nvSpPr>
        <p:spPr>
          <a:xfrm>
            <a:off x="8039100" y="914400"/>
            <a:ext cx="38100" cy="38100"/>
          </a:xfrm>
          <a:prstGeom prst="rect">
            <a:avLst/>
          </a:prstGeom>
          <a:solidFill>
            <a:srgbClr val="CED7E6"/>
          </a:solidFill>
          <a:ln>
            <a:noFill/>
          </a:ln>
        </p:spPr>
      </p:sp>
      <p:sp>
        <p:nvSpPr>
          <p:cNvPr id="12" name="wm.library-whiteboard.001.004.002"/>
          <p:cNvSpPr/>
          <p:nvPr/>
        </p:nvSpPr>
        <p:spPr>
          <a:xfrm>
            <a:off x="8039100" y="1143000"/>
            <a:ext cx="38100" cy="38100"/>
          </a:xfrm>
          <a:prstGeom prst="rect">
            <a:avLst/>
          </a:prstGeom>
          <a:solidFill>
            <a:srgbClr val="CED7E6"/>
          </a:solidFill>
          <a:ln>
            <a:noFill/>
          </a:ln>
        </p:spPr>
      </p:sp>
      <p:sp>
        <p:nvSpPr>
          <p:cNvPr id="13" name="wm.library-whiteboard.001.004.003"/>
          <p:cNvSpPr/>
          <p:nvPr/>
        </p:nvSpPr>
        <p:spPr>
          <a:xfrm>
            <a:off x="8039100" y="1371600"/>
            <a:ext cx="38100" cy="38100"/>
          </a:xfrm>
          <a:prstGeom prst="rect">
            <a:avLst/>
          </a:prstGeom>
          <a:solidFill>
            <a:srgbClr val="CED7E6"/>
          </a:solidFill>
          <a:ln>
            <a:noFill/>
          </a:ln>
        </p:spPr>
      </p:sp>
      <p:sp>
        <p:nvSpPr>
          <p:cNvPr id="14" name="wm.library-whiteboard.001.005.001"/>
          <p:cNvSpPr/>
          <p:nvPr/>
        </p:nvSpPr>
        <p:spPr>
          <a:xfrm>
            <a:off x="8267700" y="914400"/>
            <a:ext cx="38100" cy="38100"/>
          </a:xfrm>
          <a:prstGeom prst="rect">
            <a:avLst/>
          </a:prstGeom>
          <a:solidFill>
            <a:srgbClr val="CED7E6"/>
          </a:solidFill>
          <a:ln>
            <a:noFill/>
          </a:ln>
        </p:spPr>
      </p:sp>
      <p:sp>
        <p:nvSpPr>
          <p:cNvPr id="15" name="wm.library-whiteboard.001.005.002"/>
          <p:cNvSpPr/>
          <p:nvPr/>
        </p:nvSpPr>
        <p:spPr>
          <a:xfrm>
            <a:off x="8267700" y="1143000"/>
            <a:ext cx="38100" cy="38100"/>
          </a:xfrm>
          <a:prstGeom prst="rect">
            <a:avLst/>
          </a:prstGeom>
          <a:solidFill>
            <a:srgbClr val="CED7E6"/>
          </a:solidFill>
          <a:ln>
            <a:noFill/>
          </a:ln>
        </p:spPr>
      </p:sp>
      <p:sp>
        <p:nvSpPr>
          <p:cNvPr id="16" name="wm.library-whiteboard.001.005.003"/>
          <p:cNvSpPr/>
          <p:nvPr/>
        </p:nvSpPr>
        <p:spPr>
          <a:xfrm>
            <a:off x="8267700" y="1371600"/>
            <a:ext cx="38100" cy="38100"/>
          </a:xfrm>
          <a:prstGeom prst="rect">
            <a:avLst/>
          </a:prstGeom>
          <a:solidFill>
            <a:srgbClr val="CED7E6"/>
          </a:solidFill>
          <a:ln>
            <a:noFill/>
          </a:ln>
        </p:spPr>
      </p:sp>
      <p:sp>
        <p:nvSpPr>
          <p:cNvPr id="17" name="wm.library-whiteboard.001.006.001"/>
          <p:cNvSpPr/>
          <p:nvPr/>
        </p:nvSpPr>
        <p:spPr>
          <a:xfrm>
            <a:off x="8496300" y="914400"/>
            <a:ext cx="38100" cy="38100"/>
          </a:xfrm>
          <a:prstGeom prst="rect">
            <a:avLst/>
          </a:prstGeom>
          <a:solidFill>
            <a:srgbClr val="CED7E6"/>
          </a:solidFill>
          <a:ln>
            <a:noFill/>
          </a:ln>
        </p:spPr>
      </p:sp>
      <p:sp>
        <p:nvSpPr>
          <p:cNvPr id="18" name="wm.library-whiteboard.001.006.002"/>
          <p:cNvSpPr/>
          <p:nvPr/>
        </p:nvSpPr>
        <p:spPr>
          <a:xfrm>
            <a:off x="8496300" y="1143000"/>
            <a:ext cx="38100" cy="38100"/>
          </a:xfrm>
          <a:prstGeom prst="rect">
            <a:avLst/>
          </a:prstGeom>
          <a:solidFill>
            <a:srgbClr val="CED7E6"/>
          </a:solidFill>
          <a:ln>
            <a:noFill/>
          </a:ln>
        </p:spPr>
      </p:sp>
      <p:sp>
        <p:nvSpPr>
          <p:cNvPr id="19" name="wm.library-whiteboard.001.006.003"/>
          <p:cNvSpPr/>
          <p:nvPr/>
        </p:nvSpPr>
        <p:spPr>
          <a:xfrm>
            <a:off x="8496300" y="1371600"/>
            <a:ext cx="38100" cy="38100"/>
          </a:xfrm>
          <a:prstGeom prst="rect">
            <a:avLst/>
          </a:prstGeom>
          <a:solidFill>
            <a:srgbClr val="CED7E6"/>
          </a:solidFill>
          <a:ln>
            <a:noFill/>
          </a:ln>
        </p:spPr>
      </p:sp>
      <p:sp>
        <p:nvSpPr>
          <p:cNvPr id="20" name="wm.library-whiteboard.001.007.001"/>
          <p:cNvSpPr/>
          <p:nvPr/>
        </p:nvSpPr>
        <p:spPr>
          <a:xfrm>
            <a:off x="8724900" y="914400"/>
            <a:ext cx="38100" cy="38100"/>
          </a:xfrm>
          <a:prstGeom prst="rect">
            <a:avLst/>
          </a:prstGeom>
          <a:solidFill>
            <a:srgbClr val="CED7E6"/>
          </a:solidFill>
          <a:ln>
            <a:noFill/>
          </a:ln>
        </p:spPr>
      </p:sp>
      <p:sp>
        <p:nvSpPr>
          <p:cNvPr id="21" name="wm.library-whiteboard.001.007.002"/>
          <p:cNvSpPr/>
          <p:nvPr/>
        </p:nvSpPr>
        <p:spPr>
          <a:xfrm>
            <a:off x="8724900" y="1143000"/>
            <a:ext cx="38100" cy="38100"/>
          </a:xfrm>
          <a:prstGeom prst="rect">
            <a:avLst/>
          </a:prstGeom>
          <a:solidFill>
            <a:srgbClr val="CED7E6"/>
          </a:solidFill>
          <a:ln>
            <a:noFill/>
          </a:ln>
        </p:spPr>
      </p:sp>
      <p:sp>
        <p:nvSpPr>
          <p:cNvPr id="22" name="wm.library-whiteboard.001.007.003"/>
          <p:cNvSpPr/>
          <p:nvPr/>
        </p:nvSpPr>
        <p:spPr>
          <a:xfrm>
            <a:off x="8724900" y="1371600"/>
            <a:ext cx="38100" cy="38100"/>
          </a:xfrm>
          <a:prstGeom prst="rect">
            <a:avLst/>
          </a:prstGeom>
          <a:solidFill>
            <a:srgbClr val="CED7E6"/>
          </a:solidFill>
          <a:ln>
            <a:noFill/>
          </a:ln>
        </p:spPr>
      </p:sp>
      <p:sp>
        <p:nvSpPr>
          <p:cNvPr id="23" name="wm.library-whiteboard.001.008.001"/>
          <p:cNvSpPr/>
          <p:nvPr/>
        </p:nvSpPr>
        <p:spPr>
          <a:xfrm>
            <a:off x="8953500" y="914400"/>
            <a:ext cx="38100" cy="38100"/>
          </a:xfrm>
          <a:prstGeom prst="rect">
            <a:avLst/>
          </a:prstGeom>
          <a:solidFill>
            <a:srgbClr val="CED7E6"/>
          </a:solidFill>
          <a:ln>
            <a:noFill/>
          </a:ln>
        </p:spPr>
      </p:sp>
      <p:sp>
        <p:nvSpPr>
          <p:cNvPr id="24" name="wm.library-whiteboard.001.008.002"/>
          <p:cNvSpPr/>
          <p:nvPr/>
        </p:nvSpPr>
        <p:spPr>
          <a:xfrm>
            <a:off x="8953500" y="1143000"/>
            <a:ext cx="38100" cy="38100"/>
          </a:xfrm>
          <a:prstGeom prst="rect">
            <a:avLst/>
          </a:prstGeom>
          <a:solidFill>
            <a:srgbClr val="CED7E6"/>
          </a:solidFill>
          <a:ln>
            <a:noFill/>
          </a:ln>
        </p:spPr>
      </p:sp>
      <p:sp>
        <p:nvSpPr>
          <p:cNvPr id="25" name="wm.library-whiteboard.001.008.003"/>
          <p:cNvSpPr/>
          <p:nvPr/>
        </p:nvSpPr>
        <p:spPr>
          <a:xfrm>
            <a:off x="8953500" y="1371600"/>
            <a:ext cx="38100" cy="38100"/>
          </a:xfrm>
          <a:prstGeom prst="rect">
            <a:avLst/>
          </a:prstGeom>
          <a:solidFill>
            <a:srgbClr val="CED7E6"/>
          </a:solidFill>
          <a:ln>
            <a:noFill/>
          </a:ln>
        </p:spPr>
      </p:sp>
      <p:sp>
        <p:nvSpPr>
          <p:cNvPr id="26" name="wm.library-whiteboard.001.009.001"/>
          <p:cNvSpPr/>
          <p:nvPr/>
        </p:nvSpPr>
        <p:spPr>
          <a:xfrm>
            <a:off x="9182100" y="914400"/>
            <a:ext cx="38100" cy="38100"/>
          </a:xfrm>
          <a:prstGeom prst="rect">
            <a:avLst/>
          </a:prstGeom>
          <a:solidFill>
            <a:srgbClr val="CED7E6"/>
          </a:solidFill>
          <a:ln>
            <a:noFill/>
          </a:ln>
        </p:spPr>
      </p:sp>
      <p:sp>
        <p:nvSpPr>
          <p:cNvPr id="27" name="wm.library-whiteboard.001.009.002"/>
          <p:cNvSpPr/>
          <p:nvPr/>
        </p:nvSpPr>
        <p:spPr>
          <a:xfrm>
            <a:off x="9182100" y="1143000"/>
            <a:ext cx="38100" cy="38100"/>
          </a:xfrm>
          <a:prstGeom prst="rect">
            <a:avLst/>
          </a:prstGeom>
          <a:solidFill>
            <a:srgbClr val="CED7E6"/>
          </a:solidFill>
          <a:ln>
            <a:noFill/>
          </a:ln>
        </p:spPr>
      </p:sp>
      <p:sp>
        <p:nvSpPr>
          <p:cNvPr id="28" name="wm.library-whiteboard.001.009.003"/>
          <p:cNvSpPr/>
          <p:nvPr/>
        </p:nvSpPr>
        <p:spPr>
          <a:xfrm>
            <a:off x="9182100" y="1371600"/>
            <a:ext cx="38100" cy="38100"/>
          </a:xfrm>
          <a:prstGeom prst="rect">
            <a:avLst/>
          </a:prstGeom>
          <a:solidFill>
            <a:srgbClr val="CED7E6"/>
          </a:solidFill>
          <a:ln>
            <a:noFill/>
          </a:ln>
        </p:spPr>
      </p:sp>
      <p:sp>
        <p:nvSpPr>
          <p:cNvPr id="29" name="wm.library-whiteboard.001.010.001"/>
          <p:cNvSpPr/>
          <p:nvPr/>
        </p:nvSpPr>
        <p:spPr>
          <a:xfrm>
            <a:off x="9410700" y="914400"/>
            <a:ext cx="38100" cy="38100"/>
          </a:xfrm>
          <a:prstGeom prst="rect">
            <a:avLst/>
          </a:prstGeom>
          <a:solidFill>
            <a:srgbClr val="CED7E6"/>
          </a:solidFill>
          <a:ln>
            <a:noFill/>
          </a:ln>
        </p:spPr>
      </p:sp>
      <p:sp>
        <p:nvSpPr>
          <p:cNvPr id="30" name="wm.library-whiteboard.001.010.002"/>
          <p:cNvSpPr/>
          <p:nvPr/>
        </p:nvSpPr>
        <p:spPr>
          <a:xfrm>
            <a:off x="9410700" y="1143000"/>
            <a:ext cx="38100" cy="38100"/>
          </a:xfrm>
          <a:prstGeom prst="rect">
            <a:avLst/>
          </a:prstGeom>
          <a:solidFill>
            <a:srgbClr val="CED7E6"/>
          </a:solidFill>
          <a:ln>
            <a:noFill/>
          </a:ln>
        </p:spPr>
      </p:sp>
      <p:sp>
        <p:nvSpPr>
          <p:cNvPr id="31" name="wm.library-whiteboard.001.010.003"/>
          <p:cNvSpPr/>
          <p:nvPr/>
        </p:nvSpPr>
        <p:spPr>
          <a:xfrm>
            <a:off x="9410700" y="1371600"/>
            <a:ext cx="38100" cy="38100"/>
          </a:xfrm>
          <a:prstGeom prst="rect">
            <a:avLst/>
          </a:prstGeom>
          <a:solidFill>
            <a:srgbClr val="CED7E6"/>
          </a:solidFill>
          <a:ln>
            <a:noFill/>
          </a:ln>
        </p:spPr>
      </p:sp>
      <p:sp>
        <p:nvSpPr>
          <p:cNvPr id="32" name="wm.library-whiteboard.001.011.001"/>
          <p:cNvSpPr/>
          <p:nvPr/>
        </p:nvSpPr>
        <p:spPr>
          <a:xfrm>
            <a:off x="9639300" y="914400"/>
            <a:ext cx="38100" cy="38100"/>
          </a:xfrm>
          <a:prstGeom prst="rect">
            <a:avLst/>
          </a:prstGeom>
          <a:solidFill>
            <a:srgbClr val="CED7E6"/>
          </a:solidFill>
          <a:ln>
            <a:noFill/>
          </a:ln>
        </p:spPr>
      </p:sp>
      <p:sp>
        <p:nvSpPr>
          <p:cNvPr id="33" name="wm.library-whiteboard.001.011.002"/>
          <p:cNvSpPr/>
          <p:nvPr/>
        </p:nvSpPr>
        <p:spPr>
          <a:xfrm>
            <a:off x="9639300" y="1143000"/>
            <a:ext cx="38100" cy="38100"/>
          </a:xfrm>
          <a:prstGeom prst="rect">
            <a:avLst/>
          </a:prstGeom>
          <a:solidFill>
            <a:srgbClr val="CED7E6"/>
          </a:solidFill>
          <a:ln>
            <a:noFill/>
          </a:ln>
        </p:spPr>
      </p:sp>
      <p:sp>
        <p:nvSpPr>
          <p:cNvPr id="34" name="wm.library-whiteboard.001.011.003"/>
          <p:cNvSpPr/>
          <p:nvPr/>
        </p:nvSpPr>
        <p:spPr>
          <a:xfrm>
            <a:off x="9639300" y="1371600"/>
            <a:ext cx="38100" cy="38100"/>
          </a:xfrm>
          <a:prstGeom prst="rect">
            <a:avLst/>
          </a:prstGeom>
          <a:solidFill>
            <a:srgbClr val="CED7E6"/>
          </a:solidFill>
          <a:ln>
            <a:noFill/>
          </a:ln>
        </p:spPr>
      </p:sp>
      <p:sp>
        <p:nvSpPr>
          <p:cNvPr id="35" name="wm.library-whiteboard.001.012.001"/>
          <p:cNvSpPr/>
          <p:nvPr/>
        </p:nvSpPr>
        <p:spPr>
          <a:xfrm>
            <a:off x="9867900" y="914400"/>
            <a:ext cx="38100" cy="38100"/>
          </a:xfrm>
          <a:prstGeom prst="rect">
            <a:avLst/>
          </a:prstGeom>
          <a:solidFill>
            <a:srgbClr val="CED7E6"/>
          </a:solidFill>
          <a:ln>
            <a:noFill/>
          </a:ln>
        </p:spPr>
      </p:sp>
      <p:sp>
        <p:nvSpPr>
          <p:cNvPr id="36" name="wm.library-whiteboard.001.012.002"/>
          <p:cNvSpPr/>
          <p:nvPr/>
        </p:nvSpPr>
        <p:spPr>
          <a:xfrm>
            <a:off x="9867900" y="1143000"/>
            <a:ext cx="38100" cy="38100"/>
          </a:xfrm>
          <a:prstGeom prst="rect">
            <a:avLst/>
          </a:prstGeom>
          <a:solidFill>
            <a:srgbClr val="CED7E6"/>
          </a:solidFill>
          <a:ln>
            <a:noFill/>
          </a:ln>
        </p:spPr>
      </p:sp>
      <p:sp>
        <p:nvSpPr>
          <p:cNvPr id="37" name="wm.library-whiteboard.001.012.003"/>
          <p:cNvSpPr/>
          <p:nvPr/>
        </p:nvSpPr>
        <p:spPr>
          <a:xfrm>
            <a:off x="9867900" y="1371600"/>
            <a:ext cx="38100" cy="38100"/>
          </a:xfrm>
          <a:prstGeom prst="rect">
            <a:avLst/>
          </a:prstGeom>
          <a:solidFill>
            <a:srgbClr val="CED7E6"/>
          </a:solidFill>
          <a:ln>
            <a:noFill/>
          </a:ln>
        </p:spPr>
      </p:sp>
      <p:sp>
        <p:nvSpPr>
          <p:cNvPr id="38" name="wm.library-whiteboard.001.013.001"/>
          <p:cNvSpPr/>
          <p:nvPr/>
        </p:nvSpPr>
        <p:spPr>
          <a:xfrm>
            <a:off x="10096500" y="914400"/>
            <a:ext cx="38100" cy="38100"/>
          </a:xfrm>
          <a:prstGeom prst="rect">
            <a:avLst/>
          </a:prstGeom>
          <a:solidFill>
            <a:srgbClr val="CED7E6"/>
          </a:solidFill>
          <a:ln>
            <a:noFill/>
          </a:ln>
        </p:spPr>
      </p:sp>
      <p:sp>
        <p:nvSpPr>
          <p:cNvPr id="39" name="wm.library-whiteboard.001.013.002"/>
          <p:cNvSpPr/>
          <p:nvPr/>
        </p:nvSpPr>
        <p:spPr>
          <a:xfrm>
            <a:off x="10096500" y="1143000"/>
            <a:ext cx="38100" cy="38100"/>
          </a:xfrm>
          <a:prstGeom prst="rect">
            <a:avLst/>
          </a:prstGeom>
          <a:solidFill>
            <a:srgbClr val="CED7E6"/>
          </a:solidFill>
          <a:ln>
            <a:noFill/>
          </a:ln>
        </p:spPr>
      </p:sp>
      <p:sp>
        <p:nvSpPr>
          <p:cNvPr id="40" name="wm.library-whiteboard.001.013.003"/>
          <p:cNvSpPr/>
          <p:nvPr/>
        </p:nvSpPr>
        <p:spPr>
          <a:xfrm>
            <a:off x="10096500" y="1371600"/>
            <a:ext cx="38100" cy="38100"/>
          </a:xfrm>
          <a:prstGeom prst="rect">
            <a:avLst/>
          </a:prstGeom>
          <a:solidFill>
            <a:srgbClr val="CED7E6"/>
          </a:solidFill>
          <a:ln>
            <a:noFill/>
          </a:ln>
        </p:spPr>
      </p:sp>
      <p:sp>
        <p:nvSpPr>
          <p:cNvPr id="41" name="wm.library-whiteboard.001.014.001"/>
          <p:cNvSpPr/>
          <p:nvPr/>
        </p:nvSpPr>
        <p:spPr>
          <a:xfrm>
            <a:off x="10325100" y="914400"/>
            <a:ext cx="38100" cy="38100"/>
          </a:xfrm>
          <a:prstGeom prst="rect">
            <a:avLst/>
          </a:prstGeom>
          <a:solidFill>
            <a:srgbClr val="CED7E6"/>
          </a:solidFill>
          <a:ln>
            <a:noFill/>
          </a:ln>
        </p:spPr>
      </p:sp>
      <p:sp>
        <p:nvSpPr>
          <p:cNvPr id="42" name="wm.library-whiteboard.001.014.002"/>
          <p:cNvSpPr/>
          <p:nvPr/>
        </p:nvSpPr>
        <p:spPr>
          <a:xfrm>
            <a:off x="10325100" y="1143000"/>
            <a:ext cx="38100" cy="38100"/>
          </a:xfrm>
          <a:prstGeom prst="rect">
            <a:avLst/>
          </a:prstGeom>
          <a:solidFill>
            <a:srgbClr val="CED7E6"/>
          </a:solidFill>
          <a:ln>
            <a:noFill/>
          </a:ln>
        </p:spPr>
      </p:sp>
      <p:sp>
        <p:nvSpPr>
          <p:cNvPr id="43" name="wm.library-whiteboard.001.014.003"/>
          <p:cNvSpPr/>
          <p:nvPr/>
        </p:nvSpPr>
        <p:spPr>
          <a:xfrm>
            <a:off x="10325100" y="1371600"/>
            <a:ext cx="38100" cy="38100"/>
          </a:xfrm>
          <a:prstGeom prst="rect">
            <a:avLst/>
          </a:prstGeom>
          <a:solidFill>
            <a:srgbClr val="CED7E6"/>
          </a:solidFill>
          <a:ln>
            <a:noFill/>
          </a:ln>
        </p:spPr>
      </p:sp>
      <p:sp>
        <p:nvSpPr>
          <p:cNvPr id="44" name="wm.library-whiteboard.001.015.001"/>
          <p:cNvSpPr/>
          <p:nvPr/>
        </p:nvSpPr>
        <p:spPr>
          <a:xfrm>
            <a:off x="10553700" y="914400"/>
            <a:ext cx="38100" cy="38100"/>
          </a:xfrm>
          <a:prstGeom prst="rect">
            <a:avLst/>
          </a:prstGeom>
          <a:solidFill>
            <a:srgbClr val="CED7E6"/>
          </a:solidFill>
          <a:ln>
            <a:noFill/>
          </a:ln>
        </p:spPr>
      </p:sp>
      <p:sp>
        <p:nvSpPr>
          <p:cNvPr id="45" name="wm.library-whiteboard.001.015.002"/>
          <p:cNvSpPr/>
          <p:nvPr/>
        </p:nvSpPr>
        <p:spPr>
          <a:xfrm>
            <a:off x="10553700" y="1143000"/>
            <a:ext cx="38100" cy="38100"/>
          </a:xfrm>
          <a:prstGeom prst="rect">
            <a:avLst/>
          </a:prstGeom>
          <a:solidFill>
            <a:srgbClr val="CED7E6"/>
          </a:solidFill>
          <a:ln>
            <a:noFill/>
          </a:ln>
        </p:spPr>
      </p:sp>
      <p:sp>
        <p:nvSpPr>
          <p:cNvPr id="46" name="wm.library-whiteboard.001.015.003"/>
          <p:cNvSpPr/>
          <p:nvPr/>
        </p:nvSpPr>
        <p:spPr>
          <a:xfrm>
            <a:off x="10553700" y="1371600"/>
            <a:ext cx="38100" cy="38100"/>
          </a:xfrm>
          <a:prstGeom prst="rect">
            <a:avLst/>
          </a:prstGeom>
          <a:solidFill>
            <a:srgbClr val="CED7E6"/>
          </a:solidFill>
          <a:ln>
            <a:noFill/>
          </a:ln>
        </p:spPr>
      </p:sp>
      <p:sp>
        <p:nvSpPr>
          <p:cNvPr id="47" name="wm.library-whiteboard.001.016.001"/>
          <p:cNvSpPr/>
          <p:nvPr/>
        </p:nvSpPr>
        <p:spPr>
          <a:xfrm>
            <a:off x="10782300" y="914400"/>
            <a:ext cx="38100" cy="38100"/>
          </a:xfrm>
          <a:prstGeom prst="rect">
            <a:avLst/>
          </a:prstGeom>
          <a:solidFill>
            <a:srgbClr val="CED7E6"/>
          </a:solidFill>
          <a:ln>
            <a:noFill/>
          </a:ln>
        </p:spPr>
      </p:sp>
      <p:sp>
        <p:nvSpPr>
          <p:cNvPr id="48" name="wm.library-whiteboard.001.016.002"/>
          <p:cNvSpPr/>
          <p:nvPr/>
        </p:nvSpPr>
        <p:spPr>
          <a:xfrm>
            <a:off x="10782300" y="1143000"/>
            <a:ext cx="38100" cy="38100"/>
          </a:xfrm>
          <a:prstGeom prst="rect">
            <a:avLst/>
          </a:prstGeom>
          <a:solidFill>
            <a:srgbClr val="CED7E6"/>
          </a:solidFill>
          <a:ln>
            <a:noFill/>
          </a:ln>
        </p:spPr>
      </p:sp>
      <p:sp>
        <p:nvSpPr>
          <p:cNvPr id="49" name="wm.library-whiteboard.001.016.003"/>
          <p:cNvSpPr/>
          <p:nvPr/>
        </p:nvSpPr>
        <p:spPr>
          <a:xfrm>
            <a:off x="10782300" y="1371600"/>
            <a:ext cx="38100" cy="38100"/>
          </a:xfrm>
          <a:prstGeom prst="rect">
            <a:avLst/>
          </a:prstGeom>
          <a:solidFill>
            <a:srgbClr val="CED7E6"/>
          </a:solidFill>
          <a:ln>
            <a:noFill/>
          </a:ln>
        </p:spPr>
      </p:sp>
      <p:sp>
        <p:nvSpPr>
          <p:cNvPr id="50" name="wm.library-whiteboard.001.017.001"/>
          <p:cNvSpPr/>
          <p:nvPr/>
        </p:nvSpPr>
        <p:spPr>
          <a:xfrm>
            <a:off x="11010900" y="914400"/>
            <a:ext cx="38100" cy="38100"/>
          </a:xfrm>
          <a:prstGeom prst="rect">
            <a:avLst/>
          </a:prstGeom>
          <a:solidFill>
            <a:srgbClr val="CED7E6"/>
          </a:solidFill>
          <a:ln>
            <a:noFill/>
          </a:ln>
        </p:spPr>
      </p:sp>
      <p:sp>
        <p:nvSpPr>
          <p:cNvPr id="51" name="wm.library-whiteboard.001.017.002"/>
          <p:cNvSpPr/>
          <p:nvPr/>
        </p:nvSpPr>
        <p:spPr>
          <a:xfrm>
            <a:off x="11010900" y="1143000"/>
            <a:ext cx="38100" cy="38100"/>
          </a:xfrm>
          <a:prstGeom prst="rect">
            <a:avLst/>
          </a:prstGeom>
          <a:solidFill>
            <a:srgbClr val="CED7E6"/>
          </a:solidFill>
          <a:ln>
            <a:noFill/>
          </a:ln>
        </p:spPr>
      </p:sp>
      <p:sp>
        <p:nvSpPr>
          <p:cNvPr id="52" name="wm.library-whiteboard.001.017.003"/>
          <p:cNvSpPr/>
          <p:nvPr/>
        </p:nvSpPr>
        <p:spPr>
          <a:xfrm>
            <a:off x="11010900" y="1371600"/>
            <a:ext cx="38100" cy="38100"/>
          </a:xfrm>
          <a:prstGeom prst="rect">
            <a:avLst/>
          </a:prstGeom>
          <a:solidFill>
            <a:srgbClr val="CED7E6"/>
          </a:solidFill>
          <a:ln>
            <a:noFill/>
          </a:ln>
        </p:spPr>
      </p:sp>
      <p:sp>
        <p:nvSpPr>
          <p:cNvPr id="53" name="wm.library-whiteboard.001.018.001"/>
          <p:cNvSpPr/>
          <p:nvPr/>
        </p:nvSpPr>
        <p:spPr>
          <a:xfrm>
            <a:off x="11239500" y="914400"/>
            <a:ext cx="38100" cy="38100"/>
          </a:xfrm>
          <a:prstGeom prst="rect">
            <a:avLst/>
          </a:prstGeom>
          <a:solidFill>
            <a:srgbClr val="CED7E6"/>
          </a:solidFill>
          <a:ln>
            <a:noFill/>
          </a:ln>
        </p:spPr>
      </p:sp>
      <p:sp>
        <p:nvSpPr>
          <p:cNvPr id="54" name="wm.library-whiteboard.001.018.002"/>
          <p:cNvSpPr/>
          <p:nvPr/>
        </p:nvSpPr>
        <p:spPr>
          <a:xfrm>
            <a:off x="11239500" y="1143000"/>
            <a:ext cx="38100" cy="38100"/>
          </a:xfrm>
          <a:prstGeom prst="rect">
            <a:avLst/>
          </a:prstGeom>
          <a:solidFill>
            <a:srgbClr val="CED7E6"/>
          </a:solidFill>
          <a:ln>
            <a:noFill/>
          </a:ln>
        </p:spPr>
      </p:sp>
      <p:sp>
        <p:nvSpPr>
          <p:cNvPr id="55" name="wm.library-whiteboard.001.018.003"/>
          <p:cNvSpPr/>
          <p:nvPr/>
        </p:nvSpPr>
        <p:spPr>
          <a:xfrm>
            <a:off x="11239500" y="1371600"/>
            <a:ext cx="38100" cy="38100"/>
          </a:xfrm>
          <a:prstGeom prst="rect">
            <a:avLst/>
          </a:prstGeom>
          <a:solidFill>
            <a:srgbClr val="CED7E6"/>
          </a:solidFill>
          <a:ln>
            <a:noFill/>
          </a:ln>
        </p:spPr>
      </p:sp>
      <p:sp>
        <p:nvSpPr>
          <p:cNvPr id="56" name="wm.library-whiteboard.001.019.001"/>
          <p:cNvSpPr/>
          <p:nvPr/>
        </p:nvSpPr>
        <p:spPr>
          <a:xfrm>
            <a:off x="11468100" y="914400"/>
            <a:ext cx="38100" cy="38100"/>
          </a:xfrm>
          <a:prstGeom prst="rect">
            <a:avLst/>
          </a:prstGeom>
          <a:solidFill>
            <a:srgbClr val="CED7E6"/>
          </a:solidFill>
          <a:ln>
            <a:noFill/>
          </a:ln>
        </p:spPr>
      </p:sp>
      <p:sp>
        <p:nvSpPr>
          <p:cNvPr id="57" name="wm.library-whiteboard.001.019.002"/>
          <p:cNvSpPr/>
          <p:nvPr/>
        </p:nvSpPr>
        <p:spPr>
          <a:xfrm>
            <a:off x="11468100" y="1143000"/>
            <a:ext cx="38100" cy="38100"/>
          </a:xfrm>
          <a:prstGeom prst="rect">
            <a:avLst/>
          </a:prstGeom>
          <a:solidFill>
            <a:srgbClr val="CED7E6"/>
          </a:solidFill>
          <a:ln>
            <a:noFill/>
          </a:ln>
        </p:spPr>
      </p:sp>
      <p:sp>
        <p:nvSpPr>
          <p:cNvPr id="58" name="wm.library-whiteboard.001.019.003"/>
          <p:cNvSpPr/>
          <p:nvPr/>
        </p:nvSpPr>
        <p:spPr>
          <a:xfrm>
            <a:off x="11468100" y="1371600"/>
            <a:ext cx="38100" cy="38100"/>
          </a:xfrm>
          <a:prstGeom prst="rect">
            <a:avLst/>
          </a:prstGeom>
          <a:solidFill>
            <a:srgbClr val="CED7E6"/>
          </a:solidFill>
          <a:ln>
            <a:noFill/>
          </a:ln>
        </p:spPr>
      </p:sp>
      <p:sp>
        <p:nvSpPr>
          <p:cNvPr id="59" name="wm.library-whiteboard.002.001.001"/>
          <p:cNvSpPr/>
          <p:nvPr/>
        </p:nvSpPr>
        <p:spPr>
          <a:xfrm>
            <a:off x="7353300" y="5486400"/>
            <a:ext cx="38100" cy="38100"/>
          </a:xfrm>
          <a:prstGeom prst="rect">
            <a:avLst/>
          </a:prstGeom>
          <a:solidFill>
            <a:srgbClr val="CED7E6"/>
          </a:solidFill>
          <a:ln>
            <a:noFill/>
          </a:ln>
        </p:spPr>
      </p:sp>
      <p:sp>
        <p:nvSpPr>
          <p:cNvPr id="60" name="wm.library-whiteboard.002.001.002"/>
          <p:cNvSpPr/>
          <p:nvPr/>
        </p:nvSpPr>
        <p:spPr>
          <a:xfrm>
            <a:off x="7353300" y="5715000"/>
            <a:ext cx="38100" cy="38100"/>
          </a:xfrm>
          <a:prstGeom prst="rect">
            <a:avLst/>
          </a:prstGeom>
          <a:solidFill>
            <a:srgbClr val="CED7E6"/>
          </a:solidFill>
          <a:ln>
            <a:noFill/>
          </a:ln>
        </p:spPr>
      </p:sp>
      <p:sp>
        <p:nvSpPr>
          <p:cNvPr id="61" name="wm.library-whiteboard.002.001.003"/>
          <p:cNvSpPr/>
          <p:nvPr/>
        </p:nvSpPr>
        <p:spPr>
          <a:xfrm>
            <a:off x="7353300" y="5943600"/>
            <a:ext cx="38100" cy="38100"/>
          </a:xfrm>
          <a:prstGeom prst="rect">
            <a:avLst/>
          </a:prstGeom>
          <a:solidFill>
            <a:srgbClr val="CED7E6"/>
          </a:solidFill>
          <a:ln>
            <a:noFill/>
          </a:ln>
        </p:spPr>
      </p:sp>
      <p:sp>
        <p:nvSpPr>
          <p:cNvPr id="62" name="wm.library-whiteboard.002.002.001"/>
          <p:cNvSpPr/>
          <p:nvPr/>
        </p:nvSpPr>
        <p:spPr>
          <a:xfrm>
            <a:off x="7581900" y="5486400"/>
            <a:ext cx="38100" cy="38100"/>
          </a:xfrm>
          <a:prstGeom prst="rect">
            <a:avLst/>
          </a:prstGeom>
          <a:solidFill>
            <a:srgbClr val="CED7E6"/>
          </a:solidFill>
          <a:ln>
            <a:noFill/>
          </a:ln>
        </p:spPr>
      </p:sp>
      <p:sp>
        <p:nvSpPr>
          <p:cNvPr id="63" name="wm.library-whiteboard.002.002.002"/>
          <p:cNvSpPr/>
          <p:nvPr/>
        </p:nvSpPr>
        <p:spPr>
          <a:xfrm>
            <a:off x="7581900" y="5715000"/>
            <a:ext cx="38100" cy="38100"/>
          </a:xfrm>
          <a:prstGeom prst="rect">
            <a:avLst/>
          </a:prstGeom>
          <a:solidFill>
            <a:srgbClr val="CED7E6"/>
          </a:solidFill>
          <a:ln>
            <a:noFill/>
          </a:ln>
        </p:spPr>
      </p:sp>
      <p:sp>
        <p:nvSpPr>
          <p:cNvPr id="64" name="wm.library-whiteboard.002.002.003"/>
          <p:cNvSpPr/>
          <p:nvPr/>
        </p:nvSpPr>
        <p:spPr>
          <a:xfrm>
            <a:off x="7581900" y="5943600"/>
            <a:ext cx="38100" cy="38100"/>
          </a:xfrm>
          <a:prstGeom prst="rect">
            <a:avLst/>
          </a:prstGeom>
          <a:solidFill>
            <a:srgbClr val="CED7E6"/>
          </a:solidFill>
          <a:ln>
            <a:noFill/>
          </a:ln>
        </p:spPr>
      </p:sp>
      <p:sp>
        <p:nvSpPr>
          <p:cNvPr id="65" name="wm.library-whiteboard.002.003.001"/>
          <p:cNvSpPr/>
          <p:nvPr/>
        </p:nvSpPr>
        <p:spPr>
          <a:xfrm>
            <a:off x="7810500" y="5486400"/>
            <a:ext cx="38100" cy="38100"/>
          </a:xfrm>
          <a:prstGeom prst="rect">
            <a:avLst/>
          </a:prstGeom>
          <a:solidFill>
            <a:srgbClr val="CED7E6"/>
          </a:solidFill>
          <a:ln>
            <a:noFill/>
          </a:ln>
        </p:spPr>
      </p:sp>
      <p:sp>
        <p:nvSpPr>
          <p:cNvPr id="66" name="wm.library-whiteboard.002.003.002"/>
          <p:cNvSpPr/>
          <p:nvPr/>
        </p:nvSpPr>
        <p:spPr>
          <a:xfrm>
            <a:off x="7810500" y="5715000"/>
            <a:ext cx="38100" cy="38100"/>
          </a:xfrm>
          <a:prstGeom prst="rect">
            <a:avLst/>
          </a:prstGeom>
          <a:solidFill>
            <a:srgbClr val="CED7E6"/>
          </a:solidFill>
          <a:ln>
            <a:noFill/>
          </a:ln>
        </p:spPr>
      </p:sp>
      <p:sp>
        <p:nvSpPr>
          <p:cNvPr id="67" name="wm.library-whiteboard.002.003.003"/>
          <p:cNvSpPr/>
          <p:nvPr/>
        </p:nvSpPr>
        <p:spPr>
          <a:xfrm>
            <a:off x="7810500" y="5943600"/>
            <a:ext cx="38100" cy="38100"/>
          </a:xfrm>
          <a:prstGeom prst="rect">
            <a:avLst/>
          </a:prstGeom>
          <a:solidFill>
            <a:srgbClr val="CED7E6"/>
          </a:solidFill>
          <a:ln>
            <a:noFill/>
          </a:ln>
        </p:spPr>
      </p:sp>
      <p:sp>
        <p:nvSpPr>
          <p:cNvPr id="68" name="wm.library-whiteboard.002.004.001"/>
          <p:cNvSpPr/>
          <p:nvPr/>
        </p:nvSpPr>
        <p:spPr>
          <a:xfrm>
            <a:off x="8039100" y="5486400"/>
            <a:ext cx="38100" cy="38100"/>
          </a:xfrm>
          <a:prstGeom prst="rect">
            <a:avLst/>
          </a:prstGeom>
          <a:solidFill>
            <a:srgbClr val="CED7E6"/>
          </a:solidFill>
          <a:ln>
            <a:noFill/>
          </a:ln>
        </p:spPr>
      </p:sp>
      <p:sp>
        <p:nvSpPr>
          <p:cNvPr id="69" name="wm.library-whiteboard.002.004.002"/>
          <p:cNvSpPr/>
          <p:nvPr/>
        </p:nvSpPr>
        <p:spPr>
          <a:xfrm>
            <a:off x="8039100" y="5715000"/>
            <a:ext cx="38100" cy="38100"/>
          </a:xfrm>
          <a:prstGeom prst="rect">
            <a:avLst/>
          </a:prstGeom>
          <a:solidFill>
            <a:srgbClr val="CED7E6"/>
          </a:solidFill>
          <a:ln>
            <a:noFill/>
          </a:ln>
        </p:spPr>
      </p:sp>
      <p:sp>
        <p:nvSpPr>
          <p:cNvPr id="70" name="wm.library-whiteboard.002.004.003"/>
          <p:cNvSpPr/>
          <p:nvPr/>
        </p:nvSpPr>
        <p:spPr>
          <a:xfrm>
            <a:off x="8039100" y="5943600"/>
            <a:ext cx="38100" cy="38100"/>
          </a:xfrm>
          <a:prstGeom prst="rect">
            <a:avLst/>
          </a:prstGeom>
          <a:solidFill>
            <a:srgbClr val="CED7E6"/>
          </a:solidFill>
          <a:ln>
            <a:noFill/>
          </a:ln>
        </p:spPr>
      </p:sp>
      <p:sp>
        <p:nvSpPr>
          <p:cNvPr id="71" name="wm.library-whiteboard.002.005.001"/>
          <p:cNvSpPr/>
          <p:nvPr/>
        </p:nvSpPr>
        <p:spPr>
          <a:xfrm>
            <a:off x="8267700" y="5486400"/>
            <a:ext cx="38100" cy="38100"/>
          </a:xfrm>
          <a:prstGeom prst="rect">
            <a:avLst/>
          </a:prstGeom>
          <a:solidFill>
            <a:srgbClr val="CED7E6"/>
          </a:solidFill>
          <a:ln>
            <a:noFill/>
          </a:ln>
        </p:spPr>
      </p:sp>
      <p:sp>
        <p:nvSpPr>
          <p:cNvPr id="72" name="wm.library-whiteboard.002.005.002"/>
          <p:cNvSpPr/>
          <p:nvPr/>
        </p:nvSpPr>
        <p:spPr>
          <a:xfrm>
            <a:off x="8267700" y="5715000"/>
            <a:ext cx="38100" cy="38100"/>
          </a:xfrm>
          <a:prstGeom prst="rect">
            <a:avLst/>
          </a:prstGeom>
          <a:solidFill>
            <a:srgbClr val="CED7E6"/>
          </a:solidFill>
          <a:ln>
            <a:noFill/>
          </a:ln>
        </p:spPr>
      </p:sp>
      <p:sp>
        <p:nvSpPr>
          <p:cNvPr id="73" name="wm.library-whiteboard.002.005.003"/>
          <p:cNvSpPr/>
          <p:nvPr/>
        </p:nvSpPr>
        <p:spPr>
          <a:xfrm>
            <a:off x="8267700" y="5943600"/>
            <a:ext cx="38100" cy="38100"/>
          </a:xfrm>
          <a:prstGeom prst="rect">
            <a:avLst/>
          </a:prstGeom>
          <a:solidFill>
            <a:srgbClr val="CED7E6"/>
          </a:solidFill>
          <a:ln>
            <a:noFill/>
          </a:ln>
        </p:spPr>
      </p:sp>
      <p:sp>
        <p:nvSpPr>
          <p:cNvPr id="74" name="wm.library-whiteboard.002.006.001"/>
          <p:cNvSpPr/>
          <p:nvPr/>
        </p:nvSpPr>
        <p:spPr>
          <a:xfrm>
            <a:off x="8496300" y="5486400"/>
            <a:ext cx="38100" cy="38100"/>
          </a:xfrm>
          <a:prstGeom prst="rect">
            <a:avLst/>
          </a:prstGeom>
          <a:solidFill>
            <a:srgbClr val="CED7E6"/>
          </a:solidFill>
          <a:ln>
            <a:noFill/>
          </a:ln>
        </p:spPr>
      </p:sp>
      <p:sp>
        <p:nvSpPr>
          <p:cNvPr id="75" name="wm.library-whiteboard.002.006.002"/>
          <p:cNvSpPr/>
          <p:nvPr/>
        </p:nvSpPr>
        <p:spPr>
          <a:xfrm>
            <a:off x="8496300" y="5715000"/>
            <a:ext cx="38100" cy="38100"/>
          </a:xfrm>
          <a:prstGeom prst="rect">
            <a:avLst/>
          </a:prstGeom>
          <a:solidFill>
            <a:srgbClr val="CED7E6"/>
          </a:solidFill>
          <a:ln>
            <a:noFill/>
          </a:ln>
        </p:spPr>
      </p:sp>
      <p:sp>
        <p:nvSpPr>
          <p:cNvPr id="76" name="wm.library-whiteboard.002.006.003"/>
          <p:cNvSpPr/>
          <p:nvPr/>
        </p:nvSpPr>
        <p:spPr>
          <a:xfrm>
            <a:off x="8496300" y="5943600"/>
            <a:ext cx="38100" cy="38100"/>
          </a:xfrm>
          <a:prstGeom prst="rect">
            <a:avLst/>
          </a:prstGeom>
          <a:solidFill>
            <a:srgbClr val="CED7E6"/>
          </a:solidFill>
          <a:ln>
            <a:noFill/>
          </a:ln>
        </p:spPr>
      </p:sp>
      <p:sp>
        <p:nvSpPr>
          <p:cNvPr id="77" name="wm.library-whiteboard.002.007.001"/>
          <p:cNvSpPr/>
          <p:nvPr/>
        </p:nvSpPr>
        <p:spPr>
          <a:xfrm>
            <a:off x="8724900" y="5486400"/>
            <a:ext cx="38100" cy="38100"/>
          </a:xfrm>
          <a:prstGeom prst="rect">
            <a:avLst/>
          </a:prstGeom>
          <a:solidFill>
            <a:srgbClr val="CED7E6"/>
          </a:solidFill>
          <a:ln>
            <a:noFill/>
          </a:ln>
        </p:spPr>
      </p:sp>
      <p:sp>
        <p:nvSpPr>
          <p:cNvPr id="78" name="wm.library-whiteboard.002.007.002"/>
          <p:cNvSpPr/>
          <p:nvPr/>
        </p:nvSpPr>
        <p:spPr>
          <a:xfrm>
            <a:off x="8724900" y="5715000"/>
            <a:ext cx="38100" cy="38100"/>
          </a:xfrm>
          <a:prstGeom prst="rect">
            <a:avLst/>
          </a:prstGeom>
          <a:solidFill>
            <a:srgbClr val="CED7E6"/>
          </a:solidFill>
          <a:ln>
            <a:noFill/>
          </a:ln>
        </p:spPr>
      </p:sp>
      <p:sp>
        <p:nvSpPr>
          <p:cNvPr id="79" name="wm.library-whiteboard.002.007.003"/>
          <p:cNvSpPr/>
          <p:nvPr/>
        </p:nvSpPr>
        <p:spPr>
          <a:xfrm>
            <a:off x="8724900" y="5943600"/>
            <a:ext cx="38100" cy="38100"/>
          </a:xfrm>
          <a:prstGeom prst="rect">
            <a:avLst/>
          </a:prstGeom>
          <a:solidFill>
            <a:srgbClr val="CED7E6"/>
          </a:solidFill>
          <a:ln>
            <a:noFill/>
          </a:ln>
        </p:spPr>
      </p:sp>
      <p:sp>
        <p:nvSpPr>
          <p:cNvPr id="80" name="wm.library-whiteboard.002.008.001"/>
          <p:cNvSpPr/>
          <p:nvPr/>
        </p:nvSpPr>
        <p:spPr>
          <a:xfrm>
            <a:off x="8953500" y="5486400"/>
            <a:ext cx="38100" cy="38100"/>
          </a:xfrm>
          <a:prstGeom prst="rect">
            <a:avLst/>
          </a:prstGeom>
          <a:solidFill>
            <a:srgbClr val="CED7E6"/>
          </a:solidFill>
          <a:ln>
            <a:noFill/>
          </a:ln>
        </p:spPr>
      </p:sp>
      <p:sp>
        <p:nvSpPr>
          <p:cNvPr id="81" name="wm.library-whiteboard.002.008.002"/>
          <p:cNvSpPr/>
          <p:nvPr/>
        </p:nvSpPr>
        <p:spPr>
          <a:xfrm>
            <a:off x="8953500" y="5715000"/>
            <a:ext cx="38100" cy="38100"/>
          </a:xfrm>
          <a:prstGeom prst="rect">
            <a:avLst/>
          </a:prstGeom>
          <a:solidFill>
            <a:srgbClr val="CED7E6"/>
          </a:solidFill>
          <a:ln>
            <a:noFill/>
          </a:ln>
        </p:spPr>
      </p:sp>
      <p:sp>
        <p:nvSpPr>
          <p:cNvPr id="82" name="wm.library-whiteboard.002.008.003"/>
          <p:cNvSpPr/>
          <p:nvPr/>
        </p:nvSpPr>
        <p:spPr>
          <a:xfrm>
            <a:off x="8953500" y="5943600"/>
            <a:ext cx="38100" cy="38100"/>
          </a:xfrm>
          <a:prstGeom prst="rect">
            <a:avLst/>
          </a:prstGeom>
          <a:solidFill>
            <a:srgbClr val="CED7E6"/>
          </a:solidFill>
          <a:ln>
            <a:noFill/>
          </a:ln>
        </p:spPr>
      </p:sp>
      <p:sp>
        <p:nvSpPr>
          <p:cNvPr id="83" name="wm.library-whiteboard.002.009.001"/>
          <p:cNvSpPr/>
          <p:nvPr/>
        </p:nvSpPr>
        <p:spPr>
          <a:xfrm>
            <a:off x="9182100" y="5486400"/>
            <a:ext cx="38100" cy="38100"/>
          </a:xfrm>
          <a:prstGeom prst="rect">
            <a:avLst/>
          </a:prstGeom>
          <a:solidFill>
            <a:srgbClr val="CED7E6"/>
          </a:solidFill>
          <a:ln>
            <a:noFill/>
          </a:ln>
        </p:spPr>
      </p:sp>
      <p:sp>
        <p:nvSpPr>
          <p:cNvPr id="84" name="wm.library-whiteboard.002.009.002"/>
          <p:cNvSpPr/>
          <p:nvPr/>
        </p:nvSpPr>
        <p:spPr>
          <a:xfrm>
            <a:off x="9182100" y="5715000"/>
            <a:ext cx="38100" cy="38100"/>
          </a:xfrm>
          <a:prstGeom prst="rect">
            <a:avLst/>
          </a:prstGeom>
          <a:solidFill>
            <a:srgbClr val="CED7E6"/>
          </a:solidFill>
          <a:ln>
            <a:noFill/>
          </a:ln>
        </p:spPr>
      </p:sp>
      <p:sp>
        <p:nvSpPr>
          <p:cNvPr id="85" name="wm.library-whiteboard.002.009.003"/>
          <p:cNvSpPr/>
          <p:nvPr/>
        </p:nvSpPr>
        <p:spPr>
          <a:xfrm>
            <a:off x="9182100" y="5943600"/>
            <a:ext cx="38100" cy="38100"/>
          </a:xfrm>
          <a:prstGeom prst="rect">
            <a:avLst/>
          </a:prstGeom>
          <a:solidFill>
            <a:srgbClr val="CED7E6"/>
          </a:solidFill>
          <a:ln>
            <a:noFill/>
          </a:ln>
        </p:spPr>
      </p:sp>
      <p:sp>
        <p:nvSpPr>
          <p:cNvPr id="86" name="wm.library-whiteboard.002.010.001"/>
          <p:cNvSpPr/>
          <p:nvPr/>
        </p:nvSpPr>
        <p:spPr>
          <a:xfrm>
            <a:off x="9410700" y="5486400"/>
            <a:ext cx="38100" cy="38100"/>
          </a:xfrm>
          <a:prstGeom prst="rect">
            <a:avLst/>
          </a:prstGeom>
          <a:solidFill>
            <a:srgbClr val="CED7E6"/>
          </a:solidFill>
          <a:ln>
            <a:noFill/>
          </a:ln>
        </p:spPr>
      </p:sp>
      <p:sp>
        <p:nvSpPr>
          <p:cNvPr id="87" name="wm.library-whiteboard.002.010.002"/>
          <p:cNvSpPr/>
          <p:nvPr/>
        </p:nvSpPr>
        <p:spPr>
          <a:xfrm>
            <a:off x="9410700" y="5715000"/>
            <a:ext cx="38100" cy="38100"/>
          </a:xfrm>
          <a:prstGeom prst="rect">
            <a:avLst/>
          </a:prstGeom>
          <a:solidFill>
            <a:srgbClr val="CED7E6"/>
          </a:solidFill>
          <a:ln>
            <a:noFill/>
          </a:ln>
        </p:spPr>
      </p:sp>
      <p:sp>
        <p:nvSpPr>
          <p:cNvPr id="88" name="wm.library-whiteboard.002.010.003"/>
          <p:cNvSpPr/>
          <p:nvPr/>
        </p:nvSpPr>
        <p:spPr>
          <a:xfrm>
            <a:off x="9410700" y="5943600"/>
            <a:ext cx="38100" cy="38100"/>
          </a:xfrm>
          <a:prstGeom prst="rect">
            <a:avLst/>
          </a:prstGeom>
          <a:solidFill>
            <a:srgbClr val="CED7E6"/>
          </a:solidFill>
          <a:ln>
            <a:noFill/>
          </a:ln>
        </p:spPr>
      </p:sp>
      <p:sp>
        <p:nvSpPr>
          <p:cNvPr id="89" name="wm.library-whiteboard.002.011.001"/>
          <p:cNvSpPr/>
          <p:nvPr/>
        </p:nvSpPr>
        <p:spPr>
          <a:xfrm>
            <a:off x="9639300" y="5486400"/>
            <a:ext cx="38100" cy="38100"/>
          </a:xfrm>
          <a:prstGeom prst="rect">
            <a:avLst/>
          </a:prstGeom>
          <a:solidFill>
            <a:srgbClr val="CED7E6"/>
          </a:solidFill>
          <a:ln>
            <a:noFill/>
          </a:ln>
        </p:spPr>
      </p:sp>
      <p:sp>
        <p:nvSpPr>
          <p:cNvPr id="90" name="wm.library-whiteboard.002.011.002"/>
          <p:cNvSpPr/>
          <p:nvPr/>
        </p:nvSpPr>
        <p:spPr>
          <a:xfrm>
            <a:off x="9639300" y="5715000"/>
            <a:ext cx="38100" cy="38100"/>
          </a:xfrm>
          <a:prstGeom prst="rect">
            <a:avLst/>
          </a:prstGeom>
          <a:solidFill>
            <a:srgbClr val="CED7E6"/>
          </a:solidFill>
          <a:ln>
            <a:noFill/>
          </a:ln>
        </p:spPr>
      </p:sp>
      <p:sp>
        <p:nvSpPr>
          <p:cNvPr id="91" name="wm.library-whiteboard.002.011.003"/>
          <p:cNvSpPr/>
          <p:nvPr/>
        </p:nvSpPr>
        <p:spPr>
          <a:xfrm>
            <a:off x="9639300" y="5943600"/>
            <a:ext cx="38100" cy="38100"/>
          </a:xfrm>
          <a:prstGeom prst="rect">
            <a:avLst/>
          </a:prstGeom>
          <a:solidFill>
            <a:srgbClr val="CED7E6"/>
          </a:solidFill>
          <a:ln>
            <a:noFill/>
          </a:ln>
        </p:spPr>
      </p:sp>
      <p:sp>
        <p:nvSpPr>
          <p:cNvPr id="92" name="wm.library-whiteboard.002.012.001"/>
          <p:cNvSpPr/>
          <p:nvPr/>
        </p:nvSpPr>
        <p:spPr>
          <a:xfrm>
            <a:off x="9867900" y="5486400"/>
            <a:ext cx="38100" cy="38100"/>
          </a:xfrm>
          <a:prstGeom prst="rect">
            <a:avLst/>
          </a:prstGeom>
          <a:solidFill>
            <a:srgbClr val="CED7E6"/>
          </a:solidFill>
          <a:ln>
            <a:noFill/>
          </a:ln>
        </p:spPr>
      </p:sp>
      <p:sp>
        <p:nvSpPr>
          <p:cNvPr id="93" name="wm.library-whiteboard.002.012.002"/>
          <p:cNvSpPr/>
          <p:nvPr/>
        </p:nvSpPr>
        <p:spPr>
          <a:xfrm>
            <a:off x="9867900" y="5715000"/>
            <a:ext cx="38100" cy="38100"/>
          </a:xfrm>
          <a:prstGeom prst="rect">
            <a:avLst/>
          </a:prstGeom>
          <a:solidFill>
            <a:srgbClr val="CED7E6"/>
          </a:solidFill>
          <a:ln>
            <a:noFill/>
          </a:ln>
        </p:spPr>
      </p:sp>
      <p:sp>
        <p:nvSpPr>
          <p:cNvPr id="94" name="wm.library-whiteboard.002.012.003"/>
          <p:cNvSpPr/>
          <p:nvPr/>
        </p:nvSpPr>
        <p:spPr>
          <a:xfrm>
            <a:off x="9867900" y="5943600"/>
            <a:ext cx="38100" cy="38100"/>
          </a:xfrm>
          <a:prstGeom prst="rect">
            <a:avLst/>
          </a:prstGeom>
          <a:solidFill>
            <a:srgbClr val="CED7E6"/>
          </a:solidFill>
          <a:ln>
            <a:noFill/>
          </a:ln>
        </p:spPr>
      </p:sp>
      <p:sp>
        <p:nvSpPr>
          <p:cNvPr id="95" name="wm.library-whiteboard.002.013.001"/>
          <p:cNvSpPr/>
          <p:nvPr/>
        </p:nvSpPr>
        <p:spPr>
          <a:xfrm>
            <a:off x="10096500" y="5486400"/>
            <a:ext cx="38100" cy="38100"/>
          </a:xfrm>
          <a:prstGeom prst="rect">
            <a:avLst/>
          </a:prstGeom>
          <a:solidFill>
            <a:srgbClr val="CED7E6"/>
          </a:solidFill>
          <a:ln>
            <a:noFill/>
          </a:ln>
        </p:spPr>
      </p:sp>
      <p:sp>
        <p:nvSpPr>
          <p:cNvPr id="96" name="wm.library-whiteboard.002.013.002"/>
          <p:cNvSpPr/>
          <p:nvPr/>
        </p:nvSpPr>
        <p:spPr>
          <a:xfrm>
            <a:off x="10096500" y="5715000"/>
            <a:ext cx="38100" cy="38100"/>
          </a:xfrm>
          <a:prstGeom prst="rect">
            <a:avLst/>
          </a:prstGeom>
          <a:solidFill>
            <a:srgbClr val="CED7E6"/>
          </a:solidFill>
          <a:ln>
            <a:noFill/>
          </a:ln>
        </p:spPr>
      </p:sp>
      <p:sp>
        <p:nvSpPr>
          <p:cNvPr id="97" name="wm.library-whiteboard.002.013.003"/>
          <p:cNvSpPr/>
          <p:nvPr/>
        </p:nvSpPr>
        <p:spPr>
          <a:xfrm>
            <a:off x="10096500" y="5943600"/>
            <a:ext cx="38100" cy="38100"/>
          </a:xfrm>
          <a:prstGeom prst="rect">
            <a:avLst/>
          </a:prstGeom>
          <a:solidFill>
            <a:srgbClr val="CED7E6"/>
          </a:solidFill>
          <a:ln>
            <a:noFill/>
          </a:ln>
        </p:spPr>
      </p:sp>
      <p:sp>
        <p:nvSpPr>
          <p:cNvPr id="98" name="wm.library-whiteboard.002.014.001"/>
          <p:cNvSpPr/>
          <p:nvPr/>
        </p:nvSpPr>
        <p:spPr>
          <a:xfrm>
            <a:off x="10325100" y="5486400"/>
            <a:ext cx="38100" cy="38100"/>
          </a:xfrm>
          <a:prstGeom prst="rect">
            <a:avLst/>
          </a:prstGeom>
          <a:solidFill>
            <a:srgbClr val="CED7E6"/>
          </a:solidFill>
          <a:ln>
            <a:noFill/>
          </a:ln>
        </p:spPr>
      </p:sp>
      <p:sp>
        <p:nvSpPr>
          <p:cNvPr id="99" name="wm.library-whiteboard.002.014.002"/>
          <p:cNvSpPr/>
          <p:nvPr/>
        </p:nvSpPr>
        <p:spPr>
          <a:xfrm>
            <a:off x="10325100" y="5715000"/>
            <a:ext cx="38100" cy="38100"/>
          </a:xfrm>
          <a:prstGeom prst="rect">
            <a:avLst/>
          </a:prstGeom>
          <a:solidFill>
            <a:srgbClr val="CED7E6"/>
          </a:solidFill>
          <a:ln>
            <a:noFill/>
          </a:ln>
        </p:spPr>
      </p:sp>
      <p:sp>
        <p:nvSpPr>
          <p:cNvPr id="100" name="wm.library-whiteboard.002.014.003"/>
          <p:cNvSpPr/>
          <p:nvPr/>
        </p:nvSpPr>
        <p:spPr>
          <a:xfrm>
            <a:off x="10325100" y="5943600"/>
            <a:ext cx="38100" cy="38100"/>
          </a:xfrm>
          <a:prstGeom prst="rect">
            <a:avLst/>
          </a:prstGeom>
          <a:solidFill>
            <a:srgbClr val="CED7E6"/>
          </a:solidFill>
          <a:ln>
            <a:noFill/>
          </a:ln>
        </p:spPr>
      </p:sp>
      <p:sp>
        <p:nvSpPr>
          <p:cNvPr id="101" name="wm.library-whiteboard.002.015.001"/>
          <p:cNvSpPr/>
          <p:nvPr/>
        </p:nvSpPr>
        <p:spPr>
          <a:xfrm>
            <a:off x="10553700" y="5486400"/>
            <a:ext cx="38100" cy="38100"/>
          </a:xfrm>
          <a:prstGeom prst="rect">
            <a:avLst/>
          </a:prstGeom>
          <a:solidFill>
            <a:srgbClr val="CED7E6"/>
          </a:solidFill>
          <a:ln>
            <a:noFill/>
          </a:ln>
        </p:spPr>
      </p:sp>
      <p:sp>
        <p:nvSpPr>
          <p:cNvPr id="102" name="wm.library-whiteboard.002.015.002"/>
          <p:cNvSpPr/>
          <p:nvPr/>
        </p:nvSpPr>
        <p:spPr>
          <a:xfrm>
            <a:off x="10553700" y="5715000"/>
            <a:ext cx="38100" cy="38100"/>
          </a:xfrm>
          <a:prstGeom prst="rect">
            <a:avLst/>
          </a:prstGeom>
          <a:solidFill>
            <a:srgbClr val="CED7E6"/>
          </a:solidFill>
          <a:ln>
            <a:noFill/>
          </a:ln>
        </p:spPr>
      </p:sp>
      <p:sp>
        <p:nvSpPr>
          <p:cNvPr id="103" name="wm.library-whiteboard.002.015.003"/>
          <p:cNvSpPr/>
          <p:nvPr/>
        </p:nvSpPr>
        <p:spPr>
          <a:xfrm>
            <a:off x="10553700" y="5943600"/>
            <a:ext cx="38100" cy="38100"/>
          </a:xfrm>
          <a:prstGeom prst="rect">
            <a:avLst/>
          </a:prstGeom>
          <a:solidFill>
            <a:srgbClr val="CED7E6"/>
          </a:solidFill>
          <a:ln>
            <a:noFill/>
          </a:ln>
        </p:spPr>
      </p:sp>
      <p:sp>
        <p:nvSpPr>
          <p:cNvPr id="104" name="wm.library-whiteboard.002.016.001"/>
          <p:cNvSpPr/>
          <p:nvPr/>
        </p:nvSpPr>
        <p:spPr>
          <a:xfrm>
            <a:off x="10782300" y="5486400"/>
            <a:ext cx="38100" cy="38100"/>
          </a:xfrm>
          <a:prstGeom prst="rect">
            <a:avLst/>
          </a:prstGeom>
          <a:solidFill>
            <a:srgbClr val="CED7E6"/>
          </a:solidFill>
          <a:ln>
            <a:noFill/>
          </a:ln>
        </p:spPr>
      </p:sp>
      <p:sp>
        <p:nvSpPr>
          <p:cNvPr id="105" name="wm.library-whiteboard.002.016.002"/>
          <p:cNvSpPr/>
          <p:nvPr/>
        </p:nvSpPr>
        <p:spPr>
          <a:xfrm>
            <a:off x="10782300" y="5715000"/>
            <a:ext cx="38100" cy="38100"/>
          </a:xfrm>
          <a:prstGeom prst="rect">
            <a:avLst/>
          </a:prstGeom>
          <a:solidFill>
            <a:srgbClr val="CED7E6"/>
          </a:solidFill>
          <a:ln>
            <a:noFill/>
          </a:ln>
        </p:spPr>
      </p:sp>
      <p:sp>
        <p:nvSpPr>
          <p:cNvPr id="106" name="wm.library-whiteboard.002.016.003"/>
          <p:cNvSpPr/>
          <p:nvPr/>
        </p:nvSpPr>
        <p:spPr>
          <a:xfrm>
            <a:off x="10782300" y="5943600"/>
            <a:ext cx="38100" cy="38100"/>
          </a:xfrm>
          <a:prstGeom prst="rect">
            <a:avLst/>
          </a:prstGeom>
          <a:solidFill>
            <a:srgbClr val="CED7E6"/>
          </a:solidFill>
          <a:ln>
            <a:noFill/>
          </a:ln>
        </p:spPr>
      </p:sp>
      <p:sp>
        <p:nvSpPr>
          <p:cNvPr id="107" name="wm.library-whiteboard.002.017.001"/>
          <p:cNvSpPr/>
          <p:nvPr/>
        </p:nvSpPr>
        <p:spPr>
          <a:xfrm>
            <a:off x="11010900" y="5486400"/>
            <a:ext cx="38100" cy="38100"/>
          </a:xfrm>
          <a:prstGeom prst="rect">
            <a:avLst/>
          </a:prstGeom>
          <a:solidFill>
            <a:srgbClr val="CED7E6"/>
          </a:solidFill>
          <a:ln>
            <a:noFill/>
          </a:ln>
        </p:spPr>
      </p:sp>
      <p:sp>
        <p:nvSpPr>
          <p:cNvPr id="108" name="wm.library-whiteboard.002.017.002"/>
          <p:cNvSpPr/>
          <p:nvPr/>
        </p:nvSpPr>
        <p:spPr>
          <a:xfrm>
            <a:off x="11010900" y="5715000"/>
            <a:ext cx="38100" cy="38100"/>
          </a:xfrm>
          <a:prstGeom prst="rect">
            <a:avLst/>
          </a:prstGeom>
          <a:solidFill>
            <a:srgbClr val="CED7E6"/>
          </a:solidFill>
          <a:ln>
            <a:noFill/>
          </a:ln>
        </p:spPr>
      </p:sp>
      <p:sp>
        <p:nvSpPr>
          <p:cNvPr id="109" name="wm.library-whiteboard.002.017.003"/>
          <p:cNvSpPr/>
          <p:nvPr/>
        </p:nvSpPr>
        <p:spPr>
          <a:xfrm>
            <a:off x="11010900" y="5943600"/>
            <a:ext cx="38100" cy="38100"/>
          </a:xfrm>
          <a:prstGeom prst="rect">
            <a:avLst/>
          </a:prstGeom>
          <a:solidFill>
            <a:srgbClr val="CED7E6"/>
          </a:solidFill>
          <a:ln>
            <a:noFill/>
          </a:ln>
        </p:spPr>
      </p:sp>
      <p:sp>
        <p:nvSpPr>
          <p:cNvPr id="110" name="wm.library-whiteboard.002.018.001"/>
          <p:cNvSpPr/>
          <p:nvPr/>
        </p:nvSpPr>
        <p:spPr>
          <a:xfrm>
            <a:off x="11239500" y="5486400"/>
            <a:ext cx="38100" cy="38100"/>
          </a:xfrm>
          <a:prstGeom prst="rect">
            <a:avLst/>
          </a:prstGeom>
          <a:solidFill>
            <a:srgbClr val="CED7E6"/>
          </a:solidFill>
          <a:ln>
            <a:noFill/>
          </a:ln>
        </p:spPr>
      </p:sp>
      <p:sp>
        <p:nvSpPr>
          <p:cNvPr id="111" name="wm.library-whiteboard.002.018.002"/>
          <p:cNvSpPr/>
          <p:nvPr/>
        </p:nvSpPr>
        <p:spPr>
          <a:xfrm>
            <a:off x="11239500" y="5715000"/>
            <a:ext cx="38100" cy="38100"/>
          </a:xfrm>
          <a:prstGeom prst="rect">
            <a:avLst/>
          </a:prstGeom>
          <a:solidFill>
            <a:srgbClr val="CED7E6"/>
          </a:solidFill>
          <a:ln>
            <a:noFill/>
          </a:ln>
        </p:spPr>
      </p:sp>
      <p:sp>
        <p:nvSpPr>
          <p:cNvPr id="112" name="wm.library-whiteboard.002.018.003"/>
          <p:cNvSpPr/>
          <p:nvPr/>
        </p:nvSpPr>
        <p:spPr>
          <a:xfrm>
            <a:off x="11239500" y="5943600"/>
            <a:ext cx="38100" cy="38100"/>
          </a:xfrm>
          <a:prstGeom prst="rect">
            <a:avLst/>
          </a:prstGeom>
          <a:solidFill>
            <a:srgbClr val="CED7E6"/>
          </a:solidFill>
          <a:ln>
            <a:noFill/>
          </a:ln>
        </p:spPr>
      </p:sp>
      <p:sp>
        <p:nvSpPr>
          <p:cNvPr id="113" name="wm.library-whiteboard.002.019.001"/>
          <p:cNvSpPr/>
          <p:nvPr/>
        </p:nvSpPr>
        <p:spPr>
          <a:xfrm>
            <a:off x="11468100" y="5486400"/>
            <a:ext cx="38100" cy="38100"/>
          </a:xfrm>
          <a:prstGeom prst="rect">
            <a:avLst/>
          </a:prstGeom>
          <a:solidFill>
            <a:srgbClr val="CED7E6"/>
          </a:solidFill>
          <a:ln>
            <a:noFill/>
          </a:ln>
        </p:spPr>
      </p:sp>
      <p:sp>
        <p:nvSpPr>
          <p:cNvPr id="114" name="wm.library-whiteboard.002.019.002"/>
          <p:cNvSpPr/>
          <p:nvPr/>
        </p:nvSpPr>
        <p:spPr>
          <a:xfrm>
            <a:off x="11468100" y="5715000"/>
            <a:ext cx="38100" cy="38100"/>
          </a:xfrm>
          <a:prstGeom prst="rect">
            <a:avLst/>
          </a:prstGeom>
          <a:solidFill>
            <a:srgbClr val="CED7E6"/>
          </a:solidFill>
          <a:ln>
            <a:noFill/>
          </a:ln>
        </p:spPr>
      </p:sp>
      <p:sp>
        <p:nvSpPr>
          <p:cNvPr id="115" name="wm.library-whiteboard.002.019.003"/>
          <p:cNvSpPr/>
          <p:nvPr/>
        </p:nvSpPr>
        <p:spPr>
          <a:xfrm>
            <a:off x="11468100" y="5943600"/>
            <a:ext cx="38100" cy="38100"/>
          </a:xfrm>
          <a:prstGeom prst="rect">
            <a:avLst/>
          </a:prstGeom>
          <a:solidFill>
            <a:srgbClr val="CED7E6"/>
          </a:solidFill>
          <a:ln>
            <a:noFill/>
          </a:ln>
        </p:spPr>
      </p:sp>
      <p:sp>
        <p:nvSpPr>
          <p:cNvPr id="118"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a:t>
            </a:fld>
            <a:endParaRPr lang="en-US" sz="700" spc="0" kern="0" b="0" i="0" dirty="0">
              <a:solidFill>
                <a:srgbClr val="070154"/>
              </a:solidFill>
              <a:latin typeface="IBM Plex Mono SemiBold"/>
              <a:ea typeface="IBM Plex Mono SemiBold"/>
              <a:cs typeface="IBM Plex Mono SemiBold"/>
            </a:endParaRPr>
          </a:p>
        </p:txBody>
      </p:sp>
      <p:grpSp>
        <p:nvGrpSpPr>
          <p:cNvPr id="125" name="node01"/>
          <p:cNvGrpSpPr/>
          <p:nvPr/>
        </p:nvGrpSpPr>
        <p:grpSpPr>
          <a:xfrm>
            <a:off x="0" y="914400"/>
            <a:ext cx="7124700" cy="5029200"/>
            <a:chOff x="0" y="914400"/>
            <a:chExt cx="7124700" cy="5029200"/>
          </a:xfrm>
        </p:grpSpPr>
        <p:sp>
          <p:nvSpPr>
            <p:cNvPr id="119" name="node01.surface"/>
            <p:cNvSpPr/>
            <p:nvPr/>
          </p:nvSpPr>
          <p:spPr>
            <a:xfrm>
              <a:off x="0" y="914400"/>
              <a:ext cx="7124700" cy="5029200"/>
            </a:xfrm>
            <a:prstGeom prst="rect">
              <a:avLst/>
            </a:prstGeom>
            <a:solidFill>
              <a:srgbClr val="070154"/>
            </a:solidFill>
            <a:ln>
              <a:noFill/>
            </a:ln>
          </p:spPr>
        </p:sp>
      </p:grpSp>
      <p:sp>
        <p:nvSpPr>
          <p:cNvPr id="120" name="node02"/>
          <p:cNvSpPr/>
          <p:nvPr/>
        </p:nvSpPr>
        <p:spPr>
          <a:xfrm>
            <a:off x="7048500" y="914400"/>
            <a:ext cx="76200" cy="5029200"/>
          </a:xfrm>
          <a:prstGeom prst="rect">
            <a:avLst/>
          </a:prstGeom>
          <a:solidFill>
            <a:srgbClr val="F900D3"/>
          </a:solidFill>
          <a:ln>
            <a:noFill/>
          </a:ln>
        </p:spPr>
      </p:sp>
      <p:grpSp>
        <p:nvGrpSpPr>
          <p:cNvPr id="126" name="node03"/>
          <p:cNvGrpSpPr/>
          <p:nvPr/>
        </p:nvGrpSpPr>
        <p:grpSpPr>
          <a:xfrm>
            <a:off x="723900" y="1371600"/>
            <a:ext cx="5257800" cy="152400"/>
            <a:chOff x="723900" y="1371600"/>
            <a:chExt cx="5257800" cy="152400"/>
          </a:xfrm>
        </p:grpSpPr>
        <p:sp>
          <p:nvSpPr>
            <p:cNvPr id="121" name="node03.text"/>
            <p:cNvSpPr/>
            <p:nvPr/>
          </p:nvSpPr>
          <p:spPr>
            <a:xfrm>
              <a:off x="723900" y="1371600"/>
              <a:ext cx="5257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PRODUCT AND R&amp;D</a:t>
              </a:r>
              <a:endParaRPr lang="en-US" sz="1000" spc="80" kern="0" b="0" i="0" dirty="0">
                <a:solidFill>
                  <a:srgbClr val="F900D3"/>
                </a:solidFill>
                <a:latin typeface="IBM Plex Mono SemiBold"/>
                <a:ea typeface="IBM Plex Mono SemiBold"/>
                <a:cs typeface="IBM Plex Mono SemiBold"/>
              </a:endParaRPr>
            </a:p>
          </p:txBody>
        </p:sp>
      </p:grpSp>
      <p:grpSp>
        <p:nvGrpSpPr>
          <p:cNvPr id="127" name="node04"/>
          <p:cNvGrpSpPr/>
          <p:nvPr/>
        </p:nvGrpSpPr>
        <p:grpSpPr>
          <a:xfrm>
            <a:off x="723900" y="1600200"/>
            <a:ext cx="2514600" cy="762000"/>
            <a:chOff x="723900" y="1600200"/>
            <a:chExt cx="2514600" cy="762000"/>
          </a:xfrm>
        </p:grpSpPr>
        <p:sp>
          <p:nvSpPr>
            <p:cNvPr id="122" name="node04.text"/>
            <p:cNvSpPr/>
            <p:nvPr/>
          </p:nvSpPr>
          <p:spPr>
            <a:xfrm>
              <a:off x="723900" y="1600200"/>
              <a:ext cx="2514600" cy="762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01</a:t>
              </a:r>
              <a:endParaRPr lang="en-US" sz="5400" spc="-135" kern="0" b="0" i="0" dirty="0">
                <a:solidFill>
                  <a:srgbClr val="FFFFFF"/>
                </a:solidFill>
                <a:latin typeface="IBM Plex Sans SemiBold"/>
                <a:ea typeface="IBM Plex Sans SemiBold"/>
                <a:cs typeface="IBM Plex Sans SemiBold"/>
              </a:endParaRPr>
            </a:p>
          </p:txBody>
        </p:sp>
      </p:grpSp>
      <p:grpSp>
        <p:nvGrpSpPr>
          <p:cNvPr id="128" name="node05"/>
          <p:cNvGrpSpPr/>
          <p:nvPr/>
        </p:nvGrpSpPr>
        <p:grpSpPr>
          <a:xfrm>
            <a:off x="723900" y="4343400"/>
            <a:ext cx="5943600" cy="457200"/>
            <a:chOff x="723900" y="4343400"/>
            <a:chExt cx="5943600" cy="457200"/>
          </a:xfrm>
        </p:grpSpPr>
        <p:sp>
          <p:nvSpPr>
            <p:cNvPr id="123" name="node05.text"/>
            <p:cNvSpPr/>
            <p:nvPr/>
          </p:nvSpPr>
          <p:spPr>
            <a:xfrm>
              <a:off x="723900" y="4343400"/>
              <a:ext cx="5943600" cy="4572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Executive summary</a:t>
              </a:r>
              <a:endParaRPr lang="en-US" sz="3200" spc="-64" kern="0" b="0" i="0" dirty="0">
                <a:solidFill>
                  <a:srgbClr val="FFFFFF"/>
                </a:solidFill>
                <a:latin typeface="IBM Plex Sans SemiBold"/>
                <a:ea typeface="IBM Plex Sans SemiBold"/>
                <a:cs typeface="IBM Plex Sans SemiBold"/>
              </a:endParaRPr>
            </a:p>
          </p:txBody>
        </p:sp>
      </p:grpSp>
      <p:grpSp>
        <p:nvGrpSpPr>
          <p:cNvPr id="129" name="node06"/>
          <p:cNvGrpSpPr/>
          <p:nvPr/>
        </p:nvGrpSpPr>
        <p:grpSpPr>
          <a:xfrm>
            <a:off x="7353300" y="1600200"/>
            <a:ext cx="4114800" cy="3657600"/>
            <a:chOff x="7353300" y="1600200"/>
            <a:chExt cx="4114800" cy="3657600"/>
          </a:xfrm>
        </p:grpSpPr>
        <p:pic>
          <p:nvPicPr>
            <p:cNvPr id="124" name="node06.image" descr="project:source-image32; canonical SHA256=3778f239f6d32794508911208c8533388b96a93b8d7f6bd6233e2893fa925d10">    </p:cNvPr>
            <p:cNvPicPr>
              <a:picLocks noChangeAspect="1"/>
            </p:cNvPicPr>
            <p:nvPr/>
          </p:nvPicPr>
          <p:blipFill>
            <a:blip r:embed="rId1"/>
            <a:srcRect l="0" r="0" t="4344" b="6516"/>
            <a:stretch/>
          </p:blipFill>
          <p:spPr>
            <a:xfrm>
              <a:off x="7353300" y="1600200"/>
              <a:ext cx="4114800" cy="3657600"/>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dxc-00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EXECUTIVE SUMMARY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coordinated plan for product and engineering</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Original Phase 1 findings and proposed horizons; detailed evidence and qualifiers retained in notes.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1600200"/>
            <a:ext cx="3429000" cy="609600"/>
            <a:chOff x="723900" y="1600200"/>
            <a:chExt cx="3429000" cy="609600"/>
          </a:xfrm>
        </p:grpSpPr>
        <p:sp>
          <p:nvSpPr>
            <p:cNvPr id="8" name="node01.rule"/>
            <p:cNvSpPr/>
            <p:nvPr/>
          </p:nvSpPr>
          <p:spPr>
            <a:xfrm>
              <a:off x="723900" y="1600200"/>
              <a:ext cx="3429000" cy="38100"/>
            </a:xfrm>
            <a:prstGeom prst="rect">
              <a:avLst/>
            </a:prstGeom>
            <a:solidFill>
              <a:srgbClr val="070154"/>
            </a:solidFill>
            <a:ln>
              <a:noFill/>
            </a:ln>
          </p:spPr>
        </p:sp>
        <p:sp>
          <p:nvSpPr>
            <p:cNvPr id="9" name="node01.label"/>
            <p:cNvSpPr/>
            <p:nvPr/>
          </p:nvSpPr>
          <p:spPr>
            <a:xfrm>
              <a:off x="7239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SAW</a:t>
              </a:r>
              <a:endParaRPr lang="en-US" sz="900" spc="54" kern="0" b="0" i="0" dirty="0">
                <a:solidFill>
                  <a:srgbClr val="0047FF"/>
                </a:solidFill>
                <a:latin typeface="IBM Plex Mono Medium"/>
                <a:ea typeface="IBM Plex Mono Medium"/>
                <a:cs typeface="IBM Plex Mono Medium"/>
              </a:endParaRPr>
            </a:p>
          </p:txBody>
        </p:sp>
        <p:sp>
          <p:nvSpPr>
            <p:cNvPr id="10" name="node01.title"/>
            <p:cNvSpPr/>
            <p:nvPr/>
          </p:nvSpPr>
          <p:spPr>
            <a:xfrm>
              <a:off x="7239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 SaaS business maturing</a:t>
              </a:r>
              <a:endParaRPr lang="en-US" sz="1800" spc="-18" kern="0" b="0" i="0" dirty="0">
                <a:solidFill>
                  <a:srgbClr val="070154"/>
                </a:solidFill>
                <a:latin typeface="IBM Plex Sans SemiBold"/>
                <a:ea typeface="IBM Plex Sans SemiBold"/>
                <a:cs typeface="IBM Plex Sans SemiBold"/>
              </a:endParaRPr>
            </a:p>
          </p:txBody>
        </p:sp>
      </p:grpSp>
      <p:grpSp>
        <p:nvGrpSpPr>
          <p:cNvPr id="38" name="node02"/>
          <p:cNvGrpSpPr/>
          <p:nvPr/>
        </p:nvGrpSpPr>
        <p:grpSpPr>
          <a:xfrm>
            <a:off x="723900" y="2514600"/>
            <a:ext cx="3429000" cy="1752600"/>
            <a:chOff x="723900" y="2514600"/>
            <a:chExt cx="3429000" cy="1752600"/>
          </a:xfrm>
        </p:grpSpPr>
        <p:sp>
          <p:nvSpPr>
            <p:cNvPr id="11" name="node02.dxc-6-node02-items-1.bullet"/>
            <p:cNvSpPr/>
            <p:nvPr/>
          </p:nvSpPr>
          <p:spPr>
            <a:xfrm>
              <a:off x="723900" y="2622550"/>
              <a:ext cx="50800" cy="50800"/>
            </a:xfrm>
            <a:prstGeom prst="rect">
              <a:avLst/>
            </a:prstGeom>
            <a:solidFill>
              <a:srgbClr val="070154"/>
            </a:solidFill>
            <a:ln>
              <a:noFill/>
            </a:ln>
          </p:spPr>
        </p:sp>
        <p:sp>
          <p:nvSpPr>
            <p:cNvPr id="12" name="node02.dxc-6-node02-items-1.text"/>
            <p:cNvSpPr/>
            <p:nvPr/>
          </p:nvSpPr>
          <p:spPr>
            <a:xfrm>
              <a:off x="914400" y="2514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Clearer product direction and ownership are needed.</a:t>
              </a:r>
              <a:endParaRPr lang="en-US" sz="1400" spc="0" kern="0" b="0" i="0" dirty="0">
                <a:solidFill>
                  <a:srgbClr val="070154"/>
                </a:solidFill>
                <a:latin typeface="IBM Plex Sans"/>
                <a:ea typeface="IBM Plex Sans"/>
                <a:cs typeface="IBM Plex Sans"/>
              </a:endParaRPr>
            </a:p>
          </p:txBody>
        </p:sp>
        <p:sp>
          <p:nvSpPr>
            <p:cNvPr id="13" name="node02.dxc-6-node02-items-2.bullet"/>
            <p:cNvSpPr/>
            <p:nvPr/>
          </p:nvSpPr>
          <p:spPr>
            <a:xfrm>
              <a:off x="723900" y="3232150"/>
              <a:ext cx="50800" cy="50800"/>
            </a:xfrm>
            <a:prstGeom prst="rect">
              <a:avLst/>
            </a:prstGeom>
            <a:solidFill>
              <a:srgbClr val="070154"/>
            </a:solidFill>
            <a:ln>
              <a:noFill/>
            </a:ln>
          </p:spPr>
        </p:sp>
        <p:sp>
          <p:nvSpPr>
            <p:cNvPr id="14" name="node02.dxc-6-node02-items-2.text"/>
            <p:cNvSpPr/>
            <p:nvPr/>
          </p:nvSpPr>
          <p:spPr>
            <a:xfrm>
              <a:off x="914400" y="31242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Engineering has foundations and leading pockets to extend.</a:t>
              </a:r>
              <a:endParaRPr lang="en-US" sz="1400" spc="0" kern="0" b="0" i="0" dirty="0">
                <a:solidFill>
                  <a:srgbClr val="070154"/>
                </a:solidFill>
                <a:latin typeface="IBM Plex Sans"/>
                <a:ea typeface="IBM Plex Sans"/>
                <a:cs typeface="IBM Plex Sans"/>
              </a:endParaRPr>
            </a:p>
          </p:txBody>
        </p:sp>
        <p:sp>
          <p:nvSpPr>
            <p:cNvPr id="15" name="node02.dxc-6-node02-items-3.bullet"/>
            <p:cNvSpPr/>
            <p:nvPr/>
          </p:nvSpPr>
          <p:spPr>
            <a:xfrm>
              <a:off x="723900" y="3841750"/>
              <a:ext cx="50800" cy="50800"/>
            </a:xfrm>
            <a:prstGeom prst="rect">
              <a:avLst/>
            </a:prstGeom>
            <a:solidFill>
              <a:srgbClr val="070154"/>
            </a:solidFill>
            <a:ln>
              <a:noFill/>
            </a:ln>
          </p:spPr>
        </p:sp>
        <p:sp>
          <p:nvSpPr>
            <p:cNvPr id="16" name="node02.dxc-6-node02-items-3.text"/>
            <p:cNvSpPr/>
            <p:nvPr/>
          </p:nvSpPr>
          <p:spPr>
            <a:xfrm>
              <a:off x="914400" y="37338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Product and Engineering must move together.</a:t>
              </a:r>
              <a:endParaRPr lang="en-US" sz="1400" spc="0" kern="0" b="0" i="0" dirty="0">
                <a:solidFill>
                  <a:srgbClr val="070154"/>
                </a:solidFill>
                <a:latin typeface="IBM Plex Sans"/>
                <a:ea typeface="IBM Plex Sans"/>
                <a:cs typeface="IBM Plex Sans"/>
              </a:endParaRPr>
            </a:p>
          </p:txBody>
        </p:sp>
      </p:grpSp>
      <p:grpSp>
        <p:nvGrpSpPr>
          <p:cNvPr id="39" name="node03"/>
          <p:cNvGrpSpPr/>
          <p:nvPr/>
        </p:nvGrpSpPr>
        <p:grpSpPr>
          <a:xfrm>
            <a:off x="4381500" y="1600200"/>
            <a:ext cx="3429000" cy="609600"/>
            <a:chOff x="4381500" y="1600200"/>
            <a:chExt cx="3429000" cy="609600"/>
          </a:xfrm>
        </p:grpSpPr>
        <p:sp>
          <p:nvSpPr>
            <p:cNvPr id="17" name="node03.rule"/>
            <p:cNvSpPr/>
            <p:nvPr/>
          </p:nvSpPr>
          <p:spPr>
            <a:xfrm>
              <a:off x="4381500" y="1600200"/>
              <a:ext cx="3429000" cy="38100"/>
            </a:xfrm>
            <a:prstGeom prst="rect">
              <a:avLst/>
            </a:prstGeom>
            <a:solidFill>
              <a:srgbClr val="070154"/>
            </a:solidFill>
            <a:ln>
              <a:noFill/>
            </a:ln>
          </p:spPr>
        </p:sp>
        <p:sp>
          <p:nvSpPr>
            <p:cNvPr id="18" name="node03.label"/>
            <p:cNvSpPr/>
            <p:nvPr/>
          </p:nvSpPr>
          <p:spPr>
            <a:xfrm>
              <a:off x="43815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IT ROLLS OUT</a:t>
              </a:r>
              <a:endParaRPr lang="en-US" sz="900" spc="54" kern="0" b="0" i="0" dirty="0">
                <a:solidFill>
                  <a:srgbClr val="0047FF"/>
                </a:solidFill>
                <a:latin typeface="IBM Plex Mono Medium"/>
                <a:ea typeface="IBM Plex Mono Medium"/>
                <a:cs typeface="IBM Plex Mono Medium"/>
              </a:endParaRPr>
            </a:p>
          </p:txBody>
        </p:sp>
        <p:sp>
          <p:nvSpPr>
            <p:cNvPr id="19" name="node03.title"/>
            <p:cNvSpPr/>
            <p:nvPr/>
          </p:nvSpPr>
          <p:spPr>
            <a:xfrm>
              <a:off x="43815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Pilot, measure, extend</a:t>
              </a:r>
              <a:endParaRPr lang="en-US" sz="1800" spc="-18" kern="0" b="0" i="0" dirty="0">
                <a:solidFill>
                  <a:srgbClr val="070154"/>
                </a:solidFill>
                <a:latin typeface="IBM Plex Sans SemiBold"/>
                <a:ea typeface="IBM Plex Sans SemiBold"/>
                <a:cs typeface="IBM Plex Sans SemiBold"/>
              </a:endParaRPr>
            </a:p>
          </p:txBody>
        </p:sp>
      </p:grpSp>
      <p:grpSp>
        <p:nvGrpSpPr>
          <p:cNvPr id="40" name="node04"/>
          <p:cNvGrpSpPr/>
          <p:nvPr/>
        </p:nvGrpSpPr>
        <p:grpSpPr>
          <a:xfrm>
            <a:off x="4381500" y="2514600"/>
            <a:ext cx="3429000" cy="2019300"/>
            <a:chOff x="4381500" y="2514600"/>
            <a:chExt cx="3429000" cy="2019300"/>
          </a:xfrm>
        </p:grpSpPr>
        <p:sp>
          <p:nvSpPr>
            <p:cNvPr id="20" name="node04.dxc-6-node04-items-1.bullet"/>
            <p:cNvSpPr/>
            <p:nvPr/>
          </p:nvSpPr>
          <p:spPr>
            <a:xfrm>
              <a:off x="4381500" y="2622550"/>
              <a:ext cx="50800" cy="50800"/>
            </a:xfrm>
            <a:prstGeom prst="rect">
              <a:avLst/>
            </a:prstGeom>
            <a:solidFill>
              <a:srgbClr val="070154"/>
            </a:solidFill>
            <a:ln>
              <a:noFill/>
            </a:ln>
          </p:spPr>
        </p:sp>
        <p:sp>
          <p:nvSpPr>
            <p:cNvPr id="21" name="node04.dxc-6-node04-items-1.text"/>
            <p:cNvSpPr/>
            <p:nvPr/>
          </p:nvSpPr>
          <p:spPr>
            <a:xfrm>
              <a:off x="4572000" y="2514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Now: four-week strategy spike; Quality, Test and Release pilots.</a:t>
              </a:r>
              <a:endParaRPr lang="en-US" sz="1400" spc="0" kern="0" b="0" i="0" dirty="0">
                <a:solidFill>
                  <a:srgbClr val="070154"/>
                </a:solidFill>
                <a:latin typeface="IBM Plex Sans"/>
                <a:ea typeface="IBM Plex Sans"/>
                <a:cs typeface="IBM Plex Sans"/>
              </a:endParaRPr>
            </a:p>
          </p:txBody>
        </p:sp>
        <p:sp>
          <p:nvSpPr>
            <p:cNvPr id="22" name="node04.dxc-6-node04-items-2.bullet"/>
            <p:cNvSpPr/>
            <p:nvPr/>
          </p:nvSpPr>
          <p:spPr>
            <a:xfrm>
              <a:off x="4381500" y="3232150"/>
              <a:ext cx="50800" cy="50800"/>
            </a:xfrm>
            <a:prstGeom prst="rect">
              <a:avLst/>
            </a:prstGeom>
            <a:solidFill>
              <a:srgbClr val="070154"/>
            </a:solidFill>
            <a:ln>
              <a:noFill/>
            </a:ln>
          </p:spPr>
        </p:sp>
        <p:sp>
          <p:nvSpPr>
            <p:cNvPr id="23" name="node04.dxc-6-node04-items-2.text"/>
            <p:cNvSpPr/>
            <p:nvPr/>
          </p:nvSpPr>
          <p:spPr>
            <a:xfrm>
              <a:off x="4572000" y="3124200"/>
              <a:ext cx="32385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Next: one initiative with clearer product artifacts and measures; strategy in parallel.</a:t>
              </a:r>
              <a:endParaRPr lang="en-US" sz="1400" spc="0" kern="0" b="0" i="0" dirty="0">
                <a:solidFill>
                  <a:srgbClr val="070154"/>
                </a:solidFill>
                <a:latin typeface="IBM Plex Sans"/>
                <a:ea typeface="IBM Plex Sans"/>
                <a:cs typeface="IBM Plex Sans"/>
              </a:endParaRPr>
            </a:p>
          </p:txBody>
        </p:sp>
        <p:sp>
          <p:nvSpPr>
            <p:cNvPr id="24" name="node04.dxc-6-node04-items-3.bullet"/>
            <p:cNvSpPr/>
            <p:nvPr/>
          </p:nvSpPr>
          <p:spPr>
            <a:xfrm>
              <a:off x="4381500" y="4108450"/>
              <a:ext cx="50800" cy="50800"/>
            </a:xfrm>
            <a:prstGeom prst="rect">
              <a:avLst/>
            </a:prstGeom>
            <a:solidFill>
              <a:srgbClr val="070154"/>
            </a:solidFill>
            <a:ln>
              <a:noFill/>
            </a:ln>
          </p:spPr>
        </p:sp>
        <p:sp>
          <p:nvSpPr>
            <p:cNvPr id="25" name="node04.dxc-6-node04-items-3.text"/>
            <p:cNvSpPr/>
            <p:nvPr/>
          </p:nvSpPr>
          <p:spPr>
            <a:xfrm>
              <a:off x="4572000" y="40005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Future: integrate in January; use what worked across teams.</a:t>
              </a:r>
              <a:endParaRPr lang="en-US" sz="1400" spc="0" kern="0" b="0" i="0" dirty="0">
                <a:solidFill>
                  <a:srgbClr val="070154"/>
                </a:solidFill>
                <a:latin typeface="IBM Plex Sans"/>
                <a:ea typeface="IBM Plex Sans"/>
                <a:cs typeface="IBM Plex Sans"/>
              </a:endParaRPr>
            </a:p>
          </p:txBody>
        </p:sp>
      </p:grpSp>
      <p:grpSp>
        <p:nvGrpSpPr>
          <p:cNvPr id="41" name="node05"/>
          <p:cNvGrpSpPr/>
          <p:nvPr/>
        </p:nvGrpSpPr>
        <p:grpSpPr>
          <a:xfrm>
            <a:off x="8039100" y="1600200"/>
            <a:ext cx="3429000" cy="609600"/>
            <a:chOff x="8039100" y="1600200"/>
            <a:chExt cx="3429000" cy="609600"/>
          </a:xfrm>
        </p:grpSpPr>
        <p:sp>
          <p:nvSpPr>
            <p:cNvPr id="26" name="node05.rule"/>
            <p:cNvSpPr/>
            <p:nvPr/>
          </p:nvSpPr>
          <p:spPr>
            <a:xfrm>
              <a:off x="8039100" y="1600200"/>
              <a:ext cx="3429000" cy="38100"/>
            </a:xfrm>
            <a:prstGeom prst="rect">
              <a:avLst/>
            </a:prstGeom>
            <a:solidFill>
              <a:srgbClr val="070154"/>
            </a:solidFill>
            <a:ln>
              <a:noFill/>
            </a:ln>
          </p:spPr>
        </p:sp>
        <p:sp>
          <p:nvSpPr>
            <p:cNvPr id="27" name="node05.label"/>
            <p:cNvSpPr/>
            <p:nvPr/>
          </p:nvSpPr>
          <p:spPr>
            <a:xfrm>
              <a:off x="80391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LEADERSHIP DECISIONS</a:t>
              </a:r>
              <a:endParaRPr lang="en-US" sz="900" spc="54" kern="0" b="0" i="0" dirty="0">
                <a:solidFill>
                  <a:srgbClr val="0047FF"/>
                </a:solidFill>
                <a:latin typeface="IBM Plex Mono Medium"/>
                <a:ea typeface="IBM Plex Mono Medium"/>
                <a:cs typeface="IBM Plex Mono Medium"/>
              </a:endParaRPr>
            </a:p>
          </p:txBody>
        </p:sp>
        <p:sp>
          <p:nvSpPr>
            <p:cNvPr id="28" name="node05.title"/>
            <p:cNvSpPr/>
            <p:nvPr/>
          </p:nvSpPr>
          <p:spPr>
            <a:xfrm>
              <a:off x="80391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Name owners and enable pilots</a:t>
              </a:r>
              <a:endParaRPr lang="en-US" sz="1800" spc="-18" kern="0" b="0" i="0" dirty="0">
                <a:solidFill>
                  <a:srgbClr val="070154"/>
                </a:solidFill>
                <a:latin typeface="IBM Plex Sans SemiBold"/>
                <a:ea typeface="IBM Plex Sans SemiBold"/>
                <a:cs typeface="IBM Plex Sans SemiBold"/>
              </a:endParaRPr>
            </a:p>
          </p:txBody>
        </p:sp>
      </p:grpSp>
      <p:grpSp>
        <p:nvGrpSpPr>
          <p:cNvPr id="42" name="node06"/>
          <p:cNvGrpSpPr/>
          <p:nvPr/>
        </p:nvGrpSpPr>
        <p:grpSpPr>
          <a:xfrm>
            <a:off x="8039100" y="2514600"/>
            <a:ext cx="3429000" cy="1752600"/>
            <a:chOff x="8039100" y="2514600"/>
            <a:chExt cx="3429000" cy="1752600"/>
          </a:xfrm>
        </p:grpSpPr>
        <p:sp>
          <p:nvSpPr>
            <p:cNvPr id="29" name="node06.dxc-6-node06-items-1.bullet"/>
            <p:cNvSpPr/>
            <p:nvPr/>
          </p:nvSpPr>
          <p:spPr>
            <a:xfrm>
              <a:off x="8039100" y="2622550"/>
              <a:ext cx="50800" cy="50800"/>
            </a:xfrm>
            <a:prstGeom prst="rect">
              <a:avLst/>
            </a:prstGeom>
            <a:solidFill>
              <a:srgbClr val="070154"/>
            </a:solidFill>
            <a:ln>
              <a:noFill/>
            </a:ln>
          </p:spPr>
        </p:sp>
        <p:sp>
          <p:nvSpPr>
            <p:cNvPr id="30" name="node06.dxc-6-node06-items-1.text"/>
            <p:cNvSpPr/>
            <p:nvPr/>
          </p:nvSpPr>
          <p:spPr>
            <a:xfrm>
              <a:off x="8229600" y="2514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Approve product/engineering owners and selected pilots.</a:t>
              </a:r>
              <a:endParaRPr lang="en-US" sz="1400" spc="0" kern="0" b="0" i="0" dirty="0">
                <a:solidFill>
                  <a:srgbClr val="070154"/>
                </a:solidFill>
                <a:latin typeface="IBM Plex Sans"/>
                <a:ea typeface="IBM Plex Sans"/>
                <a:cs typeface="IBM Plex Sans"/>
              </a:endParaRPr>
            </a:p>
          </p:txBody>
        </p:sp>
        <p:sp>
          <p:nvSpPr>
            <p:cNvPr id="31" name="node06.dxc-6-node06-items-2.bullet"/>
            <p:cNvSpPr/>
            <p:nvPr/>
          </p:nvSpPr>
          <p:spPr>
            <a:xfrm>
              <a:off x="8039100" y="3232150"/>
              <a:ext cx="50800" cy="50800"/>
            </a:xfrm>
            <a:prstGeom prst="rect">
              <a:avLst/>
            </a:prstGeom>
            <a:solidFill>
              <a:srgbClr val="070154"/>
            </a:solidFill>
            <a:ln>
              <a:noFill/>
            </a:ln>
          </p:spPr>
        </p:sp>
        <p:sp>
          <p:nvSpPr>
            <p:cNvPr id="32" name="node06.dxc-6-node06-items-2.text"/>
            <p:cNvSpPr/>
            <p:nvPr/>
          </p:nvSpPr>
          <p:spPr>
            <a:xfrm>
              <a:off x="8229600" y="31242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Agree AI guardrails and sanctioned PHI tools.</a:t>
              </a:r>
              <a:endParaRPr lang="en-US" sz="1400" spc="0" kern="0" b="0" i="0" dirty="0">
                <a:solidFill>
                  <a:srgbClr val="070154"/>
                </a:solidFill>
                <a:latin typeface="IBM Plex Sans"/>
                <a:ea typeface="IBM Plex Sans"/>
                <a:cs typeface="IBM Plex Sans"/>
              </a:endParaRPr>
            </a:p>
          </p:txBody>
        </p:sp>
        <p:sp>
          <p:nvSpPr>
            <p:cNvPr id="33" name="node06.dxc-6-node06-items-3.bullet"/>
            <p:cNvSpPr/>
            <p:nvPr/>
          </p:nvSpPr>
          <p:spPr>
            <a:xfrm>
              <a:off x="8039100" y="3841750"/>
              <a:ext cx="50800" cy="50800"/>
            </a:xfrm>
            <a:prstGeom prst="rect">
              <a:avLst/>
            </a:prstGeom>
            <a:solidFill>
              <a:srgbClr val="070154"/>
            </a:solidFill>
            <a:ln>
              <a:noFill/>
            </a:ln>
          </p:spPr>
        </p:sp>
        <p:sp>
          <p:nvSpPr>
            <p:cNvPr id="34" name="node06.dxc-6-node06-items-3.text"/>
            <p:cNvSpPr/>
            <p:nvPr/>
          </p:nvSpPr>
          <p:spPr>
            <a:xfrm>
              <a:off x="8229600" y="37338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Provide release and Jira data access for the baseline.</a:t>
              </a:r>
              <a:endParaRPr lang="en-US" sz="1400" spc="0" kern="0" b="0" i="0" dirty="0">
                <a:solidFill>
                  <a:srgbClr val="070154"/>
                </a:solidFill>
                <a:latin typeface="IBM Plex Sans"/>
                <a:ea typeface="IBM Plex Sans"/>
                <a:cs typeface="IBM Plex Sans"/>
              </a:endParaRPr>
            </a:p>
          </p:txBody>
        </p:sp>
      </p:grpSp>
      <p:grpSp>
        <p:nvGrpSpPr>
          <p:cNvPr id="43" name="node07"/>
          <p:cNvGrpSpPr/>
          <p:nvPr/>
        </p:nvGrpSpPr>
        <p:grpSpPr>
          <a:xfrm>
            <a:off x="723900" y="4800600"/>
            <a:ext cx="10744200" cy="914400"/>
            <a:chOff x="723900" y="4800600"/>
            <a:chExt cx="10744200" cy="914400"/>
          </a:xfrm>
        </p:grpSpPr>
        <p:sp>
          <p:nvSpPr>
            <p:cNvPr id="35" name="node07.surface"/>
            <p:cNvSpPr/>
            <p:nvPr/>
          </p:nvSpPr>
          <p:spPr>
            <a:xfrm>
              <a:off x="723900" y="4800600"/>
              <a:ext cx="10744200" cy="914400"/>
            </a:xfrm>
            <a:prstGeom prst="rect">
              <a:avLst/>
            </a:prstGeom>
            <a:solidFill>
              <a:srgbClr val="070154"/>
            </a:solidFill>
            <a:ln>
              <a:noFill/>
            </a:ln>
          </p:spPr>
        </p:sp>
        <p:sp>
          <p:nvSpPr>
            <p:cNvPr id="36" name="node07.text"/>
            <p:cNvSpPr/>
            <p:nvPr/>
          </p:nvSpPr>
          <p:spPr>
            <a:xfrm>
              <a:off x="876300" y="5124450"/>
              <a:ext cx="10439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Evidence first: validate priorities through live work; decide the wider operating model from the results.</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xc-00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INPUT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dozen participants shaped the operating model</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Focused Engineering, Quality/UAT, Release and Product sessions plus a collaborative core-team workshop. Dates and follow-up details were not supplied.</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1600200"/>
            <a:ext cx="10744200" cy="4013200"/>
            <a:chOff x="723900" y="1600200"/>
            <a:chExt cx="10744200" cy="4013200"/>
          </a:xfrm>
        </p:grpSpPr>
        <p:graphicFrame>
          <p:nvGraphicFramePr>
            <p:cNvPr id="8"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1397000"/>
                  <a:gridCol w="2413000"/>
                  <a:gridCol w="1397000"/>
                  <a:gridCol w="838200"/>
                  <a:gridCol w="990600"/>
                  <a:gridCol w="914400"/>
                  <a:gridCol w="1270000"/>
                  <a:gridCol w="1524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FUNCTION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PARTICIPANT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ORGANIZATION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DATE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FORMAT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LISTED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FOLLOW-UP</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SOURCE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Engineering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Avinash Manjunath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Engineering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Amal Endal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Quality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Derrick Boyd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UAT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Allys Fritz</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UAT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Mehdi Razavi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Ashok Kalyani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Archana Sabapathy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Troy Andrews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Sapna Sathyanarayana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Engineering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Paul Smith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Navin Narayanan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Engineering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Bob Franceschini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DXC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Unstated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9" name="node01.row.dxc-7-node01-rows-1.f.outline"/>
            <p:cNvSpPr/>
            <p:nvPr/>
          </p:nvSpPr>
          <p:spPr>
            <a:xfrm>
              <a:off x="6921500" y="2032000"/>
              <a:ext cx="202121" cy="152400"/>
            </a:xfrm>
            <a:prstGeom prst="rect">
              <a:avLst/>
            </a:prstGeom>
            <a:ln w="9525">
              <a:solidFill>
                <a:srgbClr val="070154"/>
              </a:solidFill>
              <a:prstDash val="solid"/>
            </a:ln>
          </p:spPr>
        </p:sp>
        <p:sp>
          <p:nvSpPr>
            <p:cNvPr id="10" name="node01.row.dxc-7-node01-rows-1.fu.checked"/>
            <p:cNvSpPr/>
            <p:nvPr/>
          </p:nvSpPr>
          <p:spPr>
            <a:xfrm>
              <a:off x="8140700" y="2032000"/>
              <a:ext cx="152400" cy="152400"/>
            </a:xfrm>
            <a:prstGeom prst="rect">
              <a:avLst/>
            </a:prstGeom>
            <a:solidFill>
              <a:srgbClr val="070154"/>
            </a:solidFill>
            <a:ln>
              <a:noFill/>
            </a:ln>
          </p:spPr>
        </p:sp>
        <p:sp>
          <p:nvSpPr>
            <p:cNvPr id="11" name="node01.row.dxc-7-node01-rows-1.fu.tick"/>
            <p:cNvSpPr/>
            <p:nvPr/>
          </p:nvSpPr>
          <p:spPr>
            <a:xfrm>
              <a:off x="8140700" y="20320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12" name="node01.row.dxc-7-node01-rows-1.s.status-mark"/>
            <p:cNvSpPr/>
            <p:nvPr/>
          </p:nvSpPr>
          <p:spPr>
            <a:xfrm>
              <a:off x="8832850" y="2063750"/>
              <a:ext cx="88900" cy="88900"/>
            </a:xfrm>
            <a:prstGeom prst="rect">
              <a:avLst/>
            </a:prstGeom>
            <a:solidFill>
              <a:srgbClr val="FFFFFF"/>
            </a:solidFill>
            <a:ln w="12700">
              <a:solidFill>
                <a:srgbClr val="070154"/>
              </a:solidFill>
              <a:prstDash val="solid"/>
            </a:ln>
          </p:spPr>
        </p:sp>
        <p:sp>
          <p:nvSpPr>
            <p:cNvPr id="13" name="node01.row.dxc-7-node01-rows-2.f.outline"/>
            <p:cNvSpPr/>
            <p:nvPr/>
          </p:nvSpPr>
          <p:spPr>
            <a:xfrm>
              <a:off x="6921500" y="2336800"/>
              <a:ext cx="202121" cy="152400"/>
            </a:xfrm>
            <a:prstGeom prst="rect">
              <a:avLst/>
            </a:prstGeom>
            <a:ln w="9525">
              <a:solidFill>
                <a:srgbClr val="070154"/>
              </a:solidFill>
              <a:prstDash val="solid"/>
            </a:ln>
          </p:spPr>
        </p:sp>
        <p:sp>
          <p:nvSpPr>
            <p:cNvPr id="14" name="node01.row.dxc-7-node01-rows-2.fu.checked"/>
            <p:cNvSpPr/>
            <p:nvPr/>
          </p:nvSpPr>
          <p:spPr>
            <a:xfrm>
              <a:off x="8140700" y="2336800"/>
              <a:ext cx="152400" cy="152400"/>
            </a:xfrm>
            <a:prstGeom prst="rect">
              <a:avLst/>
            </a:prstGeom>
            <a:solidFill>
              <a:srgbClr val="070154"/>
            </a:solidFill>
            <a:ln>
              <a:noFill/>
            </a:ln>
          </p:spPr>
        </p:sp>
        <p:sp>
          <p:nvSpPr>
            <p:cNvPr id="15" name="node01.row.dxc-7-node01-rows-2.fu.tick"/>
            <p:cNvSpPr/>
            <p:nvPr/>
          </p:nvSpPr>
          <p:spPr>
            <a:xfrm>
              <a:off x="8140700" y="23368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16" name="node01.row.dxc-7-node01-rows-2.s.status-mark"/>
            <p:cNvSpPr/>
            <p:nvPr/>
          </p:nvSpPr>
          <p:spPr>
            <a:xfrm>
              <a:off x="8832850" y="2368550"/>
              <a:ext cx="88900" cy="88900"/>
            </a:xfrm>
            <a:prstGeom prst="rect">
              <a:avLst/>
            </a:prstGeom>
            <a:solidFill>
              <a:srgbClr val="FFFFFF"/>
            </a:solidFill>
            <a:ln w="12700">
              <a:solidFill>
                <a:srgbClr val="070154"/>
              </a:solidFill>
              <a:prstDash val="solid"/>
            </a:ln>
          </p:spPr>
        </p:sp>
        <p:sp>
          <p:nvSpPr>
            <p:cNvPr id="17" name="node01.row.dxc-7-node01-rows-3.f.outline"/>
            <p:cNvSpPr/>
            <p:nvPr/>
          </p:nvSpPr>
          <p:spPr>
            <a:xfrm>
              <a:off x="6921500" y="2641600"/>
              <a:ext cx="202121" cy="152400"/>
            </a:xfrm>
            <a:prstGeom prst="rect">
              <a:avLst/>
            </a:prstGeom>
            <a:ln w="9525">
              <a:solidFill>
                <a:srgbClr val="070154"/>
              </a:solidFill>
              <a:prstDash val="solid"/>
            </a:ln>
          </p:spPr>
        </p:sp>
        <p:sp>
          <p:nvSpPr>
            <p:cNvPr id="18" name="node01.row.dxc-7-node01-rows-3.fu.checked"/>
            <p:cNvSpPr/>
            <p:nvPr/>
          </p:nvSpPr>
          <p:spPr>
            <a:xfrm>
              <a:off x="8140700" y="2641600"/>
              <a:ext cx="152400" cy="152400"/>
            </a:xfrm>
            <a:prstGeom prst="rect">
              <a:avLst/>
            </a:prstGeom>
            <a:solidFill>
              <a:srgbClr val="070154"/>
            </a:solidFill>
            <a:ln>
              <a:noFill/>
            </a:ln>
          </p:spPr>
        </p:sp>
        <p:sp>
          <p:nvSpPr>
            <p:cNvPr id="19" name="node01.row.dxc-7-node01-rows-3.fu.tick"/>
            <p:cNvSpPr/>
            <p:nvPr/>
          </p:nvSpPr>
          <p:spPr>
            <a:xfrm>
              <a:off x="8140700" y="26416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20" name="node01.row.dxc-7-node01-rows-3.s.status-mark"/>
            <p:cNvSpPr/>
            <p:nvPr/>
          </p:nvSpPr>
          <p:spPr>
            <a:xfrm>
              <a:off x="8832850" y="2673350"/>
              <a:ext cx="88900" cy="88900"/>
            </a:xfrm>
            <a:prstGeom prst="rect">
              <a:avLst/>
            </a:prstGeom>
            <a:solidFill>
              <a:srgbClr val="FFFFFF"/>
            </a:solidFill>
            <a:ln w="12700">
              <a:solidFill>
                <a:srgbClr val="070154"/>
              </a:solidFill>
              <a:prstDash val="solid"/>
            </a:ln>
          </p:spPr>
        </p:sp>
        <p:sp>
          <p:nvSpPr>
            <p:cNvPr id="21" name="node01.row.dxc-7-node01-rows-4.f.outline"/>
            <p:cNvSpPr/>
            <p:nvPr/>
          </p:nvSpPr>
          <p:spPr>
            <a:xfrm>
              <a:off x="6921500" y="2946400"/>
              <a:ext cx="202121" cy="152400"/>
            </a:xfrm>
            <a:prstGeom prst="rect">
              <a:avLst/>
            </a:prstGeom>
            <a:ln w="9525">
              <a:solidFill>
                <a:srgbClr val="070154"/>
              </a:solidFill>
              <a:prstDash val="solid"/>
            </a:ln>
          </p:spPr>
        </p:sp>
        <p:sp>
          <p:nvSpPr>
            <p:cNvPr id="22" name="node01.row.dxc-7-node01-rows-4.fu.checked"/>
            <p:cNvSpPr/>
            <p:nvPr/>
          </p:nvSpPr>
          <p:spPr>
            <a:xfrm>
              <a:off x="8140700" y="2946400"/>
              <a:ext cx="152400" cy="152400"/>
            </a:xfrm>
            <a:prstGeom prst="rect">
              <a:avLst/>
            </a:prstGeom>
            <a:solidFill>
              <a:srgbClr val="070154"/>
            </a:solidFill>
            <a:ln>
              <a:noFill/>
            </a:ln>
          </p:spPr>
        </p:sp>
        <p:sp>
          <p:nvSpPr>
            <p:cNvPr id="23" name="node01.row.dxc-7-node01-rows-4.fu.tick"/>
            <p:cNvSpPr/>
            <p:nvPr/>
          </p:nvSpPr>
          <p:spPr>
            <a:xfrm>
              <a:off x="8140700" y="29464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24" name="node01.row.dxc-7-node01-rows-4.s.status-mark"/>
            <p:cNvSpPr/>
            <p:nvPr/>
          </p:nvSpPr>
          <p:spPr>
            <a:xfrm>
              <a:off x="8832850" y="2978150"/>
              <a:ext cx="88900" cy="88900"/>
            </a:xfrm>
            <a:prstGeom prst="rect">
              <a:avLst/>
            </a:prstGeom>
            <a:solidFill>
              <a:srgbClr val="FFFFFF"/>
            </a:solidFill>
            <a:ln w="12700">
              <a:solidFill>
                <a:srgbClr val="070154"/>
              </a:solidFill>
              <a:prstDash val="solid"/>
            </a:ln>
          </p:spPr>
        </p:sp>
        <p:sp>
          <p:nvSpPr>
            <p:cNvPr id="25" name="node01.row.dxc-7-node01-rows-5.f.outline"/>
            <p:cNvSpPr/>
            <p:nvPr/>
          </p:nvSpPr>
          <p:spPr>
            <a:xfrm>
              <a:off x="6921500" y="3251200"/>
              <a:ext cx="202121" cy="152400"/>
            </a:xfrm>
            <a:prstGeom prst="rect">
              <a:avLst/>
            </a:prstGeom>
            <a:ln w="9525">
              <a:solidFill>
                <a:srgbClr val="070154"/>
              </a:solidFill>
              <a:prstDash val="solid"/>
            </a:ln>
          </p:spPr>
        </p:sp>
        <p:sp>
          <p:nvSpPr>
            <p:cNvPr id="26" name="node01.row.dxc-7-node01-rows-5.fu.checked"/>
            <p:cNvSpPr/>
            <p:nvPr/>
          </p:nvSpPr>
          <p:spPr>
            <a:xfrm>
              <a:off x="8140700" y="3251200"/>
              <a:ext cx="152400" cy="152400"/>
            </a:xfrm>
            <a:prstGeom prst="rect">
              <a:avLst/>
            </a:prstGeom>
            <a:solidFill>
              <a:srgbClr val="070154"/>
            </a:solidFill>
            <a:ln>
              <a:noFill/>
            </a:ln>
          </p:spPr>
        </p:sp>
        <p:sp>
          <p:nvSpPr>
            <p:cNvPr id="27" name="node01.row.dxc-7-node01-rows-5.fu.tick"/>
            <p:cNvSpPr/>
            <p:nvPr/>
          </p:nvSpPr>
          <p:spPr>
            <a:xfrm>
              <a:off x="8140700" y="32512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28" name="node01.row.dxc-7-node01-rows-5.s.status-mark"/>
            <p:cNvSpPr/>
            <p:nvPr/>
          </p:nvSpPr>
          <p:spPr>
            <a:xfrm>
              <a:off x="8832850" y="3282950"/>
              <a:ext cx="88900" cy="88900"/>
            </a:xfrm>
            <a:prstGeom prst="rect">
              <a:avLst/>
            </a:prstGeom>
            <a:solidFill>
              <a:srgbClr val="FFFFFF"/>
            </a:solidFill>
            <a:ln w="12700">
              <a:solidFill>
                <a:srgbClr val="070154"/>
              </a:solidFill>
              <a:prstDash val="solid"/>
            </a:ln>
          </p:spPr>
        </p:sp>
        <p:sp>
          <p:nvSpPr>
            <p:cNvPr id="29" name="node01.row.dxc-7-node01-rows-6.f.outline"/>
            <p:cNvSpPr/>
            <p:nvPr/>
          </p:nvSpPr>
          <p:spPr>
            <a:xfrm>
              <a:off x="6921500" y="3556000"/>
              <a:ext cx="202121" cy="152400"/>
            </a:xfrm>
            <a:prstGeom prst="rect">
              <a:avLst/>
            </a:prstGeom>
            <a:ln w="9525">
              <a:solidFill>
                <a:srgbClr val="070154"/>
              </a:solidFill>
              <a:prstDash val="solid"/>
            </a:ln>
          </p:spPr>
        </p:sp>
        <p:sp>
          <p:nvSpPr>
            <p:cNvPr id="30" name="node01.row.dxc-7-node01-rows-6.fu.checked"/>
            <p:cNvSpPr/>
            <p:nvPr/>
          </p:nvSpPr>
          <p:spPr>
            <a:xfrm>
              <a:off x="8140700" y="3556000"/>
              <a:ext cx="152400" cy="152400"/>
            </a:xfrm>
            <a:prstGeom prst="rect">
              <a:avLst/>
            </a:prstGeom>
            <a:solidFill>
              <a:srgbClr val="070154"/>
            </a:solidFill>
            <a:ln>
              <a:noFill/>
            </a:ln>
          </p:spPr>
        </p:sp>
        <p:sp>
          <p:nvSpPr>
            <p:cNvPr id="31" name="node01.row.dxc-7-node01-rows-6.fu.tick"/>
            <p:cNvSpPr/>
            <p:nvPr/>
          </p:nvSpPr>
          <p:spPr>
            <a:xfrm>
              <a:off x="8140700" y="35560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2" name="node01.row.dxc-7-node01-rows-6.s.status-mark"/>
            <p:cNvSpPr/>
            <p:nvPr/>
          </p:nvSpPr>
          <p:spPr>
            <a:xfrm>
              <a:off x="8832850" y="3587750"/>
              <a:ext cx="88900" cy="88900"/>
            </a:xfrm>
            <a:prstGeom prst="rect">
              <a:avLst/>
            </a:prstGeom>
            <a:solidFill>
              <a:srgbClr val="FFFFFF"/>
            </a:solidFill>
            <a:ln w="12700">
              <a:solidFill>
                <a:srgbClr val="070154"/>
              </a:solidFill>
              <a:prstDash val="solid"/>
            </a:ln>
          </p:spPr>
        </p:sp>
        <p:sp>
          <p:nvSpPr>
            <p:cNvPr id="33" name="node01.row.dxc-7-node01-rows-7.f.outline"/>
            <p:cNvSpPr/>
            <p:nvPr/>
          </p:nvSpPr>
          <p:spPr>
            <a:xfrm>
              <a:off x="6921500" y="3860800"/>
              <a:ext cx="202121" cy="152400"/>
            </a:xfrm>
            <a:prstGeom prst="rect">
              <a:avLst/>
            </a:prstGeom>
            <a:ln w="9525">
              <a:solidFill>
                <a:srgbClr val="070154"/>
              </a:solidFill>
              <a:prstDash val="solid"/>
            </a:ln>
          </p:spPr>
        </p:sp>
        <p:sp>
          <p:nvSpPr>
            <p:cNvPr id="34" name="node01.row.dxc-7-node01-rows-7.fu.checked"/>
            <p:cNvSpPr/>
            <p:nvPr/>
          </p:nvSpPr>
          <p:spPr>
            <a:xfrm>
              <a:off x="8140700" y="3860800"/>
              <a:ext cx="152400" cy="152400"/>
            </a:xfrm>
            <a:prstGeom prst="rect">
              <a:avLst/>
            </a:prstGeom>
            <a:solidFill>
              <a:srgbClr val="070154"/>
            </a:solidFill>
            <a:ln>
              <a:noFill/>
            </a:ln>
          </p:spPr>
        </p:sp>
        <p:sp>
          <p:nvSpPr>
            <p:cNvPr id="35" name="node01.row.dxc-7-node01-rows-7.fu.tick"/>
            <p:cNvSpPr/>
            <p:nvPr/>
          </p:nvSpPr>
          <p:spPr>
            <a:xfrm>
              <a:off x="8140700" y="38608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6" name="node01.row.dxc-7-node01-rows-7.s.status-mark"/>
            <p:cNvSpPr/>
            <p:nvPr/>
          </p:nvSpPr>
          <p:spPr>
            <a:xfrm>
              <a:off x="8832850" y="3892550"/>
              <a:ext cx="88900" cy="88900"/>
            </a:xfrm>
            <a:prstGeom prst="rect">
              <a:avLst/>
            </a:prstGeom>
            <a:solidFill>
              <a:srgbClr val="FFFFFF"/>
            </a:solidFill>
            <a:ln w="12700">
              <a:solidFill>
                <a:srgbClr val="070154"/>
              </a:solidFill>
              <a:prstDash val="solid"/>
            </a:ln>
          </p:spPr>
        </p:sp>
        <p:sp>
          <p:nvSpPr>
            <p:cNvPr id="37" name="node01.row.dxc-7-node01-rows-8.f.outline"/>
            <p:cNvSpPr/>
            <p:nvPr/>
          </p:nvSpPr>
          <p:spPr>
            <a:xfrm>
              <a:off x="6921500" y="4165600"/>
              <a:ext cx="202121" cy="152400"/>
            </a:xfrm>
            <a:prstGeom prst="rect">
              <a:avLst/>
            </a:prstGeom>
            <a:ln w="9525">
              <a:solidFill>
                <a:srgbClr val="070154"/>
              </a:solidFill>
              <a:prstDash val="solid"/>
            </a:ln>
          </p:spPr>
        </p:sp>
        <p:sp>
          <p:nvSpPr>
            <p:cNvPr id="38" name="node01.row.dxc-7-node01-rows-8.fu.checked"/>
            <p:cNvSpPr/>
            <p:nvPr/>
          </p:nvSpPr>
          <p:spPr>
            <a:xfrm>
              <a:off x="8140700" y="4165600"/>
              <a:ext cx="152400" cy="152400"/>
            </a:xfrm>
            <a:prstGeom prst="rect">
              <a:avLst/>
            </a:prstGeom>
            <a:solidFill>
              <a:srgbClr val="070154"/>
            </a:solidFill>
            <a:ln>
              <a:noFill/>
            </a:ln>
          </p:spPr>
        </p:sp>
        <p:sp>
          <p:nvSpPr>
            <p:cNvPr id="39" name="node01.row.dxc-7-node01-rows-8.fu.tick"/>
            <p:cNvSpPr/>
            <p:nvPr/>
          </p:nvSpPr>
          <p:spPr>
            <a:xfrm>
              <a:off x="8140700" y="41656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40" name="node01.row.dxc-7-node01-rows-8.s.status-mark"/>
            <p:cNvSpPr/>
            <p:nvPr/>
          </p:nvSpPr>
          <p:spPr>
            <a:xfrm>
              <a:off x="8832850" y="4197350"/>
              <a:ext cx="88900" cy="88900"/>
            </a:xfrm>
            <a:prstGeom prst="rect">
              <a:avLst/>
            </a:prstGeom>
            <a:solidFill>
              <a:srgbClr val="FFFFFF"/>
            </a:solidFill>
            <a:ln w="12700">
              <a:solidFill>
                <a:srgbClr val="070154"/>
              </a:solidFill>
              <a:prstDash val="solid"/>
            </a:ln>
          </p:spPr>
        </p:sp>
        <p:sp>
          <p:nvSpPr>
            <p:cNvPr id="41" name="node01.row.dxc-7-node01-rows-9.f.outline"/>
            <p:cNvSpPr/>
            <p:nvPr/>
          </p:nvSpPr>
          <p:spPr>
            <a:xfrm>
              <a:off x="6921500" y="4470400"/>
              <a:ext cx="202121" cy="152400"/>
            </a:xfrm>
            <a:prstGeom prst="rect">
              <a:avLst/>
            </a:prstGeom>
            <a:ln w="9525">
              <a:solidFill>
                <a:srgbClr val="070154"/>
              </a:solidFill>
              <a:prstDash val="solid"/>
            </a:ln>
          </p:spPr>
        </p:sp>
        <p:sp>
          <p:nvSpPr>
            <p:cNvPr id="42" name="node01.row.dxc-7-node01-rows-9.fu.checked"/>
            <p:cNvSpPr/>
            <p:nvPr/>
          </p:nvSpPr>
          <p:spPr>
            <a:xfrm>
              <a:off x="8140700" y="4470400"/>
              <a:ext cx="152400" cy="152400"/>
            </a:xfrm>
            <a:prstGeom prst="rect">
              <a:avLst/>
            </a:prstGeom>
            <a:solidFill>
              <a:srgbClr val="070154"/>
            </a:solidFill>
            <a:ln>
              <a:noFill/>
            </a:ln>
          </p:spPr>
        </p:sp>
        <p:sp>
          <p:nvSpPr>
            <p:cNvPr id="43" name="node01.row.dxc-7-node01-rows-9.fu.tick"/>
            <p:cNvSpPr/>
            <p:nvPr/>
          </p:nvSpPr>
          <p:spPr>
            <a:xfrm>
              <a:off x="8140700" y="44704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44" name="node01.row.dxc-7-node01-rows-9.s.status-mark"/>
            <p:cNvSpPr/>
            <p:nvPr/>
          </p:nvSpPr>
          <p:spPr>
            <a:xfrm>
              <a:off x="8832850" y="4502150"/>
              <a:ext cx="88900" cy="88900"/>
            </a:xfrm>
            <a:prstGeom prst="rect">
              <a:avLst/>
            </a:prstGeom>
            <a:solidFill>
              <a:srgbClr val="FFFFFF"/>
            </a:solidFill>
            <a:ln w="12700">
              <a:solidFill>
                <a:srgbClr val="070154"/>
              </a:solidFill>
              <a:prstDash val="solid"/>
            </a:ln>
          </p:spPr>
        </p:sp>
        <p:sp>
          <p:nvSpPr>
            <p:cNvPr id="45" name="node01.row.dxc-7-node01-rows-10.f.outline"/>
            <p:cNvSpPr/>
            <p:nvPr/>
          </p:nvSpPr>
          <p:spPr>
            <a:xfrm>
              <a:off x="6921500" y="4775200"/>
              <a:ext cx="202121" cy="152400"/>
            </a:xfrm>
            <a:prstGeom prst="rect">
              <a:avLst/>
            </a:prstGeom>
            <a:ln w="9525">
              <a:solidFill>
                <a:srgbClr val="070154"/>
              </a:solidFill>
              <a:prstDash val="solid"/>
            </a:ln>
          </p:spPr>
        </p:sp>
        <p:sp>
          <p:nvSpPr>
            <p:cNvPr id="46" name="node01.row.dxc-7-node01-rows-10.fu.checked"/>
            <p:cNvSpPr/>
            <p:nvPr/>
          </p:nvSpPr>
          <p:spPr>
            <a:xfrm>
              <a:off x="8140700" y="4775200"/>
              <a:ext cx="152400" cy="152400"/>
            </a:xfrm>
            <a:prstGeom prst="rect">
              <a:avLst/>
            </a:prstGeom>
            <a:solidFill>
              <a:srgbClr val="070154"/>
            </a:solidFill>
            <a:ln>
              <a:noFill/>
            </a:ln>
          </p:spPr>
        </p:sp>
        <p:sp>
          <p:nvSpPr>
            <p:cNvPr id="47" name="node01.row.dxc-7-node01-rows-10.fu.tick"/>
            <p:cNvSpPr/>
            <p:nvPr/>
          </p:nvSpPr>
          <p:spPr>
            <a:xfrm>
              <a:off x="8140700" y="47752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48" name="node01.row.dxc-7-node01-rows-10.s.status-mark"/>
            <p:cNvSpPr/>
            <p:nvPr/>
          </p:nvSpPr>
          <p:spPr>
            <a:xfrm>
              <a:off x="8832850" y="4806950"/>
              <a:ext cx="88900" cy="88900"/>
            </a:xfrm>
            <a:prstGeom prst="rect">
              <a:avLst/>
            </a:prstGeom>
            <a:solidFill>
              <a:srgbClr val="FFFFFF"/>
            </a:solidFill>
            <a:ln w="12700">
              <a:solidFill>
                <a:srgbClr val="070154"/>
              </a:solidFill>
              <a:prstDash val="solid"/>
            </a:ln>
          </p:spPr>
        </p:sp>
        <p:sp>
          <p:nvSpPr>
            <p:cNvPr id="49" name="node01.row.dxc-7-node01-rows-11.f.outline"/>
            <p:cNvSpPr/>
            <p:nvPr/>
          </p:nvSpPr>
          <p:spPr>
            <a:xfrm>
              <a:off x="6921500" y="5080000"/>
              <a:ext cx="202121" cy="152400"/>
            </a:xfrm>
            <a:prstGeom prst="rect">
              <a:avLst/>
            </a:prstGeom>
            <a:ln w="9525">
              <a:solidFill>
                <a:srgbClr val="070154"/>
              </a:solidFill>
              <a:prstDash val="solid"/>
            </a:ln>
          </p:spPr>
        </p:sp>
        <p:sp>
          <p:nvSpPr>
            <p:cNvPr id="50" name="node01.row.dxc-7-node01-rows-11.fu.checked"/>
            <p:cNvSpPr/>
            <p:nvPr/>
          </p:nvSpPr>
          <p:spPr>
            <a:xfrm>
              <a:off x="8140700" y="5080000"/>
              <a:ext cx="152400" cy="152400"/>
            </a:xfrm>
            <a:prstGeom prst="rect">
              <a:avLst/>
            </a:prstGeom>
            <a:solidFill>
              <a:srgbClr val="070154"/>
            </a:solidFill>
            <a:ln>
              <a:noFill/>
            </a:ln>
          </p:spPr>
        </p:sp>
        <p:sp>
          <p:nvSpPr>
            <p:cNvPr id="51" name="node01.row.dxc-7-node01-rows-11.fu.tick"/>
            <p:cNvSpPr/>
            <p:nvPr/>
          </p:nvSpPr>
          <p:spPr>
            <a:xfrm>
              <a:off x="8140700" y="50800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52" name="node01.row.dxc-7-node01-rows-11.s.status-mark"/>
            <p:cNvSpPr/>
            <p:nvPr/>
          </p:nvSpPr>
          <p:spPr>
            <a:xfrm>
              <a:off x="8832850" y="5111750"/>
              <a:ext cx="88900" cy="88900"/>
            </a:xfrm>
            <a:prstGeom prst="rect">
              <a:avLst/>
            </a:prstGeom>
            <a:solidFill>
              <a:srgbClr val="FFFFFF"/>
            </a:solidFill>
            <a:ln w="12700">
              <a:solidFill>
                <a:srgbClr val="070154"/>
              </a:solidFill>
              <a:prstDash val="solid"/>
            </a:ln>
          </p:spPr>
        </p:sp>
        <p:sp>
          <p:nvSpPr>
            <p:cNvPr id="53" name="node01.row.dxc-7-node01-rows-12.f.outline"/>
            <p:cNvSpPr/>
            <p:nvPr/>
          </p:nvSpPr>
          <p:spPr>
            <a:xfrm>
              <a:off x="6921500" y="5384800"/>
              <a:ext cx="202121" cy="152400"/>
            </a:xfrm>
            <a:prstGeom prst="rect">
              <a:avLst/>
            </a:prstGeom>
            <a:ln w="9525">
              <a:solidFill>
                <a:srgbClr val="070154"/>
              </a:solidFill>
              <a:prstDash val="solid"/>
            </a:ln>
          </p:spPr>
        </p:sp>
        <p:sp>
          <p:nvSpPr>
            <p:cNvPr id="54" name="node01.row.dxc-7-node01-rows-12.fu.checked"/>
            <p:cNvSpPr/>
            <p:nvPr/>
          </p:nvSpPr>
          <p:spPr>
            <a:xfrm>
              <a:off x="8140700" y="5384800"/>
              <a:ext cx="152400" cy="152400"/>
            </a:xfrm>
            <a:prstGeom prst="rect">
              <a:avLst/>
            </a:prstGeom>
            <a:solidFill>
              <a:srgbClr val="070154"/>
            </a:solidFill>
            <a:ln>
              <a:noFill/>
            </a:ln>
          </p:spPr>
        </p:sp>
        <p:sp>
          <p:nvSpPr>
            <p:cNvPr id="55" name="node01.row.dxc-7-node01-rows-12.fu.tick"/>
            <p:cNvSpPr/>
            <p:nvPr/>
          </p:nvSpPr>
          <p:spPr>
            <a:xfrm>
              <a:off x="8140700" y="53848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56" name="node01.row.dxc-7-node01-rows-12.s.status-mark"/>
            <p:cNvSpPr/>
            <p:nvPr/>
          </p:nvSpPr>
          <p:spPr>
            <a:xfrm>
              <a:off x="8832850" y="5416550"/>
              <a:ext cx="88900" cy="88900"/>
            </a:xfrm>
            <a:prstGeom prst="rect">
              <a:avLst/>
            </a:prstGeom>
            <a:solidFill>
              <a:srgbClr val="FFFFFF"/>
            </a:solidFill>
            <a:ln w="12700">
              <a:solidFill>
                <a:srgbClr val="070154"/>
              </a:solidFill>
              <a:prstDash val="solid"/>
            </a:ln>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xc-008">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a:t>
            </a:fld>
            <a:endParaRPr lang="en-US" sz="700" spc="0" kern="0" b="0" i="0" dirty="0">
              <a:solidFill>
                <a:srgbClr val="070154"/>
              </a:solidFill>
              <a:latin typeface="IBM Plex Mono SemiBold"/>
              <a:ea typeface="IBM Plex Mono SemiBold"/>
              <a:cs typeface="IBM Plex Mono SemiBold"/>
            </a:endParaRPr>
          </a:p>
        </p:txBody>
      </p:sp>
      <p:grpSp>
        <p:nvGrpSpPr>
          <p:cNvPr id="52" name="axis"/>
          <p:cNvGrpSpPr/>
          <p:nvPr/>
        </p:nvGrpSpPr>
        <p:grpSpPr>
          <a:xfrm>
            <a:off x="723900" y="1600200"/>
            <a:ext cx="2286000" cy="381000"/>
            <a:chOff x="723900" y="1600200"/>
            <a:chExt cx="2286000" cy="381000"/>
          </a:xfrm>
        </p:grpSpPr>
        <p:sp>
          <p:nvSpPr>
            <p:cNvPr id="5" name="axis.surface"/>
            <p:cNvSpPr/>
            <p:nvPr/>
          </p:nvSpPr>
          <p:spPr>
            <a:xfrm>
              <a:off x="723900" y="1600200"/>
              <a:ext cx="2286000" cy="381000"/>
            </a:xfrm>
            <a:prstGeom prst="rect">
              <a:avLst/>
            </a:prstGeom>
            <a:solidFill>
              <a:srgbClr val="070154"/>
            </a:solidFill>
            <a:ln>
              <a:noFill/>
            </a:ln>
          </p:spPr>
        </p:sp>
        <p:sp>
          <p:nvSpPr>
            <p:cNvPr id="6" name="axis.text"/>
            <p:cNvSpPr/>
            <p:nvPr/>
          </p:nvSpPr>
          <p:spPr>
            <a:xfrm>
              <a:off x="876300" y="1676400"/>
              <a:ext cx="1981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Rollout sequence</a:t>
              </a:r>
              <a:endParaRPr lang="en-US" sz="1200" spc="0" kern="0" b="0" i="0" dirty="0">
                <a:solidFill>
                  <a:srgbClr val="FFFFFF"/>
                </a:solidFill>
                <a:latin typeface="IBM Plex Sans"/>
                <a:ea typeface="IBM Plex Sans"/>
                <a:cs typeface="IBM Plex Sans"/>
              </a:endParaRPr>
            </a:p>
          </p:txBody>
        </p:sp>
      </p:grpSp>
      <p:grpSp>
        <p:nvGrpSpPr>
          <p:cNvPr id="53" name="phase0"/>
          <p:cNvGrpSpPr/>
          <p:nvPr/>
        </p:nvGrpSpPr>
        <p:grpSpPr>
          <a:xfrm>
            <a:off x="3086100" y="1600200"/>
            <a:ext cx="1371600" cy="381000"/>
            <a:chOff x="3086100" y="1600200"/>
            <a:chExt cx="1371600" cy="381000"/>
          </a:xfrm>
        </p:grpSpPr>
        <p:sp>
          <p:nvSpPr>
            <p:cNvPr id="7" name="phase0.surface"/>
            <p:cNvSpPr/>
            <p:nvPr/>
          </p:nvSpPr>
          <p:spPr>
            <a:xfrm>
              <a:off x="3086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close/>
                </a:path>
              </a:pathLst>
            </a:custGeom>
            <a:solidFill>
              <a:srgbClr val="070154"/>
            </a:solidFill>
            <a:ln>
              <a:noFill/>
            </a:ln>
          </p:spPr>
        </p:sp>
        <p:sp>
          <p:nvSpPr>
            <p:cNvPr id="8" name="phase0.text"/>
            <p:cNvSpPr/>
            <p:nvPr/>
          </p:nvSpPr>
          <p:spPr>
            <a:xfrm>
              <a:off x="3238500" y="1657350"/>
              <a:ext cx="1016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Identify</a:t>
              </a:r>
              <a:endParaRPr lang="en-US" sz="1400" spc="0" kern="0" b="0" i="0" dirty="0">
                <a:solidFill>
                  <a:srgbClr val="FFFFFF"/>
                </a:solidFill>
                <a:latin typeface="IBM Plex Sans"/>
                <a:ea typeface="IBM Plex Sans"/>
                <a:cs typeface="IBM Plex Sans"/>
              </a:endParaRPr>
            </a:p>
          </p:txBody>
        </p:sp>
      </p:grpSp>
      <p:grpSp>
        <p:nvGrpSpPr>
          <p:cNvPr id="54" name="phase1"/>
          <p:cNvGrpSpPr/>
          <p:nvPr/>
        </p:nvGrpSpPr>
        <p:grpSpPr>
          <a:xfrm>
            <a:off x="4483100" y="1600200"/>
            <a:ext cx="1371600" cy="381000"/>
            <a:chOff x="4483100" y="1600200"/>
            <a:chExt cx="1371600" cy="381000"/>
          </a:xfrm>
        </p:grpSpPr>
        <p:sp>
          <p:nvSpPr>
            <p:cNvPr id="9" name="phase1.surface"/>
            <p:cNvSpPr/>
            <p:nvPr/>
          </p:nvSpPr>
          <p:spPr>
            <a:xfrm>
              <a:off x="4483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lnTo>
                    <a:pt x="127000" y="190500"/>
                  </a:lnTo>
                  <a:close/>
                </a:path>
              </a:pathLst>
            </a:custGeom>
            <a:solidFill>
              <a:srgbClr val="070154"/>
            </a:solidFill>
            <a:ln>
              <a:noFill/>
            </a:ln>
          </p:spPr>
        </p:sp>
        <p:sp>
          <p:nvSpPr>
            <p:cNvPr id="10" name="phase1.text"/>
            <p:cNvSpPr/>
            <p:nvPr/>
          </p:nvSpPr>
          <p:spPr>
            <a:xfrm>
              <a:off x="4762500" y="1657350"/>
              <a:ext cx="88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Define</a:t>
              </a:r>
              <a:endParaRPr lang="en-US" sz="1400" spc="0" kern="0" b="0" i="0" dirty="0">
                <a:solidFill>
                  <a:srgbClr val="FFFFFF"/>
                </a:solidFill>
                <a:latin typeface="IBM Plex Sans"/>
                <a:ea typeface="IBM Plex Sans"/>
                <a:cs typeface="IBM Plex Sans"/>
              </a:endParaRPr>
            </a:p>
          </p:txBody>
        </p:sp>
      </p:grpSp>
      <p:grpSp>
        <p:nvGrpSpPr>
          <p:cNvPr id="55" name="phase2"/>
          <p:cNvGrpSpPr/>
          <p:nvPr/>
        </p:nvGrpSpPr>
        <p:grpSpPr>
          <a:xfrm>
            <a:off x="5880100" y="1600200"/>
            <a:ext cx="1371600" cy="381000"/>
            <a:chOff x="5880100" y="1600200"/>
            <a:chExt cx="1371600" cy="381000"/>
          </a:xfrm>
        </p:grpSpPr>
        <p:sp>
          <p:nvSpPr>
            <p:cNvPr id="11" name="phase2.surface"/>
            <p:cNvSpPr/>
            <p:nvPr/>
          </p:nvSpPr>
          <p:spPr>
            <a:xfrm>
              <a:off x="5880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lnTo>
                    <a:pt x="127000" y="190500"/>
                  </a:lnTo>
                  <a:close/>
                </a:path>
              </a:pathLst>
            </a:custGeom>
            <a:solidFill>
              <a:srgbClr val="070154"/>
            </a:solidFill>
            <a:ln>
              <a:noFill/>
            </a:ln>
          </p:spPr>
        </p:sp>
        <p:sp>
          <p:nvSpPr>
            <p:cNvPr id="12" name="phase2.text"/>
            <p:cNvSpPr/>
            <p:nvPr/>
          </p:nvSpPr>
          <p:spPr>
            <a:xfrm>
              <a:off x="6159500" y="1657350"/>
              <a:ext cx="88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Build</a:t>
              </a:r>
              <a:endParaRPr lang="en-US" sz="1400" spc="0" kern="0" b="0" i="0" dirty="0">
                <a:solidFill>
                  <a:srgbClr val="FFFFFF"/>
                </a:solidFill>
                <a:latin typeface="IBM Plex Sans"/>
                <a:ea typeface="IBM Plex Sans"/>
                <a:cs typeface="IBM Plex Sans"/>
              </a:endParaRPr>
            </a:p>
          </p:txBody>
        </p:sp>
      </p:grpSp>
      <p:grpSp>
        <p:nvGrpSpPr>
          <p:cNvPr id="56" name="phase3"/>
          <p:cNvGrpSpPr/>
          <p:nvPr/>
        </p:nvGrpSpPr>
        <p:grpSpPr>
          <a:xfrm>
            <a:off x="7277100" y="1600200"/>
            <a:ext cx="1371600" cy="381000"/>
            <a:chOff x="7277100" y="1600200"/>
            <a:chExt cx="1371600" cy="381000"/>
          </a:xfrm>
        </p:grpSpPr>
        <p:sp>
          <p:nvSpPr>
            <p:cNvPr id="13" name="phase3.surface"/>
            <p:cNvSpPr/>
            <p:nvPr/>
          </p:nvSpPr>
          <p:spPr>
            <a:xfrm>
              <a:off x="7277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lnTo>
                    <a:pt x="127000" y="190500"/>
                  </a:lnTo>
                  <a:close/>
                </a:path>
              </a:pathLst>
            </a:custGeom>
            <a:solidFill>
              <a:srgbClr val="070154"/>
            </a:solidFill>
            <a:ln>
              <a:noFill/>
            </a:ln>
          </p:spPr>
        </p:sp>
        <p:sp>
          <p:nvSpPr>
            <p:cNvPr id="14" name="phase3.text"/>
            <p:cNvSpPr/>
            <p:nvPr/>
          </p:nvSpPr>
          <p:spPr>
            <a:xfrm>
              <a:off x="7556500" y="1657350"/>
              <a:ext cx="88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Release</a:t>
              </a:r>
              <a:endParaRPr lang="en-US" sz="1400" spc="0" kern="0" b="0" i="0" dirty="0">
                <a:solidFill>
                  <a:srgbClr val="FFFFFF"/>
                </a:solidFill>
                <a:latin typeface="IBM Plex Sans"/>
                <a:ea typeface="IBM Plex Sans"/>
                <a:cs typeface="IBM Plex Sans"/>
              </a:endParaRPr>
            </a:p>
          </p:txBody>
        </p:sp>
      </p:grpSp>
      <p:grpSp>
        <p:nvGrpSpPr>
          <p:cNvPr id="57" name="phase4"/>
          <p:cNvGrpSpPr/>
          <p:nvPr/>
        </p:nvGrpSpPr>
        <p:grpSpPr>
          <a:xfrm>
            <a:off x="8674100" y="1600200"/>
            <a:ext cx="1371600" cy="381000"/>
            <a:chOff x="8674100" y="1600200"/>
            <a:chExt cx="1371600" cy="381000"/>
          </a:xfrm>
        </p:grpSpPr>
        <p:sp>
          <p:nvSpPr>
            <p:cNvPr id="15" name="phase4.surface"/>
            <p:cNvSpPr/>
            <p:nvPr/>
          </p:nvSpPr>
          <p:spPr>
            <a:xfrm>
              <a:off x="8674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lnTo>
                    <a:pt x="127000" y="190500"/>
                  </a:lnTo>
                  <a:close/>
                </a:path>
              </a:pathLst>
            </a:custGeom>
            <a:solidFill>
              <a:srgbClr val="070154"/>
            </a:solidFill>
            <a:ln>
              <a:noFill/>
            </a:ln>
          </p:spPr>
        </p:sp>
        <p:sp>
          <p:nvSpPr>
            <p:cNvPr id="16" name="phase4.text"/>
            <p:cNvSpPr/>
            <p:nvPr/>
          </p:nvSpPr>
          <p:spPr>
            <a:xfrm>
              <a:off x="8953500" y="1657350"/>
              <a:ext cx="88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GTM</a:t>
              </a:r>
              <a:endParaRPr lang="en-US" sz="1400" spc="0" kern="0" b="0" i="0" dirty="0">
                <a:solidFill>
                  <a:srgbClr val="FFFFFF"/>
                </a:solidFill>
                <a:latin typeface="IBM Plex Sans"/>
                <a:ea typeface="IBM Plex Sans"/>
                <a:cs typeface="IBM Plex Sans"/>
              </a:endParaRPr>
            </a:p>
          </p:txBody>
        </p:sp>
      </p:grpSp>
      <p:grpSp>
        <p:nvGrpSpPr>
          <p:cNvPr id="58" name="phase5"/>
          <p:cNvGrpSpPr/>
          <p:nvPr/>
        </p:nvGrpSpPr>
        <p:grpSpPr>
          <a:xfrm>
            <a:off x="10071100" y="1600200"/>
            <a:ext cx="1371600" cy="381000"/>
            <a:chOff x="10071100" y="1600200"/>
            <a:chExt cx="1371600" cy="381000"/>
          </a:xfrm>
        </p:grpSpPr>
        <p:sp>
          <p:nvSpPr>
            <p:cNvPr id="17" name="phase5.surface"/>
            <p:cNvSpPr/>
            <p:nvPr/>
          </p:nvSpPr>
          <p:spPr>
            <a:xfrm>
              <a:off x="10071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lnTo>
                    <a:pt x="127000" y="190500"/>
                  </a:lnTo>
                  <a:close/>
                </a:path>
              </a:pathLst>
            </a:custGeom>
            <a:solidFill>
              <a:srgbClr val="070154"/>
            </a:solidFill>
            <a:ln>
              <a:noFill/>
            </a:ln>
          </p:spPr>
        </p:sp>
        <p:sp>
          <p:nvSpPr>
            <p:cNvPr id="18" name="phase5.text"/>
            <p:cNvSpPr/>
            <p:nvPr/>
          </p:nvSpPr>
          <p:spPr>
            <a:xfrm>
              <a:off x="10350500" y="1657350"/>
              <a:ext cx="88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Optimize</a:t>
              </a:r>
              <a:endParaRPr lang="en-US" sz="1400" spc="0" kern="0" b="0" i="0" dirty="0">
                <a:solidFill>
                  <a:srgbClr val="FFFFFF"/>
                </a:solidFill>
                <a:latin typeface="IBM Plex Sans"/>
                <a:ea typeface="IBM Plex Sans"/>
                <a:cs typeface="IBM Plex Sans"/>
              </a:endParaRPr>
            </a:p>
          </p:txBody>
        </p:sp>
      </p:grpSp>
      <p:grpSp>
        <p:nvGrpSpPr>
          <p:cNvPr id="59" name="lane0"/>
          <p:cNvGrpSpPr/>
          <p:nvPr/>
        </p:nvGrpSpPr>
        <p:grpSpPr>
          <a:xfrm>
            <a:off x="723900" y="2133600"/>
            <a:ext cx="2286000" cy="381000"/>
            <a:chOff x="723900" y="2133600"/>
            <a:chExt cx="2286000" cy="381000"/>
          </a:xfrm>
        </p:grpSpPr>
        <p:sp>
          <p:nvSpPr>
            <p:cNvPr id="19" name="lane0.surface"/>
            <p:cNvSpPr/>
            <p:nvPr/>
          </p:nvSpPr>
          <p:spPr>
            <a:xfrm>
              <a:off x="723900" y="2133600"/>
              <a:ext cx="2286000" cy="381000"/>
            </a:xfrm>
            <a:prstGeom prst="rect">
              <a:avLst/>
            </a:prstGeom>
            <a:solidFill>
              <a:srgbClr val="E8EEF8"/>
            </a:solidFill>
            <a:ln>
              <a:noFill/>
            </a:ln>
          </p:spPr>
        </p:sp>
        <p:sp>
          <p:nvSpPr>
            <p:cNvPr id="20" name="lane0.text"/>
            <p:cNvSpPr/>
            <p:nvPr/>
          </p:nvSpPr>
          <p:spPr>
            <a:xfrm>
              <a:off x="876300" y="21717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FIRST 4 WEEKS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Product strategy spike</a:t>
              </a:r>
              <a:endParaRPr lang="en-US" sz="900" spc="0" kern="0" b="0" i="0" dirty="0">
                <a:solidFill>
                  <a:srgbClr val="070154"/>
                </a:solidFill>
                <a:latin typeface="IBM Plex Sans"/>
                <a:ea typeface="IBM Plex Sans"/>
                <a:cs typeface="IBM Plex Sans"/>
              </a:endParaRPr>
            </a:p>
          </p:txBody>
        </p:sp>
      </p:grpSp>
      <p:grpSp>
        <p:nvGrpSpPr>
          <p:cNvPr id="60" name="coverage0"/>
          <p:cNvGrpSpPr/>
          <p:nvPr/>
        </p:nvGrpSpPr>
        <p:grpSpPr>
          <a:xfrm>
            <a:off x="3086100" y="2133600"/>
            <a:ext cx="2768600" cy="381000"/>
            <a:chOff x="3086100" y="2133600"/>
            <a:chExt cx="2768600" cy="381000"/>
          </a:xfrm>
        </p:grpSpPr>
        <p:sp>
          <p:nvSpPr>
            <p:cNvPr id="21" name="coverage0.surface"/>
            <p:cNvSpPr/>
            <p:nvPr/>
          </p:nvSpPr>
          <p:spPr>
            <a:xfrm>
              <a:off x="3086100" y="2133600"/>
              <a:ext cx="2768600" cy="381000"/>
            </a:xfrm>
            <a:prstGeom prst="rect">
              <a:avLst/>
            </a:prstGeom>
            <a:solidFill>
              <a:srgbClr val="070154"/>
            </a:solidFill>
            <a:ln>
              <a:noFill/>
            </a:ln>
          </p:spPr>
        </p:sp>
        <p:sp>
          <p:nvSpPr>
            <p:cNvPr id="22" name="coverage0.text"/>
            <p:cNvSpPr/>
            <p:nvPr/>
          </p:nvSpPr>
          <p:spPr>
            <a:xfrm>
              <a:off x="3238500" y="2171700"/>
              <a:ext cx="2463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All products: strategy, outcome measures, and six-month roadmaps</a:t>
              </a:r>
              <a:endParaRPr lang="en-US" sz="900" spc="0" kern="0" b="0" i="0" dirty="0">
                <a:solidFill>
                  <a:srgbClr val="FFFFFF"/>
                </a:solidFill>
                <a:latin typeface="IBM Plex Sans"/>
                <a:ea typeface="IBM Plex Sans"/>
                <a:cs typeface="IBM Plex Sans"/>
              </a:endParaRPr>
            </a:p>
          </p:txBody>
        </p:sp>
      </p:grpSp>
      <p:grpSp>
        <p:nvGrpSpPr>
          <p:cNvPr id="61" name="lane1"/>
          <p:cNvGrpSpPr/>
          <p:nvPr/>
        </p:nvGrpSpPr>
        <p:grpSpPr>
          <a:xfrm>
            <a:off x="723900" y="2590800"/>
            <a:ext cx="2286000" cy="381000"/>
            <a:chOff x="723900" y="2590800"/>
            <a:chExt cx="2286000" cy="381000"/>
          </a:xfrm>
        </p:grpSpPr>
        <p:sp>
          <p:nvSpPr>
            <p:cNvPr id="23" name="lane1.surface"/>
            <p:cNvSpPr/>
            <p:nvPr/>
          </p:nvSpPr>
          <p:spPr>
            <a:xfrm>
              <a:off x="723900" y="2590800"/>
              <a:ext cx="2286000" cy="381000"/>
            </a:xfrm>
            <a:prstGeom prst="rect">
              <a:avLst/>
            </a:prstGeom>
            <a:solidFill>
              <a:srgbClr val="E8EEF8"/>
            </a:solidFill>
            <a:ln>
              <a:noFill/>
            </a:ln>
          </p:spPr>
        </p:sp>
        <p:sp>
          <p:nvSpPr>
            <p:cNvPr id="24" name="lane1.text"/>
            <p:cNvSpPr/>
            <p:nvPr/>
          </p:nvSpPr>
          <p:spPr>
            <a:xfrm>
              <a:off x="876300" y="26289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 PARALLEL</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Quality, test &amp; release</a:t>
              </a:r>
              <a:endParaRPr lang="en-US" sz="900" spc="0" kern="0" b="0" i="0" dirty="0">
                <a:solidFill>
                  <a:srgbClr val="070154"/>
                </a:solidFill>
                <a:latin typeface="IBM Plex Sans"/>
                <a:ea typeface="IBM Plex Sans"/>
                <a:cs typeface="IBM Plex Sans"/>
              </a:endParaRPr>
            </a:p>
          </p:txBody>
        </p:sp>
      </p:grpSp>
      <p:grpSp>
        <p:nvGrpSpPr>
          <p:cNvPr id="62" name="coverage1"/>
          <p:cNvGrpSpPr/>
          <p:nvPr/>
        </p:nvGrpSpPr>
        <p:grpSpPr>
          <a:xfrm>
            <a:off x="4483100" y="2590800"/>
            <a:ext cx="4165600" cy="381000"/>
            <a:chOff x="4483100" y="2590800"/>
            <a:chExt cx="4165600" cy="381000"/>
          </a:xfrm>
        </p:grpSpPr>
        <p:sp>
          <p:nvSpPr>
            <p:cNvPr id="25" name="coverage1.surface"/>
            <p:cNvSpPr/>
            <p:nvPr/>
          </p:nvSpPr>
          <p:spPr>
            <a:xfrm>
              <a:off x="4483100" y="2590800"/>
              <a:ext cx="4165600" cy="381000"/>
            </a:xfrm>
            <a:prstGeom prst="rect">
              <a:avLst/>
            </a:prstGeom>
            <a:solidFill>
              <a:srgbClr val="CED7E6"/>
            </a:solidFill>
            <a:ln>
              <a:noFill/>
            </a:ln>
          </p:spPr>
        </p:sp>
        <p:sp>
          <p:nvSpPr>
            <p:cNvPr id="26" name="coverage1.text"/>
            <p:cNvSpPr/>
            <p:nvPr/>
          </p:nvSpPr>
          <p:spPr>
            <a:xfrm>
              <a:off x="4635500" y="2705100"/>
              <a:ext cx="3860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Improve quality, test coverage, staging validation, and release readiness</a:t>
              </a:r>
              <a:endParaRPr lang="en-US" sz="900" spc="0" kern="0" b="0" i="0" dirty="0">
                <a:solidFill>
                  <a:srgbClr val="070154"/>
                </a:solidFill>
                <a:latin typeface="IBM Plex Sans"/>
                <a:ea typeface="IBM Plex Sans"/>
                <a:cs typeface="IBM Plex Sans"/>
              </a:endParaRPr>
            </a:p>
          </p:txBody>
        </p:sp>
      </p:grpSp>
      <p:grpSp>
        <p:nvGrpSpPr>
          <p:cNvPr id="63" name="lane2"/>
          <p:cNvGrpSpPr/>
          <p:nvPr/>
        </p:nvGrpSpPr>
        <p:grpSpPr>
          <a:xfrm>
            <a:off x="723900" y="3048000"/>
            <a:ext cx="2286000" cy="381000"/>
            <a:chOff x="723900" y="3048000"/>
            <a:chExt cx="2286000" cy="381000"/>
          </a:xfrm>
        </p:grpSpPr>
        <p:sp>
          <p:nvSpPr>
            <p:cNvPr id="27" name="lane2.surface"/>
            <p:cNvSpPr/>
            <p:nvPr/>
          </p:nvSpPr>
          <p:spPr>
            <a:xfrm>
              <a:off x="723900" y="3048000"/>
              <a:ext cx="2286000" cy="381000"/>
            </a:xfrm>
            <a:prstGeom prst="rect">
              <a:avLst/>
            </a:prstGeom>
            <a:solidFill>
              <a:srgbClr val="E8EEF8"/>
            </a:solidFill>
            <a:ln>
              <a:noFill/>
            </a:ln>
          </p:spPr>
        </p:sp>
        <p:sp>
          <p:nvSpPr>
            <p:cNvPr id="28" name="lane2.text"/>
            <p:cNvSpPr/>
            <p:nvPr/>
          </p:nvSpPr>
          <p:spPr>
            <a:xfrm>
              <a:off x="876300" y="30861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EARLY</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Lifecycle skills pack</a:t>
              </a:r>
              <a:endParaRPr lang="en-US" sz="900" spc="0" kern="0" b="0" i="0" dirty="0">
                <a:solidFill>
                  <a:srgbClr val="070154"/>
                </a:solidFill>
                <a:latin typeface="IBM Plex Sans"/>
                <a:ea typeface="IBM Plex Sans"/>
                <a:cs typeface="IBM Plex Sans"/>
              </a:endParaRPr>
            </a:p>
          </p:txBody>
        </p:sp>
      </p:grpSp>
      <p:grpSp>
        <p:nvGrpSpPr>
          <p:cNvPr id="64" name="coverage2"/>
          <p:cNvGrpSpPr/>
          <p:nvPr/>
        </p:nvGrpSpPr>
        <p:grpSpPr>
          <a:xfrm>
            <a:off x="3086100" y="3048000"/>
            <a:ext cx="8356600" cy="381000"/>
            <a:chOff x="3086100" y="3048000"/>
            <a:chExt cx="8356600" cy="381000"/>
          </a:xfrm>
        </p:grpSpPr>
        <p:sp>
          <p:nvSpPr>
            <p:cNvPr id="29" name="coverage2.surface"/>
            <p:cNvSpPr/>
            <p:nvPr/>
          </p:nvSpPr>
          <p:spPr>
            <a:xfrm>
              <a:off x="3086100" y="3048000"/>
              <a:ext cx="8356600" cy="381000"/>
            </a:xfrm>
            <a:prstGeom prst="rect">
              <a:avLst/>
            </a:prstGeom>
            <a:solidFill>
              <a:srgbClr val="E8EEF8"/>
            </a:solidFill>
            <a:ln>
              <a:noFill/>
            </a:ln>
          </p:spPr>
        </p:sp>
        <p:sp>
          <p:nvSpPr>
            <p:cNvPr id="30" name="coverage2.text"/>
            <p:cNvSpPr/>
            <p:nvPr/>
          </p:nvSpPr>
          <p:spPr>
            <a:xfrm>
              <a:off x="3238500" y="3162300"/>
              <a:ext cx="8051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Use skills and guided templates across the lifecycle to fill capability gaps while hiring</a:t>
              </a:r>
              <a:endParaRPr lang="en-US" sz="900" spc="0" kern="0" b="0" i="0" dirty="0">
                <a:solidFill>
                  <a:srgbClr val="070154"/>
                </a:solidFill>
                <a:latin typeface="IBM Plex Sans"/>
                <a:ea typeface="IBM Plex Sans"/>
                <a:cs typeface="IBM Plex Sans"/>
              </a:endParaRPr>
            </a:p>
          </p:txBody>
        </p:sp>
      </p:grpSp>
      <p:grpSp>
        <p:nvGrpSpPr>
          <p:cNvPr id="65" name="lane3"/>
          <p:cNvGrpSpPr/>
          <p:nvPr/>
        </p:nvGrpSpPr>
        <p:grpSpPr>
          <a:xfrm>
            <a:off x="723900" y="3505200"/>
            <a:ext cx="2286000" cy="381000"/>
            <a:chOff x="723900" y="3505200"/>
            <a:chExt cx="2286000" cy="381000"/>
          </a:xfrm>
        </p:grpSpPr>
        <p:sp>
          <p:nvSpPr>
            <p:cNvPr id="31" name="lane3.surface"/>
            <p:cNvSpPr/>
            <p:nvPr/>
          </p:nvSpPr>
          <p:spPr>
            <a:xfrm>
              <a:off x="723900" y="3505200"/>
              <a:ext cx="2286000" cy="381000"/>
            </a:xfrm>
            <a:prstGeom prst="rect">
              <a:avLst/>
            </a:prstGeom>
            <a:solidFill>
              <a:srgbClr val="E8EEF8"/>
            </a:solidFill>
            <a:ln>
              <a:noFill/>
            </a:ln>
          </p:spPr>
        </p:sp>
        <p:sp>
          <p:nvSpPr>
            <p:cNvPr id="32" name="lane3.text"/>
            <p:cNvSpPr/>
            <p:nvPr/>
          </p:nvSpPr>
          <p:spPr>
            <a:xfrm>
              <a:off x="876300" y="35433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THEN</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Product execution</a:t>
              </a:r>
              <a:endParaRPr lang="en-US" sz="900" spc="0" kern="0" b="0" i="0" dirty="0">
                <a:solidFill>
                  <a:srgbClr val="070154"/>
                </a:solidFill>
                <a:latin typeface="IBM Plex Sans"/>
                <a:ea typeface="IBM Plex Sans"/>
                <a:cs typeface="IBM Plex Sans"/>
              </a:endParaRPr>
            </a:p>
          </p:txBody>
        </p:sp>
      </p:grpSp>
      <p:grpSp>
        <p:nvGrpSpPr>
          <p:cNvPr id="66" name="coverage3"/>
          <p:cNvGrpSpPr/>
          <p:nvPr/>
        </p:nvGrpSpPr>
        <p:grpSpPr>
          <a:xfrm>
            <a:off x="3086100" y="3505200"/>
            <a:ext cx="8356600" cy="381000"/>
            <a:chOff x="3086100" y="3505200"/>
            <a:chExt cx="8356600" cy="381000"/>
          </a:xfrm>
        </p:grpSpPr>
        <p:sp>
          <p:nvSpPr>
            <p:cNvPr id="33" name="coverage3.surface"/>
            <p:cNvSpPr/>
            <p:nvPr/>
          </p:nvSpPr>
          <p:spPr>
            <a:xfrm>
              <a:off x="3086100" y="3505200"/>
              <a:ext cx="8356600" cy="381000"/>
            </a:xfrm>
            <a:prstGeom prst="rect">
              <a:avLst/>
            </a:prstGeom>
            <a:solidFill>
              <a:srgbClr val="070154"/>
            </a:solidFill>
            <a:ln>
              <a:noFill/>
            </a:ln>
          </p:spPr>
        </p:sp>
        <p:sp>
          <p:nvSpPr>
            <p:cNvPr id="34" name="coverage3.text"/>
            <p:cNvSpPr/>
            <p:nvPr/>
          </p:nvSpPr>
          <p:spPr>
            <a:xfrm>
              <a:off x="3238500" y="3619500"/>
              <a:ext cx="8051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Run the roadmap, review outcome metrics, and adjust priorities using customer and business evidence</a:t>
              </a:r>
              <a:endParaRPr lang="en-US" sz="900" spc="0" kern="0" b="0" i="0" dirty="0">
                <a:solidFill>
                  <a:srgbClr val="FFFFFF"/>
                </a:solidFill>
                <a:latin typeface="IBM Plex Sans"/>
                <a:ea typeface="IBM Plex Sans"/>
                <a:cs typeface="IBM Plex Sans"/>
              </a:endParaRPr>
            </a:p>
          </p:txBody>
        </p:sp>
      </p:grpSp>
      <p:grpSp>
        <p:nvGrpSpPr>
          <p:cNvPr id="67" name="lane4"/>
          <p:cNvGrpSpPr/>
          <p:nvPr/>
        </p:nvGrpSpPr>
        <p:grpSpPr>
          <a:xfrm>
            <a:off x="723900" y="3962400"/>
            <a:ext cx="2286000" cy="381000"/>
            <a:chOff x="723900" y="3962400"/>
            <a:chExt cx="2286000" cy="381000"/>
          </a:xfrm>
        </p:grpSpPr>
        <p:sp>
          <p:nvSpPr>
            <p:cNvPr id="35" name="lane4.surface"/>
            <p:cNvSpPr/>
            <p:nvPr/>
          </p:nvSpPr>
          <p:spPr>
            <a:xfrm>
              <a:off x="723900" y="3962400"/>
              <a:ext cx="2286000" cy="381000"/>
            </a:xfrm>
            <a:prstGeom prst="rect">
              <a:avLst/>
            </a:prstGeom>
            <a:solidFill>
              <a:srgbClr val="E8EEF8"/>
            </a:solidFill>
            <a:ln>
              <a:noFill/>
            </a:ln>
          </p:spPr>
        </p:sp>
        <p:sp>
          <p:nvSpPr>
            <p:cNvPr id="36" name="lane4.text"/>
            <p:cNvSpPr/>
            <p:nvPr/>
          </p:nvSpPr>
          <p:spPr>
            <a:xfrm>
              <a:off x="876300" y="40005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THEN</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Engineering efficiency</a:t>
              </a:r>
              <a:endParaRPr lang="en-US" sz="900" spc="0" kern="0" b="0" i="0" dirty="0">
                <a:solidFill>
                  <a:srgbClr val="070154"/>
                </a:solidFill>
                <a:latin typeface="IBM Plex Sans"/>
                <a:ea typeface="IBM Plex Sans"/>
                <a:cs typeface="IBM Plex Sans"/>
              </a:endParaRPr>
            </a:p>
          </p:txBody>
        </p:sp>
      </p:grpSp>
      <p:grpSp>
        <p:nvGrpSpPr>
          <p:cNvPr id="68" name="coverage4"/>
          <p:cNvGrpSpPr/>
          <p:nvPr/>
        </p:nvGrpSpPr>
        <p:grpSpPr>
          <a:xfrm>
            <a:off x="4483100" y="3962400"/>
            <a:ext cx="6959600" cy="381000"/>
            <a:chOff x="4483100" y="3962400"/>
            <a:chExt cx="6959600" cy="381000"/>
          </a:xfrm>
        </p:grpSpPr>
        <p:sp>
          <p:nvSpPr>
            <p:cNvPr id="37" name="coverage4.surface"/>
            <p:cNvSpPr/>
            <p:nvPr/>
          </p:nvSpPr>
          <p:spPr>
            <a:xfrm>
              <a:off x="4483100" y="3962400"/>
              <a:ext cx="6959600" cy="381000"/>
            </a:xfrm>
            <a:prstGeom prst="rect">
              <a:avLst/>
            </a:prstGeom>
            <a:solidFill>
              <a:srgbClr val="CED7E6"/>
            </a:solidFill>
            <a:ln>
              <a:noFill/>
            </a:ln>
          </p:spPr>
        </p:sp>
        <p:sp>
          <p:nvSpPr>
            <p:cNvPr id="38" name="coverage4.text"/>
            <p:cNvSpPr/>
            <p:nvPr/>
          </p:nvSpPr>
          <p:spPr>
            <a:xfrm>
              <a:off x="4635500" y="4076700"/>
              <a:ext cx="6654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Reduce delivery friction and improve engineering handoffs across the rest of the lifecycle</a:t>
              </a:r>
              <a:endParaRPr lang="en-US" sz="900" spc="0" kern="0" b="0" i="0" dirty="0">
                <a:solidFill>
                  <a:srgbClr val="070154"/>
                </a:solidFill>
                <a:latin typeface="IBM Plex Sans"/>
                <a:ea typeface="IBM Plex Sans"/>
                <a:cs typeface="IBM Plex Sans"/>
              </a:endParaRPr>
            </a:p>
          </p:txBody>
        </p:sp>
      </p:grpSp>
      <p:grpSp>
        <p:nvGrpSpPr>
          <p:cNvPr id="69" name="lane5"/>
          <p:cNvGrpSpPr/>
          <p:nvPr/>
        </p:nvGrpSpPr>
        <p:grpSpPr>
          <a:xfrm>
            <a:off x="723900" y="4419600"/>
            <a:ext cx="2286000" cy="381000"/>
            <a:chOff x="723900" y="4419600"/>
            <a:chExt cx="2286000" cy="381000"/>
          </a:xfrm>
        </p:grpSpPr>
        <p:sp>
          <p:nvSpPr>
            <p:cNvPr id="39" name="lane5.surface"/>
            <p:cNvSpPr/>
            <p:nvPr/>
          </p:nvSpPr>
          <p:spPr>
            <a:xfrm>
              <a:off x="723900" y="4419600"/>
              <a:ext cx="2286000" cy="381000"/>
            </a:xfrm>
            <a:prstGeom prst="rect">
              <a:avLst/>
            </a:prstGeom>
            <a:solidFill>
              <a:srgbClr val="E8EEF8"/>
            </a:solidFill>
            <a:ln>
              <a:noFill/>
            </a:ln>
          </p:spPr>
        </p:sp>
        <p:sp>
          <p:nvSpPr>
            <p:cNvPr id="40" name="lane5.text"/>
            <p:cNvSpPr/>
            <p:nvPr/>
          </p:nvSpPr>
          <p:spPr>
            <a:xfrm>
              <a:off x="876300" y="44577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 PARALLEL</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Business strategy</a:t>
              </a:r>
              <a:endParaRPr lang="en-US" sz="900" spc="0" kern="0" b="0" i="0" dirty="0">
                <a:solidFill>
                  <a:srgbClr val="070154"/>
                </a:solidFill>
                <a:latin typeface="IBM Plex Sans"/>
                <a:ea typeface="IBM Plex Sans"/>
                <a:cs typeface="IBM Plex Sans"/>
              </a:endParaRPr>
            </a:p>
          </p:txBody>
        </p:sp>
      </p:grpSp>
      <p:grpSp>
        <p:nvGrpSpPr>
          <p:cNvPr id="70" name="coverage5"/>
          <p:cNvGrpSpPr/>
          <p:nvPr/>
        </p:nvGrpSpPr>
        <p:grpSpPr>
          <a:xfrm>
            <a:off x="3086100" y="4419600"/>
            <a:ext cx="2768600" cy="381000"/>
            <a:chOff x="3086100" y="4419600"/>
            <a:chExt cx="2768600" cy="381000"/>
          </a:xfrm>
        </p:grpSpPr>
        <p:sp>
          <p:nvSpPr>
            <p:cNvPr id="41" name="coverage5.surface"/>
            <p:cNvSpPr/>
            <p:nvPr/>
          </p:nvSpPr>
          <p:spPr>
            <a:xfrm>
              <a:off x="3086100" y="4419600"/>
              <a:ext cx="2768600" cy="381000"/>
            </a:xfrm>
            <a:prstGeom prst="rect">
              <a:avLst/>
            </a:prstGeom>
            <a:solidFill>
              <a:srgbClr val="E8EEF8"/>
            </a:solidFill>
            <a:ln>
              <a:noFill/>
            </a:ln>
          </p:spPr>
        </p:sp>
        <p:sp>
          <p:nvSpPr>
            <p:cNvPr id="42" name="coverage5.text"/>
            <p:cNvSpPr/>
            <p:nvPr/>
          </p:nvSpPr>
          <p:spPr>
            <a:xfrm>
              <a:off x="3238500" y="4533900"/>
              <a:ext cx="2463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Develop the new business strategy</a:t>
              </a:r>
              <a:endParaRPr lang="en-US" sz="900" spc="0" kern="0" b="0" i="0" dirty="0">
                <a:solidFill>
                  <a:srgbClr val="070154"/>
                </a:solidFill>
                <a:latin typeface="IBM Plex Sans"/>
                <a:ea typeface="IBM Plex Sans"/>
                <a:cs typeface="IBM Plex Sans"/>
              </a:endParaRPr>
            </a:p>
          </p:txBody>
        </p:sp>
      </p:grpSp>
      <p:grpSp>
        <p:nvGrpSpPr>
          <p:cNvPr id="71" name="lane6"/>
          <p:cNvGrpSpPr/>
          <p:nvPr/>
        </p:nvGrpSpPr>
        <p:grpSpPr>
          <a:xfrm>
            <a:off x="723900" y="4876800"/>
            <a:ext cx="2286000" cy="381000"/>
            <a:chOff x="723900" y="4876800"/>
            <a:chExt cx="2286000" cy="381000"/>
          </a:xfrm>
        </p:grpSpPr>
        <p:sp>
          <p:nvSpPr>
            <p:cNvPr id="43" name="lane6.surface"/>
            <p:cNvSpPr/>
            <p:nvPr/>
          </p:nvSpPr>
          <p:spPr>
            <a:xfrm>
              <a:off x="723900" y="4876800"/>
              <a:ext cx="2286000" cy="381000"/>
            </a:xfrm>
            <a:prstGeom prst="rect">
              <a:avLst/>
            </a:prstGeom>
            <a:solidFill>
              <a:srgbClr val="E8EEF8"/>
            </a:solidFill>
            <a:ln>
              <a:noFill/>
            </a:ln>
          </p:spPr>
        </p:sp>
        <p:sp>
          <p:nvSpPr>
            <p:cNvPr id="44" name="lane6.text"/>
            <p:cNvSpPr/>
            <p:nvPr/>
          </p:nvSpPr>
          <p:spPr>
            <a:xfrm>
              <a:off x="876300" y="49149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JANUARY</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Strategy integration</a:t>
              </a:r>
              <a:endParaRPr lang="en-US" sz="900" spc="0" kern="0" b="0" i="0" dirty="0">
                <a:solidFill>
                  <a:srgbClr val="070154"/>
                </a:solidFill>
                <a:latin typeface="IBM Plex Sans"/>
                <a:ea typeface="IBM Plex Sans"/>
                <a:cs typeface="IBM Plex Sans"/>
              </a:endParaRPr>
            </a:p>
          </p:txBody>
        </p:sp>
      </p:grpSp>
      <p:grpSp>
        <p:nvGrpSpPr>
          <p:cNvPr id="72" name="coverage6"/>
          <p:cNvGrpSpPr/>
          <p:nvPr/>
        </p:nvGrpSpPr>
        <p:grpSpPr>
          <a:xfrm>
            <a:off x="3086100" y="4876800"/>
            <a:ext cx="8356600" cy="381000"/>
            <a:chOff x="3086100" y="4876800"/>
            <a:chExt cx="8356600" cy="381000"/>
          </a:xfrm>
        </p:grpSpPr>
        <p:sp>
          <p:nvSpPr>
            <p:cNvPr id="45" name="coverage6.surface"/>
            <p:cNvSpPr/>
            <p:nvPr/>
          </p:nvSpPr>
          <p:spPr>
            <a:xfrm>
              <a:off x="3086100" y="4876800"/>
              <a:ext cx="8356600" cy="381000"/>
            </a:xfrm>
            <a:prstGeom prst="rect">
              <a:avLst/>
            </a:prstGeom>
            <a:solidFill>
              <a:srgbClr val="E8EEF8"/>
            </a:solidFill>
            <a:ln>
              <a:noFill/>
            </a:ln>
          </p:spPr>
        </p:sp>
        <p:sp>
          <p:nvSpPr>
            <p:cNvPr id="46" name="coverage6.text"/>
            <p:cNvSpPr/>
            <p:nvPr/>
          </p:nvSpPr>
          <p:spPr>
            <a:xfrm>
              <a:off x="3238500" y="4991100"/>
              <a:ext cx="8051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Refresh outcomes and roadmaps, then execute the new business strategy through the upgraded process</a:t>
              </a:r>
              <a:endParaRPr lang="en-US" sz="900" spc="0" kern="0" b="0" i="0" dirty="0">
                <a:solidFill>
                  <a:srgbClr val="070154"/>
                </a:solidFill>
                <a:latin typeface="IBM Plex Sans"/>
                <a:ea typeface="IBM Plex Sans"/>
                <a:cs typeface="IBM Plex Sans"/>
              </a:endParaRPr>
            </a:p>
          </p:txBody>
        </p:sp>
      </p:grpSp>
      <p:grpSp>
        <p:nvGrpSpPr>
          <p:cNvPr id="73" name="legend"/>
          <p:cNvGrpSpPr/>
          <p:nvPr/>
        </p:nvGrpSpPr>
        <p:grpSpPr>
          <a:xfrm>
            <a:off x="723900" y="5486400"/>
            <a:ext cx="10744200" cy="457200"/>
            <a:chOff x="723900" y="5486400"/>
            <a:chExt cx="10744200" cy="457200"/>
          </a:xfrm>
        </p:grpSpPr>
        <p:sp>
          <p:nvSpPr>
            <p:cNvPr id="47" name="legend.surface"/>
            <p:cNvSpPr/>
            <p:nvPr/>
          </p:nvSpPr>
          <p:spPr>
            <a:xfrm>
              <a:off x="723900" y="5486400"/>
              <a:ext cx="10744200" cy="457200"/>
            </a:xfrm>
            <a:prstGeom prst="rect">
              <a:avLst/>
            </a:prstGeom>
            <a:solidFill>
              <a:srgbClr val="E8EEF8"/>
            </a:solidFill>
            <a:ln>
              <a:noFill/>
            </a:ln>
          </p:spPr>
        </p:sp>
        <p:sp>
          <p:nvSpPr>
            <p:cNvPr id="48" name="legend.text"/>
            <p:cNvSpPr/>
            <p:nvPr/>
          </p:nvSpPr>
          <p:spPr>
            <a:xfrm>
              <a:off x="876300" y="54864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 navy   Engineering · gray   Both / other · pale blue   |   Bars show phase coverage, not elapsed time. Outcome priorities now; new business strategy feeds the process in January.</a:t>
              </a:r>
              <a:endParaRPr lang="en-US" sz="1200" spc="0" kern="0" b="0" i="0" dirty="0">
                <a:solidFill>
                  <a:srgbClr val="070154"/>
                </a:solidFill>
                <a:latin typeface="IBM Plex Sans"/>
                <a:ea typeface="IBM Plex Sans"/>
                <a:cs typeface="IBM Plex Sans"/>
              </a:endParaRPr>
            </a:p>
          </p:txBody>
        </p:sp>
      </p:grpSp>
      <p:grpSp>
        <p:nvGrpSpPr>
          <p:cNvPr id="74" name="authored-header"/>
          <p:cNvGrpSpPr/>
          <p:nvPr/>
        </p:nvGrpSpPr>
        <p:grpSpPr>
          <a:xfrm>
            <a:off x="723900" y="685800"/>
            <a:ext cx="9372600" cy="914400"/>
            <a:chOff x="723900" y="685800"/>
            <a:chExt cx="9372600" cy="914400"/>
          </a:xfrm>
        </p:grpSpPr>
        <p:sp>
          <p:nvSpPr>
            <p:cNvPr id="49"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Rollout sequence across the PDLC</a:t>
              </a:r>
              <a:endParaRPr lang="en-US" sz="3200" spc="-64" kern="0" b="0" i="0" dirty="0">
                <a:solidFill>
                  <a:srgbClr val="070154"/>
                </a:solidFill>
                <a:latin typeface="IBM Plex Sans SemiBold"/>
                <a:ea typeface="IBM Plex Sans SemiBold"/>
                <a:cs typeface="IBM Plex Sans SemiBold"/>
              </a:endParaRPr>
            </a:p>
          </p:txBody>
        </p:sp>
      </p:grpSp>
      <p:grpSp>
        <p:nvGrpSpPr>
          <p:cNvPr id="75" name="authored-eyebrow"/>
          <p:cNvGrpSpPr/>
          <p:nvPr/>
        </p:nvGrpSpPr>
        <p:grpSpPr>
          <a:xfrm>
            <a:off x="723900" y="457200"/>
            <a:ext cx="9372600" cy="228600"/>
            <a:chOff x="723900" y="457200"/>
            <a:chExt cx="9372600" cy="228600"/>
          </a:xfrm>
        </p:grpSpPr>
        <p:sp>
          <p:nvSpPr>
            <p:cNvPr id="50"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ACTIVATION</a:t>
              </a:r>
              <a:endParaRPr lang="en-US" sz="1000" spc="80" kern="0" b="0" i="0" dirty="0">
                <a:solidFill>
                  <a:srgbClr val="0047FF"/>
                </a:solidFill>
                <a:latin typeface="IBM Plex Mono SemiBold"/>
                <a:ea typeface="IBM Plex Mono SemiBold"/>
                <a:cs typeface="IBM Plex Mono SemiBold"/>
              </a:endParaRPr>
            </a:p>
          </p:txBody>
        </p:sp>
      </p:grpSp>
      <p:grpSp>
        <p:nvGrpSpPr>
          <p:cNvPr id="76" name="client-brand"/>
          <p:cNvGrpSpPr/>
          <p:nvPr/>
        </p:nvGrpSpPr>
        <p:grpSpPr>
          <a:xfrm>
            <a:off x="10382250" y="457200"/>
            <a:ext cx="1028700" cy="457200"/>
            <a:chOff x="10382250" y="457200"/>
            <a:chExt cx="1028700" cy="457200"/>
          </a:xfrm>
        </p:grpSpPr>
        <p:pic>
          <p:nvPicPr>
            <p:cNvPr id="51"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dxc-009">
    <p:spTree>
      <p:nvGrpSpPr>
        <p:cNvPr id="1" name=""/>
        <p:cNvGrpSpPr/>
        <p:nvPr/>
      </p:nvGrpSpPr>
      <p:grpSpPr>
        <a:xfrm>
          <a:off x="0" y="0"/>
          <a:ext cx="0" cy="0"/>
          <a:chOff x="0" y="0"/>
          <a:chExt cx="0" cy="0"/>
        </a:xfrm>
      </p:grpSpPr>
      <p:sp>
        <p:nvSpPr>
          <p:cNvPr id="2" name="wm.library-whiteboard.001.001.001"/>
          <p:cNvSpPr/>
          <p:nvPr/>
        </p:nvSpPr>
        <p:spPr>
          <a:xfrm>
            <a:off x="7353300" y="914400"/>
            <a:ext cx="38100" cy="38100"/>
          </a:xfrm>
          <a:prstGeom prst="rect">
            <a:avLst/>
          </a:prstGeom>
          <a:solidFill>
            <a:srgbClr val="CED7E6"/>
          </a:solidFill>
          <a:ln>
            <a:noFill/>
          </a:ln>
        </p:spPr>
      </p:sp>
      <p:sp>
        <p:nvSpPr>
          <p:cNvPr id="3" name="wm.library-whiteboard.001.001.002"/>
          <p:cNvSpPr/>
          <p:nvPr/>
        </p:nvSpPr>
        <p:spPr>
          <a:xfrm>
            <a:off x="7353300" y="1143000"/>
            <a:ext cx="38100" cy="38100"/>
          </a:xfrm>
          <a:prstGeom prst="rect">
            <a:avLst/>
          </a:prstGeom>
          <a:solidFill>
            <a:srgbClr val="CED7E6"/>
          </a:solidFill>
          <a:ln>
            <a:noFill/>
          </a:ln>
        </p:spPr>
      </p:sp>
      <p:sp>
        <p:nvSpPr>
          <p:cNvPr id="4" name="wm.library-whiteboard.001.001.003"/>
          <p:cNvSpPr/>
          <p:nvPr/>
        </p:nvSpPr>
        <p:spPr>
          <a:xfrm>
            <a:off x="7353300" y="1371600"/>
            <a:ext cx="38100" cy="38100"/>
          </a:xfrm>
          <a:prstGeom prst="rect">
            <a:avLst/>
          </a:prstGeom>
          <a:solidFill>
            <a:srgbClr val="CED7E6"/>
          </a:solidFill>
          <a:ln>
            <a:noFill/>
          </a:ln>
        </p:spPr>
      </p:sp>
      <p:sp>
        <p:nvSpPr>
          <p:cNvPr id="5" name="wm.library-whiteboard.001.002.001"/>
          <p:cNvSpPr/>
          <p:nvPr/>
        </p:nvSpPr>
        <p:spPr>
          <a:xfrm>
            <a:off x="7581900" y="914400"/>
            <a:ext cx="38100" cy="38100"/>
          </a:xfrm>
          <a:prstGeom prst="rect">
            <a:avLst/>
          </a:prstGeom>
          <a:solidFill>
            <a:srgbClr val="CED7E6"/>
          </a:solidFill>
          <a:ln>
            <a:noFill/>
          </a:ln>
        </p:spPr>
      </p:sp>
      <p:sp>
        <p:nvSpPr>
          <p:cNvPr id="6" name="wm.library-whiteboard.001.002.002"/>
          <p:cNvSpPr/>
          <p:nvPr/>
        </p:nvSpPr>
        <p:spPr>
          <a:xfrm>
            <a:off x="7581900" y="1143000"/>
            <a:ext cx="38100" cy="38100"/>
          </a:xfrm>
          <a:prstGeom prst="rect">
            <a:avLst/>
          </a:prstGeom>
          <a:solidFill>
            <a:srgbClr val="CED7E6"/>
          </a:solidFill>
          <a:ln>
            <a:noFill/>
          </a:ln>
        </p:spPr>
      </p:sp>
      <p:sp>
        <p:nvSpPr>
          <p:cNvPr id="7" name="wm.library-whiteboard.001.002.003"/>
          <p:cNvSpPr/>
          <p:nvPr/>
        </p:nvSpPr>
        <p:spPr>
          <a:xfrm>
            <a:off x="7581900" y="1371600"/>
            <a:ext cx="38100" cy="38100"/>
          </a:xfrm>
          <a:prstGeom prst="rect">
            <a:avLst/>
          </a:prstGeom>
          <a:solidFill>
            <a:srgbClr val="CED7E6"/>
          </a:solidFill>
          <a:ln>
            <a:noFill/>
          </a:ln>
        </p:spPr>
      </p:sp>
      <p:sp>
        <p:nvSpPr>
          <p:cNvPr id="8" name="wm.library-whiteboard.001.003.001"/>
          <p:cNvSpPr/>
          <p:nvPr/>
        </p:nvSpPr>
        <p:spPr>
          <a:xfrm>
            <a:off x="7810500" y="914400"/>
            <a:ext cx="38100" cy="38100"/>
          </a:xfrm>
          <a:prstGeom prst="rect">
            <a:avLst/>
          </a:prstGeom>
          <a:solidFill>
            <a:srgbClr val="CED7E6"/>
          </a:solidFill>
          <a:ln>
            <a:noFill/>
          </a:ln>
        </p:spPr>
      </p:sp>
      <p:sp>
        <p:nvSpPr>
          <p:cNvPr id="9" name="wm.library-whiteboard.001.003.002"/>
          <p:cNvSpPr/>
          <p:nvPr/>
        </p:nvSpPr>
        <p:spPr>
          <a:xfrm>
            <a:off x="7810500" y="1143000"/>
            <a:ext cx="38100" cy="38100"/>
          </a:xfrm>
          <a:prstGeom prst="rect">
            <a:avLst/>
          </a:prstGeom>
          <a:solidFill>
            <a:srgbClr val="CED7E6"/>
          </a:solidFill>
          <a:ln>
            <a:noFill/>
          </a:ln>
        </p:spPr>
      </p:sp>
      <p:sp>
        <p:nvSpPr>
          <p:cNvPr id="10" name="wm.library-whiteboard.001.003.003"/>
          <p:cNvSpPr/>
          <p:nvPr/>
        </p:nvSpPr>
        <p:spPr>
          <a:xfrm>
            <a:off x="7810500" y="1371600"/>
            <a:ext cx="38100" cy="38100"/>
          </a:xfrm>
          <a:prstGeom prst="rect">
            <a:avLst/>
          </a:prstGeom>
          <a:solidFill>
            <a:srgbClr val="CED7E6"/>
          </a:solidFill>
          <a:ln>
            <a:noFill/>
          </a:ln>
        </p:spPr>
      </p:sp>
      <p:sp>
        <p:nvSpPr>
          <p:cNvPr id="11" name="wm.library-whiteboard.001.004.001"/>
          <p:cNvSpPr/>
          <p:nvPr/>
        </p:nvSpPr>
        <p:spPr>
          <a:xfrm>
            <a:off x="8039100" y="914400"/>
            <a:ext cx="38100" cy="38100"/>
          </a:xfrm>
          <a:prstGeom prst="rect">
            <a:avLst/>
          </a:prstGeom>
          <a:solidFill>
            <a:srgbClr val="CED7E6"/>
          </a:solidFill>
          <a:ln>
            <a:noFill/>
          </a:ln>
        </p:spPr>
      </p:sp>
      <p:sp>
        <p:nvSpPr>
          <p:cNvPr id="12" name="wm.library-whiteboard.001.004.002"/>
          <p:cNvSpPr/>
          <p:nvPr/>
        </p:nvSpPr>
        <p:spPr>
          <a:xfrm>
            <a:off x="8039100" y="1143000"/>
            <a:ext cx="38100" cy="38100"/>
          </a:xfrm>
          <a:prstGeom prst="rect">
            <a:avLst/>
          </a:prstGeom>
          <a:solidFill>
            <a:srgbClr val="CED7E6"/>
          </a:solidFill>
          <a:ln>
            <a:noFill/>
          </a:ln>
        </p:spPr>
      </p:sp>
      <p:sp>
        <p:nvSpPr>
          <p:cNvPr id="13" name="wm.library-whiteboard.001.004.003"/>
          <p:cNvSpPr/>
          <p:nvPr/>
        </p:nvSpPr>
        <p:spPr>
          <a:xfrm>
            <a:off x="8039100" y="1371600"/>
            <a:ext cx="38100" cy="38100"/>
          </a:xfrm>
          <a:prstGeom prst="rect">
            <a:avLst/>
          </a:prstGeom>
          <a:solidFill>
            <a:srgbClr val="CED7E6"/>
          </a:solidFill>
          <a:ln>
            <a:noFill/>
          </a:ln>
        </p:spPr>
      </p:sp>
      <p:sp>
        <p:nvSpPr>
          <p:cNvPr id="14" name="wm.library-whiteboard.001.005.001"/>
          <p:cNvSpPr/>
          <p:nvPr/>
        </p:nvSpPr>
        <p:spPr>
          <a:xfrm>
            <a:off x="8267700" y="914400"/>
            <a:ext cx="38100" cy="38100"/>
          </a:xfrm>
          <a:prstGeom prst="rect">
            <a:avLst/>
          </a:prstGeom>
          <a:solidFill>
            <a:srgbClr val="CED7E6"/>
          </a:solidFill>
          <a:ln>
            <a:noFill/>
          </a:ln>
        </p:spPr>
      </p:sp>
      <p:sp>
        <p:nvSpPr>
          <p:cNvPr id="15" name="wm.library-whiteboard.001.005.002"/>
          <p:cNvSpPr/>
          <p:nvPr/>
        </p:nvSpPr>
        <p:spPr>
          <a:xfrm>
            <a:off x="8267700" y="1143000"/>
            <a:ext cx="38100" cy="38100"/>
          </a:xfrm>
          <a:prstGeom prst="rect">
            <a:avLst/>
          </a:prstGeom>
          <a:solidFill>
            <a:srgbClr val="CED7E6"/>
          </a:solidFill>
          <a:ln>
            <a:noFill/>
          </a:ln>
        </p:spPr>
      </p:sp>
      <p:sp>
        <p:nvSpPr>
          <p:cNvPr id="16" name="wm.library-whiteboard.001.005.003"/>
          <p:cNvSpPr/>
          <p:nvPr/>
        </p:nvSpPr>
        <p:spPr>
          <a:xfrm>
            <a:off x="8267700" y="1371600"/>
            <a:ext cx="38100" cy="38100"/>
          </a:xfrm>
          <a:prstGeom prst="rect">
            <a:avLst/>
          </a:prstGeom>
          <a:solidFill>
            <a:srgbClr val="CED7E6"/>
          </a:solidFill>
          <a:ln>
            <a:noFill/>
          </a:ln>
        </p:spPr>
      </p:sp>
      <p:sp>
        <p:nvSpPr>
          <p:cNvPr id="17" name="wm.library-whiteboard.001.006.001"/>
          <p:cNvSpPr/>
          <p:nvPr/>
        </p:nvSpPr>
        <p:spPr>
          <a:xfrm>
            <a:off x="8496300" y="914400"/>
            <a:ext cx="38100" cy="38100"/>
          </a:xfrm>
          <a:prstGeom prst="rect">
            <a:avLst/>
          </a:prstGeom>
          <a:solidFill>
            <a:srgbClr val="CED7E6"/>
          </a:solidFill>
          <a:ln>
            <a:noFill/>
          </a:ln>
        </p:spPr>
      </p:sp>
      <p:sp>
        <p:nvSpPr>
          <p:cNvPr id="18" name="wm.library-whiteboard.001.006.002"/>
          <p:cNvSpPr/>
          <p:nvPr/>
        </p:nvSpPr>
        <p:spPr>
          <a:xfrm>
            <a:off x="8496300" y="1143000"/>
            <a:ext cx="38100" cy="38100"/>
          </a:xfrm>
          <a:prstGeom prst="rect">
            <a:avLst/>
          </a:prstGeom>
          <a:solidFill>
            <a:srgbClr val="CED7E6"/>
          </a:solidFill>
          <a:ln>
            <a:noFill/>
          </a:ln>
        </p:spPr>
      </p:sp>
      <p:sp>
        <p:nvSpPr>
          <p:cNvPr id="19" name="wm.library-whiteboard.001.006.003"/>
          <p:cNvSpPr/>
          <p:nvPr/>
        </p:nvSpPr>
        <p:spPr>
          <a:xfrm>
            <a:off x="8496300" y="1371600"/>
            <a:ext cx="38100" cy="38100"/>
          </a:xfrm>
          <a:prstGeom prst="rect">
            <a:avLst/>
          </a:prstGeom>
          <a:solidFill>
            <a:srgbClr val="CED7E6"/>
          </a:solidFill>
          <a:ln>
            <a:noFill/>
          </a:ln>
        </p:spPr>
      </p:sp>
      <p:sp>
        <p:nvSpPr>
          <p:cNvPr id="20" name="wm.library-whiteboard.001.007.001"/>
          <p:cNvSpPr/>
          <p:nvPr/>
        </p:nvSpPr>
        <p:spPr>
          <a:xfrm>
            <a:off x="8724900" y="914400"/>
            <a:ext cx="38100" cy="38100"/>
          </a:xfrm>
          <a:prstGeom prst="rect">
            <a:avLst/>
          </a:prstGeom>
          <a:solidFill>
            <a:srgbClr val="CED7E6"/>
          </a:solidFill>
          <a:ln>
            <a:noFill/>
          </a:ln>
        </p:spPr>
      </p:sp>
      <p:sp>
        <p:nvSpPr>
          <p:cNvPr id="21" name="wm.library-whiteboard.001.007.002"/>
          <p:cNvSpPr/>
          <p:nvPr/>
        </p:nvSpPr>
        <p:spPr>
          <a:xfrm>
            <a:off x="8724900" y="1143000"/>
            <a:ext cx="38100" cy="38100"/>
          </a:xfrm>
          <a:prstGeom prst="rect">
            <a:avLst/>
          </a:prstGeom>
          <a:solidFill>
            <a:srgbClr val="CED7E6"/>
          </a:solidFill>
          <a:ln>
            <a:noFill/>
          </a:ln>
        </p:spPr>
      </p:sp>
      <p:sp>
        <p:nvSpPr>
          <p:cNvPr id="22" name="wm.library-whiteboard.001.007.003"/>
          <p:cNvSpPr/>
          <p:nvPr/>
        </p:nvSpPr>
        <p:spPr>
          <a:xfrm>
            <a:off x="8724900" y="1371600"/>
            <a:ext cx="38100" cy="38100"/>
          </a:xfrm>
          <a:prstGeom prst="rect">
            <a:avLst/>
          </a:prstGeom>
          <a:solidFill>
            <a:srgbClr val="CED7E6"/>
          </a:solidFill>
          <a:ln>
            <a:noFill/>
          </a:ln>
        </p:spPr>
      </p:sp>
      <p:sp>
        <p:nvSpPr>
          <p:cNvPr id="23" name="wm.library-whiteboard.001.008.001"/>
          <p:cNvSpPr/>
          <p:nvPr/>
        </p:nvSpPr>
        <p:spPr>
          <a:xfrm>
            <a:off x="8953500" y="914400"/>
            <a:ext cx="38100" cy="38100"/>
          </a:xfrm>
          <a:prstGeom prst="rect">
            <a:avLst/>
          </a:prstGeom>
          <a:solidFill>
            <a:srgbClr val="CED7E6"/>
          </a:solidFill>
          <a:ln>
            <a:noFill/>
          </a:ln>
        </p:spPr>
      </p:sp>
      <p:sp>
        <p:nvSpPr>
          <p:cNvPr id="24" name="wm.library-whiteboard.001.008.002"/>
          <p:cNvSpPr/>
          <p:nvPr/>
        </p:nvSpPr>
        <p:spPr>
          <a:xfrm>
            <a:off x="8953500" y="1143000"/>
            <a:ext cx="38100" cy="38100"/>
          </a:xfrm>
          <a:prstGeom prst="rect">
            <a:avLst/>
          </a:prstGeom>
          <a:solidFill>
            <a:srgbClr val="CED7E6"/>
          </a:solidFill>
          <a:ln>
            <a:noFill/>
          </a:ln>
        </p:spPr>
      </p:sp>
      <p:sp>
        <p:nvSpPr>
          <p:cNvPr id="25" name="wm.library-whiteboard.001.008.003"/>
          <p:cNvSpPr/>
          <p:nvPr/>
        </p:nvSpPr>
        <p:spPr>
          <a:xfrm>
            <a:off x="8953500" y="1371600"/>
            <a:ext cx="38100" cy="38100"/>
          </a:xfrm>
          <a:prstGeom prst="rect">
            <a:avLst/>
          </a:prstGeom>
          <a:solidFill>
            <a:srgbClr val="CED7E6"/>
          </a:solidFill>
          <a:ln>
            <a:noFill/>
          </a:ln>
        </p:spPr>
      </p:sp>
      <p:sp>
        <p:nvSpPr>
          <p:cNvPr id="26" name="wm.library-whiteboard.001.009.001"/>
          <p:cNvSpPr/>
          <p:nvPr/>
        </p:nvSpPr>
        <p:spPr>
          <a:xfrm>
            <a:off x="9182100" y="914400"/>
            <a:ext cx="38100" cy="38100"/>
          </a:xfrm>
          <a:prstGeom prst="rect">
            <a:avLst/>
          </a:prstGeom>
          <a:solidFill>
            <a:srgbClr val="CED7E6"/>
          </a:solidFill>
          <a:ln>
            <a:noFill/>
          </a:ln>
        </p:spPr>
      </p:sp>
      <p:sp>
        <p:nvSpPr>
          <p:cNvPr id="27" name="wm.library-whiteboard.001.009.002"/>
          <p:cNvSpPr/>
          <p:nvPr/>
        </p:nvSpPr>
        <p:spPr>
          <a:xfrm>
            <a:off x="9182100" y="1143000"/>
            <a:ext cx="38100" cy="38100"/>
          </a:xfrm>
          <a:prstGeom prst="rect">
            <a:avLst/>
          </a:prstGeom>
          <a:solidFill>
            <a:srgbClr val="CED7E6"/>
          </a:solidFill>
          <a:ln>
            <a:noFill/>
          </a:ln>
        </p:spPr>
      </p:sp>
      <p:sp>
        <p:nvSpPr>
          <p:cNvPr id="28" name="wm.library-whiteboard.001.009.003"/>
          <p:cNvSpPr/>
          <p:nvPr/>
        </p:nvSpPr>
        <p:spPr>
          <a:xfrm>
            <a:off x="9182100" y="1371600"/>
            <a:ext cx="38100" cy="38100"/>
          </a:xfrm>
          <a:prstGeom prst="rect">
            <a:avLst/>
          </a:prstGeom>
          <a:solidFill>
            <a:srgbClr val="CED7E6"/>
          </a:solidFill>
          <a:ln>
            <a:noFill/>
          </a:ln>
        </p:spPr>
      </p:sp>
      <p:sp>
        <p:nvSpPr>
          <p:cNvPr id="29" name="wm.library-whiteboard.001.010.001"/>
          <p:cNvSpPr/>
          <p:nvPr/>
        </p:nvSpPr>
        <p:spPr>
          <a:xfrm>
            <a:off x="9410700" y="914400"/>
            <a:ext cx="38100" cy="38100"/>
          </a:xfrm>
          <a:prstGeom prst="rect">
            <a:avLst/>
          </a:prstGeom>
          <a:solidFill>
            <a:srgbClr val="CED7E6"/>
          </a:solidFill>
          <a:ln>
            <a:noFill/>
          </a:ln>
        </p:spPr>
      </p:sp>
      <p:sp>
        <p:nvSpPr>
          <p:cNvPr id="30" name="wm.library-whiteboard.001.010.002"/>
          <p:cNvSpPr/>
          <p:nvPr/>
        </p:nvSpPr>
        <p:spPr>
          <a:xfrm>
            <a:off x="9410700" y="1143000"/>
            <a:ext cx="38100" cy="38100"/>
          </a:xfrm>
          <a:prstGeom prst="rect">
            <a:avLst/>
          </a:prstGeom>
          <a:solidFill>
            <a:srgbClr val="CED7E6"/>
          </a:solidFill>
          <a:ln>
            <a:noFill/>
          </a:ln>
        </p:spPr>
      </p:sp>
      <p:sp>
        <p:nvSpPr>
          <p:cNvPr id="31" name="wm.library-whiteboard.001.010.003"/>
          <p:cNvSpPr/>
          <p:nvPr/>
        </p:nvSpPr>
        <p:spPr>
          <a:xfrm>
            <a:off x="9410700" y="1371600"/>
            <a:ext cx="38100" cy="38100"/>
          </a:xfrm>
          <a:prstGeom prst="rect">
            <a:avLst/>
          </a:prstGeom>
          <a:solidFill>
            <a:srgbClr val="CED7E6"/>
          </a:solidFill>
          <a:ln>
            <a:noFill/>
          </a:ln>
        </p:spPr>
      </p:sp>
      <p:sp>
        <p:nvSpPr>
          <p:cNvPr id="32" name="wm.library-whiteboard.001.011.001"/>
          <p:cNvSpPr/>
          <p:nvPr/>
        </p:nvSpPr>
        <p:spPr>
          <a:xfrm>
            <a:off x="9639300" y="914400"/>
            <a:ext cx="38100" cy="38100"/>
          </a:xfrm>
          <a:prstGeom prst="rect">
            <a:avLst/>
          </a:prstGeom>
          <a:solidFill>
            <a:srgbClr val="CED7E6"/>
          </a:solidFill>
          <a:ln>
            <a:noFill/>
          </a:ln>
        </p:spPr>
      </p:sp>
      <p:sp>
        <p:nvSpPr>
          <p:cNvPr id="33" name="wm.library-whiteboard.001.011.002"/>
          <p:cNvSpPr/>
          <p:nvPr/>
        </p:nvSpPr>
        <p:spPr>
          <a:xfrm>
            <a:off x="9639300" y="1143000"/>
            <a:ext cx="38100" cy="38100"/>
          </a:xfrm>
          <a:prstGeom prst="rect">
            <a:avLst/>
          </a:prstGeom>
          <a:solidFill>
            <a:srgbClr val="CED7E6"/>
          </a:solidFill>
          <a:ln>
            <a:noFill/>
          </a:ln>
        </p:spPr>
      </p:sp>
      <p:sp>
        <p:nvSpPr>
          <p:cNvPr id="34" name="wm.library-whiteboard.001.011.003"/>
          <p:cNvSpPr/>
          <p:nvPr/>
        </p:nvSpPr>
        <p:spPr>
          <a:xfrm>
            <a:off x="9639300" y="1371600"/>
            <a:ext cx="38100" cy="38100"/>
          </a:xfrm>
          <a:prstGeom prst="rect">
            <a:avLst/>
          </a:prstGeom>
          <a:solidFill>
            <a:srgbClr val="CED7E6"/>
          </a:solidFill>
          <a:ln>
            <a:noFill/>
          </a:ln>
        </p:spPr>
      </p:sp>
      <p:sp>
        <p:nvSpPr>
          <p:cNvPr id="35" name="wm.library-whiteboard.001.012.001"/>
          <p:cNvSpPr/>
          <p:nvPr/>
        </p:nvSpPr>
        <p:spPr>
          <a:xfrm>
            <a:off x="9867900" y="914400"/>
            <a:ext cx="38100" cy="38100"/>
          </a:xfrm>
          <a:prstGeom prst="rect">
            <a:avLst/>
          </a:prstGeom>
          <a:solidFill>
            <a:srgbClr val="CED7E6"/>
          </a:solidFill>
          <a:ln>
            <a:noFill/>
          </a:ln>
        </p:spPr>
      </p:sp>
      <p:sp>
        <p:nvSpPr>
          <p:cNvPr id="36" name="wm.library-whiteboard.001.012.002"/>
          <p:cNvSpPr/>
          <p:nvPr/>
        </p:nvSpPr>
        <p:spPr>
          <a:xfrm>
            <a:off x="9867900" y="1143000"/>
            <a:ext cx="38100" cy="38100"/>
          </a:xfrm>
          <a:prstGeom prst="rect">
            <a:avLst/>
          </a:prstGeom>
          <a:solidFill>
            <a:srgbClr val="CED7E6"/>
          </a:solidFill>
          <a:ln>
            <a:noFill/>
          </a:ln>
        </p:spPr>
      </p:sp>
      <p:sp>
        <p:nvSpPr>
          <p:cNvPr id="37" name="wm.library-whiteboard.001.012.003"/>
          <p:cNvSpPr/>
          <p:nvPr/>
        </p:nvSpPr>
        <p:spPr>
          <a:xfrm>
            <a:off x="9867900" y="1371600"/>
            <a:ext cx="38100" cy="38100"/>
          </a:xfrm>
          <a:prstGeom prst="rect">
            <a:avLst/>
          </a:prstGeom>
          <a:solidFill>
            <a:srgbClr val="CED7E6"/>
          </a:solidFill>
          <a:ln>
            <a:noFill/>
          </a:ln>
        </p:spPr>
      </p:sp>
      <p:sp>
        <p:nvSpPr>
          <p:cNvPr id="38" name="wm.library-whiteboard.001.013.001"/>
          <p:cNvSpPr/>
          <p:nvPr/>
        </p:nvSpPr>
        <p:spPr>
          <a:xfrm>
            <a:off x="10096500" y="914400"/>
            <a:ext cx="38100" cy="38100"/>
          </a:xfrm>
          <a:prstGeom prst="rect">
            <a:avLst/>
          </a:prstGeom>
          <a:solidFill>
            <a:srgbClr val="CED7E6"/>
          </a:solidFill>
          <a:ln>
            <a:noFill/>
          </a:ln>
        </p:spPr>
      </p:sp>
      <p:sp>
        <p:nvSpPr>
          <p:cNvPr id="39" name="wm.library-whiteboard.001.013.002"/>
          <p:cNvSpPr/>
          <p:nvPr/>
        </p:nvSpPr>
        <p:spPr>
          <a:xfrm>
            <a:off x="10096500" y="1143000"/>
            <a:ext cx="38100" cy="38100"/>
          </a:xfrm>
          <a:prstGeom prst="rect">
            <a:avLst/>
          </a:prstGeom>
          <a:solidFill>
            <a:srgbClr val="CED7E6"/>
          </a:solidFill>
          <a:ln>
            <a:noFill/>
          </a:ln>
        </p:spPr>
      </p:sp>
      <p:sp>
        <p:nvSpPr>
          <p:cNvPr id="40" name="wm.library-whiteboard.001.013.003"/>
          <p:cNvSpPr/>
          <p:nvPr/>
        </p:nvSpPr>
        <p:spPr>
          <a:xfrm>
            <a:off x="10096500" y="1371600"/>
            <a:ext cx="38100" cy="38100"/>
          </a:xfrm>
          <a:prstGeom prst="rect">
            <a:avLst/>
          </a:prstGeom>
          <a:solidFill>
            <a:srgbClr val="CED7E6"/>
          </a:solidFill>
          <a:ln>
            <a:noFill/>
          </a:ln>
        </p:spPr>
      </p:sp>
      <p:sp>
        <p:nvSpPr>
          <p:cNvPr id="41" name="wm.library-whiteboard.001.014.001"/>
          <p:cNvSpPr/>
          <p:nvPr/>
        </p:nvSpPr>
        <p:spPr>
          <a:xfrm>
            <a:off x="10325100" y="914400"/>
            <a:ext cx="38100" cy="38100"/>
          </a:xfrm>
          <a:prstGeom prst="rect">
            <a:avLst/>
          </a:prstGeom>
          <a:solidFill>
            <a:srgbClr val="CED7E6"/>
          </a:solidFill>
          <a:ln>
            <a:noFill/>
          </a:ln>
        </p:spPr>
      </p:sp>
      <p:sp>
        <p:nvSpPr>
          <p:cNvPr id="42" name="wm.library-whiteboard.001.014.002"/>
          <p:cNvSpPr/>
          <p:nvPr/>
        </p:nvSpPr>
        <p:spPr>
          <a:xfrm>
            <a:off x="10325100" y="1143000"/>
            <a:ext cx="38100" cy="38100"/>
          </a:xfrm>
          <a:prstGeom prst="rect">
            <a:avLst/>
          </a:prstGeom>
          <a:solidFill>
            <a:srgbClr val="CED7E6"/>
          </a:solidFill>
          <a:ln>
            <a:noFill/>
          </a:ln>
        </p:spPr>
      </p:sp>
      <p:sp>
        <p:nvSpPr>
          <p:cNvPr id="43" name="wm.library-whiteboard.001.014.003"/>
          <p:cNvSpPr/>
          <p:nvPr/>
        </p:nvSpPr>
        <p:spPr>
          <a:xfrm>
            <a:off x="10325100" y="1371600"/>
            <a:ext cx="38100" cy="38100"/>
          </a:xfrm>
          <a:prstGeom prst="rect">
            <a:avLst/>
          </a:prstGeom>
          <a:solidFill>
            <a:srgbClr val="CED7E6"/>
          </a:solidFill>
          <a:ln>
            <a:noFill/>
          </a:ln>
        </p:spPr>
      </p:sp>
      <p:sp>
        <p:nvSpPr>
          <p:cNvPr id="44" name="wm.library-whiteboard.001.015.001"/>
          <p:cNvSpPr/>
          <p:nvPr/>
        </p:nvSpPr>
        <p:spPr>
          <a:xfrm>
            <a:off x="10553700" y="914400"/>
            <a:ext cx="38100" cy="38100"/>
          </a:xfrm>
          <a:prstGeom prst="rect">
            <a:avLst/>
          </a:prstGeom>
          <a:solidFill>
            <a:srgbClr val="CED7E6"/>
          </a:solidFill>
          <a:ln>
            <a:noFill/>
          </a:ln>
        </p:spPr>
      </p:sp>
      <p:sp>
        <p:nvSpPr>
          <p:cNvPr id="45" name="wm.library-whiteboard.001.015.002"/>
          <p:cNvSpPr/>
          <p:nvPr/>
        </p:nvSpPr>
        <p:spPr>
          <a:xfrm>
            <a:off x="10553700" y="1143000"/>
            <a:ext cx="38100" cy="38100"/>
          </a:xfrm>
          <a:prstGeom prst="rect">
            <a:avLst/>
          </a:prstGeom>
          <a:solidFill>
            <a:srgbClr val="CED7E6"/>
          </a:solidFill>
          <a:ln>
            <a:noFill/>
          </a:ln>
        </p:spPr>
      </p:sp>
      <p:sp>
        <p:nvSpPr>
          <p:cNvPr id="46" name="wm.library-whiteboard.001.015.003"/>
          <p:cNvSpPr/>
          <p:nvPr/>
        </p:nvSpPr>
        <p:spPr>
          <a:xfrm>
            <a:off x="10553700" y="1371600"/>
            <a:ext cx="38100" cy="38100"/>
          </a:xfrm>
          <a:prstGeom prst="rect">
            <a:avLst/>
          </a:prstGeom>
          <a:solidFill>
            <a:srgbClr val="CED7E6"/>
          </a:solidFill>
          <a:ln>
            <a:noFill/>
          </a:ln>
        </p:spPr>
      </p:sp>
      <p:sp>
        <p:nvSpPr>
          <p:cNvPr id="47" name="wm.library-whiteboard.001.016.001"/>
          <p:cNvSpPr/>
          <p:nvPr/>
        </p:nvSpPr>
        <p:spPr>
          <a:xfrm>
            <a:off x="10782300" y="914400"/>
            <a:ext cx="38100" cy="38100"/>
          </a:xfrm>
          <a:prstGeom prst="rect">
            <a:avLst/>
          </a:prstGeom>
          <a:solidFill>
            <a:srgbClr val="CED7E6"/>
          </a:solidFill>
          <a:ln>
            <a:noFill/>
          </a:ln>
        </p:spPr>
      </p:sp>
      <p:sp>
        <p:nvSpPr>
          <p:cNvPr id="48" name="wm.library-whiteboard.001.016.002"/>
          <p:cNvSpPr/>
          <p:nvPr/>
        </p:nvSpPr>
        <p:spPr>
          <a:xfrm>
            <a:off x="10782300" y="1143000"/>
            <a:ext cx="38100" cy="38100"/>
          </a:xfrm>
          <a:prstGeom prst="rect">
            <a:avLst/>
          </a:prstGeom>
          <a:solidFill>
            <a:srgbClr val="CED7E6"/>
          </a:solidFill>
          <a:ln>
            <a:noFill/>
          </a:ln>
        </p:spPr>
      </p:sp>
      <p:sp>
        <p:nvSpPr>
          <p:cNvPr id="49" name="wm.library-whiteboard.001.016.003"/>
          <p:cNvSpPr/>
          <p:nvPr/>
        </p:nvSpPr>
        <p:spPr>
          <a:xfrm>
            <a:off x="10782300" y="1371600"/>
            <a:ext cx="38100" cy="38100"/>
          </a:xfrm>
          <a:prstGeom prst="rect">
            <a:avLst/>
          </a:prstGeom>
          <a:solidFill>
            <a:srgbClr val="CED7E6"/>
          </a:solidFill>
          <a:ln>
            <a:noFill/>
          </a:ln>
        </p:spPr>
      </p:sp>
      <p:sp>
        <p:nvSpPr>
          <p:cNvPr id="50" name="wm.library-whiteboard.001.017.001"/>
          <p:cNvSpPr/>
          <p:nvPr/>
        </p:nvSpPr>
        <p:spPr>
          <a:xfrm>
            <a:off x="11010900" y="914400"/>
            <a:ext cx="38100" cy="38100"/>
          </a:xfrm>
          <a:prstGeom prst="rect">
            <a:avLst/>
          </a:prstGeom>
          <a:solidFill>
            <a:srgbClr val="CED7E6"/>
          </a:solidFill>
          <a:ln>
            <a:noFill/>
          </a:ln>
        </p:spPr>
      </p:sp>
      <p:sp>
        <p:nvSpPr>
          <p:cNvPr id="51" name="wm.library-whiteboard.001.017.002"/>
          <p:cNvSpPr/>
          <p:nvPr/>
        </p:nvSpPr>
        <p:spPr>
          <a:xfrm>
            <a:off x="11010900" y="1143000"/>
            <a:ext cx="38100" cy="38100"/>
          </a:xfrm>
          <a:prstGeom prst="rect">
            <a:avLst/>
          </a:prstGeom>
          <a:solidFill>
            <a:srgbClr val="CED7E6"/>
          </a:solidFill>
          <a:ln>
            <a:noFill/>
          </a:ln>
        </p:spPr>
      </p:sp>
      <p:sp>
        <p:nvSpPr>
          <p:cNvPr id="52" name="wm.library-whiteboard.001.017.003"/>
          <p:cNvSpPr/>
          <p:nvPr/>
        </p:nvSpPr>
        <p:spPr>
          <a:xfrm>
            <a:off x="11010900" y="1371600"/>
            <a:ext cx="38100" cy="38100"/>
          </a:xfrm>
          <a:prstGeom prst="rect">
            <a:avLst/>
          </a:prstGeom>
          <a:solidFill>
            <a:srgbClr val="CED7E6"/>
          </a:solidFill>
          <a:ln>
            <a:noFill/>
          </a:ln>
        </p:spPr>
      </p:sp>
      <p:sp>
        <p:nvSpPr>
          <p:cNvPr id="53" name="wm.library-whiteboard.001.018.001"/>
          <p:cNvSpPr/>
          <p:nvPr/>
        </p:nvSpPr>
        <p:spPr>
          <a:xfrm>
            <a:off x="11239500" y="914400"/>
            <a:ext cx="38100" cy="38100"/>
          </a:xfrm>
          <a:prstGeom prst="rect">
            <a:avLst/>
          </a:prstGeom>
          <a:solidFill>
            <a:srgbClr val="CED7E6"/>
          </a:solidFill>
          <a:ln>
            <a:noFill/>
          </a:ln>
        </p:spPr>
      </p:sp>
      <p:sp>
        <p:nvSpPr>
          <p:cNvPr id="54" name="wm.library-whiteboard.001.018.002"/>
          <p:cNvSpPr/>
          <p:nvPr/>
        </p:nvSpPr>
        <p:spPr>
          <a:xfrm>
            <a:off x="11239500" y="1143000"/>
            <a:ext cx="38100" cy="38100"/>
          </a:xfrm>
          <a:prstGeom prst="rect">
            <a:avLst/>
          </a:prstGeom>
          <a:solidFill>
            <a:srgbClr val="CED7E6"/>
          </a:solidFill>
          <a:ln>
            <a:noFill/>
          </a:ln>
        </p:spPr>
      </p:sp>
      <p:sp>
        <p:nvSpPr>
          <p:cNvPr id="55" name="wm.library-whiteboard.001.018.003"/>
          <p:cNvSpPr/>
          <p:nvPr/>
        </p:nvSpPr>
        <p:spPr>
          <a:xfrm>
            <a:off x="11239500" y="1371600"/>
            <a:ext cx="38100" cy="38100"/>
          </a:xfrm>
          <a:prstGeom prst="rect">
            <a:avLst/>
          </a:prstGeom>
          <a:solidFill>
            <a:srgbClr val="CED7E6"/>
          </a:solidFill>
          <a:ln>
            <a:noFill/>
          </a:ln>
        </p:spPr>
      </p:sp>
      <p:sp>
        <p:nvSpPr>
          <p:cNvPr id="56" name="wm.library-whiteboard.001.019.001"/>
          <p:cNvSpPr/>
          <p:nvPr/>
        </p:nvSpPr>
        <p:spPr>
          <a:xfrm>
            <a:off x="11468100" y="914400"/>
            <a:ext cx="38100" cy="38100"/>
          </a:xfrm>
          <a:prstGeom prst="rect">
            <a:avLst/>
          </a:prstGeom>
          <a:solidFill>
            <a:srgbClr val="CED7E6"/>
          </a:solidFill>
          <a:ln>
            <a:noFill/>
          </a:ln>
        </p:spPr>
      </p:sp>
      <p:sp>
        <p:nvSpPr>
          <p:cNvPr id="57" name="wm.library-whiteboard.001.019.002"/>
          <p:cNvSpPr/>
          <p:nvPr/>
        </p:nvSpPr>
        <p:spPr>
          <a:xfrm>
            <a:off x="11468100" y="1143000"/>
            <a:ext cx="38100" cy="38100"/>
          </a:xfrm>
          <a:prstGeom prst="rect">
            <a:avLst/>
          </a:prstGeom>
          <a:solidFill>
            <a:srgbClr val="CED7E6"/>
          </a:solidFill>
          <a:ln>
            <a:noFill/>
          </a:ln>
        </p:spPr>
      </p:sp>
      <p:sp>
        <p:nvSpPr>
          <p:cNvPr id="58" name="wm.library-whiteboard.001.019.003"/>
          <p:cNvSpPr/>
          <p:nvPr/>
        </p:nvSpPr>
        <p:spPr>
          <a:xfrm>
            <a:off x="11468100" y="1371600"/>
            <a:ext cx="38100" cy="38100"/>
          </a:xfrm>
          <a:prstGeom prst="rect">
            <a:avLst/>
          </a:prstGeom>
          <a:solidFill>
            <a:srgbClr val="CED7E6"/>
          </a:solidFill>
          <a:ln>
            <a:noFill/>
          </a:ln>
        </p:spPr>
      </p:sp>
      <p:sp>
        <p:nvSpPr>
          <p:cNvPr id="59" name="wm.library-whiteboard.002.001.001"/>
          <p:cNvSpPr/>
          <p:nvPr/>
        </p:nvSpPr>
        <p:spPr>
          <a:xfrm>
            <a:off x="7353300" y="5486400"/>
            <a:ext cx="38100" cy="38100"/>
          </a:xfrm>
          <a:prstGeom prst="rect">
            <a:avLst/>
          </a:prstGeom>
          <a:solidFill>
            <a:srgbClr val="CED7E6"/>
          </a:solidFill>
          <a:ln>
            <a:noFill/>
          </a:ln>
        </p:spPr>
      </p:sp>
      <p:sp>
        <p:nvSpPr>
          <p:cNvPr id="60" name="wm.library-whiteboard.002.001.002"/>
          <p:cNvSpPr/>
          <p:nvPr/>
        </p:nvSpPr>
        <p:spPr>
          <a:xfrm>
            <a:off x="7353300" y="5715000"/>
            <a:ext cx="38100" cy="38100"/>
          </a:xfrm>
          <a:prstGeom prst="rect">
            <a:avLst/>
          </a:prstGeom>
          <a:solidFill>
            <a:srgbClr val="CED7E6"/>
          </a:solidFill>
          <a:ln>
            <a:noFill/>
          </a:ln>
        </p:spPr>
      </p:sp>
      <p:sp>
        <p:nvSpPr>
          <p:cNvPr id="61" name="wm.library-whiteboard.002.001.003"/>
          <p:cNvSpPr/>
          <p:nvPr/>
        </p:nvSpPr>
        <p:spPr>
          <a:xfrm>
            <a:off x="7353300" y="5943600"/>
            <a:ext cx="38100" cy="38100"/>
          </a:xfrm>
          <a:prstGeom prst="rect">
            <a:avLst/>
          </a:prstGeom>
          <a:solidFill>
            <a:srgbClr val="CED7E6"/>
          </a:solidFill>
          <a:ln>
            <a:noFill/>
          </a:ln>
        </p:spPr>
      </p:sp>
      <p:sp>
        <p:nvSpPr>
          <p:cNvPr id="62" name="wm.library-whiteboard.002.002.001"/>
          <p:cNvSpPr/>
          <p:nvPr/>
        </p:nvSpPr>
        <p:spPr>
          <a:xfrm>
            <a:off x="7581900" y="5486400"/>
            <a:ext cx="38100" cy="38100"/>
          </a:xfrm>
          <a:prstGeom prst="rect">
            <a:avLst/>
          </a:prstGeom>
          <a:solidFill>
            <a:srgbClr val="CED7E6"/>
          </a:solidFill>
          <a:ln>
            <a:noFill/>
          </a:ln>
        </p:spPr>
      </p:sp>
      <p:sp>
        <p:nvSpPr>
          <p:cNvPr id="63" name="wm.library-whiteboard.002.002.002"/>
          <p:cNvSpPr/>
          <p:nvPr/>
        </p:nvSpPr>
        <p:spPr>
          <a:xfrm>
            <a:off x="7581900" y="5715000"/>
            <a:ext cx="38100" cy="38100"/>
          </a:xfrm>
          <a:prstGeom prst="rect">
            <a:avLst/>
          </a:prstGeom>
          <a:solidFill>
            <a:srgbClr val="CED7E6"/>
          </a:solidFill>
          <a:ln>
            <a:noFill/>
          </a:ln>
        </p:spPr>
      </p:sp>
      <p:sp>
        <p:nvSpPr>
          <p:cNvPr id="64" name="wm.library-whiteboard.002.002.003"/>
          <p:cNvSpPr/>
          <p:nvPr/>
        </p:nvSpPr>
        <p:spPr>
          <a:xfrm>
            <a:off x="7581900" y="5943600"/>
            <a:ext cx="38100" cy="38100"/>
          </a:xfrm>
          <a:prstGeom prst="rect">
            <a:avLst/>
          </a:prstGeom>
          <a:solidFill>
            <a:srgbClr val="CED7E6"/>
          </a:solidFill>
          <a:ln>
            <a:noFill/>
          </a:ln>
        </p:spPr>
      </p:sp>
      <p:sp>
        <p:nvSpPr>
          <p:cNvPr id="65" name="wm.library-whiteboard.002.003.001"/>
          <p:cNvSpPr/>
          <p:nvPr/>
        </p:nvSpPr>
        <p:spPr>
          <a:xfrm>
            <a:off x="7810500" y="5486400"/>
            <a:ext cx="38100" cy="38100"/>
          </a:xfrm>
          <a:prstGeom prst="rect">
            <a:avLst/>
          </a:prstGeom>
          <a:solidFill>
            <a:srgbClr val="CED7E6"/>
          </a:solidFill>
          <a:ln>
            <a:noFill/>
          </a:ln>
        </p:spPr>
      </p:sp>
      <p:sp>
        <p:nvSpPr>
          <p:cNvPr id="66" name="wm.library-whiteboard.002.003.002"/>
          <p:cNvSpPr/>
          <p:nvPr/>
        </p:nvSpPr>
        <p:spPr>
          <a:xfrm>
            <a:off x="7810500" y="5715000"/>
            <a:ext cx="38100" cy="38100"/>
          </a:xfrm>
          <a:prstGeom prst="rect">
            <a:avLst/>
          </a:prstGeom>
          <a:solidFill>
            <a:srgbClr val="CED7E6"/>
          </a:solidFill>
          <a:ln>
            <a:noFill/>
          </a:ln>
        </p:spPr>
      </p:sp>
      <p:sp>
        <p:nvSpPr>
          <p:cNvPr id="67" name="wm.library-whiteboard.002.003.003"/>
          <p:cNvSpPr/>
          <p:nvPr/>
        </p:nvSpPr>
        <p:spPr>
          <a:xfrm>
            <a:off x="7810500" y="5943600"/>
            <a:ext cx="38100" cy="38100"/>
          </a:xfrm>
          <a:prstGeom prst="rect">
            <a:avLst/>
          </a:prstGeom>
          <a:solidFill>
            <a:srgbClr val="CED7E6"/>
          </a:solidFill>
          <a:ln>
            <a:noFill/>
          </a:ln>
        </p:spPr>
      </p:sp>
      <p:sp>
        <p:nvSpPr>
          <p:cNvPr id="68" name="wm.library-whiteboard.002.004.001"/>
          <p:cNvSpPr/>
          <p:nvPr/>
        </p:nvSpPr>
        <p:spPr>
          <a:xfrm>
            <a:off x="8039100" y="5486400"/>
            <a:ext cx="38100" cy="38100"/>
          </a:xfrm>
          <a:prstGeom prst="rect">
            <a:avLst/>
          </a:prstGeom>
          <a:solidFill>
            <a:srgbClr val="CED7E6"/>
          </a:solidFill>
          <a:ln>
            <a:noFill/>
          </a:ln>
        </p:spPr>
      </p:sp>
      <p:sp>
        <p:nvSpPr>
          <p:cNvPr id="69" name="wm.library-whiteboard.002.004.002"/>
          <p:cNvSpPr/>
          <p:nvPr/>
        </p:nvSpPr>
        <p:spPr>
          <a:xfrm>
            <a:off x="8039100" y="5715000"/>
            <a:ext cx="38100" cy="38100"/>
          </a:xfrm>
          <a:prstGeom prst="rect">
            <a:avLst/>
          </a:prstGeom>
          <a:solidFill>
            <a:srgbClr val="CED7E6"/>
          </a:solidFill>
          <a:ln>
            <a:noFill/>
          </a:ln>
        </p:spPr>
      </p:sp>
      <p:sp>
        <p:nvSpPr>
          <p:cNvPr id="70" name="wm.library-whiteboard.002.004.003"/>
          <p:cNvSpPr/>
          <p:nvPr/>
        </p:nvSpPr>
        <p:spPr>
          <a:xfrm>
            <a:off x="8039100" y="5943600"/>
            <a:ext cx="38100" cy="38100"/>
          </a:xfrm>
          <a:prstGeom prst="rect">
            <a:avLst/>
          </a:prstGeom>
          <a:solidFill>
            <a:srgbClr val="CED7E6"/>
          </a:solidFill>
          <a:ln>
            <a:noFill/>
          </a:ln>
        </p:spPr>
      </p:sp>
      <p:sp>
        <p:nvSpPr>
          <p:cNvPr id="71" name="wm.library-whiteboard.002.005.001"/>
          <p:cNvSpPr/>
          <p:nvPr/>
        </p:nvSpPr>
        <p:spPr>
          <a:xfrm>
            <a:off x="8267700" y="5486400"/>
            <a:ext cx="38100" cy="38100"/>
          </a:xfrm>
          <a:prstGeom prst="rect">
            <a:avLst/>
          </a:prstGeom>
          <a:solidFill>
            <a:srgbClr val="CED7E6"/>
          </a:solidFill>
          <a:ln>
            <a:noFill/>
          </a:ln>
        </p:spPr>
      </p:sp>
      <p:sp>
        <p:nvSpPr>
          <p:cNvPr id="72" name="wm.library-whiteboard.002.005.002"/>
          <p:cNvSpPr/>
          <p:nvPr/>
        </p:nvSpPr>
        <p:spPr>
          <a:xfrm>
            <a:off x="8267700" y="5715000"/>
            <a:ext cx="38100" cy="38100"/>
          </a:xfrm>
          <a:prstGeom prst="rect">
            <a:avLst/>
          </a:prstGeom>
          <a:solidFill>
            <a:srgbClr val="CED7E6"/>
          </a:solidFill>
          <a:ln>
            <a:noFill/>
          </a:ln>
        </p:spPr>
      </p:sp>
      <p:sp>
        <p:nvSpPr>
          <p:cNvPr id="73" name="wm.library-whiteboard.002.005.003"/>
          <p:cNvSpPr/>
          <p:nvPr/>
        </p:nvSpPr>
        <p:spPr>
          <a:xfrm>
            <a:off x="8267700" y="5943600"/>
            <a:ext cx="38100" cy="38100"/>
          </a:xfrm>
          <a:prstGeom prst="rect">
            <a:avLst/>
          </a:prstGeom>
          <a:solidFill>
            <a:srgbClr val="CED7E6"/>
          </a:solidFill>
          <a:ln>
            <a:noFill/>
          </a:ln>
        </p:spPr>
      </p:sp>
      <p:sp>
        <p:nvSpPr>
          <p:cNvPr id="74" name="wm.library-whiteboard.002.006.001"/>
          <p:cNvSpPr/>
          <p:nvPr/>
        </p:nvSpPr>
        <p:spPr>
          <a:xfrm>
            <a:off x="8496300" y="5486400"/>
            <a:ext cx="38100" cy="38100"/>
          </a:xfrm>
          <a:prstGeom prst="rect">
            <a:avLst/>
          </a:prstGeom>
          <a:solidFill>
            <a:srgbClr val="CED7E6"/>
          </a:solidFill>
          <a:ln>
            <a:noFill/>
          </a:ln>
        </p:spPr>
      </p:sp>
      <p:sp>
        <p:nvSpPr>
          <p:cNvPr id="75" name="wm.library-whiteboard.002.006.002"/>
          <p:cNvSpPr/>
          <p:nvPr/>
        </p:nvSpPr>
        <p:spPr>
          <a:xfrm>
            <a:off x="8496300" y="5715000"/>
            <a:ext cx="38100" cy="38100"/>
          </a:xfrm>
          <a:prstGeom prst="rect">
            <a:avLst/>
          </a:prstGeom>
          <a:solidFill>
            <a:srgbClr val="CED7E6"/>
          </a:solidFill>
          <a:ln>
            <a:noFill/>
          </a:ln>
        </p:spPr>
      </p:sp>
      <p:sp>
        <p:nvSpPr>
          <p:cNvPr id="76" name="wm.library-whiteboard.002.006.003"/>
          <p:cNvSpPr/>
          <p:nvPr/>
        </p:nvSpPr>
        <p:spPr>
          <a:xfrm>
            <a:off x="8496300" y="5943600"/>
            <a:ext cx="38100" cy="38100"/>
          </a:xfrm>
          <a:prstGeom prst="rect">
            <a:avLst/>
          </a:prstGeom>
          <a:solidFill>
            <a:srgbClr val="CED7E6"/>
          </a:solidFill>
          <a:ln>
            <a:noFill/>
          </a:ln>
        </p:spPr>
      </p:sp>
      <p:sp>
        <p:nvSpPr>
          <p:cNvPr id="77" name="wm.library-whiteboard.002.007.001"/>
          <p:cNvSpPr/>
          <p:nvPr/>
        </p:nvSpPr>
        <p:spPr>
          <a:xfrm>
            <a:off x="8724900" y="5486400"/>
            <a:ext cx="38100" cy="38100"/>
          </a:xfrm>
          <a:prstGeom prst="rect">
            <a:avLst/>
          </a:prstGeom>
          <a:solidFill>
            <a:srgbClr val="CED7E6"/>
          </a:solidFill>
          <a:ln>
            <a:noFill/>
          </a:ln>
        </p:spPr>
      </p:sp>
      <p:sp>
        <p:nvSpPr>
          <p:cNvPr id="78" name="wm.library-whiteboard.002.007.002"/>
          <p:cNvSpPr/>
          <p:nvPr/>
        </p:nvSpPr>
        <p:spPr>
          <a:xfrm>
            <a:off x="8724900" y="5715000"/>
            <a:ext cx="38100" cy="38100"/>
          </a:xfrm>
          <a:prstGeom prst="rect">
            <a:avLst/>
          </a:prstGeom>
          <a:solidFill>
            <a:srgbClr val="CED7E6"/>
          </a:solidFill>
          <a:ln>
            <a:noFill/>
          </a:ln>
        </p:spPr>
      </p:sp>
      <p:sp>
        <p:nvSpPr>
          <p:cNvPr id="79" name="wm.library-whiteboard.002.007.003"/>
          <p:cNvSpPr/>
          <p:nvPr/>
        </p:nvSpPr>
        <p:spPr>
          <a:xfrm>
            <a:off x="8724900" y="5943600"/>
            <a:ext cx="38100" cy="38100"/>
          </a:xfrm>
          <a:prstGeom prst="rect">
            <a:avLst/>
          </a:prstGeom>
          <a:solidFill>
            <a:srgbClr val="CED7E6"/>
          </a:solidFill>
          <a:ln>
            <a:noFill/>
          </a:ln>
        </p:spPr>
      </p:sp>
      <p:sp>
        <p:nvSpPr>
          <p:cNvPr id="80" name="wm.library-whiteboard.002.008.001"/>
          <p:cNvSpPr/>
          <p:nvPr/>
        </p:nvSpPr>
        <p:spPr>
          <a:xfrm>
            <a:off x="8953500" y="5486400"/>
            <a:ext cx="38100" cy="38100"/>
          </a:xfrm>
          <a:prstGeom prst="rect">
            <a:avLst/>
          </a:prstGeom>
          <a:solidFill>
            <a:srgbClr val="CED7E6"/>
          </a:solidFill>
          <a:ln>
            <a:noFill/>
          </a:ln>
        </p:spPr>
      </p:sp>
      <p:sp>
        <p:nvSpPr>
          <p:cNvPr id="81" name="wm.library-whiteboard.002.008.002"/>
          <p:cNvSpPr/>
          <p:nvPr/>
        </p:nvSpPr>
        <p:spPr>
          <a:xfrm>
            <a:off x="8953500" y="5715000"/>
            <a:ext cx="38100" cy="38100"/>
          </a:xfrm>
          <a:prstGeom prst="rect">
            <a:avLst/>
          </a:prstGeom>
          <a:solidFill>
            <a:srgbClr val="CED7E6"/>
          </a:solidFill>
          <a:ln>
            <a:noFill/>
          </a:ln>
        </p:spPr>
      </p:sp>
      <p:sp>
        <p:nvSpPr>
          <p:cNvPr id="82" name="wm.library-whiteboard.002.008.003"/>
          <p:cNvSpPr/>
          <p:nvPr/>
        </p:nvSpPr>
        <p:spPr>
          <a:xfrm>
            <a:off x="8953500" y="5943600"/>
            <a:ext cx="38100" cy="38100"/>
          </a:xfrm>
          <a:prstGeom prst="rect">
            <a:avLst/>
          </a:prstGeom>
          <a:solidFill>
            <a:srgbClr val="CED7E6"/>
          </a:solidFill>
          <a:ln>
            <a:noFill/>
          </a:ln>
        </p:spPr>
      </p:sp>
      <p:sp>
        <p:nvSpPr>
          <p:cNvPr id="83" name="wm.library-whiteboard.002.009.001"/>
          <p:cNvSpPr/>
          <p:nvPr/>
        </p:nvSpPr>
        <p:spPr>
          <a:xfrm>
            <a:off x="9182100" y="5486400"/>
            <a:ext cx="38100" cy="38100"/>
          </a:xfrm>
          <a:prstGeom prst="rect">
            <a:avLst/>
          </a:prstGeom>
          <a:solidFill>
            <a:srgbClr val="CED7E6"/>
          </a:solidFill>
          <a:ln>
            <a:noFill/>
          </a:ln>
        </p:spPr>
      </p:sp>
      <p:sp>
        <p:nvSpPr>
          <p:cNvPr id="84" name="wm.library-whiteboard.002.009.002"/>
          <p:cNvSpPr/>
          <p:nvPr/>
        </p:nvSpPr>
        <p:spPr>
          <a:xfrm>
            <a:off x="9182100" y="5715000"/>
            <a:ext cx="38100" cy="38100"/>
          </a:xfrm>
          <a:prstGeom prst="rect">
            <a:avLst/>
          </a:prstGeom>
          <a:solidFill>
            <a:srgbClr val="CED7E6"/>
          </a:solidFill>
          <a:ln>
            <a:noFill/>
          </a:ln>
        </p:spPr>
      </p:sp>
      <p:sp>
        <p:nvSpPr>
          <p:cNvPr id="85" name="wm.library-whiteboard.002.009.003"/>
          <p:cNvSpPr/>
          <p:nvPr/>
        </p:nvSpPr>
        <p:spPr>
          <a:xfrm>
            <a:off x="9182100" y="5943600"/>
            <a:ext cx="38100" cy="38100"/>
          </a:xfrm>
          <a:prstGeom prst="rect">
            <a:avLst/>
          </a:prstGeom>
          <a:solidFill>
            <a:srgbClr val="CED7E6"/>
          </a:solidFill>
          <a:ln>
            <a:noFill/>
          </a:ln>
        </p:spPr>
      </p:sp>
      <p:sp>
        <p:nvSpPr>
          <p:cNvPr id="86" name="wm.library-whiteboard.002.010.001"/>
          <p:cNvSpPr/>
          <p:nvPr/>
        </p:nvSpPr>
        <p:spPr>
          <a:xfrm>
            <a:off x="9410700" y="5486400"/>
            <a:ext cx="38100" cy="38100"/>
          </a:xfrm>
          <a:prstGeom prst="rect">
            <a:avLst/>
          </a:prstGeom>
          <a:solidFill>
            <a:srgbClr val="CED7E6"/>
          </a:solidFill>
          <a:ln>
            <a:noFill/>
          </a:ln>
        </p:spPr>
      </p:sp>
      <p:sp>
        <p:nvSpPr>
          <p:cNvPr id="87" name="wm.library-whiteboard.002.010.002"/>
          <p:cNvSpPr/>
          <p:nvPr/>
        </p:nvSpPr>
        <p:spPr>
          <a:xfrm>
            <a:off x="9410700" y="5715000"/>
            <a:ext cx="38100" cy="38100"/>
          </a:xfrm>
          <a:prstGeom prst="rect">
            <a:avLst/>
          </a:prstGeom>
          <a:solidFill>
            <a:srgbClr val="CED7E6"/>
          </a:solidFill>
          <a:ln>
            <a:noFill/>
          </a:ln>
        </p:spPr>
      </p:sp>
      <p:sp>
        <p:nvSpPr>
          <p:cNvPr id="88" name="wm.library-whiteboard.002.010.003"/>
          <p:cNvSpPr/>
          <p:nvPr/>
        </p:nvSpPr>
        <p:spPr>
          <a:xfrm>
            <a:off x="9410700" y="5943600"/>
            <a:ext cx="38100" cy="38100"/>
          </a:xfrm>
          <a:prstGeom prst="rect">
            <a:avLst/>
          </a:prstGeom>
          <a:solidFill>
            <a:srgbClr val="CED7E6"/>
          </a:solidFill>
          <a:ln>
            <a:noFill/>
          </a:ln>
        </p:spPr>
      </p:sp>
      <p:sp>
        <p:nvSpPr>
          <p:cNvPr id="89" name="wm.library-whiteboard.002.011.001"/>
          <p:cNvSpPr/>
          <p:nvPr/>
        </p:nvSpPr>
        <p:spPr>
          <a:xfrm>
            <a:off x="9639300" y="5486400"/>
            <a:ext cx="38100" cy="38100"/>
          </a:xfrm>
          <a:prstGeom prst="rect">
            <a:avLst/>
          </a:prstGeom>
          <a:solidFill>
            <a:srgbClr val="CED7E6"/>
          </a:solidFill>
          <a:ln>
            <a:noFill/>
          </a:ln>
        </p:spPr>
      </p:sp>
      <p:sp>
        <p:nvSpPr>
          <p:cNvPr id="90" name="wm.library-whiteboard.002.011.002"/>
          <p:cNvSpPr/>
          <p:nvPr/>
        </p:nvSpPr>
        <p:spPr>
          <a:xfrm>
            <a:off x="9639300" y="5715000"/>
            <a:ext cx="38100" cy="38100"/>
          </a:xfrm>
          <a:prstGeom prst="rect">
            <a:avLst/>
          </a:prstGeom>
          <a:solidFill>
            <a:srgbClr val="CED7E6"/>
          </a:solidFill>
          <a:ln>
            <a:noFill/>
          </a:ln>
        </p:spPr>
      </p:sp>
      <p:sp>
        <p:nvSpPr>
          <p:cNvPr id="91" name="wm.library-whiteboard.002.011.003"/>
          <p:cNvSpPr/>
          <p:nvPr/>
        </p:nvSpPr>
        <p:spPr>
          <a:xfrm>
            <a:off x="9639300" y="5943600"/>
            <a:ext cx="38100" cy="38100"/>
          </a:xfrm>
          <a:prstGeom prst="rect">
            <a:avLst/>
          </a:prstGeom>
          <a:solidFill>
            <a:srgbClr val="CED7E6"/>
          </a:solidFill>
          <a:ln>
            <a:noFill/>
          </a:ln>
        </p:spPr>
      </p:sp>
      <p:sp>
        <p:nvSpPr>
          <p:cNvPr id="92" name="wm.library-whiteboard.002.012.001"/>
          <p:cNvSpPr/>
          <p:nvPr/>
        </p:nvSpPr>
        <p:spPr>
          <a:xfrm>
            <a:off x="9867900" y="5486400"/>
            <a:ext cx="38100" cy="38100"/>
          </a:xfrm>
          <a:prstGeom prst="rect">
            <a:avLst/>
          </a:prstGeom>
          <a:solidFill>
            <a:srgbClr val="CED7E6"/>
          </a:solidFill>
          <a:ln>
            <a:noFill/>
          </a:ln>
        </p:spPr>
      </p:sp>
      <p:sp>
        <p:nvSpPr>
          <p:cNvPr id="93" name="wm.library-whiteboard.002.012.002"/>
          <p:cNvSpPr/>
          <p:nvPr/>
        </p:nvSpPr>
        <p:spPr>
          <a:xfrm>
            <a:off x="9867900" y="5715000"/>
            <a:ext cx="38100" cy="38100"/>
          </a:xfrm>
          <a:prstGeom prst="rect">
            <a:avLst/>
          </a:prstGeom>
          <a:solidFill>
            <a:srgbClr val="CED7E6"/>
          </a:solidFill>
          <a:ln>
            <a:noFill/>
          </a:ln>
        </p:spPr>
      </p:sp>
      <p:sp>
        <p:nvSpPr>
          <p:cNvPr id="94" name="wm.library-whiteboard.002.012.003"/>
          <p:cNvSpPr/>
          <p:nvPr/>
        </p:nvSpPr>
        <p:spPr>
          <a:xfrm>
            <a:off x="9867900" y="5943600"/>
            <a:ext cx="38100" cy="38100"/>
          </a:xfrm>
          <a:prstGeom prst="rect">
            <a:avLst/>
          </a:prstGeom>
          <a:solidFill>
            <a:srgbClr val="CED7E6"/>
          </a:solidFill>
          <a:ln>
            <a:noFill/>
          </a:ln>
        </p:spPr>
      </p:sp>
      <p:sp>
        <p:nvSpPr>
          <p:cNvPr id="95" name="wm.library-whiteboard.002.013.001"/>
          <p:cNvSpPr/>
          <p:nvPr/>
        </p:nvSpPr>
        <p:spPr>
          <a:xfrm>
            <a:off x="10096500" y="5486400"/>
            <a:ext cx="38100" cy="38100"/>
          </a:xfrm>
          <a:prstGeom prst="rect">
            <a:avLst/>
          </a:prstGeom>
          <a:solidFill>
            <a:srgbClr val="CED7E6"/>
          </a:solidFill>
          <a:ln>
            <a:noFill/>
          </a:ln>
        </p:spPr>
      </p:sp>
      <p:sp>
        <p:nvSpPr>
          <p:cNvPr id="96" name="wm.library-whiteboard.002.013.002"/>
          <p:cNvSpPr/>
          <p:nvPr/>
        </p:nvSpPr>
        <p:spPr>
          <a:xfrm>
            <a:off x="10096500" y="5715000"/>
            <a:ext cx="38100" cy="38100"/>
          </a:xfrm>
          <a:prstGeom prst="rect">
            <a:avLst/>
          </a:prstGeom>
          <a:solidFill>
            <a:srgbClr val="CED7E6"/>
          </a:solidFill>
          <a:ln>
            <a:noFill/>
          </a:ln>
        </p:spPr>
      </p:sp>
      <p:sp>
        <p:nvSpPr>
          <p:cNvPr id="97" name="wm.library-whiteboard.002.013.003"/>
          <p:cNvSpPr/>
          <p:nvPr/>
        </p:nvSpPr>
        <p:spPr>
          <a:xfrm>
            <a:off x="10096500" y="5943600"/>
            <a:ext cx="38100" cy="38100"/>
          </a:xfrm>
          <a:prstGeom prst="rect">
            <a:avLst/>
          </a:prstGeom>
          <a:solidFill>
            <a:srgbClr val="CED7E6"/>
          </a:solidFill>
          <a:ln>
            <a:noFill/>
          </a:ln>
        </p:spPr>
      </p:sp>
      <p:sp>
        <p:nvSpPr>
          <p:cNvPr id="98" name="wm.library-whiteboard.002.014.001"/>
          <p:cNvSpPr/>
          <p:nvPr/>
        </p:nvSpPr>
        <p:spPr>
          <a:xfrm>
            <a:off x="10325100" y="5486400"/>
            <a:ext cx="38100" cy="38100"/>
          </a:xfrm>
          <a:prstGeom prst="rect">
            <a:avLst/>
          </a:prstGeom>
          <a:solidFill>
            <a:srgbClr val="CED7E6"/>
          </a:solidFill>
          <a:ln>
            <a:noFill/>
          </a:ln>
        </p:spPr>
      </p:sp>
      <p:sp>
        <p:nvSpPr>
          <p:cNvPr id="99" name="wm.library-whiteboard.002.014.002"/>
          <p:cNvSpPr/>
          <p:nvPr/>
        </p:nvSpPr>
        <p:spPr>
          <a:xfrm>
            <a:off x="10325100" y="5715000"/>
            <a:ext cx="38100" cy="38100"/>
          </a:xfrm>
          <a:prstGeom prst="rect">
            <a:avLst/>
          </a:prstGeom>
          <a:solidFill>
            <a:srgbClr val="CED7E6"/>
          </a:solidFill>
          <a:ln>
            <a:noFill/>
          </a:ln>
        </p:spPr>
      </p:sp>
      <p:sp>
        <p:nvSpPr>
          <p:cNvPr id="100" name="wm.library-whiteboard.002.014.003"/>
          <p:cNvSpPr/>
          <p:nvPr/>
        </p:nvSpPr>
        <p:spPr>
          <a:xfrm>
            <a:off x="10325100" y="5943600"/>
            <a:ext cx="38100" cy="38100"/>
          </a:xfrm>
          <a:prstGeom prst="rect">
            <a:avLst/>
          </a:prstGeom>
          <a:solidFill>
            <a:srgbClr val="CED7E6"/>
          </a:solidFill>
          <a:ln>
            <a:noFill/>
          </a:ln>
        </p:spPr>
      </p:sp>
      <p:sp>
        <p:nvSpPr>
          <p:cNvPr id="101" name="wm.library-whiteboard.002.015.001"/>
          <p:cNvSpPr/>
          <p:nvPr/>
        </p:nvSpPr>
        <p:spPr>
          <a:xfrm>
            <a:off x="10553700" y="5486400"/>
            <a:ext cx="38100" cy="38100"/>
          </a:xfrm>
          <a:prstGeom prst="rect">
            <a:avLst/>
          </a:prstGeom>
          <a:solidFill>
            <a:srgbClr val="CED7E6"/>
          </a:solidFill>
          <a:ln>
            <a:noFill/>
          </a:ln>
        </p:spPr>
      </p:sp>
      <p:sp>
        <p:nvSpPr>
          <p:cNvPr id="102" name="wm.library-whiteboard.002.015.002"/>
          <p:cNvSpPr/>
          <p:nvPr/>
        </p:nvSpPr>
        <p:spPr>
          <a:xfrm>
            <a:off x="10553700" y="5715000"/>
            <a:ext cx="38100" cy="38100"/>
          </a:xfrm>
          <a:prstGeom prst="rect">
            <a:avLst/>
          </a:prstGeom>
          <a:solidFill>
            <a:srgbClr val="CED7E6"/>
          </a:solidFill>
          <a:ln>
            <a:noFill/>
          </a:ln>
        </p:spPr>
      </p:sp>
      <p:sp>
        <p:nvSpPr>
          <p:cNvPr id="103" name="wm.library-whiteboard.002.015.003"/>
          <p:cNvSpPr/>
          <p:nvPr/>
        </p:nvSpPr>
        <p:spPr>
          <a:xfrm>
            <a:off x="10553700" y="5943600"/>
            <a:ext cx="38100" cy="38100"/>
          </a:xfrm>
          <a:prstGeom prst="rect">
            <a:avLst/>
          </a:prstGeom>
          <a:solidFill>
            <a:srgbClr val="CED7E6"/>
          </a:solidFill>
          <a:ln>
            <a:noFill/>
          </a:ln>
        </p:spPr>
      </p:sp>
      <p:sp>
        <p:nvSpPr>
          <p:cNvPr id="104" name="wm.library-whiteboard.002.016.001"/>
          <p:cNvSpPr/>
          <p:nvPr/>
        </p:nvSpPr>
        <p:spPr>
          <a:xfrm>
            <a:off x="10782300" y="5486400"/>
            <a:ext cx="38100" cy="38100"/>
          </a:xfrm>
          <a:prstGeom prst="rect">
            <a:avLst/>
          </a:prstGeom>
          <a:solidFill>
            <a:srgbClr val="CED7E6"/>
          </a:solidFill>
          <a:ln>
            <a:noFill/>
          </a:ln>
        </p:spPr>
      </p:sp>
      <p:sp>
        <p:nvSpPr>
          <p:cNvPr id="105" name="wm.library-whiteboard.002.016.002"/>
          <p:cNvSpPr/>
          <p:nvPr/>
        </p:nvSpPr>
        <p:spPr>
          <a:xfrm>
            <a:off x="10782300" y="5715000"/>
            <a:ext cx="38100" cy="38100"/>
          </a:xfrm>
          <a:prstGeom prst="rect">
            <a:avLst/>
          </a:prstGeom>
          <a:solidFill>
            <a:srgbClr val="CED7E6"/>
          </a:solidFill>
          <a:ln>
            <a:noFill/>
          </a:ln>
        </p:spPr>
      </p:sp>
      <p:sp>
        <p:nvSpPr>
          <p:cNvPr id="106" name="wm.library-whiteboard.002.016.003"/>
          <p:cNvSpPr/>
          <p:nvPr/>
        </p:nvSpPr>
        <p:spPr>
          <a:xfrm>
            <a:off x="10782300" y="5943600"/>
            <a:ext cx="38100" cy="38100"/>
          </a:xfrm>
          <a:prstGeom prst="rect">
            <a:avLst/>
          </a:prstGeom>
          <a:solidFill>
            <a:srgbClr val="CED7E6"/>
          </a:solidFill>
          <a:ln>
            <a:noFill/>
          </a:ln>
        </p:spPr>
      </p:sp>
      <p:sp>
        <p:nvSpPr>
          <p:cNvPr id="107" name="wm.library-whiteboard.002.017.001"/>
          <p:cNvSpPr/>
          <p:nvPr/>
        </p:nvSpPr>
        <p:spPr>
          <a:xfrm>
            <a:off x="11010900" y="5486400"/>
            <a:ext cx="38100" cy="38100"/>
          </a:xfrm>
          <a:prstGeom prst="rect">
            <a:avLst/>
          </a:prstGeom>
          <a:solidFill>
            <a:srgbClr val="CED7E6"/>
          </a:solidFill>
          <a:ln>
            <a:noFill/>
          </a:ln>
        </p:spPr>
      </p:sp>
      <p:sp>
        <p:nvSpPr>
          <p:cNvPr id="108" name="wm.library-whiteboard.002.017.002"/>
          <p:cNvSpPr/>
          <p:nvPr/>
        </p:nvSpPr>
        <p:spPr>
          <a:xfrm>
            <a:off x="11010900" y="5715000"/>
            <a:ext cx="38100" cy="38100"/>
          </a:xfrm>
          <a:prstGeom prst="rect">
            <a:avLst/>
          </a:prstGeom>
          <a:solidFill>
            <a:srgbClr val="CED7E6"/>
          </a:solidFill>
          <a:ln>
            <a:noFill/>
          </a:ln>
        </p:spPr>
      </p:sp>
      <p:sp>
        <p:nvSpPr>
          <p:cNvPr id="109" name="wm.library-whiteboard.002.017.003"/>
          <p:cNvSpPr/>
          <p:nvPr/>
        </p:nvSpPr>
        <p:spPr>
          <a:xfrm>
            <a:off x="11010900" y="5943600"/>
            <a:ext cx="38100" cy="38100"/>
          </a:xfrm>
          <a:prstGeom prst="rect">
            <a:avLst/>
          </a:prstGeom>
          <a:solidFill>
            <a:srgbClr val="CED7E6"/>
          </a:solidFill>
          <a:ln>
            <a:noFill/>
          </a:ln>
        </p:spPr>
      </p:sp>
      <p:sp>
        <p:nvSpPr>
          <p:cNvPr id="110" name="wm.library-whiteboard.002.018.001"/>
          <p:cNvSpPr/>
          <p:nvPr/>
        </p:nvSpPr>
        <p:spPr>
          <a:xfrm>
            <a:off x="11239500" y="5486400"/>
            <a:ext cx="38100" cy="38100"/>
          </a:xfrm>
          <a:prstGeom prst="rect">
            <a:avLst/>
          </a:prstGeom>
          <a:solidFill>
            <a:srgbClr val="CED7E6"/>
          </a:solidFill>
          <a:ln>
            <a:noFill/>
          </a:ln>
        </p:spPr>
      </p:sp>
      <p:sp>
        <p:nvSpPr>
          <p:cNvPr id="111" name="wm.library-whiteboard.002.018.002"/>
          <p:cNvSpPr/>
          <p:nvPr/>
        </p:nvSpPr>
        <p:spPr>
          <a:xfrm>
            <a:off x="11239500" y="5715000"/>
            <a:ext cx="38100" cy="38100"/>
          </a:xfrm>
          <a:prstGeom prst="rect">
            <a:avLst/>
          </a:prstGeom>
          <a:solidFill>
            <a:srgbClr val="CED7E6"/>
          </a:solidFill>
          <a:ln>
            <a:noFill/>
          </a:ln>
        </p:spPr>
      </p:sp>
      <p:sp>
        <p:nvSpPr>
          <p:cNvPr id="112" name="wm.library-whiteboard.002.018.003"/>
          <p:cNvSpPr/>
          <p:nvPr/>
        </p:nvSpPr>
        <p:spPr>
          <a:xfrm>
            <a:off x="11239500" y="5943600"/>
            <a:ext cx="38100" cy="38100"/>
          </a:xfrm>
          <a:prstGeom prst="rect">
            <a:avLst/>
          </a:prstGeom>
          <a:solidFill>
            <a:srgbClr val="CED7E6"/>
          </a:solidFill>
          <a:ln>
            <a:noFill/>
          </a:ln>
        </p:spPr>
      </p:sp>
      <p:sp>
        <p:nvSpPr>
          <p:cNvPr id="113" name="wm.library-whiteboard.002.019.001"/>
          <p:cNvSpPr/>
          <p:nvPr/>
        </p:nvSpPr>
        <p:spPr>
          <a:xfrm>
            <a:off x="11468100" y="5486400"/>
            <a:ext cx="38100" cy="38100"/>
          </a:xfrm>
          <a:prstGeom prst="rect">
            <a:avLst/>
          </a:prstGeom>
          <a:solidFill>
            <a:srgbClr val="CED7E6"/>
          </a:solidFill>
          <a:ln>
            <a:noFill/>
          </a:ln>
        </p:spPr>
      </p:sp>
      <p:sp>
        <p:nvSpPr>
          <p:cNvPr id="114" name="wm.library-whiteboard.002.019.002"/>
          <p:cNvSpPr/>
          <p:nvPr/>
        </p:nvSpPr>
        <p:spPr>
          <a:xfrm>
            <a:off x="11468100" y="5715000"/>
            <a:ext cx="38100" cy="38100"/>
          </a:xfrm>
          <a:prstGeom prst="rect">
            <a:avLst/>
          </a:prstGeom>
          <a:solidFill>
            <a:srgbClr val="CED7E6"/>
          </a:solidFill>
          <a:ln>
            <a:noFill/>
          </a:ln>
        </p:spPr>
      </p:sp>
      <p:sp>
        <p:nvSpPr>
          <p:cNvPr id="115" name="wm.library-whiteboard.002.019.003"/>
          <p:cNvSpPr/>
          <p:nvPr/>
        </p:nvSpPr>
        <p:spPr>
          <a:xfrm>
            <a:off x="11468100" y="5943600"/>
            <a:ext cx="38100" cy="38100"/>
          </a:xfrm>
          <a:prstGeom prst="rect">
            <a:avLst/>
          </a:prstGeom>
          <a:solidFill>
            <a:srgbClr val="CED7E6"/>
          </a:solidFill>
          <a:ln>
            <a:noFill/>
          </a:ln>
        </p:spPr>
      </p:sp>
      <p:sp>
        <p:nvSpPr>
          <p:cNvPr id="118"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a:t>
            </a:fld>
            <a:endParaRPr lang="en-US" sz="700" spc="0" kern="0" b="0" i="0" dirty="0">
              <a:solidFill>
                <a:srgbClr val="070154"/>
              </a:solidFill>
              <a:latin typeface="IBM Plex Mono SemiBold"/>
              <a:ea typeface="IBM Plex Mono SemiBold"/>
              <a:cs typeface="IBM Plex Mono SemiBold"/>
            </a:endParaRPr>
          </a:p>
        </p:txBody>
      </p:sp>
      <p:grpSp>
        <p:nvGrpSpPr>
          <p:cNvPr id="125" name="node01"/>
          <p:cNvGrpSpPr/>
          <p:nvPr/>
        </p:nvGrpSpPr>
        <p:grpSpPr>
          <a:xfrm>
            <a:off x="0" y="914400"/>
            <a:ext cx="7124700" cy="5029200"/>
            <a:chOff x="0" y="914400"/>
            <a:chExt cx="7124700" cy="5029200"/>
          </a:xfrm>
        </p:grpSpPr>
        <p:sp>
          <p:nvSpPr>
            <p:cNvPr id="119" name="node01.surface"/>
            <p:cNvSpPr/>
            <p:nvPr/>
          </p:nvSpPr>
          <p:spPr>
            <a:xfrm>
              <a:off x="0" y="914400"/>
              <a:ext cx="7124700" cy="5029200"/>
            </a:xfrm>
            <a:prstGeom prst="rect">
              <a:avLst/>
            </a:prstGeom>
            <a:solidFill>
              <a:srgbClr val="070154"/>
            </a:solidFill>
            <a:ln>
              <a:noFill/>
            </a:ln>
          </p:spPr>
        </p:sp>
      </p:grpSp>
      <p:sp>
        <p:nvSpPr>
          <p:cNvPr id="120" name="node02"/>
          <p:cNvSpPr/>
          <p:nvPr/>
        </p:nvSpPr>
        <p:spPr>
          <a:xfrm>
            <a:off x="7048500" y="914400"/>
            <a:ext cx="76200" cy="5029200"/>
          </a:xfrm>
          <a:prstGeom prst="rect">
            <a:avLst/>
          </a:prstGeom>
          <a:solidFill>
            <a:srgbClr val="F900D3"/>
          </a:solidFill>
          <a:ln>
            <a:noFill/>
          </a:ln>
        </p:spPr>
      </p:sp>
      <p:grpSp>
        <p:nvGrpSpPr>
          <p:cNvPr id="126" name="node03"/>
          <p:cNvGrpSpPr/>
          <p:nvPr/>
        </p:nvGrpSpPr>
        <p:grpSpPr>
          <a:xfrm>
            <a:off x="723900" y="1371600"/>
            <a:ext cx="5257800" cy="152400"/>
            <a:chOff x="723900" y="1371600"/>
            <a:chExt cx="5257800" cy="152400"/>
          </a:xfrm>
        </p:grpSpPr>
        <p:sp>
          <p:nvSpPr>
            <p:cNvPr id="121" name="node03.text"/>
            <p:cNvSpPr/>
            <p:nvPr/>
          </p:nvSpPr>
          <p:spPr>
            <a:xfrm>
              <a:off x="723900" y="1371600"/>
              <a:ext cx="5257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PRODUCT AND R&amp;D</a:t>
              </a:r>
              <a:endParaRPr lang="en-US" sz="1000" spc="80" kern="0" b="0" i="0" dirty="0">
                <a:solidFill>
                  <a:srgbClr val="F900D3"/>
                </a:solidFill>
                <a:latin typeface="IBM Plex Mono SemiBold"/>
                <a:ea typeface="IBM Plex Mono SemiBold"/>
                <a:cs typeface="IBM Plex Mono SemiBold"/>
              </a:endParaRPr>
            </a:p>
          </p:txBody>
        </p:sp>
      </p:grpSp>
      <p:grpSp>
        <p:nvGrpSpPr>
          <p:cNvPr id="127" name="node04"/>
          <p:cNvGrpSpPr/>
          <p:nvPr/>
        </p:nvGrpSpPr>
        <p:grpSpPr>
          <a:xfrm>
            <a:off x="723900" y="1600200"/>
            <a:ext cx="2514600" cy="762000"/>
            <a:chOff x="723900" y="1600200"/>
            <a:chExt cx="2514600" cy="762000"/>
          </a:xfrm>
        </p:grpSpPr>
        <p:sp>
          <p:nvSpPr>
            <p:cNvPr id="122" name="node04.text"/>
            <p:cNvSpPr/>
            <p:nvPr/>
          </p:nvSpPr>
          <p:spPr>
            <a:xfrm>
              <a:off x="723900" y="1600200"/>
              <a:ext cx="2514600" cy="762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02</a:t>
              </a:r>
              <a:endParaRPr lang="en-US" sz="5400" spc="-135" kern="0" b="0" i="0" dirty="0">
                <a:solidFill>
                  <a:srgbClr val="FFFFFF"/>
                </a:solidFill>
                <a:latin typeface="IBM Plex Sans SemiBold"/>
                <a:ea typeface="IBM Plex Sans SemiBold"/>
                <a:cs typeface="IBM Plex Sans SemiBold"/>
              </a:endParaRPr>
            </a:p>
          </p:txBody>
        </p:sp>
      </p:grpSp>
      <p:grpSp>
        <p:nvGrpSpPr>
          <p:cNvPr id="128" name="node05"/>
          <p:cNvGrpSpPr/>
          <p:nvPr/>
        </p:nvGrpSpPr>
        <p:grpSpPr>
          <a:xfrm>
            <a:off x="723900" y="4343400"/>
            <a:ext cx="5943600" cy="457200"/>
            <a:chOff x="723900" y="4343400"/>
            <a:chExt cx="5943600" cy="457200"/>
          </a:xfrm>
        </p:grpSpPr>
        <p:sp>
          <p:nvSpPr>
            <p:cNvPr id="123" name="node05.text"/>
            <p:cNvSpPr/>
            <p:nvPr/>
          </p:nvSpPr>
          <p:spPr>
            <a:xfrm>
              <a:off x="723900" y="4343400"/>
              <a:ext cx="5943600" cy="4572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Deliverables</a:t>
              </a:r>
              <a:endParaRPr lang="en-US" sz="3200" spc="-64" kern="0" b="0" i="0" dirty="0">
                <a:solidFill>
                  <a:srgbClr val="FFFFFF"/>
                </a:solidFill>
                <a:latin typeface="IBM Plex Sans SemiBold"/>
                <a:ea typeface="IBM Plex Sans SemiBold"/>
                <a:cs typeface="IBM Plex Sans SemiBold"/>
              </a:endParaRPr>
            </a:p>
          </p:txBody>
        </p:sp>
      </p:grpSp>
      <p:grpSp>
        <p:nvGrpSpPr>
          <p:cNvPr id="129" name="node06"/>
          <p:cNvGrpSpPr/>
          <p:nvPr/>
        </p:nvGrpSpPr>
        <p:grpSpPr>
          <a:xfrm>
            <a:off x="7353300" y="1600200"/>
            <a:ext cx="4114800" cy="3657600"/>
            <a:chOff x="7353300" y="1600200"/>
            <a:chExt cx="4114800" cy="3657600"/>
          </a:xfrm>
        </p:grpSpPr>
        <p:pic>
          <p:nvPicPr>
            <p:cNvPr id="124" name="node06.image" descr="project:source-image32; canonical SHA256=3778f239f6d32794508911208c8533388b96a93b8d7f6bd6233e2893fa925d10">    </p:cNvPr>
            <p:cNvPicPr>
              <a:picLocks noChangeAspect="1"/>
            </p:cNvPicPr>
            <p:nvPr/>
          </p:nvPicPr>
          <p:blipFill>
            <a:blip r:embed="rId1"/>
            <a:srcRect l="0" r="0" t="4344" b="6516"/>
            <a:stretch/>
          </p:blipFill>
          <p:spPr>
            <a:xfrm>
              <a:off x="7353300" y="1600200"/>
              <a:ext cx="4114800" cy="3657600"/>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xc-010">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01 · THREE LINKED DELIVERABLES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deliverables, one working structure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a:t>
            </a:fld>
            <a:endParaRPr lang="en-US" sz="700" spc="0" kern="0" b="0" i="0" dirty="0">
              <a:solidFill>
                <a:srgbClr val="070154"/>
              </a:solidFill>
              <a:latin typeface="IBM Plex Mono SemiBold"/>
              <a:ea typeface="IBM Plex Mono SemiBold"/>
              <a:cs typeface="IBM Plex Mono SemiBold"/>
            </a:endParaRPr>
          </a:p>
        </p:txBody>
      </p:sp>
      <p:grpSp>
        <p:nvGrpSpPr>
          <p:cNvPr id="37" name="cards"/>
          <p:cNvGrpSpPr/>
          <p:nvPr/>
        </p:nvGrpSpPr>
        <p:grpSpPr>
          <a:xfrm>
            <a:off x="723900" y="1828800"/>
            <a:ext cx="10744200" cy="2743200"/>
            <a:chOff x="723900" y="1828800"/>
            <a:chExt cx="10744200" cy="2743200"/>
          </a:xfrm>
        </p:grpSpPr>
        <p:grpSp>
          <p:nvGrpSpPr>
            <p:cNvPr id="34" name="cards.items.practices-map"/>
            <p:cNvGrpSpPr/>
            <p:nvPr/>
          </p:nvGrpSpPr>
          <p:grpSpPr>
            <a:xfrm>
              <a:off x="723900" y="1828800"/>
              <a:ext cx="3429000" cy="2743200"/>
              <a:chOff x="723900" y="1828800"/>
              <a:chExt cx="3429000" cy="2743200"/>
            </a:xfrm>
          </p:grpSpPr>
          <p:sp>
            <p:nvSpPr>
              <p:cNvPr id="7" name="cards.items.practices-map.container"/>
              <p:cNvSpPr/>
              <p:nvPr/>
            </p:nvSpPr>
            <p:spPr>
              <a:xfrm>
                <a:off x="723900" y="1828800"/>
                <a:ext cx="3429000" cy="2743200"/>
              </a:xfrm>
              <a:prstGeom prst="rect">
                <a:avLst/>
              </a:prstGeom>
              <a:solidFill>
                <a:srgbClr val="FFFFFF"/>
              </a:solidFill>
              <a:ln>
                <a:noFill/>
              </a:ln>
            </p:spPr>
          </p:sp>
          <p:sp>
            <p:nvSpPr>
              <p:cNvPr id="8" name="cards.items.practices-map.band"/>
              <p:cNvSpPr/>
              <p:nvPr/>
            </p:nvSpPr>
            <p:spPr>
              <a:xfrm>
                <a:off x="723900" y="1828800"/>
                <a:ext cx="3429000" cy="762000"/>
              </a:xfrm>
              <a:prstGeom prst="rect">
                <a:avLst/>
              </a:prstGeom>
              <a:solidFill>
                <a:srgbClr val="070154"/>
              </a:solidFill>
              <a:ln>
                <a:noFill/>
              </a:ln>
            </p:spPr>
          </p:sp>
          <p:sp>
            <p:nvSpPr>
              <p:cNvPr id="9" name="cards.items.practices-map.outline.0"/>
              <p:cNvSpPr/>
              <p:nvPr/>
            </p:nvSpPr>
            <p:spPr>
              <a:xfrm>
                <a:off x="723900" y="1828800"/>
                <a:ext cx="3429000" cy="12700"/>
              </a:xfrm>
              <a:prstGeom prst="rect">
                <a:avLst/>
              </a:prstGeom>
              <a:solidFill>
                <a:srgbClr val="CED7E6"/>
              </a:solidFill>
              <a:ln>
                <a:noFill/>
              </a:ln>
            </p:spPr>
          </p:sp>
          <p:sp>
            <p:nvSpPr>
              <p:cNvPr id="10" name="cards.items.practices-map.outline.1"/>
              <p:cNvSpPr/>
              <p:nvPr/>
            </p:nvSpPr>
            <p:spPr>
              <a:xfrm>
                <a:off x="723900" y="4559300"/>
                <a:ext cx="3429000" cy="12700"/>
              </a:xfrm>
              <a:prstGeom prst="rect">
                <a:avLst/>
              </a:prstGeom>
              <a:solidFill>
                <a:srgbClr val="CED7E6"/>
              </a:solidFill>
              <a:ln>
                <a:noFill/>
              </a:ln>
            </p:spPr>
          </p:sp>
          <p:sp>
            <p:nvSpPr>
              <p:cNvPr id="11" name="cards.items.practices-map.outline.2"/>
              <p:cNvSpPr/>
              <p:nvPr/>
            </p:nvSpPr>
            <p:spPr>
              <a:xfrm>
                <a:off x="723900" y="1828800"/>
                <a:ext cx="12700" cy="2743200"/>
              </a:xfrm>
              <a:prstGeom prst="rect">
                <a:avLst/>
              </a:prstGeom>
              <a:solidFill>
                <a:srgbClr val="CED7E6"/>
              </a:solidFill>
              <a:ln>
                <a:noFill/>
              </a:ln>
            </p:spPr>
          </p:sp>
          <p:sp>
            <p:nvSpPr>
              <p:cNvPr id="12" name="cards.items.practices-map.outline.3"/>
              <p:cNvSpPr/>
              <p:nvPr/>
            </p:nvSpPr>
            <p:spPr>
              <a:xfrm>
                <a:off x="4140200" y="1828800"/>
                <a:ext cx="12700" cy="2743200"/>
              </a:xfrm>
              <a:prstGeom prst="rect">
                <a:avLst/>
              </a:prstGeom>
              <a:solidFill>
                <a:srgbClr val="CED7E6"/>
              </a:solidFill>
              <a:ln>
                <a:noFill/>
              </a:ln>
            </p:spPr>
          </p:sp>
          <p:sp>
            <p:nvSpPr>
              <p:cNvPr id="13" name="cards.items.practices-map.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14" name="cards.items.practices-map.title"/>
              <p:cNvSpPr/>
              <p:nvPr/>
            </p:nvSpPr>
            <p:spPr>
              <a:xfrm>
                <a:off x="1339977" y="2057400"/>
                <a:ext cx="25843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Practices Map</a:t>
                </a:r>
                <a:endParaRPr lang="en-US" sz="1800" spc="-18" kern="0" b="0" i="0" dirty="0">
                  <a:solidFill>
                    <a:srgbClr val="FFFFFF"/>
                  </a:solidFill>
                  <a:latin typeface="IBM Plex Sans SemiBold"/>
                  <a:ea typeface="IBM Plex Sans SemiBold"/>
                  <a:cs typeface="IBM Plex Sans SemiBold"/>
                </a:endParaRPr>
              </a:p>
            </p:txBody>
          </p:sp>
          <p:sp>
            <p:nvSpPr>
              <p:cNvPr id="15" name="cards.items.practices-map.body.copy"/>
              <p:cNvSpPr/>
              <p:nvPr/>
            </p:nvSpPr>
            <p:spPr>
              <a:xfrm>
                <a:off x="952500" y="28194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Validated Product and R&amp;D practices: observed strengths, gaps and opportunities.</a:t>
                </a:r>
                <a:endParaRPr lang="en-US" sz="1400" spc="0" kern="0" b="0" i="0" dirty="0">
                  <a:solidFill>
                    <a:srgbClr val="50658E"/>
                  </a:solidFill>
                  <a:latin typeface="IBM Plex Sans"/>
                  <a:ea typeface="IBM Plex Sans"/>
                  <a:cs typeface="IBM Plex Sans"/>
                </a:endParaRPr>
              </a:p>
            </p:txBody>
          </p:sp>
        </p:grpSp>
        <p:grpSp>
          <p:nvGrpSpPr>
            <p:cNvPr id="35" name="cards.items.activation-summary"/>
            <p:cNvGrpSpPr/>
            <p:nvPr/>
          </p:nvGrpSpPr>
          <p:grpSpPr>
            <a:xfrm>
              <a:off x="4381500" y="1828800"/>
              <a:ext cx="3429000" cy="2743200"/>
              <a:chOff x="4381500" y="1828800"/>
              <a:chExt cx="3429000" cy="2743200"/>
            </a:xfrm>
          </p:grpSpPr>
          <p:sp>
            <p:nvSpPr>
              <p:cNvPr id="16" name="cards.items.activation-summary.container"/>
              <p:cNvSpPr/>
              <p:nvPr/>
            </p:nvSpPr>
            <p:spPr>
              <a:xfrm>
                <a:off x="4381500" y="1828800"/>
                <a:ext cx="3429000" cy="2743200"/>
              </a:xfrm>
              <a:prstGeom prst="rect">
                <a:avLst/>
              </a:prstGeom>
              <a:solidFill>
                <a:srgbClr val="FFFFFF"/>
              </a:solidFill>
              <a:ln>
                <a:noFill/>
              </a:ln>
            </p:spPr>
          </p:sp>
          <p:sp>
            <p:nvSpPr>
              <p:cNvPr id="17" name="cards.items.activation-summary.band"/>
              <p:cNvSpPr/>
              <p:nvPr/>
            </p:nvSpPr>
            <p:spPr>
              <a:xfrm>
                <a:off x="4381500" y="1828800"/>
                <a:ext cx="3429000" cy="762000"/>
              </a:xfrm>
              <a:prstGeom prst="rect">
                <a:avLst/>
              </a:prstGeom>
              <a:solidFill>
                <a:srgbClr val="070154"/>
              </a:solidFill>
              <a:ln>
                <a:noFill/>
              </a:ln>
            </p:spPr>
          </p:sp>
          <p:sp>
            <p:nvSpPr>
              <p:cNvPr id="18" name="cards.items.activation-summary.outline.0"/>
              <p:cNvSpPr/>
              <p:nvPr/>
            </p:nvSpPr>
            <p:spPr>
              <a:xfrm>
                <a:off x="4381500" y="1828800"/>
                <a:ext cx="3429000" cy="12700"/>
              </a:xfrm>
              <a:prstGeom prst="rect">
                <a:avLst/>
              </a:prstGeom>
              <a:solidFill>
                <a:srgbClr val="CED7E6"/>
              </a:solidFill>
              <a:ln>
                <a:noFill/>
              </a:ln>
            </p:spPr>
          </p:sp>
          <p:sp>
            <p:nvSpPr>
              <p:cNvPr id="19" name="cards.items.activation-summary.outline.1"/>
              <p:cNvSpPr/>
              <p:nvPr/>
            </p:nvSpPr>
            <p:spPr>
              <a:xfrm>
                <a:off x="4381500" y="4559300"/>
                <a:ext cx="3429000" cy="12700"/>
              </a:xfrm>
              <a:prstGeom prst="rect">
                <a:avLst/>
              </a:prstGeom>
              <a:solidFill>
                <a:srgbClr val="CED7E6"/>
              </a:solidFill>
              <a:ln>
                <a:noFill/>
              </a:ln>
            </p:spPr>
          </p:sp>
          <p:sp>
            <p:nvSpPr>
              <p:cNvPr id="20" name="cards.items.activation-summary.outline.2"/>
              <p:cNvSpPr/>
              <p:nvPr/>
            </p:nvSpPr>
            <p:spPr>
              <a:xfrm>
                <a:off x="4381500" y="1828800"/>
                <a:ext cx="12700" cy="2743200"/>
              </a:xfrm>
              <a:prstGeom prst="rect">
                <a:avLst/>
              </a:prstGeom>
              <a:solidFill>
                <a:srgbClr val="CED7E6"/>
              </a:solidFill>
              <a:ln>
                <a:noFill/>
              </a:ln>
            </p:spPr>
          </p:sp>
          <p:sp>
            <p:nvSpPr>
              <p:cNvPr id="21" name="cards.items.activation-summary.outline.3"/>
              <p:cNvSpPr/>
              <p:nvPr/>
            </p:nvSpPr>
            <p:spPr>
              <a:xfrm>
                <a:off x="7797800" y="1828800"/>
                <a:ext cx="12700" cy="2743200"/>
              </a:xfrm>
              <a:prstGeom prst="rect">
                <a:avLst/>
              </a:prstGeom>
              <a:solidFill>
                <a:srgbClr val="CED7E6"/>
              </a:solidFill>
              <a:ln>
                <a:noFill/>
              </a:ln>
            </p:spPr>
          </p:sp>
          <p:sp>
            <p:nvSpPr>
              <p:cNvPr id="22" name="cards.items.activation-summary.number"/>
              <p:cNvSpPr/>
              <p:nvPr/>
            </p:nvSpPr>
            <p:spPr>
              <a:xfrm>
                <a:off x="4610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23" name="cards.items.activation-summary.title"/>
              <p:cNvSpPr/>
              <p:nvPr/>
            </p:nvSpPr>
            <p:spPr>
              <a:xfrm>
                <a:off x="4997577" y="2057400"/>
                <a:ext cx="25843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Activation Summary</a:t>
                </a:r>
                <a:endParaRPr lang="en-US" sz="1800" spc="-18" kern="0" b="0" i="0" dirty="0">
                  <a:solidFill>
                    <a:srgbClr val="FFFFFF"/>
                  </a:solidFill>
                  <a:latin typeface="IBM Plex Sans SemiBold"/>
                  <a:ea typeface="IBM Plex Sans SemiBold"/>
                  <a:cs typeface="IBM Plex Sans SemiBold"/>
                </a:endParaRPr>
              </a:p>
            </p:txBody>
          </p:sp>
          <p:sp>
            <p:nvSpPr>
              <p:cNvPr id="24" name="cards.items.activation-summary.body.copy"/>
              <p:cNvSpPr/>
              <p:nvPr/>
            </p:nvSpPr>
            <p:spPr>
              <a:xfrm>
                <a:off x="4610100" y="28194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Bounded changes tested in live work, early signals and a repeatable activation playbook.</a:t>
                </a:r>
                <a:endParaRPr lang="en-US" sz="1400" spc="0" kern="0" b="0" i="0" dirty="0">
                  <a:solidFill>
                    <a:srgbClr val="50658E"/>
                  </a:solidFill>
                  <a:latin typeface="IBM Plex Sans"/>
                  <a:ea typeface="IBM Plex Sans"/>
                  <a:cs typeface="IBM Plex Sans"/>
                </a:endParaRPr>
              </a:p>
            </p:txBody>
          </p:sp>
        </p:grpSp>
        <p:grpSp>
          <p:nvGrpSpPr>
            <p:cNvPr id="36" name="cards.items.recommendations-roadmap"/>
            <p:cNvGrpSpPr/>
            <p:nvPr/>
          </p:nvGrpSpPr>
          <p:grpSpPr>
            <a:xfrm>
              <a:off x="8039100" y="1828800"/>
              <a:ext cx="3429000" cy="2743200"/>
              <a:chOff x="8039100" y="1828800"/>
              <a:chExt cx="3429000" cy="2743200"/>
            </a:xfrm>
          </p:grpSpPr>
          <p:sp>
            <p:nvSpPr>
              <p:cNvPr id="25" name="cards.items.recommendations-roadmap.container"/>
              <p:cNvSpPr/>
              <p:nvPr/>
            </p:nvSpPr>
            <p:spPr>
              <a:xfrm>
                <a:off x="8039100" y="1828800"/>
                <a:ext cx="3429000" cy="2743200"/>
              </a:xfrm>
              <a:prstGeom prst="rect">
                <a:avLst/>
              </a:prstGeom>
              <a:solidFill>
                <a:srgbClr val="FFFFFF"/>
              </a:solidFill>
              <a:ln>
                <a:noFill/>
              </a:ln>
            </p:spPr>
          </p:sp>
          <p:sp>
            <p:nvSpPr>
              <p:cNvPr id="26" name="cards.items.recommendations-roadmap.band"/>
              <p:cNvSpPr/>
              <p:nvPr/>
            </p:nvSpPr>
            <p:spPr>
              <a:xfrm>
                <a:off x="8039100" y="1828800"/>
                <a:ext cx="3429000" cy="1066800"/>
              </a:xfrm>
              <a:prstGeom prst="rect">
                <a:avLst/>
              </a:prstGeom>
              <a:solidFill>
                <a:srgbClr val="070154"/>
              </a:solidFill>
              <a:ln>
                <a:noFill/>
              </a:ln>
            </p:spPr>
          </p:sp>
          <p:sp>
            <p:nvSpPr>
              <p:cNvPr id="27" name="cards.items.recommendations-roadmap.outline.0"/>
              <p:cNvSpPr/>
              <p:nvPr/>
            </p:nvSpPr>
            <p:spPr>
              <a:xfrm>
                <a:off x="8039100" y="1828800"/>
                <a:ext cx="3429000" cy="12700"/>
              </a:xfrm>
              <a:prstGeom prst="rect">
                <a:avLst/>
              </a:prstGeom>
              <a:solidFill>
                <a:srgbClr val="CED7E6"/>
              </a:solidFill>
              <a:ln>
                <a:noFill/>
              </a:ln>
            </p:spPr>
          </p:sp>
          <p:sp>
            <p:nvSpPr>
              <p:cNvPr id="28" name="cards.items.recommendations-roadmap.outline.1"/>
              <p:cNvSpPr/>
              <p:nvPr/>
            </p:nvSpPr>
            <p:spPr>
              <a:xfrm>
                <a:off x="8039100" y="4559300"/>
                <a:ext cx="3429000" cy="12700"/>
              </a:xfrm>
              <a:prstGeom prst="rect">
                <a:avLst/>
              </a:prstGeom>
              <a:solidFill>
                <a:srgbClr val="CED7E6"/>
              </a:solidFill>
              <a:ln>
                <a:noFill/>
              </a:ln>
            </p:spPr>
          </p:sp>
          <p:sp>
            <p:nvSpPr>
              <p:cNvPr id="29" name="cards.items.recommendations-roadmap.outline.2"/>
              <p:cNvSpPr/>
              <p:nvPr/>
            </p:nvSpPr>
            <p:spPr>
              <a:xfrm>
                <a:off x="8039100" y="1828800"/>
                <a:ext cx="12700" cy="2743200"/>
              </a:xfrm>
              <a:prstGeom prst="rect">
                <a:avLst/>
              </a:prstGeom>
              <a:solidFill>
                <a:srgbClr val="CED7E6"/>
              </a:solidFill>
              <a:ln>
                <a:noFill/>
              </a:ln>
            </p:spPr>
          </p:sp>
          <p:sp>
            <p:nvSpPr>
              <p:cNvPr id="30" name="cards.items.recommendations-roadmap.outline.3"/>
              <p:cNvSpPr/>
              <p:nvPr/>
            </p:nvSpPr>
            <p:spPr>
              <a:xfrm>
                <a:off x="11455400" y="1828800"/>
                <a:ext cx="12700" cy="2743200"/>
              </a:xfrm>
              <a:prstGeom prst="rect">
                <a:avLst/>
              </a:prstGeom>
              <a:solidFill>
                <a:srgbClr val="CED7E6"/>
              </a:solidFill>
              <a:ln>
                <a:noFill/>
              </a:ln>
            </p:spPr>
          </p:sp>
          <p:sp>
            <p:nvSpPr>
              <p:cNvPr id="31" name="cards.items.recommendations-roadmap.number"/>
              <p:cNvSpPr/>
              <p:nvPr/>
            </p:nvSpPr>
            <p:spPr>
              <a:xfrm>
                <a:off x="8267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32" name="cards.items.recommendations-roadmap.title"/>
              <p:cNvSpPr/>
              <p:nvPr/>
            </p:nvSpPr>
            <p:spPr>
              <a:xfrm>
                <a:off x="8655177" y="2057400"/>
                <a:ext cx="25843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Recommendations &amp; roadmap</a:t>
                </a:r>
                <a:endParaRPr lang="en-US" sz="1800" spc="-18" kern="0" b="0" i="0" dirty="0">
                  <a:solidFill>
                    <a:srgbClr val="FFFFFF"/>
                  </a:solidFill>
                  <a:latin typeface="IBM Plex Sans SemiBold"/>
                  <a:ea typeface="IBM Plex Sans SemiBold"/>
                  <a:cs typeface="IBM Plex Sans SemiBold"/>
                </a:endParaRPr>
              </a:p>
            </p:txBody>
          </p:sp>
          <p:sp>
            <p:nvSpPr>
              <p:cNvPr id="33" name="cards.items.recommendations-roadmap.body.copy"/>
              <p:cNvSpPr/>
              <p:nvPr/>
            </p:nvSpPr>
            <p:spPr>
              <a:xfrm>
                <a:off x="8267700" y="31242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Prioritized practices, roles, decision rights, owners, measures, dependencies and feedback loops.</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xc-01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01 · WORKING HYPOTHESES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Practices Map: working categories across the PDLC</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Limited DXC conversations and observations. Display codes identify source categories; they are not measured scores or an average.</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a:t>
            </a:fld>
            <a:endParaRPr lang="en-US" sz="700" spc="0" kern="0" b="0" i="0" dirty="0">
              <a:solidFill>
                <a:srgbClr val="070154"/>
              </a:solidFill>
              <a:latin typeface="IBM Plex Mono SemiBold"/>
              <a:ea typeface="IBM Plex Mono SemiBold"/>
              <a:cs typeface="IBM Plex Mono SemiBold"/>
            </a:endParaRPr>
          </a:p>
        </p:txBody>
      </p:sp>
      <p:grpSp>
        <p:nvGrpSpPr>
          <p:cNvPr id="127" name="node01"/>
          <p:cNvGrpSpPr/>
          <p:nvPr/>
        </p:nvGrpSpPr>
        <p:grpSpPr>
          <a:xfrm>
            <a:off x="723900" y="1600200"/>
            <a:ext cx="10744200" cy="3784600"/>
            <a:chOff x="723900" y="1600200"/>
            <a:chExt cx="10744200" cy="3784600"/>
          </a:xfrm>
        </p:grpSpPr>
        <p:sp>
          <p:nvSpPr>
            <p:cNvPr id="8" name="node01.row.dxc-11-node01-rows-1.c1.heat-gap"/>
            <p:cNvSpPr/>
            <p:nvPr/>
          </p:nvSpPr>
          <p:spPr>
            <a:xfrm>
              <a:off x="3238500" y="1955800"/>
              <a:ext cx="1371600" cy="381000"/>
            </a:xfrm>
            <a:prstGeom prst="rect">
              <a:avLst/>
            </a:prstGeom>
            <a:solidFill>
              <a:srgbClr val="FFFFFF"/>
            </a:solidFill>
            <a:ln>
              <a:noFill/>
            </a:ln>
          </p:spPr>
        </p:sp>
        <p:sp>
          <p:nvSpPr>
            <p:cNvPr id="9" name="node01.row.dxc-11-node01-rows-1.c1.heat"/>
            <p:cNvSpPr/>
            <p:nvPr/>
          </p:nvSpPr>
          <p:spPr>
            <a:xfrm>
              <a:off x="3257550" y="1974850"/>
              <a:ext cx="1333500" cy="342900"/>
            </a:xfrm>
            <a:prstGeom prst="rect">
              <a:avLst/>
            </a:prstGeom>
            <a:solidFill>
              <a:srgbClr val="B9C9F0"/>
            </a:solidFill>
            <a:ln>
              <a:noFill/>
            </a:ln>
          </p:spPr>
        </p:sp>
        <p:sp>
          <p:nvSpPr>
            <p:cNvPr id="10" name="node01.row.dxc-11-node01-rows-1.c2.heat-gap"/>
            <p:cNvSpPr/>
            <p:nvPr/>
          </p:nvSpPr>
          <p:spPr>
            <a:xfrm>
              <a:off x="4610100" y="1955800"/>
              <a:ext cx="1371600" cy="381000"/>
            </a:xfrm>
            <a:prstGeom prst="rect">
              <a:avLst/>
            </a:prstGeom>
            <a:solidFill>
              <a:srgbClr val="FFFFFF"/>
            </a:solidFill>
            <a:ln>
              <a:noFill/>
            </a:ln>
          </p:spPr>
        </p:sp>
        <p:sp>
          <p:nvSpPr>
            <p:cNvPr id="11" name="node01.row.dxc-11-node01-rows-1.c2.heat"/>
            <p:cNvSpPr/>
            <p:nvPr/>
          </p:nvSpPr>
          <p:spPr>
            <a:xfrm>
              <a:off x="4629150" y="1974850"/>
              <a:ext cx="1333500" cy="342900"/>
            </a:xfrm>
            <a:prstGeom prst="rect">
              <a:avLst/>
            </a:prstGeom>
            <a:solidFill>
              <a:srgbClr val="E8EEF8"/>
            </a:solidFill>
            <a:ln>
              <a:noFill/>
            </a:ln>
          </p:spPr>
        </p:sp>
        <p:sp>
          <p:nvSpPr>
            <p:cNvPr id="12" name="node01.row.dxc-11-node01-rows-1.c3.heat-gap"/>
            <p:cNvSpPr/>
            <p:nvPr/>
          </p:nvSpPr>
          <p:spPr>
            <a:xfrm>
              <a:off x="5981700" y="1955800"/>
              <a:ext cx="1371600" cy="381000"/>
            </a:xfrm>
            <a:prstGeom prst="rect">
              <a:avLst/>
            </a:prstGeom>
            <a:solidFill>
              <a:srgbClr val="FFFFFF"/>
            </a:solidFill>
            <a:ln>
              <a:noFill/>
            </a:ln>
          </p:spPr>
        </p:sp>
        <p:sp>
          <p:nvSpPr>
            <p:cNvPr id="13" name="node01.row.dxc-11-node01-rows-1.c3.heat"/>
            <p:cNvSpPr/>
            <p:nvPr/>
          </p:nvSpPr>
          <p:spPr>
            <a:xfrm>
              <a:off x="6000750" y="1974850"/>
              <a:ext cx="1333500" cy="342900"/>
            </a:xfrm>
            <a:prstGeom prst="rect">
              <a:avLst/>
            </a:prstGeom>
            <a:solidFill>
              <a:srgbClr val="E8EEF8"/>
            </a:solidFill>
            <a:ln>
              <a:noFill/>
            </a:ln>
          </p:spPr>
        </p:sp>
        <p:sp>
          <p:nvSpPr>
            <p:cNvPr id="14" name="node01.row.dxc-11-node01-rows-1.c4.heat-gap"/>
            <p:cNvSpPr/>
            <p:nvPr/>
          </p:nvSpPr>
          <p:spPr>
            <a:xfrm>
              <a:off x="7353300" y="1955800"/>
              <a:ext cx="1371600" cy="381000"/>
            </a:xfrm>
            <a:prstGeom prst="rect">
              <a:avLst/>
            </a:prstGeom>
            <a:solidFill>
              <a:srgbClr val="FFFFFF"/>
            </a:solidFill>
            <a:ln>
              <a:noFill/>
            </a:ln>
          </p:spPr>
        </p:sp>
        <p:sp>
          <p:nvSpPr>
            <p:cNvPr id="15" name="node01.row.dxc-11-node01-rows-1.c4.heat"/>
            <p:cNvSpPr/>
            <p:nvPr/>
          </p:nvSpPr>
          <p:spPr>
            <a:xfrm>
              <a:off x="7372350" y="1974850"/>
              <a:ext cx="1333500" cy="342900"/>
            </a:xfrm>
            <a:prstGeom prst="rect">
              <a:avLst/>
            </a:prstGeom>
            <a:solidFill>
              <a:srgbClr val="E8EEF8"/>
            </a:solidFill>
            <a:ln>
              <a:noFill/>
            </a:ln>
          </p:spPr>
        </p:sp>
        <p:sp>
          <p:nvSpPr>
            <p:cNvPr id="16" name="node01.row.dxc-11-node01-rows-1.c5.heat-gap"/>
            <p:cNvSpPr/>
            <p:nvPr/>
          </p:nvSpPr>
          <p:spPr>
            <a:xfrm>
              <a:off x="8724900" y="1955800"/>
              <a:ext cx="1371600" cy="381000"/>
            </a:xfrm>
            <a:prstGeom prst="rect">
              <a:avLst/>
            </a:prstGeom>
            <a:solidFill>
              <a:srgbClr val="FFFFFF"/>
            </a:solidFill>
            <a:ln>
              <a:noFill/>
            </a:ln>
          </p:spPr>
        </p:sp>
        <p:sp>
          <p:nvSpPr>
            <p:cNvPr id="17" name="node01.row.dxc-11-node01-rows-1.c5.heat"/>
            <p:cNvSpPr/>
            <p:nvPr/>
          </p:nvSpPr>
          <p:spPr>
            <a:xfrm>
              <a:off x="8743950" y="1974850"/>
              <a:ext cx="1333500" cy="342900"/>
            </a:xfrm>
            <a:prstGeom prst="rect">
              <a:avLst/>
            </a:prstGeom>
            <a:solidFill>
              <a:srgbClr val="E8EEF8"/>
            </a:solidFill>
            <a:ln>
              <a:noFill/>
            </a:ln>
          </p:spPr>
        </p:sp>
        <p:sp>
          <p:nvSpPr>
            <p:cNvPr id="18" name="node01.row.dxc-11-node01-rows-1.c6.heat-gap"/>
            <p:cNvSpPr/>
            <p:nvPr/>
          </p:nvSpPr>
          <p:spPr>
            <a:xfrm>
              <a:off x="10096500" y="1955800"/>
              <a:ext cx="1371600" cy="381000"/>
            </a:xfrm>
            <a:prstGeom prst="rect">
              <a:avLst/>
            </a:prstGeom>
            <a:solidFill>
              <a:srgbClr val="FFFFFF"/>
            </a:solidFill>
            <a:ln>
              <a:noFill/>
            </a:ln>
          </p:spPr>
        </p:sp>
        <p:sp>
          <p:nvSpPr>
            <p:cNvPr id="19" name="node01.row.dxc-11-node01-rows-1.c6.heat"/>
            <p:cNvSpPr/>
            <p:nvPr/>
          </p:nvSpPr>
          <p:spPr>
            <a:xfrm>
              <a:off x="10115550" y="1974850"/>
              <a:ext cx="1333500" cy="342900"/>
            </a:xfrm>
            <a:prstGeom prst="rect">
              <a:avLst/>
            </a:prstGeom>
            <a:solidFill>
              <a:srgbClr val="E8EEF8"/>
            </a:solidFill>
            <a:ln>
              <a:noFill/>
            </a:ln>
          </p:spPr>
        </p:sp>
        <p:sp>
          <p:nvSpPr>
            <p:cNvPr id="20" name="node01.row.dxc-11-node01-rows-2.c1.heat-gap"/>
            <p:cNvSpPr/>
            <p:nvPr/>
          </p:nvSpPr>
          <p:spPr>
            <a:xfrm>
              <a:off x="3238500" y="2336800"/>
              <a:ext cx="1371600" cy="381000"/>
            </a:xfrm>
            <a:prstGeom prst="rect">
              <a:avLst/>
            </a:prstGeom>
            <a:solidFill>
              <a:srgbClr val="FFFFFF"/>
            </a:solidFill>
            <a:ln>
              <a:noFill/>
            </a:ln>
          </p:spPr>
        </p:sp>
        <p:sp>
          <p:nvSpPr>
            <p:cNvPr id="21" name="node01.row.dxc-11-node01-rows-2.c1.heat"/>
            <p:cNvSpPr/>
            <p:nvPr/>
          </p:nvSpPr>
          <p:spPr>
            <a:xfrm>
              <a:off x="3257550" y="2355850"/>
              <a:ext cx="1333500" cy="342900"/>
            </a:xfrm>
            <a:prstGeom prst="rect">
              <a:avLst/>
            </a:prstGeom>
            <a:solidFill>
              <a:srgbClr val="7C9BFF"/>
            </a:solidFill>
            <a:ln>
              <a:noFill/>
            </a:ln>
          </p:spPr>
        </p:sp>
        <p:sp>
          <p:nvSpPr>
            <p:cNvPr id="22" name="node01.row.dxc-11-node01-rows-2.c2.heat-gap"/>
            <p:cNvSpPr/>
            <p:nvPr/>
          </p:nvSpPr>
          <p:spPr>
            <a:xfrm>
              <a:off x="4610100" y="2336800"/>
              <a:ext cx="1371600" cy="381000"/>
            </a:xfrm>
            <a:prstGeom prst="rect">
              <a:avLst/>
            </a:prstGeom>
            <a:solidFill>
              <a:srgbClr val="FFFFFF"/>
            </a:solidFill>
            <a:ln>
              <a:noFill/>
            </a:ln>
          </p:spPr>
        </p:sp>
        <p:sp>
          <p:nvSpPr>
            <p:cNvPr id="23" name="node01.row.dxc-11-node01-rows-2.c2.heat"/>
            <p:cNvSpPr/>
            <p:nvPr/>
          </p:nvSpPr>
          <p:spPr>
            <a:xfrm>
              <a:off x="4629150" y="2355850"/>
              <a:ext cx="1333500" cy="342900"/>
            </a:xfrm>
            <a:prstGeom prst="rect">
              <a:avLst/>
            </a:prstGeom>
            <a:solidFill>
              <a:srgbClr val="E8EEF8"/>
            </a:solidFill>
            <a:ln>
              <a:noFill/>
            </a:ln>
          </p:spPr>
        </p:sp>
        <p:sp>
          <p:nvSpPr>
            <p:cNvPr id="24" name="node01.row.dxc-11-node01-rows-2.c3.heat-gap"/>
            <p:cNvSpPr/>
            <p:nvPr/>
          </p:nvSpPr>
          <p:spPr>
            <a:xfrm>
              <a:off x="5981700" y="2336800"/>
              <a:ext cx="1371600" cy="381000"/>
            </a:xfrm>
            <a:prstGeom prst="rect">
              <a:avLst/>
            </a:prstGeom>
            <a:solidFill>
              <a:srgbClr val="FFFFFF"/>
            </a:solidFill>
            <a:ln>
              <a:noFill/>
            </a:ln>
          </p:spPr>
        </p:sp>
        <p:sp>
          <p:nvSpPr>
            <p:cNvPr id="25" name="node01.row.dxc-11-node01-rows-2.c3.heat"/>
            <p:cNvSpPr/>
            <p:nvPr/>
          </p:nvSpPr>
          <p:spPr>
            <a:xfrm>
              <a:off x="6000750" y="2355850"/>
              <a:ext cx="1333500" cy="342900"/>
            </a:xfrm>
            <a:prstGeom prst="rect">
              <a:avLst/>
            </a:prstGeom>
            <a:solidFill>
              <a:srgbClr val="E8EEF8"/>
            </a:solidFill>
            <a:ln>
              <a:noFill/>
            </a:ln>
          </p:spPr>
        </p:sp>
        <p:sp>
          <p:nvSpPr>
            <p:cNvPr id="26" name="node01.row.dxc-11-node01-rows-2.c4.heat-gap"/>
            <p:cNvSpPr/>
            <p:nvPr/>
          </p:nvSpPr>
          <p:spPr>
            <a:xfrm>
              <a:off x="7353300" y="2336800"/>
              <a:ext cx="1371600" cy="381000"/>
            </a:xfrm>
            <a:prstGeom prst="rect">
              <a:avLst/>
            </a:prstGeom>
            <a:solidFill>
              <a:srgbClr val="FFFFFF"/>
            </a:solidFill>
            <a:ln>
              <a:noFill/>
            </a:ln>
          </p:spPr>
        </p:sp>
        <p:sp>
          <p:nvSpPr>
            <p:cNvPr id="27" name="node01.row.dxc-11-node01-rows-2.c4.heat"/>
            <p:cNvSpPr/>
            <p:nvPr/>
          </p:nvSpPr>
          <p:spPr>
            <a:xfrm>
              <a:off x="7372350" y="2355850"/>
              <a:ext cx="1333500" cy="342900"/>
            </a:xfrm>
            <a:prstGeom prst="rect">
              <a:avLst/>
            </a:prstGeom>
            <a:solidFill>
              <a:srgbClr val="E8EEF8"/>
            </a:solidFill>
            <a:ln>
              <a:noFill/>
            </a:ln>
          </p:spPr>
        </p:sp>
        <p:sp>
          <p:nvSpPr>
            <p:cNvPr id="28" name="node01.row.dxc-11-node01-rows-2.c5.heat-gap"/>
            <p:cNvSpPr/>
            <p:nvPr/>
          </p:nvSpPr>
          <p:spPr>
            <a:xfrm>
              <a:off x="8724900" y="2336800"/>
              <a:ext cx="1371600" cy="381000"/>
            </a:xfrm>
            <a:prstGeom prst="rect">
              <a:avLst/>
            </a:prstGeom>
            <a:solidFill>
              <a:srgbClr val="FFFFFF"/>
            </a:solidFill>
            <a:ln>
              <a:noFill/>
            </a:ln>
          </p:spPr>
        </p:sp>
        <p:sp>
          <p:nvSpPr>
            <p:cNvPr id="29" name="node01.row.dxc-11-node01-rows-2.c5.heat"/>
            <p:cNvSpPr/>
            <p:nvPr/>
          </p:nvSpPr>
          <p:spPr>
            <a:xfrm>
              <a:off x="8743950" y="2355850"/>
              <a:ext cx="1333500" cy="342900"/>
            </a:xfrm>
            <a:prstGeom prst="rect">
              <a:avLst/>
            </a:prstGeom>
            <a:solidFill>
              <a:srgbClr val="E8EEF8"/>
            </a:solidFill>
            <a:ln>
              <a:noFill/>
            </a:ln>
          </p:spPr>
        </p:sp>
        <p:sp>
          <p:nvSpPr>
            <p:cNvPr id="30" name="node01.row.dxc-11-node01-rows-2.c6.heat-gap"/>
            <p:cNvSpPr/>
            <p:nvPr/>
          </p:nvSpPr>
          <p:spPr>
            <a:xfrm>
              <a:off x="10096500" y="2336800"/>
              <a:ext cx="1371600" cy="381000"/>
            </a:xfrm>
            <a:prstGeom prst="rect">
              <a:avLst/>
            </a:prstGeom>
            <a:solidFill>
              <a:srgbClr val="FFFFFF"/>
            </a:solidFill>
            <a:ln>
              <a:noFill/>
            </a:ln>
          </p:spPr>
        </p:sp>
        <p:sp>
          <p:nvSpPr>
            <p:cNvPr id="31" name="node01.row.dxc-11-node01-rows-2.c6.heat"/>
            <p:cNvSpPr/>
            <p:nvPr/>
          </p:nvSpPr>
          <p:spPr>
            <a:xfrm>
              <a:off x="10115550" y="2355850"/>
              <a:ext cx="1333500" cy="342900"/>
            </a:xfrm>
            <a:prstGeom prst="rect">
              <a:avLst/>
            </a:prstGeom>
            <a:solidFill>
              <a:srgbClr val="E8EEF8"/>
            </a:solidFill>
            <a:ln>
              <a:noFill/>
            </a:ln>
          </p:spPr>
        </p:sp>
        <p:sp>
          <p:nvSpPr>
            <p:cNvPr id="32" name="node01.row.dxc-11-node01-rows-3.c1.heat-gap"/>
            <p:cNvSpPr/>
            <p:nvPr/>
          </p:nvSpPr>
          <p:spPr>
            <a:xfrm>
              <a:off x="3238500" y="2717800"/>
              <a:ext cx="1371600" cy="381000"/>
            </a:xfrm>
            <a:prstGeom prst="rect">
              <a:avLst/>
            </a:prstGeom>
            <a:solidFill>
              <a:srgbClr val="FFFFFF"/>
            </a:solidFill>
            <a:ln>
              <a:noFill/>
            </a:ln>
          </p:spPr>
        </p:sp>
        <p:sp>
          <p:nvSpPr>
            <p:cNvPr id="33" name="node01.row.dxc-11-node01-rows-3.c1.heat"/>
            <p:cNvSpPr/>
            <p:nvPr/>
          </p:nvSpPr>
          <p:spPr>
            <a:xfrm>
              <a:off x="3257550" y="2736850"/>
              <a:ext cx="1333500" cy="342900"/>
            </a:xfrm>
            <a:prstGeom prst="rect">
              <a:avLst/>
            </a:prstGeom>
            <a:solidFill>
              <a:srgbClr val="E8EEF8"/>
            </a:solidFill>
            <a:ln>
              <a:noFill/>
            </a:ln>
          </p:spPr>
        </p:sp>
        <p:sp>
          <p:nvSpPr>
            <p:cNvPr id="34" name="node01.row.dxc-11-node01-rows-3.c2.heat-gap"/>
            <p:cNvSpPr/>
            <p:nvPr/>
          </p:nvSpPr>
          <p:spPr>
            <a:xfrm>
              <a:off x="4610100" y="2717800"/>
              <a:ext cx="1371600" cy="381000"/>
            </a:xfrm>
            <a:prstGeom prst="rect">
              <a:avLst/>
            </a:prstGeom>
            <a:solidFill>
              <a:srgbClr val="FFFFFF"/>
            </a:solidFill>
            <a:ln>
              <a:noFill/>
            </a:ln>
          </p:spPr>
        </p:sp>
        <p:sp>
          <p:nvSpPr>
            <p:cNvPr id="35" name="node01.row.dxc-11-node01-rows-3.c2.heat"/>
            <p:cNvSpPr/>
            <p:nvPr/>
          </p:nvSpPr>
          <p:spPr>
            <a:xfrm>
              <a:off x="4629150" y="2736850"/>
              <a:ext cx="1333500" cy="342900"/>
            </a:xfrm>
            <a:prstGeom prst="rect">
              <a:avLst/>
            </a:prstGeom>
            <a:solidFill>
              <a:srgbClr val="7C9BFF"/>
            </a:solidFill>
            <a:ln>
              <a:noFill/>
            </a:ln>
          </p:spPr>
        </p:sp>
        <p:sp>
          <p:nvSpPr>
            <p:cNvPr id="36" name="node01.row.dxc-11-node01-rows-3.c3.heat-gap"/>
            <p:cNvSpPr/>
            <p:nvPr/>
          </p:nvSpPr>
          <p:spPr>
            <a:xfrm>
              <a:off x="5981700" y="2717800"/>
              <a:ext cx="1371600" cy="381000"/>
            </a:xfrm>
            <a:prstGeom prst="rect">
              <a:avLst/>
            </a:prstGeom>
            <a:solidFill>
              <a:srgbClr val="FFFFFF"/>
            </a:solidFill>
            <a:ln>
              <a:noFill/>
            </a:ln>
          </p:spPr>
        </p:sp>
        <p:sp>
          <p:nvSpPr>
            <p:cNvPr id="37" name="node01.row.dxc-11-node01-rows-3.c3.heat"/>
            <p:cNvSpPr/>
            <p:nvPr/>
          </p:nvSpPr>
          <p:spPr>
            <a:xfrm>
              <a:off x="6000750" y="2736850"/>
              <a:ext cx="1333500" cy="342900"/>
            </a:xfrm>
            <a:prstGeom prst="rect">
              <a:avLst/>
            </a:prstGeom>
            <a:solidFill>
              <a:srgbClr val="E8EEF8"/>
            </a:solidFill>
            <a:ln>
              <a:noFill/>
            </a:ln>
          </p:spPr>
        </p:sp>
        <p:sp>
          <p:nvSpPr>
            <p:cNvPr id="38" name="node01.row.dxc-11-node01-rows-3.c4.heat-gap"/>
            <p:cNvSpPr/>
            <p:nvPr/>
          </p:nvSpPr>
          <p:spPr>
            <a:xfrm>
              <a:off x="7353300" y="2717800"/>
              <a:ext cx="1371600" cy="381000"/>
            </a:xfrm>
            <a:prstGeom prst="rect">
              <a:avLst/>
            </a:prstGeom>
            <a:solidFill>
              <a:srgbClr val="FFFFFF"/>
            </a:solidFill>
            <a:ln>
              <a:noFill/>
            </a:ln>
          </p:spPr>
        </p:sp>
        <p:sp>
          <p:nvSpPr>
            <p:cNvPr id="39" name="node01.row.dxc-11-node01-rows-3.c4.heat"/>
            <p:cNvSpPr/>
            <p:nvPr/>
          </p:nvSpPr>
          <p:spPr>
            <a:xfrm>
              <a:off x="7372350" y="2736850"/>
              <a:ext cx="1333500" cy="342900"/>
            </a:xfrm>
            <a:prstGeom prst="rect">
              <a:avLst/>
            </a:prstGeom>
            <a:solidFill>
              <a:srgbClr val="E8EEF8"/>
            </a:solidFill>
            <a:ln>
              <a:noFill/>
            </a:ln>
          </p:spPr>
        </p:sp>
        <p:sp>
          <p:nvSpPr>
            <p:cNvPr id="40" name="node01.row.dxc-11-node01-rows-3.c5.heat-gap"/>
            <p:cNvSpPr/>
            <p:nvPr/>
          </p:nvSpPr>
          <p:spPr>
            <a:xfrm>
              <a:off x="8724900" y="2717800"/>
              <a:ext cx="1371600" cy="381000"/>
            </a:xfrm>
            <a:prstGeom prst="rect">
              <a:avLst/>
            </a:prstGeom>
            <a:solidFill>
              <a:srgbClr val="FFFFFF"/>
            </a:solidFill>
            <a:ln>
              <a:noFill/>
            </a:ln>
          </p:spPr>
        </p:sp>
        <p:sp>
          <p:nvSpPr>
            <p:cNvPr id="41" name="node01.row.dxc-11-node01-rows-3.c5.heat"/>
            <p:cNvSpPr/>
            <p:nvPr/>
          </p:nvSpPr>
          <p:spPr>
            <a:xfrm>
              <a:off x="8743950" y="2736850"/>
              <a:ext cx="1333500" cy="342900"/>
            </a:xfrm>
            <a:prstGeom prst="rect">
              <a:avLst/>
            </a:prstGeom>
            <a:solidFill>
              <a:srgbClr val="E8EEF8"/>
            </a:solidFill>
            <a:ln>
              <a:noFill/>
            </a:ln>
          </p:spPr>
        </p:sp>
        <p:sp>
          <p:nvSpPr>
            <p:cNvPr id="42" name="node01.row.dxc-11-node01-rows-3.c6.heat-gap"/>
            <p:cNvSpPr/>
            <p:nvPr/>
          </p:nvSpPr>
          <p:spPr>
            <a:xfrm>
              <a:off x="10096500" y="2717800"/>
              <a:ext cx="1371600" cy="381000"/>
            </a:xfrm>
            <a:prstGeom prst="rect">
              <a:avLst/>
            </a:prstGeom>
            <a:solidFill>
              <a:srgbClr val="FFFFFF"/>
            </a:solidFill>
            <a:ln>
              <a:noFill/>
            </a:ln>
          </p:spPr>
        </p:sp>
        <p:sp>
          <p:nvSpPr>
            <p:cNvPr id="43" name="node01.row.dxc-11-node01-rows-3.c6.heat"/>
            <p:cNvSpPr/>
            <p:nvPr/>
          </p:nvSpPr>
          <p:spPr>
            <a:xfrm>
              <a:off x="10115550" y="2736850"/>
              <a:ext cx="1333500" cy="342900"/>
            </a:xfrm>
            <a:prstGeom prst="rect">
              <a:avLst/>
            </a:prstGeom>
            <a:solidFill>
              <a:srgbClr val="B9C9F0"/>
            </a:solidFill>
            <a:ln>
              <a:noFill/>
            </a:ln>
          </p:spPr>
        </p:sp>
        <p:sp>
          <p:nvSpPr>
            <p:cNvPr id="44" name="node01.row.dxc-11-node01-rows-4.c1.heat-gap"/>
            <p:cNvSpPr/>
            <p:nvPr/>
          </p:nvSpPr>
          <p:spPr>
            <a:xfrm>
              <a:off x="3238500" y="3098800"/>
              <a:ext cx="1371600" cy="381000"/>
            </a:xfrm>
            <a:prstGeom prst="rect">
              <a:avLst/>
            </a:prstGeom>
            <a:solidFill>
              <a:srgbClr val="FFFFFF"/>
            </a:solidFill>
            <a:ln>
              <a:noFill/>
            </a:ln>
          </p:spPr>
        </p:sp>
        <p:sp>
          <p:nvSpPr>
            <p:cNvPr id="45" name="node01.row.dxc-11-node01-rows-4.c1.heat"/>
            <p:cNvSpPr/>
            <p:nvPr/>
          </p:nvSpPr>
          <p:spPr>
            <a:xfrm>
              <a:off x="3257550" y="3117850"/>
              <a:ext cx="1333500" cy="342900"/>
            </a:xfrm>
            <a:prstGeom prst="rect">
              <a:avLst/>
            </a:prstGeom>
            <a:solidFill>
              <a:srgbClr val="E8EEF8"/>
            </a:solidFill>
            <a:ln>
              <a:noFill/>
            </a:ln>
          </p:spPr>
        </p:sp>
        <p:sp>
          <p:nvSpPr>
            <p:cNvPr id="46" name="node01.row.dxc-11-node01-rows-4.c2.heat-gap"/>
            <p:cNvSpPr/>
            <p:nvPr/>
          </p:nvSpPr>
          <p:spPr>
            <a:xfrm>
              <a:off x="4610100" y="3098800"/>
              <a:ext cx="1371600" cy="381000"/>
            </a:xfrm>
            <a:prstGeom prst="rect">
              <a:avLst/>
            </a:prstGeom>
            <a:solidFill>
              <a:srgbClr val="FFFFFF"/>
            </a:solidFill>
            <a:ln>
              <a:noFill/>
            </a:ln>
          </p:spPr>
        </p:sp>
        <p:sp>
          <p:nvSpPr>
            <p:cNvPr id="47" name="node01.row.dxc-11-node01-rows-4.c2.heat"/>
            <p:cNvSpPr/>
            <p:nvPr/>
          </p:nvSpPr>
          <p:spPr>
            <a:xfrm>
              <a:off x="4629150" y="3117850"/>
              <a:ext cx="1333500" cy="342900"/>
            </a:xfrm>
            <a:prstGeom prst="rect">
              <a:avLst/>
            </a:prstGeom>
            <a:solidFill>
              <a:srgbClr val="7C9BFF"/>
            </a:solidFill>
            <a:ln>
              <a:noFill/>
            </a:ln>
          </p:spPr>
        </p:sp>
        <p:sp>
          <p:nvSpPr>
            <p:cNvPr id="48" name="node01.row.dxc-11-node01-rows-4.c3.heat-gap"/>
            <p:cNvSpPr/>
            <p:nvPr/>
          </p:nvSpPr>
          <p:spPr>
            <a:xfrm>
              <a:off x="5981700" y="3098800"/>
              <a:ext cx="1371600" cy="381000"/>
            </a:xfrm>
            <a:prstGeom prst="rect">
              <a:avLst/>
            </a:prstGeom>
            <a:solidFill>
              <a:srgbClr val="FFFFFF"/>
            </a:solidFill>
            <a:ln>
              <a:noFill/>
            </a:ln>
          </p:spPr>
        </p:sp>
        <p:sp>
          <p:nvSpPr>
            <p:cNvPr id="49" name="node01.row.dxc-11-node01-rows-4.c3.heat"/>
            <p:cNvSpPr/>
            <p:nvPr/>
          </p:nvSpPr>
          <p:spPr>
            <a:xfrm>
              <a:off x="6000750" y="3117850"/>
              <a:ext cx="1333500" cy="342900"/>
            </a:xfrm>
            <a:prstGeom prst="rect">
              <a:avLst/>
            </a:prstGeom>
            <a:solidFill>
              <a:srgbClr val="7C9BFF"/>
            </a:solidFill>
            <a:ln>
              <a:noFill/>
            </a:ln>
          </p:spPr>
        </p:sp>
        <p:sp>
          <p:nvSpPr>
            <p:cNvPr id="50" name="node01.row.dxc-11-node01-rows-4.c4.heat-gap"/>
            <p:cNvSpPr/>
            <p:nvPr/>
          </p:nvSpPr>
          <p:spPr>
            <a:xfrm>
              <a:off x="7353300" y="3098800"/>
              <a:ext cx="1371600" cy="381000"/>
            </a:xfrm>
            <a:prstGeom prst="rect">
              <a:avLst/>
            </a:prstGeom>
            <a:solidFill>
              <a:srgbClr val="FFFFFF"/>
            </a:solidFill>
            <a:ln>
              <a:noFill/>
            </a:ln>
          </p:spPr>
        </p:sp>
        <p:sp>
          <p:nvSpPr>
            <p:cNvPr id="51" name="node01.row.dxc-11-node01-rows-4.c4.heat"/>
            <p:cNvSpPr/>
            <p:nvPr/>
          </p:nvSpPr>
          <p:spPr>
            <a:xfrm>
              <a:off x="7372350" y="3117850"/>
              <a:ext cx="1333500" cy="342900"/>
            </a:xfrm>
            <a:prstGeom prst="rect">
              <a:avLst/>
            </a:prstGeom>
            <a:solidFill>
              <a:srgbClr val="E8EEF8"/>
            </a:solidFill>
            <a:ln>
              <a:noFill/>
            </a:ln>
          </p:spPr>
        </p:sp>
        <p:sp>
          <p:nvSpPr>
            <p:cNvPr id="52" name="node01.row.dxc-11-node01-rows-4.c5.heat-gap"/>
            <p:cNvSpPr/>
            <p:nvPr/>
          </p:nvSpPr>
          <p:spPr>
            <a:xfrm>
              <a:off x="8724900" y="3098800"/>
              <a:ext cx="1371600" cy="381000"/>
            </a:xfrm>
            <a:prstGeom prst="rect">
              <a:avLst/>
            </a:prstGeom>
            <a:solidFill>
              <a:srgbClr val="FFFFFF"/>
            </a:solidFill>
            <a:ln>
              <a:noFill/>
            </a:ln>
          </p:spPr>
        </p:sp>
        <p:sp>
          <p:nvSpPr>
            <p:cNvPr id="53" name="node01.row.dxc-11-node01-rows-4.c5.heat"/>
            <p:cNvSpPr/>
            <p:nvPr/>
          </p:nvSpPr>
          <p:spPr>
            <a:xfrm>
              <a:off x="8743950" y="3117850"/>
              <a:ext cx="1333500" cy="342900"/>
            </a:xfrm>
            <a:prstGeom prst="rect">
              <a:avLst/>
            </a:prstGeom>
            <a:solidFill>
              <a:srgbClr val="E8EEF8"/>
            </a:solidFill>
            <a:ln>
              <a:noFill/>
            </a:ln>
          </p:spPr>
        </p:sp>
        <p:sp>
          <p:nvSpPr>
            <p:cNvPr id="54" name="node01.row.dxc-11-node01-rows-4.c6.heat-gap"/>
            <p:cNvSpPr/>
            <p:nvPr/>
          </p:nvSpPr>
          <p:spPr>
            <a:xfrm>
              <a:off x="10096500" y="3098800"/>
              <a:ext cx="1371600" cy="381000"/>
            </a:xfrm>
            <a:prstGeom prst="rect">
              <a:avLst/>
            </a:prstGeom>
            <a:solidFill>
              <a:srgbClr val="FFFFFF"/>
            </a:solidFill>
            <a:ln>
              <a:noFill/>
            </a:ln>
          </p:spPr>
        </p:sp>
        <p:sp>
          <p:nvSpPr>
            <p:cNvPr id="55" name="node01.row.dxc-11-node01-rows-4.c6.heat"/>
            <p:cNvSpPr/>
            <p:nvPr/>
          </p:nvSpPr>
          <p:spPr>
            <a:xfrm>
              <a:off x="10115550" y="3117850"/>
              <a:ext cx="1333500" cy="342900"/>
            </a:xfrm>
            <a:prstGeom prst="rect">
              <a:avLst/>
            </a:prstGeom>
            <a:solidFill>
              <a:srgbClr val="B9C9F0"/>
            </a:solidFill>
            <a:ln>
              <a:noFill/>
            </a:ln>
          </p:spPr>
        </p:sp>
        <p:sp>
          <p:nvSpPr>
            <p:cNvPr id="56" name="node01.row.dxc-11-node01-rows-5.c1.heat-gap"/>
            <p:cNvSpPr/>
            <p:nvPr/>
          </p:nvSpPr>
          <p:spPr>
            <a:xfrm>
              <a:off x="3238500" y="3479800"/>
              <a:ext cx="1371600" cy="381000"/>
            </a:xfrm>
            <a:prstGeom prst="rect">
              <a:avLst/>
            </a:prstGeom>
            <a:solidFill>
              <a:srgbClr val="FFFFFF"/>
            </a:solidFill>
            <a:ln>
              <a:noFill/>
            </a:ln>
          </p:spPr>
        </p:sp>
        <p:sp>
          <p:nvSpPr>
            <p:cNvPr id="57" name="node01.row.dxc-11-node01-rows-5.c1.heat"/>
            <p:cNvSpPr/>
            <p:nvPr/>
          </p:nvSpPr>
          <p:spPr>
            <a:xfrm>
              <a:off x="3257550" y="3498850"/>
              <a:ext cx="1333500" cy="342900"/>
            </a:xfrm>
            <a:prstGeom prst="rect">
              <a:avLst/>
            </a:prstGeom>
            <a:solidFill>
              <a:srgbClr val="E8EEF8"/>
            </a:solidFill>
            <a:ln>
              <a:noFill/>
            </a:ln>
          </p:spPr>
        </p:sp>
        <p:sp>
          <p:nvSpPr>
            <p:cNvPr id="58" name="node01.row.dxc-11-node01-rows-5.c2.heat-gap"/>
            <p:cNvSpPr/>
            <p:nvPr/>
          </p:nvSpPr>
          <p:spPr>
            <a:xfrm>
              <a:off x="4610100" y="3479800"/>
              <a:ext cx="1371600" cy="381000"/>
            </a:xfrm>
            <a:prstGeom prst="rect">
              <a:avLst/>
            </a:prstGeom>
            <a:solidFill>
              <a:srgbClr val="FFFFFF"/>
            </a:solidFill>
            <a:ln>
              <a:noFill/>
            </a:ln>
          </p:spPr>
        </p:sp>
        <p:sp>
          <p:nvSpPr>
            <p:cNvPr id="59" name="node01.row.dxc-11-node01-rows-5.c2.heat"/>
            <p:cNvSpPr/>
            <p:nvPr/>
          </p:nvSpPr>
          <p:spPr>
            <a:xfrm>
              <a:off x="4629150" y="3498850"/>
              <a:ext cx="1333500" cy="342900"/>
            </a:xfrm>
            <a:prstGeom prst="rect">
              <a:avLst/>
            </a:prstGeom>
            <a:solidFill>
              <a:srgbClr val="E8EEF8"/>
            </a:solidFill>
            <a:ln>
              <a:noFill/>
            </a:ln>
          </p:spPr>
        </p:sp>
        <p:sp>
          <p:nvSpPr>
            <p:cNvPr id="60" name="node01.row.dxc-11-node01-rows-5.c3.heat-gap"/>
            <p:cNvSpPr/>
            <p:nvPr/>
          </p:nvSpPr>
          <p:spPr>
            <a:xfrm>
              <a:off x="5981700" y="3479800"/>
              <a:ext cx="1371600" cy="381000"/>
            </a:xfrm>
            <a:prstGeom prst="rect">
              <a:avLst/>
            </a:prstGeom>
            <a:solidFill>
              <a:srgbClr val="FFFFFF"/>
            </a:solidFill>
            <a:ln>
              <a:noFill/>
            </a:ln>
          </p:spPr>
        </p:sp>
        <p:sp>
          <p:nvSpPr>
            <p:cNvPr id="61" name="node01.row.dxc-11-node01-rows-5.c3.heat"/>
            <p:cNvSpPr/>
            <p:nvPr/>
          </p:nvSpPr>
          <p:spPr>
            <a:xfrm>
              <a:off x="6000750" y="3498850"/>
              <a:ext cx="1333500" cy="342900"/>
            </a:xfrm>
            <a:prstGeom prst="rect">
              <a:avLst/>
            </a:prstGeom>
            <a:solidFill>
              <a:srgbClr val="0047FF"/>
            </a:solidFill>
            <a:ln>
              <a:noFill/>
            </a:ln>
          </p:spPr>
        </p:sp>
        <p:sp>
          <p:nvSpPr>
            <p:cNvPr id="62" name="node01.row.dxc-11-node01-rows-5.c4.heat-gap"/>
            <p:cNvSpPr/>
            <p:nvPr/>
          </p:nvSpPr>
          <p:spPr>
            <a:xfrm>
              <a:off x="7353300" y="3479800"/>
              <a:ext cx="1371600" cy="381000"/>
            </a:xfrm>
            <a:prstGeom prst="rect">
              <a:avLst/>
            </a:prstGeom>
            <a:solidFill>
              <a:srgbClr val="FFFFFF"/>
            </a:solidFill>
            <a:ln>
              <a:noFill/>
            </a:ln>
          </p:spPr>
        </p:sp>
        <p:sp>
          <p:nvSpPr>
            <p:cNvPr id="63" name="node01.row.dxc-11-node01-rows-5.c4.heat"/>
            <p:cNvSpPr/>
            <p:nvPr/>
          </p:nvSpPr>
          <p:spPr>
            <a:xfrm>
              <a:off x="7372350" y="3498850"/>
              <a:ext cx="1333500" cy="342900"/>
            </a:xfrm>
            <a:prstGeom prst="rect">
              <a:avLst/>
            </a:prstGeom>
            <a:solidFill>
              <a:srgbClr val="E8EEF8"/>
            </a:solidFill>
            <a:ln>
              <a:noFill/>
            </a:ln>
          </p:spPr>
        </p:sp>
        <p:sp>
          <p:nvSpPr>
            <p:cNvPr id="64" name="node01.row.dxc-11-node01-rows-5.c5.heat-gap"/>
            <p:cNvSpPr/>
            <p:nvPr/>
          </p:nvSpPr>
          <p:spPr>
            <a:xfrm>
              <a:off x="8724900" y="3479800"/>
              <a:ext cx="1371600" cy="381000"/>
            </a:xfrm>
            <a:prstGeom prst="rect">
              <a:avLst/>
            </a:prstGeom>
            <a:solidFill>
              <a:srgbClr val="FFFFFF"/>
            </a:solidFill>
            <a:ln>
              <a:noFill/>
            </a:ln>
          </p:spPr>
        </p:sp>
        <p:sp>
          <p:nvSpPr>
            <p:cNvPr id="65" name="node01.row.dxc-11-node01-rows-5.c5.heat"/>
            <p:cNvSpPr/>
            <p:nvPr/>
          </p:nvSpPr>
          <p:spPr>
            <a:xfrm>
              <a:off x="8743950" y="3498850"/>
              <a:ext cx="1333500" cy="342900"/>
            </a:xfrm>
            <a:prstGeom prst="rect">
              <a:avLst/>
            </a:prstGeom>
            <a:solidFill>
              <a:srgbClr val="E8EEF8"/>
            </a:solidFill>
            <a:ln>
              <a:noFill/>
            </a:ln>
          </p:spPr>
        </p:sp>
        <p:sp>
          <p:nvSpPr>
            <p:cNvPr id="66" name="node01.row.dxc-11-node01-rows-5.c6.heat-gap"/>
            <p:cNvSpPr/>
            <p:nvPr/>
          </p:nvSpPr>
          <p:spPr>
            <a:xfrm>
              <a:off x="10096500" y="3479800"/>
              <a:ext cx="1371600" cy="381000"/>
            </a:xfrm>
            <a:prstGeom prst="rect">
              <a:avLst/>
            </a:prstGeom>
            <a:solidFill>
              <a:srgbClr val="FFFFFF"/>
            </a:solidFill>
            <a:ln>
              <a:noFill/>
            </a:ln>
          </p:spPr>
        </p:sp>
        <p:sp>
          <p:nvSpPr>
            <p:cNvPr id="67" name="node01.row.dxc-11-node01-rows-5.c6.heat"/>
            <p:cNvSpPr/>
            <p:nvPr/>
          </p:nvSpPr>
          <p:spPr>
            <a:xfrm>
              <a:off x="10115550" y="3498850"/>
              <a:ext cx="1333500" cy="342900"/>
            </a:xfrm>
            <a:prstGeom prst="rect">
              <a:avLst/>
            </a:prstGeom>
            <a:solidFill>
              <a:srgbClr val="E8EEF8"/>
            </a:solidFill>
            <a:ln>
              <a:noFill/>
            </a:ln>
          </p:spPr>
        </p:sp>
        <p:sp>
          <p:nvSpPr>
            <p:cNvPr id="68" name="node01.row.dxc-11-node01-rows-6.c1.heat-gap"/>
            <p:cNvSpPr/>
            <p:nvPr/>
          </p:nvSpPr>
          <p:spPr>
            <a:xfrm>
              <a:off x="3238500" y="3860800"/>
              <a:ext cx="1371600" cy="381000"/>
            </a:xfrm>
            <a:prstGeom prst="rect">
              <a:avLst/>
            </a:prstGeom>
            <a:solidFill>
              <a:srgbClr val="FFFFFF"/>
            </a:solidFill>
            <a:ln>
              <a:noFill/>
            </a:ln>
          </p:spPr>
        </p:sp>
        <p:sp>
          <p:nvSpPr>
            <p:cNvPr id="69" name="node01.row.dxc-11-node01-rows-6.c1.heat"/>
            <p:cNvSpPr/>
            <p:nvPr/>
          </p:nvSpPr>
          <p:spPr>
            <a:xfrm>
              <a:off x="3257550" y="3879850"/>
              <a:ext cx="1333500" cy="342900"/>
            </a:xfrm>
            <a:prstGeom prst="rect">
              <a:avLst/>
            </a:prstGeom>
            <a:solidFill>
              <a:srgbClr val="E8EEF8"/>
            </a:solidFill>
            <a:ln>
              <a:noFill/>
            </a:ln>
          </p:spPr>
        </p:sp>
        <p:sp>
          <p:nvSpPr>
            <p:cNvPr id="70" name="node01.row.dxc-11-node01-rows-6.c2.heat-gap"/>
            <p:cNvSpPr/>
            <p:nvPr/>
          </p:nvSpPr>
          <p:spPr>
            <a:xfrm>
              <a:off x="4610100" y="3860800"/>
              <a:ext cx="1371600" cy="381000"/>
            </a:xfrm>
            <a:prstGeom prst="rect">
              <a:avLst/>
            </a:prstGeom>
            <a:solidFill>
              <a:srgbClr val="FFFFFF"/>
            </a:solidFill>
            <a:ln>
              <a:noFill/>
            </a:ln>
          </p:spPr>
        </p:sp>
        <p:sp>
          <p:nvSpPr>
            <p:cNvPr id="71" name="node01.row.dxc-11-node01-rows-6.c2.heat"/>
            <p:cNvSpPr/>
            <p:nvPr/>
          </p:nvSpPr>
          <p:spPr>
            <a:xfrm>
              <a:off x="4629150" y="3879850"/>
              <a:ext cx="1333500" cy="342900"/>
            </a:xfrm>
            <a:prstGeom prst="rect">
              <a:avLst/>
            </a:prstGeom>
            <a:solidFill>
              <a:srgbClr val="E8EEF8"/>
            </a:solidFill>
            <a:ln>
              <a:noFill/>
            </a:ln>
          </p:spPr>
        </p:sp>
        <p:sp>
          <p:nvSpPr>
            <p:cNvPr id="72" name="node01.row.dxc-11-node01-rows-6.c3.heat-gap"/>
            <p:cNvSpPr/>
            <p:nvPr/>
          </p:nvSpPr>
          <p:spPr>
            <a:xfrm>
              <a:off x="5981700" y="3860800"/>
              <a:ext cx="1371600" cy="381000"/>
            </a:xfrm>
            <a:prstGeom prst="rect">
              <a:avLst/>
            </a:prstGeom>
            <a:solidFill>
              <a:srgbClr val="FFFFFF"/>
            </a:solidFill>
            <a:ln>
              <a:noFill/>
            </a:ln>
          </p:spPr>
        </p:sp>
        <p:sp>
          <p:nvSpPr>
            <p:cNvPr id="73" name="node01.row.dxc-11-node01-rows-6.c3.heat"/>
            <p:cNvSpPr/>
            <p:nvPr/>
          </p:nvSpPr>
          <p:spPr>
            <a:xfrm>
              <a:off x="6000750" y="3879850"/>
              <a:ext cx="1333500" cy="342900"/>
            </a:xfrm>
            <a:prstGeom prst="rect">
              <a:avLst/>
            </a:prstGeom>
            <a:solidFill>
              <a:srgbClr val="E8EEF8"/>
            </a:solidFill>
            <a:ln>
              <a:noFill/>
            </a:ln>
          </p:spPr>
        </p:sp>
        <p:sp>
          <p:nvSpPr>
            <p:cNvPr id="74" name="node01.row.dxc-11-node01-rows-6.c4.heat-gap"/>
            <p:cNvSpPr/>
            <p:nvPr/>
          </p:nvSpPr>
          <p:spPr>
            <a:xfrm>
              <a:off x="7353300" y="3860800"/>
              <a:ext cx="1371600" cy="381000"/>
            </a:xfrm>
            <a:prstGeom prst="rect">
              <a:avLst/>
            </a:prstGeom>
            <a:solidFill>
              <a:srgbClr val="FFFFFF"/>
            </a:solidFill>
            <a:ln>
              <a:noFill/>
            </a:ln>
          </p:spPr>
        </p:sp>
        <p:sp>
          <p:nvSpPr>
            <p:cNvPr id="75" name="node01.row.dxc-11-node01-rows-6.c4.heat"/>
            <p:cNvSpPr/>
            <p:nvPr/>
          </p:nvSpPr>
          <p:spPr>
            <a:xfrm>
              <a:off x="7372350" y="3879850"/>
              <a:ext cx="1333500" cy="342900"/>
            </a:xfrm>
            <a:prstGeom prst="rect">
              <a:avLst/>
            </a:prstGeom>
            <a:solidFill>
              <a:srgbClr val="B9C9F0"/>
            </a:solidFill>
            <a:ln>
              <a:noFill/>
            </a:ln>
          </p:spPr>
        </p:sp>
        <p:sp>
          <p:nvSpPr>
            <p:cNvPr id="76" name="node01.row.dxc-11-node01-rows-6.c5.heat-gap"/>
            <p:cNvSpPr/>
            <p:nvPr/>
          </p:nvSpPr>
          <p:spPr>
            <a:xfrm>
              <a:off x="8724900" y="3860800"/>
              <a:ext cx="1371600" cy="381000"/>
            </a:xfrm>
            <a:prstGeom prst="rect">
              <a:avLst/>
            </a:prstGeom>
            <a:solidFill>
              <a:srgbClr val="FFFFFF"/>
            </a:solidFill>
            <a:ln>
              <a:noFill/>
            </a:ln>
          </p:spPr>
        </p:sp>
        <p:sp>
          <p:nvSpPr>
            <p:cNvPr id="77" name="node01.row.dxc-11-node01-rows-6.c5.heat"/>
            <p:cNvSpPr/>
            <p:nvPr/>
          </p:nvSpPr>
          <p:spPr>
            <a:xfrm>
              <a:off x="8743950" y="3879850"/>
              <a:ext cx="1333500" cy="342900"/>
            </a:xfrm>
            <a:prstGeom prst="rect">
              <a:avLst/>
            </a:prstGeom>
            <a:solidFill>
              <a:srgbClr val="E8EEF8"/>
            </a:solidFill>
            <a:ln>
              <a:noFill/>
            </a:ln>
          </p:spPr>
        </p:sp>
        <p:sp>
          <p:nvSpPr>
            <p:cNvPr id="78" name="node01.row.dxc-11-node01-rows-6.c6.heat-gap"/>
            <p:cNvSpPr/>
            <p:nvPr/>
          </p:nvSpPr>
          <p:spPr>
            <a:xfrm>
              <a:off x="10096500" y="3860800"/>
              <a:ext cx="1371600" cy="381000"/>
            </a:xfrm>
            <a:prstGeom prst="rect">
              <a:avLst/>
            </a:prstGeom>
            <a:solidFill>
              <a:srgbClr val="FFFFFF"/>
            </a:solidFill>
            <a:ln>
              <a:noFill/>
            </a:ln>
          </p:spPr>
        </p:sp>
        <p:sp>
          <p:nvSpPr>
            <p:cNvPr id="79" name="node01.row.dxc-11-node01-rows-6.c6.heat"/>
            <p:cNvSpPr/>
            <p:nvPr/>
          </p:nvSpPr>
          <p:spPr>
            <a:xfrm>
              <a:off x="10115550" y="3879850"/>
              <a:ext cx="1333500" cy="342900"/>
            </a:xfrm>
            <a:prstGeom prst="rect">
              <a:avLst/>
            </a:prstGeom>
            <a:solidFill>
              <a:srgbClr val="E8EEF8"/>
            </a:solidFill>
            <a:ln>
              <a:noFill/>
            </a:ln>
          </p:spPr>
        </p:sp>
        <p:sp>
          <p:nvSpPr>
            <p:cNvPr id="80" name="node01.row.dxc-11-node01-rows-7.c1.heat-gap"/>
            <p:cNvSpPr/>
            <p:nvPr/>
          </p:nvSpPr>
          <p:spPr>
            <a:xfrm>
              <a:off x="3238500" y="4241800"/>
              <a:ext cx="1371600" cy="381000"/>
            </a:xfrm>
            <a:prstGeom prst="rect">
              <a:avLst/>
            </a:prstGeom>
            <a:solidFill>
              <a:srgbClr val="FFFFFF"/>
            </a:solidFill>
            <a:ln>
              <a:noFill/>
            </a:ln>
          </p:spPr>
        </p:sp>
        <p:sp>
          <p:nvSpPr>
            <p:cNvPr id="81" name="node01.row.dxc-11-node01-rows-7.c1.heat"/>
            <p:cNvSpPr/>
            <p:nvPr/>
          </p:nvSpPr>
          <p:spPr>
            <a:xfrm>
              <a:off x="3257550" y="4260850"/>
              <a:ext cx="1333500" cy="342900"/>
            </a:xfrm>
            <a:prstGeom prst="rect">
              <a:avLst/>
            </a:prstGeom>
            <a:solidFill>
              <a:srgbClr val="E8EEF8"/>
            </a:solidFill>
            <a:ln>
              <a:noFill/>
            </a:ln>
          </p:spPr>
        </p:sp>
        <p:sp>
          <p:nvSpPr>
            <p:cNvPr id="82" name="node01.row.dxc-11-node01-rows-7.c2.heat-gap"/>
            <p:cNvSpPr/>
            <p:nvPr/>
          </p:nvSpPr>
          <p:spPr>
            <a:xfrm>
              <a:off x="4610100" y="4241800"/>
              <a:ext cx="1371600" cy="381000"/>
            </a:xfrm>
            <a:prstGeom prst="rect">
              <a:avLst/>
            </a:prstGeom>
            <a:solidFill>
              <a:srgbClr val="FFFFFF"/>
            </a:solidFill>
            <a:ln>
              <a:noFill/>
            </a:ln>
          </p:spPr>
        </p:sp>
        <p:sp>
          <p:nvSpPr>
            <p:cNvPr id="83" name="node01.row.dxc-11-node01-rows-7.c2.heat"/>
            <p:cNvSpPr/>
            <p:nvPr/>
          </p:nvSpPr>
          <p:spPr>
            <a:xfrm>
              <a:off x="4629150" y="4260850"/>
              <a:ext cx="1333500" cy="342900"/>
            </a:xfrm>
            <a:prstGeom prst="rect">
              <a:avLst/>
            </a:prstGeom>
            <a:solidFill>
              <a:srgbClr val="E8EEF8"/>
            </a:solidFill>
            <a:ln>
              <a:noFill/>
            </a:ln>
          </p:spPr>
        </p:sp>
        <p:sp>
          <p:nvSpPr>
            <p:cNvPr id="84" name="node01.row.dxc-11-node01-rows-7.c3.heat-gap"/>
            <p:cNvSpPr/>
            <p:nvPr/>
          </p:nvSpPr>
          <p:spPr>
            <a:xfrm>
              <a:off x="5981700" y="4241800"/>
              <a:ext cx="1371600" cy="381000"/>
            </a:xfrm>
            <a:prstGeom prst="rect">
              <a:avLst/>
            </a:prstGeom>
            <a:solidFill>
              <a:srgbClr val="FFFFFF"/>
            </a:solidFill>
            <a:ln>
              <a:noFill/>
            </a:ln>
          </p:spPr>
        </p:sp>
        <p:sp>
          <p:nvSpPr>
            <p:cNvPr id="85" name="node01.row.dxc-11-node01-rows-7.c3.heat"/>
            <p:cNvSpPr/>
            <p:nvPr/>
          </p:nvSpPr>
          <p:spPr>
            <a:xfrm>
              <a:off x="6000750" y="4260850"/>
              <a:ext cx="1333500" cy="342900"/>
            </a:xfrm>
            <a:prstGeom prst="rect">
              <a:avLst/>
            </a:prstGeom>
            <a:solidFill>
              <a:srgbClr val="E8EEF8"/>
            </a:solidFill>
            <a:ln>
              <a:noFill/>
            </a:ln>
          </p:spPr>
        </p:sp>
        <p:sp>
          <p:nvSpPr>
            <p:cNvPr id="86" name="node01.row.dxc-11-node01-rows-7.c4.heat-gap"/>
            <p:cNvSpPr/>
            <p:nvPr/>
          </p:nvSpPr>
          <p:spPr>
            <a:xfrm>
              <a:off x="7353300" y="4241800"/>
              <a:ext cx="1371600" cy="381000"/>
            </a:xfrm>
            <a:prstGeom prst="rect">
              <a:avLst/>
            </a:prstGeom>
            <a:solidFill>
              <a:srgbClr val="FFFFFF"/>
            </a:solidFill>
            <a:ln>
              <a:noFill/>
            </a:ln>
          </p:spPr>
        </p:sp>
        <p:sp>
          <p:nvSpPr>
            <p:cNvPr id="87" name="node01.row.dxc-11-node01-rows-7.c4.heat"/>
            <p:cNvSpPr/>
            <p:nvPr/>
          </p:nvSpPr>
          <p:spPr>
            <a:xfrm>
              <a:off x="7372350" y="4260850"/>
              <a:ext cx="1333500" cy="342900"/>
            </a:xfrm>
            <a:prstGeom prst="rect">
              <a:avLst/>
            </a:prstGeom>
            <a:solidFill>
              <a:srgbClr val="7C9BFF"/>
            </a:solidFill>
            <a:ln>
              <a:noFill/>
            </a:ln>
          </p:spPr>
        </p:sp>
        <p:sp>
          <p:nvSpPr>
            <p:cNvPr id="88" name="node01.row.dxc-11-node01-rows-7.c5.heat-gap"/>
            <p:cNvSpPr/>
            <p:nvPr/>
          </p:nvSpPr>
          <p:spPr>
            <a:xfrm>
              <a:off x="8724900" y="4241800"/>
              <a:ext cx="1371600" cy="381000"/>
            </a:xfrm>
            <a:prstGeom prst="rect">
              <a:avLst/>
            </a:prstGeom>
            <a:solidFill>
              <a:srgbClr val="FFFFFF"/>
            </a:solidFill>
            <a:ln>
              <a:noFill/>
            </a:ln>
          </p:spPr>
        </p:sp>
        <p:sp>
          <p:nvSpPr>
            <p:cNvPr id="89" name="node01.row.dxc-11-node01-rows-7.c5.heat"/>
            <p:cNvSpPr/>
            <p:nvPr/>
          </p:nvSpPr>
          <p:spPr>
            <a:xfrm>
              <a:off x="8743950" y="4260850"/>
              <a:ext cx="1333500" cy="342900"/>
            </a:xfrm>
            <a:prstGeom prst="rect">
              <a:avLst/>
            </a:prstGeom>
            <a:solidFill>
              <a:srgbClr val="7C9BFF"/>
            </a:solidFill>
            <a:ln>
              <a:noFill/>
            </a:ln>
          </p:spPr>
        </p:sp>
        <p:sp>
          <p:nvSpPr>
            <p:cNvPr id="90" name="node01.row.dxc-11-node01-rows-7.c6.heat-gap"/>
            <p:cNvSpPr/>
            <p:nvPr/>
          </p:nvSpPr>
          <p:spPr>
            <a:xfrm>
              <a:off x="10096500" y="4241800"/>
              <a:ext cx="1371600" cy="381000"/>
            </a:xfrm>
            <a:prstGeom prst="rect">
              <a:avLst/>
            </a:prstGeom>
            <a:solidFill>
              <a:srgbClr val="FFFFFF"/>
            </a:solidFill>
            <a:ln>
              <a:noFill/>
            </a:ln>
          </p:spPr>
        </p:sp>
        <p:sp>
          <p:nvSpPr>
            <p:cNvPr id="91" name="node01.row.dxc-11-node01-rows-7.c6.heat"/>
            <p:cNvSpPr/>
            <p:nvPr/>
          </p:nvSpPr>
          <p:spPr>
            <a:xfrm>
              <a:off x="10115550" y="4260850"/>
              <a:ext cx="1333500" cy="342900"/>
            </a:xfrm>
            <a:prstGeom prst="rect">
              <a:avLst/>
            </a:prstGeom>
            <a:solidFill>
              <a:srgbClr val="B9C9F0"/>
            </a:solidFill>
            <a:ln>
              <a:noFill/>
            </a:ln>
          </p:spPr>
        </p:sp>
        <p:sp>
          <p:nvSpPr>
            <p:cNvPr id="92" name="node01.row.dxc-11-node01-rows-8.c1.heat-gap"/>
            <p:cNvSpPr/>
            <p:nvPr/>
          </p:nvSpPr>
          <p:spPr>
            <a:xfrm>
              <a:off x="3238500" y="4622800"/>
              <a:ext cx="1371600" cy="381000"/>
            </a:xfrm>
            <a:prstGeom prst="rect">
              <a:avLst/>
            </a:prstGeom>
            <a:solidFill>
              <a:srgbClr val="FFFFFF"/>
            </a:solidFill>
            <a:ln>
              <a:noFill/>
            </a:ln>
          </p:spPr>
        </p:sp>
        <p:sp>
          <p:nvSpPr>
            <p:cNvPr id="93" name="node01.row.dxc-11-node01-rows-8.c1.heat"/>
            <p:cNvSpPr/>
            <p:nvPr/>
          </p:nvSpPr>
          <p:spPr>
            <a:xfrm>
              <a:off x="3257550" y="4641850"/>
              <a:ext cx="1333500" cy="342900"/>
            </a:xfrm>
            <a:prstGeom prst="rect">
              <a:avLst/>
            </a:prstGeom>
            <a:solidFill>
              <a:srgbClr val="E8EEF8"/>
            </a:solidFill>
            <a:ln>
              <a:noFill/>
            </a:ln>
          </p:spPr>
        </p:sp>
        <p:sp>
          <p:nvSpPr>
            <p:cNvPr id="94" name="node01.row.dxc-11-node01-rows-8.c2.heat-gap"/>
            <p:cNvSpPr/>
            <p:nvPr/>
          </p:nvSpPr>
          <p:spPr>
            <a:xfrm>
              <a:off x="4610100" y="4622800"/>
              <a:ext cx="1371600" cy="381000"/>
            </a:xfrm>
            <a:prstGeom prst="rect">
              <a:avLst/>
            </a:prstGeom>
            <a:solidFill>
              <a:srgbClr val="FFFFFF"/>
            </a:solidFill>
            <a:ln>
              <a:noFill/>
            </a:ln>
          </p:spPr>
        </p:sp>
        <p:sp>
          <p:nvSpPr>
            <p:cNvPr id="95" name="node01.row.dxc-11-node01-rows-8.c2.heat"/>
            <p:cNvSpPr/>
            <p:nvPr/>
          </p:nvSpPr>
          <p:spPr>
            <a:xfrm>
              <a:off x="4629150" y="4641850"/>
              <a:ext cx="1333500" cy="342900"/>
            </a:xfrm>
            <a:prstGeom prst="rect">
              <a:avLst/>
            </a:prstGeom>
            <a:solidFill>
              <a:srgbClr val="E8EEF8"/>
            </a:solidFill>
            <a:ln>
              <a:noFill/>
            </a:ln>
          </p:spPr>
        </p:sp>
        <p:sp>
          <p:nvSpPr>
            <p:cNvPr id="96" name="node01.row.dxc-11-node01-rows-8.c3.heat-gap"/>
            <p:cNvSpPr/>
            <p:nvPr/>
          </p:nvSpPr>
          <p:spPr>
            <a:xfrm>
              <a:off x="5981700" y="4622800"/>
              <a:ext cx="1371600" cy="381000"/>
            </a:xfrm>
            <a:prstGeom prst="rect">
              <a:avLst/>
            </a:prstGeom>
            <a:solidFill>
              <a:srgbClr val="FFFFFF"/>
            </a:solidFill>
            <a:ln>
              <a:noFill/>
            </a:ln>
          </p:spPr>
        </p:sp>
        <p:sp>
          <p:nvSpPr>
            <p:cNvPr id="97" name="node01.row.dxc-11-node01-rows-8.c3.heat"/>
            <p:cNvSpPr/>
            <p:nvPr/>
          </p:nvSpPr>
          <p:spPr>
            <a:xfrm>
              <a:off x="6000750" y="4641850"/>
              <a:ext cx="1333500" cy="342900"/>
            </a:xfrm>
            <a:prstGeom prst="rect">
              <a:avLst/>
            </a:prstGeom>
            <a:solidFill>
              <a:srgbClr val="E8EEF8"/>
            </a:solidFill>
            <a:ln>
              <a:noFill/>
            </a:ln>
          </p:spPr>
        </p:sp>
        <p:sp>
          <p:nvSpPr>
            <p:cNvPr id="98" name="node01.row.dxc-11-node01-rows-8.c4.heat-gap"/>
            <p:cNvSpPr/>
            <p:nvPr/>
          </p:nvSpPr>
          <p:spPr>
            <a:xfrm>
              <a:off x="7353300" y="4622800"/>
              <a:ext cx="1371600" cy="381000"/>
            </a:xfrm>
            <a:prstGeom prst="rect">
              <a:avLst/>
            </a:prstGeom>
            <a:solidFill>
              <a:srgbClr val="FFFFFF"/>
            </a:solidFill>
            <a:ln>
              <a:noFill/>
            </a:ln>
          </p:spPr>
        </p:sp>
        <p:sp>
          <p:nvSpPr>
            <p:cNvPr id="99" name="node01.row.dxc-11-node01-rows-8.c4.heat"/>
            <p:cNvSpPr/>
            <p:nvPr/>
          </p:nvSpPr>
          <p:spPr>
            <a:xfrm>
              <a:off x="7372350" y="4641850"/>
              <a:ext cx="1333500" cy="342900"/>
            </a:xfrm>
            <a:prstGeom prst="rect">
              <a:avLst/>
            </a:prstGeom>
            <a:solidFill>
              <a:srgbClr val="E8EEF8"/>
            </a:solidFill>
            <a:ln>
              <a:noFill/>
            </a:ln>
          </p:spPr>
        </p:sp>
        <p:sp>
          <p:nvSpPr>
            <p:cNvPr id="100" name="node01.row.dxc-11-node01-rows-8.c5.heat-gap"/>
            <p:cNvSpPr/>
            <p:nvPr/>
          </p:nvSpPr>
          <p:spPr>
            <a:xfrm>
              <a:off x="8724900" y="4622800"/>
              <a:ext cx="1371600" cy="381000"/>
            </a:xfrm>
            <a:prstGeom prst="rect">
              <a:avLst/>
            </a:prstGeom>
            <a:solidFill>
              <a:srgbClr val="FFFFFF"/>
            </a:solidFill>
            <a:ln>
              <a:noFill/>
            </a:ln>
          </p:spPr>
        </p:sp>
        <p:sp>
          <p:nvSpPr>
            <p:cNvPr id="101" name="node01.row.dxc-11-node01-rows-8.c5.heat"/>
            <p:cNvSpPr/>
            <p:nvPr/>
          </p:nvSpPr>
          <p:spPr>
            <a:xfrm>
              <a:off x="8743950" y="4641850"/>
              <a:ext cx="1333500" cy="342900"/>
            </a:xfrm>
            <a:prstGeom prst="rect">
              <a:avLst/>
            </a:prstGeom>
            <a:solidFill>
              <a:srgbClr val="7C9BFF"/>
            </a:solidFill>
            <a:ln>
              <a:noFill/>
            </a:ln>
          </p:spPr>
        </p:sp>
        <p:sp>
          <p:nvSpPr>
            <p:cNvPr id="102" name="node01.row.dxc-11-node01-rows-8.c6.heat-gap"/>
            <p:cNvSpPr/>
            <p:nvPr/>
          </p:nvSpPr>
          <p:spPr>
            <a:xfrm>
              <a:off x="10096500" y="4622800"/>
              <a:ext cx="1371600" cy="381000"/>
            </a:xfrm>
            <a:prstGeom prst="rect">
              <a:avLst/>
            </a:prstGeom>
            <a:solidFill>
              <a:srgbClr val="FFFFFF"/>
            </a:solidFill>
            <a:ln>
              <a:noFill/>
            </a:ln>
          </p:spPr>
        </p:sp>
        <p:sp>
          <p:nvSpPr>
            <p:cNvPr id="103" name="node01.row.dxc-11-node01-rows-8.c6.heat"/>
            <p:cNvSpPr/>
            <p:nvPr/>
          </p:nvSpPr>
          <p:spPr>
            <a:xfrm>
              <a:off x="10115550" y="4641850"/>
              <a:ext cx="1333500" cy="342900"/>
            </a:xfrm>
            <a:prstGeom prst="rect">
              <a:avLst/>
            </a:prstGeom>
            <a:solidFill>
              <a:srgbClr val="E8EEF8"/>
            </a:solidFill>
            <a:ln>
              <a:noFill/>
            </a:ln>
          </p:spPr>
        </p:sp>
        <p:sp>
          <p:nvSpPr>
            <p:cNvPr id="104" name="node01.row.dxc-11-node01-rows-9.c1.heat-gap"/>
            <p:cNvSpPr/>
            <p:nvPr/>
          </p:nvSpPr>
          <p:spPr>
            <a:xfrm>
              <a:off x="3238500" y="5003800"/>
              <a:ext cx="1371600" cy="381000"/>
            </a:xfrm>
            <a:prstGeom prst="rect">
              <a:avLst/>
            </a:prstGeom>
            <a:solidFill>
              <a:srgbClr val="FFFFFF"/>
            </a:solidFill>
            <a:ln>
              <a:noFill/>
            </a:ln>
          </p:spPr>
        </p:sp>
        <p:sp>
          <p:nvSpPr>
            <p:cNvPr id="105" name="node01.row.dxc-11-node01-rows-9.c1.heat"/>
            <p:cNvSpPr/>
            <p:nvPr/>
          </p:nvSpPr>
          <p:spPr>
            <a:xfrm>
              <a:off x="3257550" y="5022850"/>
              <a:ext cx="1333500" cy="342900"/>
            </a:xfrm>
            <a:prstGeom prst="rect">
              <a:avLst/>
            </a:prstGeom>
            <a:solidFill>
              <a:srgbClr val="B9C9F0"/>
            </a:solidFill>
            <a:ln>
              <a:noFill/>
            </a:ln>
          </p:spPr>
        </p:sp>
        <p:sp>
          <p:nvSpPr>
            <p:cNvPr id="106" name="node01.row.dxc-11-node01-rows-9.c2.heat-gap"/>
            <p:cNvSpPr/>
            <p:nvPr/>
          </p:nvSpPr>
          <p:spPr>
            <a:xfrm>
              <a:off x="4610100" y="5003800"/>
              <a:ext cx="1371600" cy="381000"/>
            </a:xfrm>
            <a:prstGeom prst="rect">
              <a:avLst/>
            </a:prstGeom>
            <a:solidFill>
              <a:srgbClr val="FFFFFF"/>
            </a:solidFill>
            <a:ln>
              <a:noFill/>
            </a:ln>
          </p:spPr>
        </p:sp>
        <p:sp>
          <p:nvSpPr>
            <p:cNvPr id="107" name="node01.row.dxc-11-node01-rows-9.c2.heat"/>
            <p:cNvSpPr/>
            <p:nvPr/>
          </p:nvSpPr>
          <p:spPr>
            <a:xfrm>
              <a:off x="4629150" y="5022850"/>
              <a:ext cx="1333500" cy="342900"/>
            </a:xfrm>
            <a:prstGeom prst="rect">
              <a:avLst/>
            </a:prstGeom>
            <a:solidFill>
              <a:srgbClr val="7C9BFF"/>
            </a:solidFill>
            <a:ln>
              <a:noFill/>
            </a:ln>
          </p:spPr>
        </p:sp>
        <p:sp>
          <p:nvSpPr>
            <p:cNvPr id="108" name="node01.row.dxc-11-node01-rows-9.c3.heat-gap"/>
            <p:cNvSpPr/>
            <p:nvPr/>
          </p:nvSpPr>
          <p:spPr>
            <a:xfrm>
              <a:off x="5981700" y="5003800"/>
              <a:ext cx="1371600" cy="381000"/>
            </a:xfrm>
            <a:prstGeom prst="rect">
              <a:avLst/>
            </a:prstGeom>
            <a:solidFill>
              <a:srgbClr val="FFFFFF"/>
            </a:solidFill>
            <a:ln>
              <a:noFill/>
            </a:ln>
          </p:spPr>
        </p:sp>
        <p:sp>
          <p:nvSpPr>
            <p:cNvPr id="109" name="node01.row.dxc-11-node01-rows-9.c3.heat"/>
            <p:cNvSpPr/>
            <p:nvPr/>
          </p:nvSpPr>
          <p:spPr>
            <a:xfrm>
              <a:off x="6000750" y="5022850"/>
              <a:ext cx="1333500" cy="342900"/>
            </a:xfrm>
            <a:prstGeom prst="rect">
              <a:avLst/>
            </a:prstGeom>
            <a:solidFill>
              <a:srgbClr val="070154"/>
            </a:solidFill>
            <a:ln>
              <a:noFill/>
            </a:ln>
          </p:spPr>
        </p:sp>
        <p:sp>
          <p:nvSpPr>
            <p:cNvPr id="110" name="node01.row.dxc-11-node01-rows-9.c4.heat-gap"/>
            <p:cNvSpPr/>
            <p:nvPr/>
          </p:nvSpPr>
          <p:spPr>
            <a:xfrm>
              <a:off x="7353300" y="5003800"/>
              <a:ext cx="1371600" cy="381000"/>
            </a:xfrm>
            <a:prstGeom prst="rect">
              <a:avLst/>
            </a:prstGeom>
            <a:solidFill>
              <a:srgbClr val="FFFFFF"/>
            </a:solidFill>
            <a:ln>
              <a:noFill/>
            </a:ln>
          </p:spPr>
        </p:sp>
        <p:sp>
          <p:nvSpPr>
            <p:cNvPr id="111" name="node01.row.dxc-11-node01-rows-9.c4.heat"/>
            <p:cNvSpPr/>
            <p:nvPr/>
          </p:nvSpPr>
          <p:spPr>
            <a:xfrm>
              <a:off x="7372350" y="5022850"/>
              <a:ext cx="1333500" cy="342900"/>
            </a:xfrm>
            <a:prstGeom prst="rect">
              <a:avLst/>
            </a:prstGeom>
            <a:solidFill>
              <a:srgbClr val="7C9BFF"/>
            </a:solidFill>
            <a:ln>
              <a:noFill/>
            </a:ln>
          </p:spPr>
        </p:sp>
        <p:sp>
          <p:nvSpPr>
            <p:cNvPr id="112" name="node01.row.dxc-11-node01-rows-9.c5.heat-gap"/>
            <p:cNvSpPr/>
            <p:nvPr/>
          </p:nvSpPr>
          <p:spPr>
            <a:xfrm>
              <a:off x="8724900" y="5003800"/>
              <a:ext cx="1371600" cy="381000"/>
            </a:xfrm>
            <a:prstGeom prst="rect">
              <a:avLst/>
            </a:prstGeom>
            <a:solidFill>
              <a:srgbClr val="FFFFFF"/>
            </a:solidFill>
            <a:ln>
              <a:noFill/>
            </a:ln>
          </p:spPr>
        </p:sp>
        <p:sp>
          <p:nvSpPr>
            <p:cNvPr id="113" name="node01.row.dxc-11-node01-rows-9.c5.heat"/>
            <p:cNvSpPr/>
            <p:nvPr/>
          </p:nvSpPr>
          <p:spPr>
            <a:xfrm>
              <a:off x="8743950" y="5022850"/>
              <a:ext cx="1333500" cy="342900"/>
            </a:xfrm>
            <a:prstGeom prst="rect">
              <a:avLst/>
            </a:prstGeom>
            <a:solidFill>
              <a:srgbClr val="E8EEF8"/>
            </a:solidFill>
            <a:ln>
              <a:noFill/>
            </a:ln>
          </p:spPr>
        </p:sp>
        <p:sp>
          <p:nvSpPr>
            <p:cNvPr id="114" name="node01.row.dxc-11-node01-rows-9.c6.heat-gap"/>
            <p:cNvSpPr/>
            <p:nvPr/>
          </p:nvSpPr>
          <p:spPr>
            <a:xfrm>
              <a:off x="10096500" y="5003800"/>
              <a:ext cx="1371600" cy="381000"/>
            </a:xfrm>
            <a:prstGeom prst="rect">
              <a:avLst/>
            </a:prstGeom>
            <a:solidFill>
              <a:srgbClr val="FFFFFF"/>
            </a:solidFill>
            <a:ln>
              <a:noFill/>
            </a:ln>
          </p:spPr>
        </p:sp>
        <p:sp>
          <p:nvSpPr>
            <p:cNvPr id="115" name="node01.row.dxc-11-node01-rows-9.c6.heat"/>
            <p:cNvSpPr/>
            <p:nvPr/>
          </p:nvSpPr>
          <p:spPr>
            <a:xfrm>
              <a:off x="10115550" y="5022850"/>
              <a:ext cx="1333500" cy="342900"/>
            </a:xfrm>
            <a:prstGeom prst="rect">
              <a:avLst/>
            </a:prstGeom>
            <a:solidFill>
              <a:srgbClr val="E8EEF8"/>
            </a:solidFill>
            <a:ln>
              <a:noFill/>
            </a:ln>
          </p:spPr>
        </p:sp>
        <p:graphicFrame>
          <p:nvGraphicFramePr>
            <p:cNvPr id="116"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784600"/>
          </p:xfrm>
          <a:graphic>
            <a:graphicData uri="http://schemas.openxmlformats.org/drawingml/2006/table">
              <a:tbl>
                <a:tblPr/>
                <a:tblGrid>
                  <a:gridCol w="2514600"/>
                  <a:gridCol w="1371600"/>
                  <a:gridCol w="1371600"/>
                  <a:gridCol w="1371600"/>
                  <a:gridCol w="1371600"/>
                  <a:gridCol w="1371600"/>
                  <a:gridCol w="1371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PRACTICE AREA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IDENTIFY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DEFINE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BUILD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RELEASE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GTM</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OPTIMIZE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Customer evidence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Roadmap and prioritization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Ownership and decisions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definition and design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 Engineering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Release validation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Commercial enablement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Measurement and feedback</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AI-enabled delivery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128" name="node02"/>
          <p:cNvGrpSpPr/>
          <p:nvPr/>
        </p:nvGrpSpPr>
        <p:grpSpPr>
          <a:xfrm>
            <a:off x="723900" y="5486400"/>
            <a:ext cx="7897813" cy="228600"/>
            <a:chOff x="723900" y="5486400"/>
            <a:chExt cx="7897813" cy="228600"/>
          </a:xfrm>
        </p:grpSpPr>
        <p:sp>
          <p:nvSpPr>
            <p:cNvPr id="117" name="node02.items.dxc-11-node02-items-1.swatch"/>
            <p:cNvSpPr/>
            <p:nvPr/>
          </p:nvSpPr>
          <p:spPr>
            <a:xfrm>
              <a:off x="723900" y="5537200"/>
              <a:ext cx="228600" cy="127000"/>
            </a:xfrm>
            <a:prstGeom prst="rect">
              <a:avLst/>
            </a:prstGeom>
            <a:solidFill>
              <a:srgbClr val="E8EEF8"/>
            </a:solidFill>
            <a:ln>
              <a:noFill/>
            </a:ln>
          </p:spPr>
        </p:sp>
        <p:sp>
          <p:nvSpPr>
            <p:cNvPr id="118" name="node02.items.dxc-11-node02-items-1.text"/>
            <p:cNvSpPr/>
            <p:nvPr/>
          </p:nvSpPr>
          <p:spPr>
            <a:xfrm>
              <a:off x="1016000" y="5486400"/>
              <a:ext cx="9128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0 · Not rated</a:t>
              </a:r>
              <a:endParaRPr lang="en-US" sz="1200" spc="0" kern="0" b="0" i="0" dirty="0">
                <a:solidFill>
                  <a:srgbClr val="070154"/>
                </a:solidFill>
                <a:latin typeface="IBM Plex Sans"/>
                <a:ea typeface="IBM Plex Sans"/>
                <a:cs typeface="IBM Plex Sans"/>
              </a:endParaRPr>
            </a:p>
          </p:txBody>
        </p:sp>
        <p:sp>
          <p:nvSpPr>
            <p:cNvPr id="119" name="node02.items.dxc-11-node02-items-2.swatch"/>
            <p:cNvSpPr/>
            <p:nvPr/>
          </p:nvSpPr>
          <p:spPr>
            <a:xfrm>
              <a:off x="2157413" y="5537200"/>
              <a:ext cx="228600" cy="127000"/>
            </a:xfrm>
            <a:prstGeom prst="rect">
              <a:avLst/>
            </a:prstGeom>
            <a:solidFill>
              <a:srgbClr val="B9C9F0"/>
            </a:solidFill>
            <a:ln>
              <a:noFill/>
            </a:ln>
          </p:spPr>
        </p:sp>
        <p:sp>
          <p:nvSpPr>
            <p:cNvPr id="120" name="node02.items.dxc-11-node02-items-2.text"/>
            <p:cNvSpPr/>
            <p:nvPr/>
          </p:nvSpPr>
          <p:spPr>
            <a:xfrm>
              <a:off x="2449513" y="5486400"/>
              <a:ext cx="914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 Emerging</a:t>
              </a:r>
              <a:endParaRPr lang="en-US" sz="1200" spc="0" kern="0" b="0" i="0" dirty="0">
                <a:solidFill>
                  <a:srgbClr val="070154"/>
                </a:solidFill>
                <a:latin typeface="IBM Plex Sans"/>
                <a:ea typeface="IBM Plex Sans"/>
                <a:cs typeface="IBM Plex Sans"/>
              </a:endParaRPr>
            </a:p>
          </p:txBody>
        </p:sp>
        <p:sp>
          <p:nvSpPr>
            <p:cNvPr id="121" name="node02.items.dxc-11-node02-items-3.swatch"/>
            <p:cNvSpPr/>
            <p:nvPr/>
          </p:nvSpPr>
          <p:spPr>
            <a:xfrm>
              <a:off x="3592513" y="5537200"/>
              <a:ext cx="228600" cy="127000"/>
            </a:xfrm>
            <a:prstGeom prst="rect">
              <a:avLst/>
            </a:prstGeom>
            <a:solidFill>
              <a:srgbClr val="7C9BFF"/>
            </a:solidFill>
            <a:ln>
              <a:noFill/>
            </a:ln>
          </p:spPr>
        </p:sp>
        <p:sp>
          <p:nvSpPr>
            <p:cNvPr id="122" name="node02.items.dxc-11-node02-items-3.text"/>
            <p:cNvSpPr/>
            <p:nvPr/>
          </p:nvSpPr>
          <p:spPr>
            <a:xfrm>
              <a:off x="3884613" y="5486400"/>
              <a:ext cx="103187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 Developing</a:t>
              </a:r>
              <a:endParaRPr lang="en-US" sz="1200" spc="0" kern="0" b="0" i="0" dirty="0">
                <a:solidFill>
                  <a:srgbClr val="070154"/>
                </a:solidFill>
                <a:latin typeface="IBM Plex Sans"/>
                <a:ea typeface="IBM Plex Sans"/>
                <a:cs typeface="IBM Plex Sans"/>
              </a:endParaRPr>
            </a:p>
          </p:txBody>
        </p:sp>
        <p:sp>
          <p:nvSpPr>
            <p:cNvPr id="123" name="node02.items.dxc-11-node02-items-4.swatch"/>
            <p:cNvSpPr/>
            <p:nvPr/>
          </p:nvSpPr>
          <p:spPr>
            <a:xfrm>
              <a:off x="5145088" y="5537200"/>
              <a:ext cx="228600" cy="127000"/>
            </a:xfrm>
            <a:prstGeom prst="rect">
              <a:avLst/>
            </a:prstGeom>
            <a:solidFill>
              <a:srgbClr val="0047FF"/>
            </a:solidFill>
            <a:ln>
              <a:noFill/>
            </a:ln>
          </p:spPr>
        </p:sp>
        <p:sp>
          <p:nvSpPr>
            <p:cNvPr id="124" name="node02.items.dxc-11-node02-items-4.text"/>
            <p:cNvSpPr/>
            <p:nvPr/>
          </p:nvSpPr>
          <p:spPr>
            <a:xfrm>
              <a:off x="5437188" y="5486400"/>
              <a:ext cx="13557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 Variable/pocket</a:t>
              </a:r>
              <a:endParaRPr lang="en-US" sz="1200" spc="0" kern="0" b="0" i="0" dirty="0">
                <a:solidFill>
                  <a:srgbClr val="070154"/>
                </a:solidFill>
                <a:latin typeface="IBM Plex Sans"/>
                <a:ea typeface="IBM Plex Sans"/>
                <a:cs typeface="IBM Plex Sans"/>
              </a:endParaRPr>
            </a:p>
          </p:txBody>
        </p:sp>
        <p:sp>
          <p:nvSpPr>
            <p:cNvPr id="125" name="node02.items.dxc-11-node02-items-5.swatch"/>
            <p:cNvSpPr/>
            <p:nvPr/>
          </p:nvSpPr>
          <p:spPr>
            <a:xfrm>
              <a:off x="7021513" y="5537200"/>
              <a:ext cx="228600" cy="127000"/>
            </a:xfrm>
            <a:prstGeom prst="rect">
              <a:avLst/>
            </a:prstGeom>
            <a:solidFill>
              <a:srgbClr val="070154"/>
            </a:solidFill>
            <a:ln>
              <a:noFill/>
            </a:ln>
          </p:spPr>
        </p:sp>
        <p:sp>
          <p:nvSpPr>
            <p:cNvPr id="126" name="node02.items.dxc-11-node02-items-5.text"/>
            <p:cNvSpPr/>
            <p:nvPr/>
          </p:nvSpPr>
          <p:spPr>
            <a:xfrm>
              <a:off x="7313613" y="5486400"/>
              <a:ext cx="1308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 Leading pocket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xc-01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WORKING HYPOTHESES · SESSIONS, SURVEY N=44, 2024–26 RELEASE CALENDAR</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Engineering practices: working ratings by platform</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013200"/>
            <a:chOff x="723900" y="1600200"/>
            <a:chExt cx="10744200" cy="4013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685800"/>
                  <a:gridCol w="2438400"/>
                  <a:gridCol w="1676400"/>
                  <a:gridCol w="1600200"/>
                  <a:gridCol w="2514600"/>
                  <a:gridCol w="182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ID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ENGINEERING PRACTICE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CORE (JAVA)</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RECONCILE AI</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EVIDENCE TO VALIDATE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OTHER PODS / ACTION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Technical design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owner gap; Recon TL signs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AI-assisted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Copilot Jan 2026; epic AI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Variable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automation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manual; XConnect ~100%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Variable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promotion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Rebuild hypothesis; CAB gaps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Access / test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Months waiting; read-only gap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Operability / run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2026: half unplanned; credentials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Delivery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~65 pts; no DORA baseline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08</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Knowledge sharing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dependency; onboarding gaps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dxc-01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 · THREE LINKED DELIVERABLES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deliverables, one working structure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a:t>
            </a:fld>
            <a:endParaRPr lang="en-US" sz="700" spc="0" kern="0" b="0" i="0" dirty="0">
              <a:solidFill>
                <a:srgbClr val="070154"/>
              </a:solidFill>
              <a:latin typeface="IBM Plex Mono SemiBold"/>
              <a:ea typeface="IBM Plex Mono SemiBold"/>
              <a:cs typeface="IBM Plex Mono SemiBold"/>
            </a:endParaRPr>
          </a:p>
        </p:txBody>
      </p:sp>
      <p:grpSp>
        <p:nvGrpSpPr>
          <p:cNvPr id="37" name="cards"/>
          <p:cNvGrpSpPr/>
          <p:nvPr/>
        </p:nvGrpSpPr>
        <p:grpSpPr>
          <a:xfrm>
            <a:off x="723900" y="1828800"/>
            <a:ext cx="10744200" cy="2743200"/>
            <a:chOff x="723900" y="1828800"/>
            <a:chExt cx="10744200" cy="2743200"/>
          </a:xfrm>
        </p:grpSpPr>
        <p:grpSp>
          <p:nvGrpSpPr>
            <p:cNvPr id="34" name="cards.items.practices-map"/>
            <p:cNvGrpSpPr/>
            <p:nvPr/>
          </p:nvGrpSpPr>
          <p:grpSpPr>
            <a:xfrm>
              <a:off x="723900" y="1828800"/>
              <a:ext cx="3429000" cy="2743200"/>
              <a:chOff x="723900" y="1828800"/>
              <a:chExt cx="3429000" cy="2743200"/>
            </a:xfrm>
          </p:grpSpPr>
          <p:sp>
            <p:nvSpPr>
              <p:cNvPr id="7" name="cards.items.practices-map.container"/>
              <p:cNvSpPr/>
              <p:nvPr/>
            </p:nvSpPr>
            <p:spPr>
              <a:xfrm>
                <a:off x="723900" y="1828800"/>
                <a:ext cx="3429000" cy="2743200"/>
              </a:xfrm>
              <a:prstGeom prst="rect">
                <a:avLst/>
              </a:prstGeom>
              <a:solidFill>
                <a:srgbClr val="FFFFFF"/>
              </a:solidFill>
              <a:ln>
                <a:noFill/>
              </a:ln>
            </p:spPr>
          </p:sp>
          <p:sp>
            <p:nvSpPr>
              <p:cNvPr id="8" name="cards.items.practices-map.band"/>
              <p:cNvSpPr/>
              <p:nvPr/>
            </p:nvSpPr>
            <p:spPr>
              <a:xfrm>
                <a:off x="723900" y="1828800"/>
                <a:ext cx="3429000" cy="762000"/>
              </a:xfrm>
              <a:prstGeom prst="rect">
                <a:avLst/>
              </a:prstGeom>
              <a:solidFill>
                <a:srgbClr val="070154"/>
              </a:solidFill>
              <a:ln>
                <a:noFill/>
              </a:ln>
            </p:spPr>
          </p:sp>
          <p:sp>
            <p:nvSpPr>
              <p:cNvPr id="9" name="cards.items.practices-map.outline.0"/>
              <p:cNvSpPr/>
              <p:nvPr/>
            </p:nvSpPr>
            <p:spPr>
              <a:xfrm>
                <a:off x="723900" y="1828800"/>
                <a:ext cx="3429000" cy="12700"/>
              </a:xfrm>
              <a:prstGeom prst="rect">
                <a:avLst/>
              </a:prstGeom>
              <a:solidFill>
                <a:srgbClr val="CED7E6"/>
              </a:solidFill>
              <a:ln>
                <a:noFill/>
              </a:ln>
            </p:spPr>
          </p:sp>
          <p:sp>
            <p:nvSpPr>
              <p:cNvPr id="10" name="cards.items.practices-map.outline.1"/>
              <p:cNvSpPr/>
              <p:nvPr/>
            </p:nvSpPr>
            <p:spPr>
              <a:xfrm>
                <a:off x="723900" y="4559300"/>
                <a:ext cx="3429000" cy="12700"/>
              </a:xfrm>
              <a:prstGeom prst="rect">
                <a:avLst/>
              </a:prstGeom>
              <a:solidFill>
                <a:srgbClr val="CED7E6"/>
              </a:solidFill>
              <a:ln>
                <a:noFill/>
              </a:ln>
            </p:spPr>
          </p:sp>
          <p:sp>
            <p:nvSpPr>
              <p:cNvPr id="11" name="cards.items.practices-map.outline.2"/>
              <p:cNvSpPr/>
              <p:nvPr/>
            </p:nvSpPr>
            <p:spPr>
              <a:xfrm>
                <a:off x="723900" y="1828800"/>
                <a:ext cx="12700" cy="2743200"/>
              </a:xfrm>
              <a:prstGeom prst="rect">
                <a:avLst/>
              </a:prstGeom>
              <a:solidFill>
                <a:srgbClr val="CED7E6"/>
              </a:solidFill>
              <a:ln>
                <a:noFill/>
              </a:ln>
            </p:spPr>
          </p:sp>
          <p:sp>
            <p:nvSpPr>
              <p:cNvPr id="12" name="cards.items.practices-map.outline.3"/>
              <p:cNvSpPr/>
              <p:nvPr/>
            </p:nvSpPr>
            <p:spPr>
              <a:xfrm>
                <a:off x="4140200" y="1828800"/>
                <a:ext cx="12700" cy="2743200"/>
              </a:xfrm>
              <a:prstGeom prst="rect">
                <a:avLst/>
              </a:prstGeom>
              <a:solidFill>
                <a:srgbClr val="CED7E6"/>
              </a:solidFill>
              <a:ln>
                <a:noFill/>
              </a:ln>
            </p:spPr>
          </p:sp>
          <p:sp>
            <p:nvSpPr>
              <p:cNvPr id="13" name="cards.items.practices-map.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14" name="cards.items.practices-map.title"/>
              <p:cNvSpPr/>
              <p:nvPr/>
            </p:nvSpPr>
            <p:spPr>
              <a:xfrm>
                <a:off x="1339977" y="2057400"/>
                <a:ext cx="25843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Practices Map</a:t>
                </a:r>
                <a:endParaRPr lang="en-US" sz="1800" spc="-18" kern="0" b="0" i="0" dirty="0">
                  <a:solidFill>
                    <a:srgbClr val="FFFFFF"/>
                  </a:solidFill>
                  <a:latin typeface="IBM Plex Sans SemiBold"/>
                  <a:ea typeface="IBM Plex Sans SemiBold"/>
                  <a:cs typeface="IBM Plex Sans SemiBold"/>
                </a:endParaRPr>
              </a:p>
            </p:txBody>
          </p:sp>
          <p:sp>
            <p:nvSpPr>
              <p:cNvPr id="15" name="cards.items.practices-map.body.copy"/>
              <p:cNvSpPr/>
              <p:nvPr/>
            </p:nvSpPr>
            <p:spPr>
              <a:xfrm>
                <a:off x="952500" y="28194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Validated Product and R&amp;D practices: observed strengths, gaps and opportunities.</a:t>
                </a:r>
                <a:endParaRPr lang="en-US" sz="1400" spc="0" kern="0" b="0" i="0" dirty="0">
                  <a:solidFill>
                    <a:srgbClr val="50658E"/>
                  </a:solidFill>
                  <a:latin typeface="IBM Plex Sans"/>
                  <a:ea typeface="IBM Plex Sans"/>
                  <a:cs typeface="IBM Plex Sans"/>
                </a:endParaRPr>
              </a:p>
            </p:txBody>
          </p:sp>
        </p:grpSp>
        <p:grpSp>
          <p:nvGrpSpPr>
            <p:cNvPr id="35" name="cards.items.activation-summary"/>
            <p:cNvGrpSpPr/>
            <p:nvPr/>
          </p:nvGrpSpPr>
          <p:grpSpPr>
            <a:xfrm>
              <a:off x="4381500" y="1828800"/>
              <a:ext cx="3429000" cy="2743200"/>
              <a:chOff x="4381500" y="1828800"/>
              <a:chExt cx="3429000" cy="2743200"/>
            </a:xfrm>
          </p:grpSpPr>
          <p:sp>
            <p:nvSpPr>
              <p:cNvPr id="16" name="cards.items.activation-summary.container"/>
              <p:cNvSpPr/>
              <p:nvPr/>
            </p:nvSpPr>
            <p:spPr>
              <a:xfrm>
                <a:off x="4381500" y="1828800"/>
                <a:ext cx="3429000" cy="2743200"/>
              </a:xfrm>
              <a:prstGeom prst="rect">
                <a:avLst/>
              </a:prstGeom>
              <a:solidFill>
                <a:srgbClr val="FFFFFF"/>
              </a:solidFill>
              <a:ln>
                <a:noFill/>
              </a:ln>
            </p:spPr>
          </p:sp>
          <p:sp>
            <p:nvSpPr>
              <p:cNvPr id="17" name="cards.items.activation-summary.band"/>
              <p:cNvSpPr/>
              <p:nvPr/>
            </p:nvSpPr>
            <p:spPr>
              <a:xfrm>
                <a:off x="4381500" y="1828800"/>
                <a:ext cx="3429000" cy="762000"/>
              </a:xfrm>
              <a:prstGeom prst="rect">
                <a:avLst/>
              </a:prstGeom>
              <a:solidFill>
                <a:srgbClr val="070154"/>
              </a:solidFill>
              <a:ln>
                <a:noFill/>
              </a:ln>
            </p:spPr>
          </p:sp>
          <p:sp>
            <p:nvSpPr>
              <p:cNvPr id="18" name="cards.items.activation-summary.outline.0"/>
              <p:cNvSpPr/>
              <p:nvPr/>
            </p:nvSpPr>
            <p:spPr>
              <a:xfrm>
                <a:off x="4381500" y="1828800"/>
                <a:ext cx="3429000" cy="12700"/>
              </a:xfrm>
              <a:prstGeom prst="rect">
                <a:avLst/>
              </a:prstGeom>
              <a:solidFill>
                <a:srgbClr val="CED7E6"/>
              </a:solidFill>
              <a:ln>
                <a:noFill/>
              </a:ln>
            </p:spPr>
          </p:sp>
          <p:sp>
            <p:nvSpPr>
              <p:cNvPr id="19" name="cards.items.activation-summary.outline.1"/>
              <p:cNvSpPr/>
              <p:nvPr/>
            </p:nvSpPr>
            <p:spPr>
              <a:xfrm>
                <a:off x="4381500" y="4559300"/>
                <a:ext cx="3429000" cy="12700"/>
              </a:xfrm>
              <a:prstGeom prst="rect">
                <a:avLst/>
              </a:prstGeom>
              <a:solidFill>
                <a:srgbClr val="CED7E6"/>
              </a:solidFill>
              <a:ln>
                <a:noFill/>
              </a:ln>
            </p:spPr>
          </p:sp>
          <p:sp>
            <p:nvSpPr>
              <p:cNvPr id="20" name="cards.items.activation-summary.outline.2"/>
              <p:cNvSpPr/>
              <p:nvPr/>
            </p:nvSpPr>
            <p:spPr>
              <a:xfrm>
                <a:off x="4381500" y="1828800"/>
                <a:ext cx="12700" cy="2743200"/>
              </a:xfrm>
              <a:prstGeom prst="rect">
                <a:avLst/>
              </a:prstGeom>
              <a:solidFill>
                <a:srgbClr val="CED7E6"/>
              </a:solidFill>
              <a:ln>
                <a:noFill/>
              </a:ln>
            </p:spPr>
          </p:sp>
          <p:sp>
            <p:nvSpPr>
              <p:cNvPr id="21" name="cards.items.activation-summary.outline.3"/>
              <p:cNvSpPr/>
              <p:nvPr/>
            </p:nvSpPr>
            <p:spPr>
              <a:xfrm>
                <a:off x="7797800" y="1828800"/>
                <a:ext cx="12700" cy="2743200"/>
              </a:xfrm>
              <a:prstGeom prst="rect">
                <a:avLst/>
              </a:prstGeom>
              <a:solidFill>
                <a:srgbClr val="CED7E6"/>
              </a:solidFill>
              <a:ln>
                <a:noFill/>
              </a:ln>
            </p:spPr>
          </p:sp>
          <p:sp>
            <p:nvSpPr>
              <p:cNvPr id="22" name="cards.items.activation-summary.number"/>
              <p:cNvSpPr/>
              <p:nvPr/>
            </p:nvSpPr>
            <p:spPr>
              <a:xfrm>
                <a:off x="4610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23" name="cards.items.activation-summary.title"/>
              <p:cNvSpPr/>
              <p:nvPr/>
            </p:nvSpPr>
            <p:spPr>
              <a:xfrm>
                <a:off x="4997577" y="2057400"/>
                <a:ext cx="25843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Activation Summary</a:t>
                </a:r>
                <a:endParaRPr lang="en-US" sz="1800" spc="-18" kern="0" b="0" i="0" dirty="0">
                  <a:solidFill>
                    <a:srgbClr val="FFFFFF"/>
                  </a:solidFill>
                  <a:latin typeface="IBM Plex Sans SemiBold"/>
                  <a:ea typeface="IBM Plex Sans SemiBold"/>
                  <a:cs typeface="IBM Plex Sans SemiBold"/>
                </a:endParaRPr>
              </a:p>
            </p:txBody>
          </p:sp>
          <p:sp>
            <p:nvSpPr>
              <p:cNvPr id="24" name="cards.items.activation-summary.body.copy"/>
              <p:cNvSpPr/>
              <p:nvPr/>
            </p:nvSpPr>
            <p:spPr>
              <a:xfrm>
                <a:off x="4610100" y="28194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Bounded changes tested in live work, early signals and a repeatable activation playbook.</a:t>
                </a:r>
                <a:endParaRPr lang="en-US" sz="1400" spc="0" kern="0" b="0" i="0" dirty="0">
                  <a:solidFill>
                    <a:srgbClr val="50658E"/>
                  </a:solidFill>
                  <a:latin typeface="IBM Plex Sans"/>
                  <a:ea typeface="IBM Plex Sans"/>
                  <a:cs typeface="IBM Plex Sans"/>
                </a:endParaRPr>
              </a:p>
            </p:txBody>
          </p:sp>
        </p:grpSp>
        <p:grpSp>
          <p:nvGrpSpPr>
            <p:cNvPr id="36" name="cards.items.recommendations-roadmap"/>
            <p:cNvGrpSpPr/>
            <p:nvPr/>
          </p:nvGrpSpPr>
          <p:grpSpPr>
            <a:xfrm>
              <a:off x="8039100" y="1828800"/>
              <a:ext cx="3429000" cy="2743200"/>
              <a:chOff x="8039100" y="1828800"/>
              <a:chExt cx="3429000" cy="2743200"/>
            </a:xfrm>
          </p:grpSpPr>
          <p:sp>
            <p:nvSpPr>
              <p:cNvPr id="25" name="cards.items.recommendations-roadmap.container"/>
              <p:cNvSpPr/>
              <p:nvPr/>
            </p:nvSpPr>
            <p:spPr>
              <a:xfrm>
                <a:off x="8039100" y="1828800"/>
                <a:ext cx="3429000" cy="2743200"/>
              </a:xfrm>
              <a:prstGeom prst="rect">
                <a:avLst/>
              </a:prstGeom>
              <a:solidFill>
                <a:srgbClr val="FFFFFF"/>
              </a:solidFill>
              <a:ln>
                <a:noFill/>
              </a:ln>
            </p:spPr>
          </p:sp>
          <p:sp>
            <p:nvSpPr>
              <p:cNvPr id="26" name="cards.items.recommendations-roadmap.band"/>
              <p:cNvSpPr/>
              <p:nvPr/>
            </p:nvSpPr>
            <p:spPr>
              <a:xfrm>
                <a:off x="8039100" y="1828800"/>
                <a:ext cx="3429000" cy="1066800"/>
              </a:xfrm>
              <a:prstGeom prst="rect">
                <a:avLst/>
              </a:prstGeom>
              <a:solidFill>
                <a:srgbClr val="070154"/>
              </a:solidFill>
              <a:ln>
                <a:noFill/>
              </a:ln>
            </p:spPr>
          </p:sp>
          <p:sp>
            <p:nvSpPr>
              <p:cNvPr id="27" name="cards.items.recommendations-roadmap.outline.0"/>
              <p:cNvSpPr/>
              <p:nvPr/>
            </p:nvSpPr>
            <p:spPr>
              <a:xfrm>
                <a:off x="8039100" y="1828800"/>
                <a:ext cx="3429000" cy="12700"/>
              </a:xfrm>
              <a:prstGeom prst="rect">
                <a:avLst/>
              </a:prstGeom>
              <a:solidFill>
                <a:srgbClr val="CED7E6"/>
              </a:solidFill>
              <a:ln>
                <a:noFill/>
              </a:ln>
            </p:spPr>
          </p:sp>
          <p:sp>
            <p:nvSpPr>
              <p:cNvPr id="28" name="cards.items.recommendations-roadmap.outline.1"/>
              <p:cNvSpPr/>
              <p:nvPr/>
            </p:nvSpPr>
            <p:spPr>
              <a:xfrm>
                <a:off x="8039100" y="4559300"/>
                <a:ext cx="3429000" cy="12700"/>
              </a:xfrm>
              <a:prstGeom prst="rect">
                <a:avLst/>
              </a:prstGeom>
              <a:solidFill>
                <a:srgbClr val="CED7E6"/>
              </a:solidFill>
              <a:ln>
                <a:noFill/>
              </a:ln>
            </p:spPr>
          </p:sp>
          <p:sp>
            <p:nvSpPr>
              <p:cNvPr id="29" name="cards.items.recommendations-roadmap.outline.2"/>
              <p:cNvSpPr/>
              <p:nvPr/>
            </p:nvSpPr>
            <p:spPr>
              <a:xfrm>
                <a:off x="8039100" y="1828800"/>
                <a:ext cx="12700" cy="2743200"/>
              </a:xfrm>
              <a:prstGeom prst="rect">
                <a:avLst/>
              </a:prstGeom>
              <a:solidFill>
                <a:srgbClr val="CED7E6"/>
              </a:solidFill>
              <a:ln>
                <a:noFill/>
              </a:ln>
            </p:spPr>
          </p:sp>
          <p:sp>
            <p:nvSpPr>
              <p:cNvPr id="30" name="cards.items.recommendations-roadmap.outline.3"/>
              <p:cNvSpPr/>
              <p:nvPr/>
            </p:nvSpPr>
            <p:spPr>
              <a:xfrm>
                <a:off x="11455400" y="1828800"/>
                <a:ext cx="12700" cy="2743200"/>
              </a:xfrm>
              <a:prstGeom prst="rect">
                <a:avLst/>
              </a:prstGeom>
              <a:solidFill>
                <a:srgbClr val="CED7E6"/>
              </a:solidFill>
              <a:ln>
                <a:noFill/>
              </a:ln>
            </p:spPr>
          </p:sp>
          <p:sp>
            <p:nvSpPr>
              <p:cNvPr id="31" name="cards.items.recommendations-roadmap.number"/>
              <p:cNvSpPr/>
              <p:nvPr/>
            </p:nvSpPr>
            <p:spPr>
              <a:xfrm>
                <a:off x="8267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32" name="cards.items.recommendations-roadmap.title"/>
              <p:cNvSpPr/>
              <p:nvPr/>
            </p:nvSpPr>
            <p:spPr>
              <a:xfrm>
                <a:off x="8655177" y="2057400"/>
                <a:ext cx="25843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Recommendations &amp; roadmap</a:t>
                </a:r>
                <a:endParaRPr lang="en-US" sz="1800" spc="-18" kern="0" b="0" i="0" dirty="0">
                  <a:solidFill>
                    <a:srgbClr val="FFFFFF"/>
                  </a:solidFill>
                  <a:latin typeface="IBM Plex Sans SemiBold"/>
                  <a:ea typeface="IBM Plex Sans SemiBold"/>
                  <a:cs typeface="IBM Plex Sans SemiBold"/>
                </a:endParaRPr>
              </a:p>
            </p:txBody>
          </p:sp>
          <p:sp>
            <p:nvSpPr>
              <p:cNvPr id="33" name="cards.items.recommendations-roadmap.body.copy"/>
              <p:cNvSpPr/>
              <p:nvPr/>
            </p:nvSpPr>
            <p:spPr>
              <a:xfrm>
                <a:off x="8267700" y="31242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Prioritized practices, roles, decision rights, owners, measures, dependencies and feedback loops.</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dxc-01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 · PROPOSED DEFINITION PATH</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From signal to implementation plan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Test the decision path on one live initiative before committing delivery scope. Engineering signs the design.</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514600"/>
            <a:ext cx="5029200" cy="152400"/>
            <a:chOff x="723900" y="2514600"/>
            <a:chExt cx="5029200" cy="152400"/>
          </a:xfrm>
        </p:grpSpPr>
        <p:sp>
          <p:nvSpPr>
            <p:cNvPr id="8"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FRAME THE OPPORTUNITY</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6438900" y="2514600"/>
            <a:ext cx="5029200" cy="152400"/>
            <a:chOff x="6438900" y="2514600"/>
            <a:chExt cx="5029200" cy="152400"/>
          </a:xfrm>
        </p:grpSpPr>
        <p:sp>
          <p:nvSpPr>
            <p:cNvPr id="9"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PREPARE DELIVERY</a:t>
              </a:r>
              <a:endParaRPr lang="en-US" sz="1000" spc="80" kern="0" b="0" i="0" dirty="0">
                <a:solidFill>
                  <a:srgbClr val="0047FF"/>
                </a:solidFill>
                <a:latin typeface="IBM Plex Mono SemiBold"/>
                <a:ea typeface="IBM Plex Mono SemiBold"/>
                <a:cs typeface="IBM Plex Mono SemiBold"/>
              </a:endParaRPr>
            </a:p>
          </p:txBody>
        </p:sp>
      </p:grpSp>
      <p:grpSp>
        <p:nvGrpSpPr>
          <p:cNvPr id="43" name="node04"/>
          <p:cNvGrpSpPr/>
          <p:nvPr/>
        </p:nvGrpSpPr>
        <p:grpSpPr>
          <a:xfrm>
            <a:off x="723900" y="2743200"/>
            <a:ext cx="5029200" cy="914400"/>
            <a:chOff x="723900" y="2743200"/>
            <a:chExt cx="5029200" cy="914400"/>
          </a:xfrm>
        </p:grpSpPr>
        <p:sp>
          <p:nvSpPr>
            <p:cNvPr id="10" name="node04.container"/>
            <p:cNvSpPr/>
            <p:nvPr/>
          </p:nvSpPr>
          <p:spPr>
            <a:xfrm>
              <a:off x="723900" y="2743200"/>
              <a:ext cx="5029200" cy="914400"/>
            </a:xfrm>
            <a:prstGeom prst="rect">
              <a:avLst/>
            </a:prstGeom>
            <a:solidFill>
              <a:srgbClr val="E8EEF8"/>
            </a:solidFill>
            <a:ln>
              <a:noFill/>
            </a:ln>
          </p:spPr>
        </p:sp>
        <p:sp>
          <p:nvSpPr>
            <p:cNvPr id="11" name="node04.edge"/>
            <p:cNvSpPr/>
            <p:nvPr/>
          </p:nvSpPr>
          <p:spPr>
            <a:xfrm>
              <a:off x="723900" y="2743200"/>
              <a:ext cx="38100" cy="914400"/>
            </a:xfrm>
            <a:prstGeom prst="rect">
              <a:avLst/>
            </a:prstGeom>
            <a:solidFill>
              <a:srgbClr val="0047FF"/>
            </a:solidFill>
            <a:ln>
              <a:noFill/>
            </a:ln>
          </p:spPr>
        </p:sp>
        <p:sp>
          <p:nvSpPr>
            <p:cNvPr id="12"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Signal</a:t>
              </a:r>
              <a:endParaRPr lang="en-US" sz="1400" spc="0" kern="0" b="0" i="0" dirty="0">
                <a:solidFill>
                  <a:srgbClr val="070154"/>
                </a:solidFill>
                <a:latin typeface="IBM Plex Sans"/>
                <a:ea typeface="IBM Plex Sans"/>
                <a:cs typeface="IBM Plex Sans"/>
              </a:endParaRPr>
            </a:p>
          </p:txBody>
        </p:sp>
        <p:sp>
          <p:nvSpPr>
            <p:cNvPr id="14" name="node04.body.dxc-14-node04-body-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Customer, support, operations, research or engineering evidence.</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Opportunity</a:t>
              </a:r>
              <a:endParaRPr lang="en-US" sz="1400" spc="0" kern="0" b="0" i="0" dirty="0">
                <a:solidFill>
                  <a:srgbClr val="070154"/>
                </a:solidFill>
                <a:latin typeface="IBM Plex Sans"/>
                <a:ea typeface="IBM Plex Sans"/>
                <a:cs typeface="IBM Plex Sans"/>
              </a:endParaRPr>
            </a:p>
          </p:txBody>
        </p:sp>
        <p:sp>
          <p:nvSpPr>
            <p:cNvPr id="19" name="node05.body.dxc-14-node05-body-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Problem, evidence, outcome, decision and why now.</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5029200"/>
            <a:ext cx="5029200" cy="914400"/>
            <a:chOff x="723900" y="5029200"/>
            <a:chExt cx="5029200" cy="914400"/>
          </a:xfrm>
        </p:grpSpPr>
        <p:sp>
          <p:nvSpPr>
            <p:cNvPr id="20" name="node06.container"/>
            <p:cNvSpPr/>
            <p:nvPr/>
          </p:nvSpPr>
          <p:spPr>
            <a:xfrm>
              <a:off x="723900" y="5029200"/>
              <a:ext cx="5029200" cy="914400"/>
            </a:xfrm>
            <a:prstGeom prst="rect">
              <a:avLst/>
            </a:prstGeom>
            <a:solidFill>
              <a:srgbClr val="E8EEF8"/>
            </a:solidFill>
            <a:ln>
              <a:noFill/>
            </a:ln>
          </p:spPr>
        </p:sp>
        <p:sp>
          <p:nvSpPr>
            <p:cNvPr id="21" name="node06.edge"/>
            <p:cNvSpPr/>
            <p:nvPr/>
          </p:nvSpPr>
          <p:spPr>
            <a:xfrm>
              <a:off x="723900" y="5029200"/>
              <a:ext cx="38100" cy="914400"/>
            </a:xfrm>
            <a:prstGeom prst="rect">
              <a:avLst/>
            </a:prstGeom>
            <a:solidFill>
              <a:srgbClr val="0047FF"/>
            </a:solidFill>
            <a:ln>
              <a:noFill/>
            </a:ln>
          </p:spPr>
        </p:sp>
        <p:sp>
          <p:nvSpPr>
            <p:cNvPr id="22"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Product / PRD</a:t>
              </a:r>
              <a:endParaRPr lang="en-US" sz="1400" spc="0" kern="0" b="0" i="0" dirty="0">
                <a:solidFill>
                  <a:srgbClr val="070154"/>
                </a:solidFill>
                <a:latin typeface="IBM Plex Sans"/>
                <a:ea typeface="IBM Plex Sans"/>
                <a:cs typeface="IBM Plex Sans"/>
              </a:endParaRPr>
            </a:p>
          </p:txBody>
        </p:sp>
        <p:sp>
          <p:nvSpPr>
            <p:cNvPr id="24" name="node06.body.dxc-14-node06-body-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User need, success measure, scope and design context.</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6438900" y="2743200"/>
            <a:ext cx="5029200" cy="914400"/>
            <a:chOff x="6438900" y="2743200"/>
            <a:chExt cx="5029200" cy="914400"/>
          </a:xfrm>
        </p:grpSpPr>
        <p:sp>
          <p:nvSpPr>
            <p:cNvPr id="25" name="node07.container"/>
            <p:cNvSpPr/>
            <p:nvPr/>
          </p:nvSpPr>
          <p:spPr>
            <a:xfrm>
              <a:off x="6438900" y="2743200"/>
              <a:ext cx="5029200" cy="914400"/>
            </a:xfrm>
            <a:prstGeom prst="rect">
              <a:avLst/>
            </a:prstGeom>
            <a:solidFill>
              <a:srgbClr val="E8EEF8"/>
            </a:solidFill>
            <a:ln>
              <a:noFill/>
            </a:ln>
          </p:spPr>
        </p:sp>
        <p:sp>
          <p:nvSpPr>
            <p:cNvPr id="26" name="node07.edge"/>
            <p:cNvSpPr/>
            <p:nvPr/>
          </p:nvSpPr>
          <p:spPr>
            <a:xfrm>
              <a:off x="6438900" y="2743200"/>
              <a:ext cx="38100" cy="914400"/>
            </a:xfrm>
            <a:prstGeom prst="rect">
              <a:avLst/>
            </a:prstGeom>
            <a:solidFill>
              <a:srgbClr val="0047FF"/>
            </a:solidFill>
            <a:ln>
              <a:noFill/>
            </a:ln>
          </p:spPr>
        </p:sp>
        <p:sp>
          <p:nvSpPr>
            <p:cNvPr id="27"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Feature / epic</a:t>
              </a:r>
              <a:endParaRPr lang="en-US" sz="1400" spc="0" kern="0" b="0" i="0" dirty="0">
                <a:solidFill>
                  <a:srgbClr val="070154"/>
                </a:solidFill>
                <a:latin typeface="IBM Plex Sans"/>
                <a:ea typeface="IBM Plex Sans"/>
                <a:cs typeface="IBM Plex Sans"/>
              </a:endParaRPr>
            </a:p>
          </p:txBody>
        </p:sp>
        <p:sp>
          <p:nvSpPr>
            <p:cNvPr id="29" name="node07.body.dxc-14-node07-body-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Decomposition, acceptance, ownership and dependencies.</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6438900" y="3886200"/>
            <a:ext cx="5029200" cy="914400"/>
            <a:chOff x="6438900" y="3886200"/>
            <a:chExt cx="5029200" cy="914400"/>
          </a:xfrm>
        </p:grpSpPr>
        <p:sp>
          <p:nvSpPr>
            <p:cNvPr id="30" name="node08.container"/>
            <p:cNvSpPr/>
            <p:nvPr/>
          </p:nvSpPr>
          <p:spPr>
            <a:xfrm>
              <a:off x="6438900" y="3886200"/>
              <a:ext cx="5029200" cy="914400"/>
            </a:xfrm>
            <a:prstGeom prst="rect">
              <a:avLst/>
            </a:prstGeom>
            <a:solidFill>
              <a:srgbClr val="E8EEF8"/>
            </a:solidFill>
            <a:ln>
              <a:noFill/>
            </a:ln>
          </p:spPr>
        </p:sp>
        <p:sp>
          <p:nvSpPr>
            <p:cNvPr id="31" name="node08.edge"/>
            <p:cNvSpPr/>
            <p:nvPr/>
          </p:nvSpPr>
          <p:spPr>
            <a:xfrm>
              <a:off x="6438900" y="3886200"/>
              <a:ext cx="38100" cy="914400"/>
            </a:xfrm>
            <a:prstGeom prst="rect">
              <a:avLst/>
            </a:prstGeom>
            <a:solidFill>
              <a:srgbClr val="0047FF"/>
            </a:solidFill>
            <a:ln>
              <a:noFill/>
            </a:ln>
          </p:spPr>
        </p:sp>
        <p:sp>
          <p:nvSpPr>
            <p:cNvPr id="32"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Technical design</a:t>
              </a:r>
              <a:endParaRPr lang="en-US" sz="1400" spc="0" kern="0" b="0" i="0" dirty="0">
                <a:solidFill>
                  <a:srgbClr val="070154"/>
                </a:solidFill>
                <a:latin typeface="IBM Plex Sans"/>
                <a:ea typeface="IBM Plex Sans"/>
                <a:cs typeface="IBM Plex Sans"/>
              </a:endParaRPr>
            </a:p>
          </p:txBody>
        </p:sp>
        <p:sp>
          <p:nvSpPr>
            <p:cNvPr id="34" name="node08.body.dxc-14-node08-body-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Architecture, PHI, security, effort and risk. Eng. signs.</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438900" y="5029200"/>
            <a:ext cx="5029200" cy="914400"/>
            <a:chOff x="6438900" y="5029200"/>
            <a:chExt cx="5029200" cy="914400"/>
          </a:xfrm>
        </p:grpSpPr>
        <p:sp>
          <p:nvSpPr>
            <p:cNvPr id="35" name="node09.container"/>
            <p:cNvSpPr/>
            <p:nvPr/>
          </p:nvSpPr>
          <p:spPr>
            <a:xfrm>
              <a:off x="6438900" y="5029200"/>
              <a:ext cx="5029200" cy="914400"/>
            </a:xfrm>
            <a:prstGeom prst="rect">
              <a:avLst/>
            </a:prstGeom>
            <a:solidFill>
              <a:srgbClr val="E8EEF8"/>
            </a:solidFill>
            <a:ln>
              <a:noFill/>
            </a:ln>
          </p:spPr>
        </p:sp>
        <p:sp>
          <p:nvSpPr>
            <p:cNvPr id="36" name="node09.edge"/>
            <p:cNvSpPr/>
            <p:nvPr/>
          </p:nvSpPr>
          <p:spPr>
            <a:xfrm>
              <a:off x="6438900" y="5029200"/>
              <a:ext cx="38100" cy="914400"/>
            </a:xfrm>
            <a:prstGeom prst="rect">
              <a:avLst/>
            </a:prstGeom>
            <a:solidFill>
              <a:srgbClr val="0047FF"/>
            </a:solidFill>
            <a:ln>
              <a:noFill/>
            </a:ln>
          </p:spPr>
        </p:sp>
        <p:sp>
          <p:nvSpPr>
            <p:cNvPr id="37"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Delivery plan</a:t>
              </a:r>
              <a:endParaRPr lang="en-US" sz="1400" spc="0" kern="0" b="0" i="0" dirty="0">
                <a:solidFill>
                  <a:srgbClr val="070154"/>
                </a:solidFill>
                <a:latin typeface="IBM Plex Sans"/>
                <a:ea typeface="IBM Plex Sans"/>
                <a:cs typeface="IBM Plex Sans"/>
              </a:endParaRPr>
            </a:p>
          </p:txBody>
        </p:sp>
        <p:sp>
          <p:nvSpPr>
            <p:cNvPr id="39" name="node09.body.dxc-14-node09-body-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Sequence, validation, release evidence and feedback.</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xc-015">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 · BOUNDED WORKING TESTS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tests turn recommendations into evidence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a:t>
            </a:fld>
            <a:endParaRPr lang="en-US" sz="700" spc="0" kern="0" b="0" i="0" dirty="0">
              <a:solidFill>
                <a:srgbClr val="070154"/>
              </a:solidFill>
              <a:latin typeface="IBM Plex Mono SemiBold"/>
              <a:ea typeface="IBM Plex Mono SemiBold"/>
              <a:cs typeface="IBM Plex Mono SemiBold"/>
            </a:endParaRPr>
          </a:p>
        </p:txBody>
      </p:sp>
      <p:grpSp>
        <p:nvGrpSpPr>
          <p:cNvPr id="22" name="node01"/>
          <p:cNvGrpSpPr/>
          <p:nvPr/>
        </p:nvGrpSpPr>
        <p:grpSpPr>
          <a:xfrm>
            <a:off x="723900" y="1600200"/>
            <a:ext cx="3429000" cy="609600"/>
            <a:chOff x="723900" y="1600200"/>
            <a:chExt cx="3429000" cy="609600"/>
          </a:xfrm>
        </p:grpSpPr>
        <p:sp>
          <p:nvSpPr>
            <p:cNvPr id="7" name="node01.rule"/>
            <p:cNvSpPr/>
            <p:nvPr/>
          </p:nvSpPr>
          <p:spPr>
            <a:xfrm>
              <a:off x="723900" y="1600200"/>
              <a:ext cx="3429000" cy="38100"/>
            </a:xfrm>
            <a:prstGeom prst="rect">
              <a:avLst/>
            </a:prstGeom>
            <a:solidFill>
              <a:srgbClr val="070154"/>
            </a:solidFill>
            <a:ln>
              <a:noFill/>
            </a:ln>
          </p:spPr>
        </p:sp>
        <p:sp>
          <p:nvSpPr>
            <p:cNvPr id="8" name="node01.label"/>
            <p:cNvSpPr/>
            <p:nvPr/>
          </p:nvSpPr>
          <p:spPr>
            <a:xfrm>
              <a:off x="7239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SIGNAL FUNNEL</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7239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Test the opportunity</a:t>
              </a:r>
              <a:endParaRPr lang="en-US" sz="1800" spc="-18" kern="0" b="0" i="0" dirty="0">
                <a:solidFill>
                  <a:srgbClr val="070154"/>
                </a:solidFill>
                <a:latin typeface="IBM Plex Sans SemiBold"/>
                <a:ea typeface="IBM Plex Sans SemiBold"/>
                <a:cs typeface="IBM Plex Sans SemiBold"/>
              </a:endParaRPr>
            </a:p>
          </p:txBody>
        </p:sp>
      </p:grpSp>
      <p:grpSp>
        <p:nvGrpSpPr>
          <p:cNvPr id="23" name="node02"/>
          <p:cNvGrpSpPr/>
          <p:nvPr/>
        </p:nvGrpSpPr>
        <p:grpSpPr>
          <a:xfrm>
            <a:off x="723900" y="2362200"/>
            <a:ext cx="3429000" cy="1066800"/>
            <a:chOff x="723900" y="2362200"/>
            <a:chExt cx="3429000" cy="1066800"/>
          </a:xfrm>
        </p:grpSpPr>
        <p:sp>
          <p:nvSpPr>
            <p:cNvPr id="10" name="node02.text"/>
            <p:cNvSpPr/>
            <p:nvPr/>
          </p:nvSpPr>
          <p:spPr>
            <a:xfrm>
              <a:off x="723900" y="23622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Run one internal signal through an opportunity brief with an outcome and decision criterion. Watch signal quality, decision speed and next-step clarity.</a:t>
              </a:r>
              <a:endParaRPr lang="en-US" sz="1400" spc="0" kern="0" b="0" i="0" dirty="0">
                <a:solidFill>
                  <a:srgbClr val="070154"/>
                </a:solidFill>
                <a:latin typeface="IBM Plex Sans"/>
                <a:ea typeface="IBM Plex Sans"/>
                <a:cs typeface="IBM Plex Sans"/>
              </a:endParaRPr>
            </a:p>
          </p:txBody>
        </p:sp>
      </p:grpSp>
      <p:grpSp>
        <p:nvGrpSpPr>
          <p:cNvPr id="24" name="node03"/>
          <p:cNvGrpSpPr/>
          <p:nvPr/>
        </p:nvGrpSpPr>
        <p:grpSpPr>
          <a:xfrm>
            <a:off x="723900" y="3657600"/>
            <a:ext cx="3429000" cy="533400"/>
            <a:chOff x="723900" y="3657600"/>
            <a:chExt cx="3429000" cy="533400"/>
          </a:xfrm>
        </p:grpSpPr>
        <p:sp>
          <p:nvSpPr>
            <p:cNvPr id="11" name="node03.text"/>
            <p:cNvSpPr/>
            <p:nvPr/>
          </p:nvSpPr>
          <p:spPr>
            <a:xfrm>
              <a:off x="723900" y="36576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Weekly Product, Engineering and initiative-owner review.</a:t>
              </a:r>
              <a:endParaRPr lang="en-US" sz="1400" spc="0" kern="0" b="0" i="0" dirty="0">
                <a:solidFill>
                  <a:srgbClr val="50658E"/>
                </a:solidFill>
                <a:latin typeface="IBM Plex Sans"/>
                <a:ea typeface="IBM Plex Sans"/>
                <a:cs typeface="IBM Plex Sans"/>
              </a:endParaRPr>
            </a:p>
          </p:txBody>
        </p:sp>
      </p:grpSp>
      <p:grpSp>
        <p:nvGrpSpPr>
          <p:cNvPr id="25" name="node04"/>
          <p:cNvGrpSpPr/>
          <p:nvPr/>
        </p:nvGrpSpPr>
        <p:grpSpPr>
          <a:xfrm>
            <a:off x="4381500" y="1600200"/>
            <a:ext cx="3429000" cy="609600"/>
            <a:chOff x="4381500" y="1600200"/>
            <a:chExt cx="3429000" cy="609600"/>
          </a:xfrm>
        </p:grpSpPr>
        <p:sp>
          <p:nvSpPr>
            <p:cNvPr id="12" name="node04.rule"/>
            <p:cNvSpPr/>
            <p:nvPr/>
          </p:nvSpPr>
          <p:spPr>
            <a:xfrm>
              <a:off x="4381500" y="1600200"/>
              <a:ext cx="3429000" cy="38100"/>
            </a:xfrm>
            <a:prstGeom prst="rect">
              <a:avLst/>
            </a:prstGeom>
            <a:solidFill>
              <a:srgbClr val="070154"/>
            </a:solidFill>
            <a:ln>
              <a:noFill/>
            </a:ln>
          </p:spPr>
        </p:sp>
        <p:sp>
          <p:nvSpPr>
            <p:cNvPr id="13" name="node04.label"/>
            <p:cNvSpPr/>
            <p:nvPr/>
          </p:nvSpPr>
          <p:spPr>
            <a:xfrm>
              <a:off x="43815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DEFINITION PATH</a:t>
              </a:r>
              <a:endParaRPr lang="en-US" sz="900" spc="54" kern="0" b="0" i="0" dirty="0">
                <a:solidFill>
                  <a:srgbClr val="0047FF"/>
                </a:solidFill>
                <a:latin typeface="IBM Plex Mono Medium"/>
                <a:ea typeface="IBM Plex Mono Medium"/>
                <a:cs typeface="IBM Plex Mono Medium"/>
              </a:endParaRPr>
            </a:p>
          </p:txBody>
        </p:sp>
        <p:sp>
          <p:nvSpPr>
            <p:cNvPr id="14" name="node04.title"/>
            <p:cNvSpPr/>
            <p:nvPr/>
          </p:nvSpPr>
          <p:spPr>
            <a:xfrm>
              <a:off x="43815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Test the handoffs</a:t>
              </a:r>
              <a:endParaRPr lang="en-US" sz="1800" spc="-18" kern="0" b="0" i="0" dirty="0">
                <a:solidFill>
                  <a:srgbClr val="070154"/>
                </a:solidFill>
                <a:latin typeface="IBM Plex Sans SemiBold"/>
                <a:ea typeface="IBM Plex Sans SemiBold"/>
                <a:cs typeface="IBM Plex Sans SemiBold"/>
              </a:endParaRPr>
            </a:p>
          </p:txBody>
        </p:sp>
      </p:grpSp>
      <p:grpSp>
        <p:nvGrpSpPr>
          <p:cNvPr id="26" name="node05"/>
          <p:cNvGrpSpPr/>
          <p:nvPr/>
        </p:nvGrpSpPr>
        <p:grpSpPr>
          <a:xfrm>
            <a:off x="4381500" y="2362200"/>
            <a:ext cx="3429000" cy="1066800"/>
            <a:chOff x="4381500" y="2362200"/>
            <a:chExt cx="3429000" cy="1066800"/>
          </a:xfrm>
        </p:grpSpPr>
        <p:sp>
          <p:nvSpPr>
            <p:cNvPr id="15" name="node05.text"/>
            <p:cNvSpPr/>
            <p:nvPr/>
          </p:nvSpPr>
          <p:spPr>
            <a:xfrm>
              <a:off x="4381500" y="23622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Carry a brief through PRD, feature/epic, technical design and plan. Watch handoff quality, rework, design context and decision clarity.</a:t>
              </a:r>
              <a:endParaRPr lang="en-US" sz="1400" spc="0" kern="0" b="0" i="0" dirty="0">
                <a:solidFill>
                  <a:srgbClr val="070154"/>
                </a:solidFill>
                <a:latin typeface="IBM Plex Sans"/>
                <a:ea typeface="IBM Plex Sans"/>
                <a:cs typeface="IBM Plex Sans"/>
              </a:endParaRPr>
            </a:p>
          </p:txBody>
        </p:sp>
      </p:grpSp>
      <p:grpSp>
        <p:nvGrpSpPr>
          <p:cNvPr id="27" name="node06"/>
          <p:cNvGrpSpPr/>
          <p:nvPr/>
        </p:nvGrpSpPr>
        <p:grpSpPr>
          <a:xfrm>
            <a:off x="4381500" y="3657600"/>
            <a:ext cx="3429000" cy="533400"/>
            <a:chOff x="4381500" y="3657600"/>
            <a:chExt cx="3429000" cy="533400"/>
          </a:xfrm>
        </p:grpSpPr>
        <p:sp>
          <p:nvSpPr>
            <p:cNvPr id="16" name="node06.text"/>
            <p:cNvSpPr/>
            <p:nvPr/>
          </p:nvSpPr>
          <p:spPr>
            <a:xfrm>
              <a:off x="4381500" y="36576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Joint Product and Engineering review before commitment.</a:t>
              </a:r>
              <a:endParaRPr lang="en-US" sz="1400" spc="0" kern="0" b="0" i="0" dirty="0">
                <a:solidFill>
                  <a:srgbClr val="50658E"/>
                </a:solidFill>
                <a:latin typeface="IBM Plex Sans"/>
                <a:ea typeface="IBM Plex Sans"/>
                <a:cs typeface="IBM Plex Sans"/>
              </a:endParaRPr>
            </a:p>
          </p:txBody>
        </p:sp>
      </p:grpSp>
      <p:grpSp>
        <p:nvGrpSpPr>
          <p:cNvPr id="28" name="node07"/>
          <p:cNvGrpSpPr/>
          <p:nvPr/>
        </p:nvGrpSpPr>
        <p:grpSpPr>
          <a:xfrm>
            <a:off x="8039100" y="1600200"/>
            <a:ext cx="3429000" cy="609600"/>
            <a:chOff x="8039100" y="1600200"/>
            <a:chExt cx="3429000" cy="609600"/>
          </a:xfrm>
        </p:grpSpPr>
        <p:sp>
          <p:nvSpPr>
            <p:cNvPr id="17" name="node07.rule"/>
            <p:cNvSpPr/>
            <p:nvPr/>
          </p:nvSpPr>
          <p:spPr>
            <a:xfrm>
              <a:off x="8039100" y="1600200"/>
              <a:ext cx="3429000" cy="38100"/>
            </a:xfrm>
            <a:prstGeom prst="rect">
              <a:avLst/>
            </a:prstGeom>
            <a:solidFill>
              <a:srgbClr val="070154"/>
            </a:solidFill>
            <a:ln>
              <a:noFill/>
            </a:ln>
          </p:spPr>
        </p:sp>
        <p:sp>
          <p:nvSpPr>
            <p:cNvPr id="18" name="node07.label"/>
            <p:cNvSpPr/>
            <p:nvPr/>
          </p:nvSpPr>
          <p:spPr>
            <a:xfrm>
              <a:off x="80391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SHIP WITH PROOF</a:t>
              </a:r>
              <a:endParaRPr lang="en-US" sz="900" spc="54" kern="0" b="0" i="0" dirty="0">
                <a:solidFill>
                  <a:srgbClr val="0047FF"/>
                </a:solidFill>
                <a:latin typeface="IBM Plex Mono Medium"/>
                <a:ea typeface="IBM Plex Mono Medium"/>
                <a:cs typeface="IBM Plex Mono Medium"/>
              </a:endParaRPr>
            </a:p>
          </p:txBody>
        </p:sp>
        <p:sp>
          <p:nvSpPr>
            <p:cNvPr id="19" name="node07.title"/>
            <p:cNvSpPr/>
            <p:nvPr/>
          </p:nvSpPr>
          <p:spPr>
            <a:xfrm>
              <a:off x="80391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Test release evidence</a:t>
              </a:r>
              <a:endParaRPr lang="en-US" sz="1800" spc="-18" kern="0" b="0" i="0" dirty="0">
                <a:solidFill>
                  <a:srgbClr val="070154"/>
                </a:solidFill>
                <a:latin typeface="IBM Plex Sans SemiBold"/>
                <a:ea typeface="IBM Plex Sans SemiBold"/>
                <a:cs typeface="IBM Plex Sans SemiBold"/>
              </a:endParaRPr>
            </a:p>
          </p:txBody>
        </p:sp>
      </p:grpSp>
      <p:grpSp>
        <p:nvGrpSpPr>
          <p:cNvPr id="29" name="node08"/>
          <p:cNvGrpSpPr/>
          <p:nvPr/>
        </p:nvGrpSpPr>
        <p:grpSpPr>
          <a:xfrm>
            <a:off x="8039100" y="2362200"/>
            <a:ext cx="3429000" cy="1066800"/>
            <a:chOff x="8039100" y="2362200"/>
            <a:chExt cx="3429000" cy="1066800"/>
          </a:xfrm>
        </p:grpSpPr>
        <p:sp>
          <p:nvSpPr>
            <p:cNvPr id="20" name="node08.text"/>
            <p:cNvSpPr/>
            <p:nvPr/>
          </p:nvSpPr>
          <p:spPr>
            <a:xfrm>
              <a:off x="8039100" y="23622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Define the smallest evidence path before a release or client-facing test. Watch validation coverage, earlier issue discovery and owner clarity.</a:t>
              </a:r>
              <a:endParaRPr lang="en-US" sz="1400" spc="0" kern="0" b="0" i="0" dirty="0">
                <a:solidFill>
                  <a:srgbClr val="070154"/>
                </a:solidFill>
                <a:latin typeface="IBM Plex Sans"/>
                <a:ea typeface="IBM Plex Sans"/>
                <a:cs typeface="IBM Plex Sans"/>
              </a:endParaRPr>
            </a:p>
          </p:txBody>
        </p:sp>
      </p:grpSp>
      <p:grpSp>
        <p:nvGrpSpPr>
          <p:cNvPr id="30" name="node09"/>
          <p:cNvGrpSpPr/>
          <p:nvPr/>
        </p:nvGrpSpPr>
        <p:grpSpPr>
          <a:xfrm>
            <a:off x="8039100" y="3657600"/>
            <a:ext cx="3429000" cy="800100"/>
            <a:chOff x="8039100" y="3657600"/>
            <a:chExt cx="3429000" cy="800100"/>
          </a:xfrm>
        </p:grpSpPr>
        <p:sp>
          <p:nvSpPr>
            <p:cNvPr id="21" name="node09.text"/>
            <p:cNvSpPr/>
            <p:nvPr/>
          </p:nvSpPr>
          <p:spPr>
            <a:xfrm>
              <a:off x="8039100" y="36576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Before-release review, then post-launch learning. Record results, open questions and continued-use recommendations.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dxc-01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 · SELECTED INITIATIVES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Two initiatives test different operating-model questions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a:t>
            </a:fld>
            <a:endParaRPr lang="en-US" sz="700" spc="0" kern="0" b="0" i="0" dirty="0">
              <a:solidFill>
                <a:srgbClr val="070154"/>
              </a:solidFill>
              <a:latin typeface="IBM Plex Mono SemiBold"/>
              <a:ea typeface="IBM Plex Mono SemiBold"/>
              <a:cs typeface="IBM Plex Mono SemiBold"/>
            </a:endParaRPr>
          </a:p>
        </p:txBody>
      </p:sp>
      <p:grpSp>
        <p:nvGrpSpPr>
          <p:cNvPr id="22" name="node01"/>
          <p:cNvGrpSpPr/>
          <p:nvPr/>
        </p:nvGrpSpPr>
        <p:grpSpPr>
          <a:xfrm>
            <a:off x="723900" y="1600200"/>
            <a:ext cx="3429000" cy="609600"/>
            <a:chOff x="723900" y="1600200"/>
            <a:chExt cx="3429000" cy="609600"/>
          </a:xfrm>
        </p:grpSpPr>
        <p:sp>
          <p:nvSpPr>
            <p:cNvPr id="7" name="node01.rule"/>
            <p:cNvSpPr/>
            <p:nvPr/>
          </p:nvSpPr>
          <p:spPr>
            <a:xfrm>
              <a:off x="723900" y="1600200"/>
              <a:ext cx="3429000" cy="38100"/>
            </a:xfrm>
            <a:prstGeom prst="rect">
              <a:avLst/>
            </a:prstGeom>
            <a:solidFill>
              <a:srgbClr val="070154"/>
            </a:solidFill>
            <a:ln>
              <a:noFill/>
            </a:ln>
          </p:spPr>
        </p:sp>
        <p:sp>
          <p:nvSpPr>
            <p:cNvPr id="8" name="node01.label"/>
            <p:cNvSpPr/>
            <p:nvPr/>
          </p:nvSpPr>
          <p:spPr>
            <a:xfrm>
              <a:off x="7239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RECONCILE AI</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7239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 and release evidence</a:t>
              </a:r>
              <a:endParaRPr lang="en-US" sz="1800" spc="-18" kern="0" b="0" i="0" dirty="0">
                <a:solidFill>
                  <a:srgbClr val="070154"/>
                </a:solidFill>
                <a:latin typeface="IBM Plex Sans SemiBold"/>
                <a:ea typeface="IBM Plex Sans SemiBold"/>
                <a:cs typeface="IBM Plex Sans SemiBold"/>
              </a:endParaRPr>
            </a:p>
          </p:txBody>
        </p:sp>
      </p:grpSp>
      <p:grpSp>
        <p:nvGrpSpPr>
          <p:cNvPr id="23" name="node02"/>
          <p:cNvGrpSpPr/>
          <p:nvPr/>
        </p:nvGrpSpPr>
        <p:grpSpPr>
          <a:xfrm>
            <a:off x="723900" y="2362200"/>
            <a:ext cx="3429000" cy="1333500"/>
            <a:chOff x="723900" y="2362200"/>
            <a:chExt cx="3429000" cy="1333500"/>
          </a:xfrm>
        </p:grpSpPr>
        <p:sp>
          <p:nvSpPr>
            <p:cNvPr id="10" name="node02.text"/>
            <p:cNvSpPr/>
            <p:nvPr/>
          </p:nvSpPr>
          <p:spPr>
            <a:xfrm>
              <a:off x="723900" y="23622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November 2026 MVP target. PRD, Figma, Architecture Spec, technical stories, UAT and Jira exist. Node/Angular/NX on AWS; lead, ~4 developers and 1 DevSecOps/QA. Epic agent pipeline; two-week promotion.</a:t>
              </a:r>
              <a:endParaRPr lang="en-US" sz="1400" spc="0" kern="0" b="0" i="0" dirty="0">
                <a:solidFill>
                  <a:srgbClr val="070154"/>
                </a:solidFill>
                <a:latin typeface="IBM Plex Sans"/>
                <a:ea typeface="IBM Plex Sans"/>
                <a:cs typeface="IBM Plex Sans"/>
              </a:endParaRPr>
            </a:p>
          </p:txBody>
        </p:sp>
      </p:grpSp>
      <p:grpSp>
        <p:nvGrpSpPr>
          <p:cNvPr id="24" name="node03"/>
          <p:cNvGrpSpPr/>
          <p:nvPr/>
        </p:nvGrpSpPr>
        <p:grpSpPr>
          <a:xfrm>
            <a:off x="723900" y="3657600"/>
            <a:ext cx="3429000" cy="800100"/>
            <a:chOff x="723900" y="3657600"/>
            <a:chExt cx="3429000" cy="800100"/>
          </a:xfrm>
        </p:grpSpPr>
        <p:sp>
          <p:nvSpPr>
            <p:cNvPr id="11" name="node03.text"/>
            <p:cNvSpPr/>
            <p:nvPr/>
          </p:nvSpPr>
          <p:spPr>
            <a:xfrm>
              <a:off x="723900" y="36576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Review scale: 100–145-file epic PRs; DevSecOps WIP limit 2. Test ship-with-proof and governed agents.</a:t>
              </a:r>
              <a:endParaRPr lang="en-US" sz="1400" spc="0" kern="0" b="0" i="0" dirty="0">
                <a:solidFill>
                  <a:srgbClr val="50658E"/>
                </a:solidFill>
                <a:latin typeface="IBM Plex Sans"/>
                <a:ea typeface="IBM Plex Sans"/>
                <a:cs typeface="IBM Plex Sans"/>
              </a:endParaRPr>
            </a:p>
          </p:txBody>
        </p:sp>
      </p:grpSp>
      <p:grpSp>
        <p:nvGrpSpPr>
          <p:cNvPr id="25" name="node04"/>
          <p:cNvGrpSpPr/>
          <p:nvPr/>
        </p:nvGrpSpPr>
        <p:grpSpPr>
          <a:xfrm>
            <a:off x="4381500" y="1600200"/>
            <a:ext cx="3429000" cy="609600"/>
            <a:chOff x="4381500" y="1600200"/>
            <a:chExt cx="3429000" cy="609600"/>
          </a:xfrm>
        </p:grpSpPr>
        <p:sp>
          <p:nvSpPr>
            <p:cNvPr id="12" name="node04.rule"/>
            <p:cNvSpPr/>
            <p:nvPr/>
          </p:nvSpPr>
          <p:spPr>
            <a:xfrm>
              <a:off x="4381500" y="1600200"/>
              <a:ext cx="3429000" cy="38100"/>
            </a:xfrm>
            <a:prstGeom prst="rect">
              <a:avLst/>
            </a:prstGeom>
            <a:solidFill>
              <a:srgbClr val="070154"/>
            </a:solidFill>
            <a:ln>
              <a:noFill/>
            </a:ln>
          </p:spPr>
        </p:sp>
        <p:sp>
          <p:nvSpPr>
            <p:cNvPr id="13" name="node04.label"/>
            <p:cNvSpPr/>
            <p:nvPr/>
          </p:nvSpPr>
          <p:spPr>
            <a:xfrm>
              <a:off x="43815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RULES ENGINE</a:t>
              </a:r>
              <a:endParaRPr lang="en-US" sz="900" spc="54" kern="0" b="0" i="0" dirty="0">
                <a:solidFill>
                  <a:srgbClr val="0047FF"/>
                </a:solidFill>
                <a:latin typeface="IBM Plex Mono Medium"/>
                <a:ea typeface="IBM Plex Mono Medium"/>
                <a:cs typeface="IBM Plex Mono Medium"/>
              </a:endParaRPr>
            </a:p>
          </p:txBody>
        </p:sp>
        <p:sp>
          <p:nvSpPr>
            <p:cNvPr id="14" name="node04.title"/>
            <p:cNvSpPr/>
            <p:nvPr/>
          </p:nvSpPr>
          <p:spPr>
            <a:xfrm>
              <a:off x="43815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Commit with engineering input</a:t>
              </a:r>
              <a:endParaRPr lang="en-US" sz="1800" spc="-18" kern="0" b="0" i="0" dirty="0">
                <a:solidFill>
                  <a:srgbClr val="070154"/>
                </a:solidFill>
                <a:latin typeface="IBM Plex Sans SemiBold"/>
                <a:ea typeface="IBM Plex Sans SemiBold"/>
                <a:cs typeface="IBM Plex Sans SemiBold"/>
              </a:endParaRPr>
            </a:p>
          </p:txBody>
        </p:sp>
      </p:grpSp>
      <p:grpSp>
        <p:nvGrpSpPr>
          <p:cNvPr id="26" name="node05"/>
          <p:cNvGrpSpPr/>
          <p:nvPr/>
        </p:nvGrpSpPr>
        <p:grpSpPr>
          <a:xfrm>
            <a:off x="4381500" y="2362200"/>
            <a:ext cx="3429000" cy="1066800"/>
            <a:chOff x="4381500" y="2362200"/>
            <a:chExt cx="3429000" cy="1066800"/>
          </a:xfrm>
        </p:grpSpPr>
        <p:sp>
          <p:nvSpPr>
            <p:cNvPr id="15" name="node05.text"/>
            <p:cNvSpPr/>
            <p:nvPr/>
          </p:nvSpPr>
          <p:spPr>
            <a:xfrm>
              <a:off x="4381500" y="23622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Discovery done; commercialization next. PRD + governance deck; no epic. Rough year-end MVP. Platform/team and Core capacity remain undecided.</a:t>
              </a:r>
              <a:endParaRPr lang="en-US" sz="1400" spc="0" kern="0" b="0" i="0" dirty="0">
                <a:solidFill>
                  <a:srgbClr val="070154"/>
                </a:solidFill>
                <a:latin typeface="IBM Plex Sans"/>
                <a:ea typeface="IBM Plex Sans"/>
                <a:cs typeface="IBM Plex Sans"/>
              </a:endParaRPr>
            </a:p>
          </p:txBody>
        </p:sp>
      </p:grpSp>
      <p:grpSp>
        <p:nvGrpSpPr>
          <p:cNvPr id="27" name="node06"/>
          <p:cNvGrpSpPr/>
          <p:nvPr/>
        </p:nvGrpSpPr>
        <p:grpSpPr>
          <a:xfrm>
            <a:off x="4381500" y="3657600"/>
            <a:ext cx="3429000" cy="1066800"/>
            <a:chOff x="4381500" y="3657600"/>
            <a:chExt cx="3429000" cy="1066800"/>
          </a:xfrm>
        </p:grpSpPr>
        <p:sp>
          <p:nvSpPr>
            <p:cNvPr id="16" name="node06.text"/>
            <p:cNvSpPr/>
            <p:nvPr/>
          </p:nvSpPr>
          <p:spPr>
            <a:xfrm>
              <a:off x="4381500" y="36576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Aspen / TeamTAG partner-client lane. Resolve Scrum/points versus epic Kanban. Test the signal funnel, definition path and priorities.</a:t>
              </a:r>
              <a:endParaRPr lang="en-US" sz="1400" spc="0" kern="0" b="0" i="0" dirty="0">
                <a:solidFill>
                  <a:srgbClr val="50658E"/>
                </a:solidFill>
                <a:latin typeface="IBM Plex Sans"/>
                <a:ea typeface="IBM Plex Sans"/>
                <a:cs typeface="IBM Plex Sans"/>
              </a:endParaRPr>
            </a:p>
          </p:txBody>
        </p:sp>
      </p:grpSp>
      <p:grpSp>
        <p:nvGrpSpPr>
          <p:cNvPr id="28" name="node07"/>
          <p:cNvGrpSpPr/>
          <p:nvPr/>
        </p:nvGrpSpPr>
        <p:grpSpPr>
          <a:xfrm>
            <a:off x="8039100" y="1600200"/>
            <a:ext cx="3429000" cy="609600"/>
            <a:chOff x="8039100" y="1600200"/>
            <a:chExt cx="3429000" cy="609600"/>
          </a:xfrm>
        </p:grpSpPr>
        <p:sp>
          <p:nvSpPr>
            <p:cNvPr id="17" name="node07.rule"/>
            <p:cNvSpPr/>
            <p:nvPr/>
          </p:nvSpPr>
          <p:spPr>
            <a:xfrm>
              <a:off x="8039100" y="1600200"/>
              <a:ext cx="3429000" cy="38100"/>
            </a:xfrm>
            <a:prstGeom prst="rect">
              <a:avLst/>
            </a:prstGeom>
            <a:solidFill>
              <a:srgbClr val="070154"/>
            </a:solidFill>
            <a:ln>
              <a:noFill/>
            </a:ln>
          </p:spPr>
        </p:sp>
        <p:sp>
          <p:nvSpPr>
            <p:cNvPr id="18" name="node07.label"/>
            <p:cNvSpPr/>
            <p:nvPr/>
          </p:nvSpPr>
          <p:spPr>
            <a:xfrm>
              <a:off x="80391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COMMON COMPARISON LENS</a:t>
              </a:r>
              <a:endParaRPr lang="en-US" sz="900" spc="54" kern="0" b="0" i="0" dirty="0">
                <a:solidFill>
                  <a:srgbClr val="0047FF"/>
                </a:solidFill>
                <a:latin typeface="IBM Plex Mono Medium"/>
                <a:ea typeface="IBM Plex Mono Medium"/>
                <a:cs typeface="IBM Plex Mono Medium"/>
              </a:endParaRPr>
            </a:p>
          </p:txBody>
        </p:sp>
        <p:sp>
          <p:nvSpPr>
            <p:cNvPr id="19" name="node07.title"/>
            <p:cNvSpPr/>
            <p:nvPr/>
          </p:nvSpPr>
          <p:spPr>
            <a:xfrm>
              <a:off x="80391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Six dimensions for both</a:t>
              </a:r>
              <a:endParaRPr lang="en-US" sz="1800" spc="-18" kern="0" b="0" i="0" dirty="0">
                <a:solidFill>
                  <a:srgbClr val="070154"/>
                </a:solidFill>
                <a:latin typeface="IBM Plex Sans SemiBold"/>
                <a:ea typeface="IBM Plex Sans SemiBold"/>
                <a:cs typeface="IBM Plex Sans SemiBold"/>
              </a:endParaRPr>
            </a:p>
          </p:txBody>
        </p:sp>
      </p:grpSp>
      <p:grpSp>
        <p:nvGrpSpPr>
          <p:cNvPr id="29" name="node08"/>
          <p:cNvGrpSpPr/>
          <p:nvPr/>
        </p:nvGrpSpPr>
        <p:grpSpPr>
          <a:xfrm>
            <a:off x="8039100" y="2362200"/>
            <a:ext cx="3429000" cy="1066800"/>
            <a:chOff x="8039100" y="2362200"/>
            <a:chExt cx="3429000" cy="1066800"/>
          </a:xfrm>
        </p:grpSpPr>
        <p:sp>
          <p:nvSpPr>
            <p:cNvPr id="20" name="node08.text"/>
            <p:cNvSpPr/>
            <p:nvPr/>
          </p:nvSpPr>
          <p:spPr>
            <a:xfrm>
              <a:off x="8039100" y="23622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Stage today; artifacts; platform and team; delivery approach; open questions; activation tests. The same six dimensions apply to each initiative.</a:t>
              </a:r>
              <a:endParaRPr lang="en-US" sz="1400" spc="0" kern="0" b="0" i="0" dirty="0">
                <a:solidFill>
                  <a:srgbClr val="070154"/>
                </a:solidFill>
                <a:latin typeface="IBM Plex Sans"/>
                <a:ea typeface="IBM Plex Sans"/>
                <a:cs typeface="IBM Plex Sans"/>
              </a:endParaRPr>
            </a:p>
          </p:txBody>
        </p:sp>
      </p:grpSp>
      <p:grpSp>
        <p:nvGrpSpPr>
          <p:cNvPr id="30" name="node09"/>
          <p:cNvGrpSpPr/>
          <p:nvPr/>
        </p:nvGrpSpPr>
        <p:grpSpPr>
          <a:xfrm>
            <a:off x="8039100" y="3657600"/>
            <a:ext cx="3429000" cy="800100"/>
            <a:chOff x="8039100" y="3657600"/>
            <a:chExt cx="3429000" cy="800100"/>
          </a:xfrm>
        </p:grpSpPr>
        <p:sp>
          <p:nvSpPr>
            <p:cNvPr id="21" name="node09.text"/>
            <p:cNvSpPr/>
            <p:nvPr/>
          </p:nvSpPr>
          <p:spPr>
            <a:xfrm>
              <a:off x="8039100" y="36576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Recon tests release evidence and agentic scale. Rules tests an engineering-informed commitment before setting a date.</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dxc-01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 · THREE LINKED DELIVERABLES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deliverables, one working structure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a:t>
            </a:fld>
            <a:endParaRPr lang="en-US" sz="700" spc="0" kern="0" b="0" i="0" dirty="0">
              <a:solidFill>
                <a:srgbClr val="070154"/>
              </a:solidFill>
              <a:latin typeface="IBM Plex Mono SemiBold"/>
              <a:ea typeface="IBM Plex Mono SemiBold"/>
              <a:cs typeface="IBM Plex Mono SemiBold"/>
            </a:endParaRPr>
          </a:p>
        </p:txBody>
      </p:sp>
      <p:grpSp>
        <p:nvGrpSpPr>
          <p:cNvPr id="37" name="cards"/>
          <p:cNvGrpSpPr/>
          <p:nvPr/>
        </p:nvGrpSpPr>
        <p:grpSpPr>
          <a:xfrm>
            <a:off x="723900" y="1828800"/>
            <a:ext cx="10744200" cy="2743200"/>
            <a:chOff x="723900" y="1828800"/>
            <a:chExt cx="10744200" cy="2743200"/>
          </a:xfrm>
        </p:grpSpPr>
        <p:grpSp>
          <p:nvGrpSpPr>
            <p:cNvPr id="34" name="cards.items.practices-map"/>
            <p:cNvGrpSpPr/>
            <p:nvPr/>
          </p:nvGrpSpPr>
          <p:grpSpPr>
            <a:xfrm>
              <a:off x="723900" y="1828800"/>
              <a:ext cx="3429000" cy="2743200"/>
              <a:chOff x="723900" y="1828800"/>
              <a:chExt cx="3429000" cy="2743200"/>
            </a:xfrm>
          </p:grpSpPr>
          <p:sp>
            <p:nvSpPr>
              <p:cNvPr id="7" name="cards.items.practices-map.container"/>
              <p:cNvSpPr/>
              <p:nvPr/>
            </p:nvSpPr>
            <p:spPr>
              <a:xfrm>
                <a:off x="723900" y="1828800"/>
                <a:ext cx="3429000" cy="2743200"/>
              </a:xfrm>
              <a:prstGeom prst="rect">
                <a:avLst/>
              </a:prstGeom>
              <a:solidFill>
                <a:srgbClr val="FFFFFF"/>
              </a:solidFill>
              <a:ln>
                <a:noFill/>
              </a:ln>
            </p:spPr>
          </p:sp>
          <p:sp>
            <p:nvSpPr>
              <p:cNvPr id="8" name="cards.items.practices-map.band"/>
              <p:cNvSpPr/>
              <p:nvPr/>
            </p:nvSpPr>
            <p:spPr>
              <a:xfrm>
                <a:off x="723900" y="1828800"/>
                <a:ext cx="3429000" cy="762000"/>
              </a:xfrm>
              <a:prstGeom prst="rect">
                <a:avLst/>
              </a:prstGeom>
              <a:solidFill>
                <a:srgbClr val="070154"/>
              </a:solidFill>
              <a:ln>
                <a:noFill/>
              </a:ln>
            </p:spPr>
          </p:sp>
          <p:sp>
            <p:nvSpPr>
              <p:cNvPr id="9" name="cards.items.practices-map.outline.0"/>
              <p:cNvSpPr/>
              <p:nvPr/>
            </p:nvSpPr>
            <p:spPr>
              <a:xfrm>
                <a:off x="723900" y="1828800"/>
                <a:ext cx="3429000" cy="12700"/>
              </a:xfrm>
              <a:prstGeom prst="rect">
                <a:avLst/>
              </a:prstGeom>
              <a:solidFill>
                <a:srgbClr val="CED7E6"/>
              </a:solidFill>
              <a:ln>
                <a:noFill/>
              </a:ln>
            </p:spPr>
          </p:sp>
          <p:sp>
            <p:nvSpPr>
              <p:cNvPr id="10" name="cards.items.practices-map.outline.1"/>
              <p:cNvSpPr/>
              <p:nvPr/>
            </p:nvSpPr>
            <p:spPr>
              <a:xfrm>
                <a:off x="723900" y="4559300"/>
                <a:ext cx="3429000" cy="12700"/>
              </a:xfrm>
              <a:prstGeom prst="rect">
                <a:avLst/>
              </a:prstGeom>
              <a:solidFill>
                <a:srgbClr val="CED7E6"/>
              </a:solidFill>
              <a:ln>
                <a:noFill/>
              </a:ln>
            </p:spPr>
          </p:sp>
          <p:sp>
            <p:nvSpPr>
              <p:cNvPr id="11" name="cards.items.practices-map.outline.2"/>
              <p:cNvSpPr/>
              <p:nvPr/>
            </p:nvSpPr>
            <p:spPr>
              <a:xfrm>
                <a:off x="723900" y="1828800"/>
                <a:ext cx="12700" cy="2743200"/>
              </a:xfrm>
              <a:prstGeom prst="rect">
                <a:avLst/>
              </a:prstGeom>
              <a:solidFill>
                <a:srgbClr val="CED7E6"/>
              </a:solidFill>
              <a:ln>
                <a:noFill/>
              </a:ln>
            </p:spPr>
          </p:sp>
          <p:sp>
            <p:nvSpPr>
              <p:cNvPr id="12" name="cards.items.practices-map.outline.3"/>
              <p:cNvSpPr/>
              <p:nvPr/>
            </p:nvSpPr>
            <p:spPr>
              <a:xfrm>
                <a:off x="4140200" y="1828800"/>
                <a:ext cx="12700" cy="2743200"/>
              </a:xfrm>
              <a:prstGeom prst="rect">
                <a:avLst/>
              </a:prstGeom>
              <a:solidFill>
                <a:srgbClr val="CED7E6"/>
              </a:solidFill>
              <a:ln>
                <a:noFill/>
              </a:ln>
            </p:spPr>
          </p:sp>
          <p:sp>
            <p:nvSpPr>
              <p:cNvPr id="13" name="cards.items.practices-map.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14" name="cards.items.practices-map.title"/>
              <p:cNvSpPr/>
              <p:nvPr/>
            </p:nvSpPr>
            <p:spPr>
              <a:xfrm>
                <a:off x="1339977" y="2057400"/>
                <a:ext cx="25843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Practices Map</a:t>
                </a:r>
                <a:endParaRPr lang="en-US" sz="1800" spc="-18" kern="0" b="0" i="0" dirty="0">
                  <a:solidFill>
                    <a:srgbClr val="FFFFFF"/>
                  </a:solidFill>
                  <a:latin typeface="IBM Plex Sans SemiBold"/>
                  <a:ea typeface="IBM Plex Sans SemiBold"/>
                  <a:cs typeface="IBM Plex Sans SemiBold"/>
                </a:endParaRPr>
              </a:p>
            </p:txBody>
          </p:sp>
          <p:sp>
            <p:nvSpPr>
              <p:cNvPr id="15" name="cards.items.practices-map.body.copy"/>
              <p:cNvSpPr/>
              <p:nvPr/>
            </p:nvSpPr>
            <p:spPr>
              <a:xfrm>
                <a:off x="952500" y="28194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Validated Product and R&amp;D practices: observed strengths, gaps and opportunities.</a:t>
                </a:r>
                <a:endParaRPr lang="en-US" sz="1400" spc="0" kern="0" b="0" i="0" dirty="0">
                  <a:solidFill>
                    <a:srgbClr val="50658E"/>
                  </a:solidFill>
                  <a:latin typeface="IBM Plex Sans"/>
                  <a:ea typeface="IBM Plex Sans"/>
                  <a:cs typeface="IBM Plex Sans"/>
                </a:endParaRPr>
              </a:p>
            </p:txBody>
          </p:sp>
        </p:grpSp>
        <p:grpSp>
          <p:nvGrpSpPr>
            <p:cNvPr id="35" name="cards.items.activation-summary"/>
            <p:cNvGrpSpPr/>
            <p:nvPr/>
          </p:nvGrpSpPr>
          <p:grpSpPr>
            <a:xfrm>
              <a:off x="4381500" y="1828800"/>
              <a:ext cx="3429000" cy="2743200"/>
              <a:chOff x="4381500" y="1828800"/>
              <a:chExt cx="3429000" cy="2743200"/>
            </a:xfrm>
          </p:grpSpPr>
          <p:sp>
            <p:nvSpPr>
              <p:cNvPr id="16" name="cards.items.activation-summary.container"/>
              <p:cNvSpPr/>
              <p:nvPr/>
            </p:nvSpPr>
            <p:spPr>
              <a:xfrm>
                <a:off x="4381500" y="1828800"/>
                <a:ext cx="3429000" cy="2743200"/>
              </a:xfrm>
              <a:prstGeom prst="rect">
                <a:avLst/>
              </a:prstGeom>
              <a:solidFill>
                <a:srgbClr val="FFFFFF"/>
              </a:solidFill>
              <a:ln>
                <a:noFill/>
              </a:ln>
            </p:spPr>
          </p:sp>
          <p:sp>
            <p:nvSpPr>
              <p:cNvPr id="17" name="cards.items.activation-summary.band"/>
              <p:cNvSpPr/>
              <p:nvPr/>
            </p:nvSpPr>
            <p:spPr>
              <a:xfrm>
                <a:off x="4381500" y="1828800"/>
                <a:ext cx="3429000" cy="762000"/>
              </a:xfrm>
              <a:prstGeom prst="rect">
                <a:avLst/>
              </a:prstGeom>
              <a:solidFill>
                <a:srgbClr val="070154"/>
              </a:solidFill>
              <a:ln>
                <a:noFill/>
              </a:ln>
            </p:spPr>
          </p:sp>
          <p:sp>
            <p:nvSpPr>
              <p:cNvPr id="18" name="cards.items.activation-summary.outline.0"/>
              <p:cNvSpPr/>
              <p:nvPr/>
            </p:nvSpPr>
            <p:spPr>
              <a:xfrm>
                <a:off x="4381500" y="1828800"/>
                <a:ext cx="3429000" cy="12700"/>
              </a:xfrm>
              <a:prstGeom prst="rect">
                <a:avLst/>
              </a:prstGeom>
              <a:solidFill>
                <a:srgbClr val="CED7E6"/>
              </a:solidFill>
              <a:ln>
                <a:noFill/>
              </a:ln>
            </p:spPr>
          </p:sp>
          <p:sp>
            <p:nvSpPr>
              <p:cNvPr id="19" name="cards.items.activation-summary.outline.1"/>
              <p:cNvSpPr/>
              <p:nvPr/>
            </p:nvSpPr>
            <p:spPr>
              <a:xfrm>
                <a:off x="4381500" y="4559300"/>
                <a:ext cx="3429000" cy="12700"/>
              </a:xfrm>
              <a:prstGeom prst="rect">
                <a:avLst/>
              </a:prstGeom>
              <a:solidFill>
                <a:srgbClr val="CED7E6"/>
              </a:solidFill>
              <a:ln>
                <a:noFill/>
              </a:ln>
            </p:spPr>
          </p:sp>
          <p:sp>
            <p:nvSpPr>
              <p:cNvPr id="20" name="cards.items.activation-summary.outline.2"/>
              <p:cNvSpPr/>
              <p:nvPr/>
            </p:nvSpPr>
            <p:spPr>
              <a:xfrm>
                <a:off x="4381500" y="1828800"/>
                <a:ext cx="12700" cy="2743200"/>
              </a:xfrm>
              <a:prstGeom prst="rect">
                <a:avLst/>
              </a:prstGeom>
              <a:solidFill>
                <a:srgbClr val="CED7E6"/>
              </a:solidFill>
              <a:ln>
                <a:noFill/>
              </a:ln>
            </p:spPr>
          </p:sp>
          <p:sp>
            <p:nvSpPr>
              <p:cNvPr id="21" name="cards.items.activation-summary.outline.3"/>
              <p:cNvSpPr/>
              <p:nvPr/>
            </p:nvSpPr>
            <p:spPr>
              <a:xfrm>
                <a:off x="7797800" y="1828800"/>
                <a:ext cx="12700" cy="2743200"/>
              </a:xfrm>
              <a:prstGeom prst="rect">
                <a:avLst/>
              </a:prstGeom>
              <a:solidFill>
                <a:srgbClr val="CED7E6"/>
              </a:solidFill>
              <a:ln>
                <a:noFill/>
              </a:ln>
            </p:spPr>
          </p:sp>
          <p:sp>
            <p:nvSpPr>
              <p:cNvPr id="22" name="cards.items.activation-summary.number"/>
              <p:cNvSpPr/>
              <p:nvPr/>
            </p:nvSpPr>
            <p:spPr>
              <a:xfrm>
                <a:off x="4610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23" name="cards.items.activation-summary.title"/>
              <p:cNvSpPr/>
              <p:nvPr/>
            </p:nvSpPr>
            <p:spPr>
              <a:xfrm>
                <a:off x="4997577" y="2057400"/>
                <a:ext cx="25843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Activation Summary</a:t>
                </a:r>
                <a:endParaRPr lang="en-US" sz="1800" spc="-18" kern="0" b="0" i="0" dirty="0">
                  <a:solidFill>
                    <a:srgbClr val="FFFFFF"/>
                  </a:solidFill>
                  <a:latin typeface="IBM Plex Sans SemiBold"/>
                  <a:ea typeface="IBM Plex Sans SemiBold"/>
                  <a:cs typeface="IBM Plex Sans SemiBold"/>
                </a:endParaRPr>
              </a:p>
            </p:txBody>
          </p:sp>
          <p:sp>
            <p:nvSpPr>
              <p:cNvPr id="24" name="cards.items.activation-summary.body.copy"/>
              <p:cNvSpPr/>
              <p:nvPr/>
            </p:nvSpPr>
            <p:spPr>
              <a:xfrm>
                <a:off x="4610100" y="28194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Bounded changes tested in live work, early signals and a repeatable activation playbook.</a:t>
                </a:r>
                <a:endParaRPr lang="en-US" sz="1400" spc="0" kern="0" b="0" i="0" dirty="0">
                  <a:solidFill>
                    <a:srgbClr val="50658E"/>
                  </a:solidFill>
                  <a:latin typeface="IBM Plex Sans"/>
                  <a:ea typeface="IBM Plex Sans"/>
                  <a:cs typeface="IBM Plex Sans"/>
                </a:endParaRPr>
              </a:p>
            </p:txBody>
          </p:sp>
        </p:grpSp>
        <p:grpSp>
          <p:nvGrpSpPr>
            <p:cNvPr id="36" name="cards.items.recommendations-roadmap"/>
            <p:cNvGrpSpPr/>
            <p:nvPr/>
          </p:nvGrpSpPr>
          <p:grpSpPr>
            <a:xfrm>
              <a:off x="8039100" y="1828800"/>
              <a:ext cx="3429000" cy="2743200"/>
              <a:chOff x="8039100" y="1828800"/>
              <a:chExt cx="3429000" cy="2743200"/>
            </a:xfrm>
          </p:grpSpPr>
          <p:sp>
            <p:nvSpPr>
              <p:cNvPr id="25" name="cards.items.recommendations-roadmap.container"/>
              <p:cNvSpPr/>
              <p:nvPr/>
            </p:nvSpPr>
            <p:spPr>
              <a:xfrm>
                <a:off x="8039100" y="1828800"/>
                <a:ext cx="3429000" cy="2743200"/>
              </a:xfrm>
              <a:prstGeom prst="rect">
                <a:avLst/>
              </a:prstGeom>
              <a:solidFill>
                <a:srgbClr val="FFFFFF"/>
              </a:solidFill>
              <a:ln>
                <a:noFill/>
              </a:ln>
            </p:spPr>
          </p:sp>
          <p:sp>
            <p:nvSpPr>
              <p:cNvPr id="26" name="cards.items.recommendations-roadmap.band"/>
              <p:cNvSpPr/>
              <p:nvPr/>
            </p:nvSpPr>
            <p:spPr>
              <a:xfrm>
                <a:off x="8039100" y="1828800"/>
                <a:ext cx="3429000" cy="1066800"/>
              </a:xfrm>
              <a:prstGeom prst="rect">
                <a:avLst/>
              </a:prstGeom>
              <a:solidFill>
                <a:srgbClr val="070154"/>
              </a:solidFill>
              <a:ln>
                <a:noFill/>
              </a:ln>
            </p:spPr>
          </p:sp>
          <p:sp>
            <p:nvSpPr>
              <p:cNvPr id="27" name="cards.items.recommendations-roadmap.outline.0"/>
              <p:cNvSpPr/>
              <p:nvPr/>
            </p:nvSpPr>
            <p:spPr>
              <a:xfrm>
                <a:off x="8039100" y="1828800"/>
                <a:ext cx="3429000" cy="12700"/>
              </a:xfrm>
              <a:prstGeom prst="rect">
                <a:avLst/>
              </a:prstGeom>
              <a:solidFill>
                <a:srgbClr val="CED7E6"/>
              </a:solidFill>
              <a:ln>
                <a:noFill/>
              </a:ln>
            </p:spPr>
          </p:sp>
          <p:sp>
            <p:nvSpPr>
              <p:cNvPr id="28" name="cards.items.recommendations-roadmap.outline.1"/>
              <p:cNvSpPr/>
              <p:nvPr/>
            </p:nvSpPr>
            <p:spPr>
              <a:xfrm>
                <a:off x="8039100" y="4559300"/>
                <a:ext cx="3429000" cy="12700"/>
              </a:xfrm>
              <a:prstGeom prst="rect">
                <a:avLst/>
              </a:prstGeom>
              <a:solidFill>
                <a:srgbClr val="CED7E6"/>
              </a:solidFill>
              <a:ln>
                <a:noFill/>
              </a:ln>
            </p:spPr>
          </p:sp>
          <p:sp>
            <p:nvSpPr>
              <p:cNvPr id="29" name="cards.items.recommendations-roadmap.outline.2"/>
              <p:cNvSpPr/>
              <p:nvPr/>
            </p:nvSpPr>
            <p:spPr>
              <a:xfrm>
                <a:off x="8039100" y="1828800"/>
                <a:ext cx="12700" cy="2743200"/>
              </a:xfrm>
              <a:prstGeom prst="rect">
                <a:avLst/>
              </a:prstGeom>
              <a:solidFill>
                <a:srgbClr val="CED7E6"/>
              </a:solidFill>
              <a:ln>
                <a:noFill/>
              </a:ln>
            </p:spPr>
          </p:sp>
          <p:sp>
            <p:nvSpPr>
              <p:cNvPr id="30" name="cards.items.recommendations-roadmap.outline.3"/>
              <p:cNvSpPr/>
              <p:nvPr/>
            </p:nvSpPr>
            <p:spPr>
              <a:xfrm>
                <a:off x="11455400" y="1828800"/>
                <a:ext cx="12700" cy="2743200"/>
              </a:xfrm>
              <a:prstGeom prst="rect">
                <a:avLst/>
              </a:prstGeom>
              <a:solidFill>
                <a:srgbClr val="CED7E6"/>
              </a:solidFill>
              <a:ln>
                <a:noFill/>
              </a:ln>
            </p:spPr>
          </p:sp>
          <p:sp>
            <p:nvSpPr>
              <p:cNvPr id="31" name="cards.items.recommendations-roadmap.number"/>
              <p:cNvSpPr/>
              <p:nvPr/>
            </p:nvSpPr>
            <p:spPr>
              <a:xfrm>
                <a:off x="8267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32" name="cards.items.recommendations-roadmap.title"/>
              <p:cNvSpPr/>
              <p:nvPr/>
            </p:nvSpPr>
            <p:spPr>
              <a:xfrm>
                <a:off x="8655177" y="2057400"/>
                <a:ext cx="25843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Recommendations &amp; roadmap</a:t>
                </a:r>
                <a:endParaRPr lang="en-US" sz="1800" spc="-18" kern="0" b="0" i="0" dirty="0">
                  <a:solidFill>
                    <a:srgbClr val="FFFFFF"/>
                  </a:solidFill>
                  <a:latin typeface="IBM Plex Sans SemiBold"/>
                  <a:ea typeface="IBM Plex Sans SemiBold"/>
                  <a:cs typeface="IBM Plex Sans SemiBold"/>
                </a:endParaRPr>
              </a:p>
            </p:txBody>
          </p:sp>
          <p:sp>
            <p:nvSpPr>
              <p:cNvPr id="33" name="cards.items.recommendations-roadmap.body.copy"/>
              <p:cNvSpPr/>
              <p:nvPr/>
            </p:nvSpPr>
            <p:spPr>
              <a:xfrm>
                <a:off x="8267700" y="31242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Prioritized practices, roles, decision rights, owners, measures, dependencies and feedback loops.</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dxc-01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PILOT → MEASURE → EXTEND · OWNERS AND DEPENDENCIES IN NOTES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Activation Roadmap: product track</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600200"/>
            <a:ext cx="10744200" cy="4292600"/>
            <a:chOff x="723900" y="1600200"/>
            <a:chExt cx="10744200" cy="42926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292600"/>
          </p:xfrm>
          <a:graphic>
            <a:graphicData uri="http://schemas.openxmlformats.org/drawingml/2006/table">
              <a:tbl>
                <a:tblPr/>
                <a:tblGrid>
                  <a:gridCol w="1905000"/>
                  <a:gridCol w="2946400"/>
                  <a:gridCol w="2946400"/>
                  <a:gridCol w="2946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PRACTICE / FIRST PILOT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NOW</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NEXT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FUTURE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Outcomes · Rules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Year-end decision criteria</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Engineering effort + risk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Protected support capacity</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Credible 3–4 sprint 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Outcome + capacity evidence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Across all pods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PM owner · Recon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Map decision rights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 outcome + learning owner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After November MVP</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adoption + results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Own outcomes across pods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Learning beyond backlog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Definition · Rules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Opportunity + Product Brief</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Feature → Technical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Use on next initiative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named decisions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Concord-aligned definition path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Collaborate · Rules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Book pre-commitment review</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Minimum cross-functional team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UX, QA, Release + Ops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Record open questions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Track wait + rework before commit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Proof · Recon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Highest-risk client workflow</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Before November MVP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Smallest release evidence path</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Compare before + after issues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Results + adoption guide roadmap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highlight-edge"/>
            <p:cNvSpPr/>
            <p:nvPr/>
          </p:nvSpPr>
          <p:spPr>
            <a:xfrm>
              <a:off x="2628900" y="1562100"/>
              <a:ext cx="2946400" cy="38100"/>
            </a:xfrm>
            <a:prstGeom prst="rect">
              <a:avLst/>
            </a:prstGeom>
            <a:solidFill>
              <a:srgbClr val="0047FF"/>
            </a:solidFill>
            <a:ln>
              <a:noFill/>
            </a:ln>
          </p:spPr>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dxc-019">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 FIRST EXPERIMENT · PRODUCT + ENGINEERING TEAM LEAD</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PRD → signed tech spec → release evidence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a:t>
            </a:fld>
            <a:endParaRPr lang="en-US" sz="700" spc="0" kern="0" b="0" i="0" dirty="0">
              <a:solidFill>
                <a:srgbClr val="070154"/>
              </a:solidFill>
              <a:latin typeface="IBM Plex Mono SemiBold"/>
              <a:ea typeface="IBM Plex Mono SemiBold"/>
              <a:cs typeface="IBM Plex Mono SemiBold"/>
            </a:endParaRPr>
          </a:p>
        </p:txBody>
      </p:sp>
      <p:grpSp>
        <p:nvGrpSpPr>
          <p:cNvPr id="22" name="node01"/>
          <p:cNvGrpSpPr/>
          <p:nvPr/>
        </p:nvGrpSpPr>
        <p:grpSpPr>
          <a:xfrm>
            <a:off x="723900" y="1600200"/>
            <a:ext cx="3429000" cy="609600"/>
            <a:chOff x="723900" y="1600200"/>
            <a:chExt cx="3429000" cy="609600"/>
          </a:xfrm>
        </p:grpSpPr>
        <p:sp>
          <p:nvSpPr>
            <p:cNvPr id="7" name="node01.rule"/>
            <p:cNvSpPr/>
            <p:nvPr/>
          </p:nvSpPr>
          <p:spPr>
            <a:xfrm>
              <a:off x="723900" y="1600200"/>
              <a:ext cx="3429000" cy="38100"/>
            </a:xfrm>
            <a:prstGeom prst="rect">
              <a:avLst/>
            </a:prstGeom>
            <a:solidFill>
              <a:srgbClr val="070154"/>
            </a:solidFill>
            <a:ln>
              <a:noFill/>
            </a:ln>
          </p:spPr>
        </p:sp>
        <p:sp>
          <p:nvSpPr>
            <p:cNvPr id="8" name="node01.label"/>
            <p:cNvSpPr/>
            <p:nvPr/>
          </p:nvSpPr>
          <p:spPr>
            <a:xfrm>
              <a:off x="7239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PRD</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7239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Confirm the problem</a:t>
              </a:r>
              <a:endParaRPr lang="en-US" sz="1800" spc="-18" kern="0" b="0" i="0" dirty="0">
                <a:solidFill>
                  <a:srgbClr val="070154"/>
                </a:solidFill>
                <a:latin typeface="IBM Plex Sans SemiBold"/>
                <a:ea typeface="IBM Plex Sans SemiBold"/>
                <a:cs typeface="IBM Plex Sans SemiBold"/>
              </a:endParaRPr>
            </a:p>
          </p:txBody>
        </p:sp>
      </p:grpSp>
      <p:grpSp>
        <p:nvGrpSpPr>
          <p:cNvPr id="23" name="node02"/>
          <p:cNvGrpSpPr/>
          <p:nvPr/>
        </p:nvGrpSpPr>
        <p:grpSpPr>
          <a:xfrm>
            <a:off x="723900" y="2362200"/>
            <a:ext cx="3429000" cy="1066800"/>
            <a:chOff x="723900" y="2362200"/>
            <a:chExt cx="3429000" cy="1066800"/>
          </a:xfrm>
        </p:grpSpPr>
        <p:sp>
          <p:nvSpPr>
            <p:cNvPr id="10" name="node02.text"/>
            <p:cNvSpPr/>
            <p:nvPr/>
          </p:nvSpPr>
          <p:spPr>
            <a:xfrm>
              <a:off x="723900" y="23622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Start with the existing PRD; no epic exists yet. Product confirms scope and the success measure. Rules Engine platform is undecided.</a:t>
              </a:r>
              <a:endParaRPr lang="en-US" sz="1400" spc="0" kern="0" b="0" i="0" dirty="0">
                <a:solidFill>
                  <a:srgbClr val="070154"/>
                </a:solidFill>
                <a:latin typeface="IBM Plex Sans"/>
                <a:ea typeface="IBM Plex Sans"/>
                <a:cs typeface="IBM Plex Sans"/>
              </a:endParaRPr>
            </a:p>
          </p:txBody>
        </p:sp>
      </p:grpSp>
      <p:grpSp>
        <p:nvGrpSpPr>
          <p:cNvPr id="24" name="node03"/>
          <p:cNvGrpSpPr/>
          <p:nvPr/>
        </p:nvGrpSpPr>
        <p:grpSpPr>
          <a:xfrm>
            <a:off x="723900" y="3657600"/>
            <a:ext cx="3429000" cy="533400"/>
            <a:chOff x="723900" y="3657600"/>
            <a:chExt cx="3429000" cy="533400"/>
          </a:xfrm>
        </p:grpSpPr>
        <p:sp>
          <p:nvSpPr>
            <p:cNvPr id="11" name="node03.text"/>
            <p:cNvSpPr/>
            <p:nvPr/>
          </p:nvSpPr>
          <p:spPr>
            <a:xfrm>
              <a:off x="723900" y="36576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Watch-out: sanctioned tools and PHI rules must be in place.</a:t>
              </a:r>
              <a:endParaRPr lang="en-US" sz="1400" spc="0" kern="0" b="0" i="0" dirty="0">
                <a:solidFill>
                  <a:srgbClr val="50658E"/>
                </a:solidFill>
                <a:latin typeface="IBM Plex Sans"/>
                <a:ea typeface="IBM Plex Sans"/>
                <a:cs typeface="IBM Plex Sans"/>
              </a:endParaRPr>
            </a:p>
          </p:txBody>
        </p:sp>
      </p:grpSp>
      <p:grpSp>
        <p:nvGrpSpPr>
          <p:cNvPr id="25" name="node04"/>
          <p:cNvGrpSpPr/>
          <p:nvPr/>
        </p:nvGrpSpPr>
        <p:grpSpPr>
          <a:xfrm>
            <a:off x="4381500" y="1600200"/>
            <a:ext cx="3429000" cy="609600"/>
            <a:chOff x="4381500" y="1600200"/>
            <a:chExt cx="3429000" cy="609600"/>
          </a:xfrm>
        </p:grpSpPr>
        <p:sp>
          <p:nvSpPr>
            <p:cNvPr id="12" name="node04.rule"/>
            <p:cNvSpPr/>
            <p:nvPr/>
          </p:nvSpPr>
          <p:spPr>
            <a:xfrm>
              <a:off x="4381500" y="1600200"/>
              <a:ext cx="3429000" cy="38100"/>
            </a:xfrm>
            <a:prstGeom prst="rect">
              <a:avLst/>
            </a:prstGeom>
            <a:solidFill>
              <a:srgbClr val="070154"/>
            </a:solidFill>
            <a:ln>
              <a:noFill/>
            </a:ln>
          </p:spPr>
        </p:sp>
        <p:sp>
          <p:nvSpPr>
            <p:cNvPr id="13" name="node04.label"/>
            <p:cNvSpPr/>
            <p:nvPr/>
          </p:nvSpPr>
          <p:spPr>
            <a:xfrm>
              <a:off x="43815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TECH SPEC</a:t>
              </a:r>
              <a:endParaRPr lang="en-US" sz="900" spc="54" kern="0" b="0" i="0" dirty="0">
                <a:solidFill>
                  <a:srgbClr val="0047FF"/>
                </a:solidFill>
                <a:latin typeface="IBM Plex Mono Medium"/>
                <a:ea typeface="IBM Plex Mono Medium"/>
                <a:cs typeface="IBM Plex Mono Medium"/>
              </a:endParaRPr>
            </a:p>
          </p:txBody>
        </p:sp>
        <p:sp>
          <p:nvSpPr>
            <p:cNvPr id="14" name="node04.title"/>
            <p:cNvSpPr/>
            <p:nvPr/>
          </p:nvSpPr>
          <p:spPr>
            <a:xfrm>
              <a:off x="43815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Keep a human gate</a:t>
              </a:r>
              <a:endParaRPr lang="en-US" sz="1800" spc="-18" kern="0" b="0" i="0" dirty="0">
                <a:solidFill>
                  <a:srgbClr val="070154"/>
                </a:solidFill>
                <a:latin typeface="IBM Plex Sans SemiBold"/>
                <a:ea typeface="IBM Plex Sans SemiBold"/>
                <a:cs typeface="IBM Plex Sans SemiBold"/>
              </a:endParaRPr>
            </a:p>
          </p:txBody>
        </p:sp>
      </p:grpSp>
      <p:grpSp>
        <p:nvGrpSpPr>
          <p:cNvPr id="26" name="node05"/>
          <p:cNvGrpSpPr/>
          <p:nvPr/>
        </p:nvGrpSpPr>
        <p:grpSpPr>
          <a:xfrm>
            <a:off x="4381500" y="2362200"/>
            <a:ext cx="3429000" cy="1066800"/>
            <a:chOff x="4381500" y="2362200"/>
            <a:chExt cx="3429000" cy="1066800"/>
          </a:xfrm>
        </p:grpSpPr>
        <p:sp>
          <p:nvSpPr>
            <p:cNvPr id="15" name="node05.text"/>
            <p:cNvSpPr/>
            <p:nvPr/>
          </p:nvSpPr>
          <p:spPr>
            <a:xfrm>
              <a:off x="4381500" y="23622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The Architecture Design Agent drafts technical design and stories. The Team Lead reviews and signs. Test reuse outside Reconcile AI.</a:t>
              </a:r>
              <a:endParaRPr lang="en-US" sz="1400" spc="0" kern="0" b="0" i="0" dirty="0">
                <a:solidFill>
                  <a:srgbClr val="070154"/>
                </a:solidFill>
                <a:latin typeface="IBM Plex Sans"/>
                <a:ea typeface="IBM Plex Sans"/>
                <a:cs typeface="IBM Plex Sans"/>
              </a:endParaRPr>
            </a:p>
          </p:txBody>
        </p:sp>
      </p:grpSp>
      <p:grpSp>
        <p:nvGrpSpPr>
          <p:cNvPr id="27" name="node06"/>
          <p:cNvGrpSpPr/>
          <p:nvPr/>
        </p:nvGrpSpPr>
        <p:grpSpPr>
          <a:xfrm>
            <a:off x="4381500" y="3657600"/>
            <a:ext cx="3429000" cy="533400"/>
            <a:chOff x="4381500" y="3657600"/>
            <a:chExt cx="3429000" cy="533400"/>
          </a:xfrm>
        </p:grpSpPr>
        <p:sp>
          <p:nvSpPr>
            <p:cNvPr id="16" name="node06.text"/>
            <p:cNvSpPr/>
            <p:nvPr/>
          </p:nvSpPr>
          <p:spPr>
            <a:xfrm>
              <a:off x="4381500" y="36576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Measure PRD-to-signed-spec time and review rework.</a:t>
              </a:r>
              <a:endParaRPr lang="en-US" sz="1400" spc="0" kern="0" b="0" i="0" dirty="0">
                <a:solidFill>
                  <a:srgbClr val="50658E"/>
                </a:solidFill>
                <a:latin typeface="IBM Plex Sans"/>
                <a:ea typeface="IBM Plex Sans"/>
                <a:cs typeface="IBM Plex Sans"/>
              </a:endParaRPr>
            </a:p>
          </p:txBody>
        </p:sp>
      </p:grpSp>
      <p:grpSp>
        <p:nvGrpSpPr>
          <p:cNvPr id="28" name="node07"/>
          <p:cNvGrpSpPr/>
          <p:nvPr/>
        </p:nvGrpSpPr>
        <p:grpSpPr>
          <a:xfrm>
            <a:off x="8039100" y="1600200"/>
            <a:ext cx="3429000" cy="609600"/>
            <a:chOff x="8039100" y="1600200"/>
            <a:chExt cx="3429000" cy="609600"/>
          </a:xfrm>
        </p:grpSpPr>
        <p:sp>
          <p:nvSpPr>
            <p:cNvPr id="17" name="node07.rule"/>
            <p:cNvSpPr/>
            <p:nvPr/>
          </p:nvSpPr>
          <p:spPr>
            <a:xfrm>
              <a:off x="8039100" y="1600200"/>
              <a:ext cx="3429000" cy="38100"/>
            </a:xfrm>
            <a:prstGeom prst="rect">
              <a:avLst/>
            </a:prstGeom>
            <a:solidFill>
              <a:srgbClr val="070154"/>
            </a:solidFill>
            <a:ln>
              <a:noFill/>
            </a:ln>
          </p:spPr>
        </p:sp>
        <p:sp>
          <p:nvSpPr>
            <p:cNvPr id="18" name="node07.label"/>
            <p:cNvSpPr/>
            <p:nvPr/>
          </p:nvSpPr>
          <p:spPr>
            <a:xfrm>
              <a:off x="80391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RELEASE</a:t>
              </a:r>
              <a:endParaRPr lang="en-US" sz="900" spc="54" kern="0" b="0" i="0" dirty="0">
                <a:solidFill>
                  <a:srgbClr val="0047FF"/>
                </a:solidFill>
                <a:latin typeface="IBM Plex Mono Medium"/>
                <a:ea typeface="IBM Plex Mono Medium"/>
                <a:cs typeface="IBM Plex Mono Medium"/>
              </a:endParaRPr>
            </a:p>
          </p:txBody>
        </p:sp>
        <p:sp>
          <p:nvSpPr>
            <p:cNvPr id="19" name="node07.title"/>
            <p:cNvSpPr/>
            <p:nvPr/>
          </p:nvSpPr>
          <p:spPr>
            <a:xfrm>
              <a:off x="80391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Define the evidence</a:t>
              </a:r>
              <a:endParaRPr lang="en-US" sz="1800" spc="-18" kern="0" b="0" i="0" dirty="0">
                <a:solidFill>
                  <a:srgbClr val="070154"/>
                </a:solidFill>
                <a:latin typeface="IBM Plex Sans SemiBold"/>
                <a:ea typeface="IBM Plex Sans SemiBold"/>
                <a:cs typeface="IBM Plex Sans SemiBold"/>
              </a:endParaRPr>
            </a:p>
          </p:txBody>
        </p:sp>
      </p:grpSp>
      <p:grpSp>
        <p:nvGrpSpPr>
          <p:cNvPr id="29" name="node08"/>
          <p:cNvGrpSpPr/>
          <p:nvPr/>
        </p:nvGrpSpPr>
        <p:grpSpPr>
          <a:xfrm>
            <a:off x="8039100" y="2362200"/>
            <a:ext cx="3429000" cy="1066800"/>
            <a:chOff x="8039100" y="2362200"/>
            <a:chExt cx="3429000" cy="1066800"/>
          </a:xfrm>
        </p:grpSpPr>
        <p:sp>
          <p:nvSpPr>
            <p:cNvPr id="20" name="node08.text"/>
            <p:cNvSpPr/>
            <p:nvPr/>
          </p:nvSpPr>
          <p:spPr>
            <a:xfrm>
              <a:off x="8039100" y="23622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Product specifies release notes, PRD reconciliation and destinations. This unblocks the Release Agent. Test ways of working, not production changes.</a:t>
              </a:r>
              <a:endParaRPr lang="en-US" sz="1400" spc="0" kern="0" b="0" i="0" dirty="0">
                <a:solidFill>
                  <a:srgbClr val="070154"/>
                </a:solidFill>
                <a:latin typeface="IBM Plex Sans"/>
                <a:ea typeface="IBM Plex Sans"/>
                <a:cs typeface="IBM Plex Sans"/>
              </a:endParaRPr>
            </a:p>
          </p:txBody>
        </p:sp>
      </p:grpSp>
      <p:grpSp>
        <p:nvGrpSpPr>
          <p:cNvPr id="30" name="node09"/>
          <p:cNvGrpSpPr/>
          <p:nvPr/>
        </p:nvGrpSpPr>
        <p:grpSpPr>
          <a:xfrm>
            <a:off x="8039100" y="3657600"/>
            <a:ext cx="3429000" cy="533400"/>
            <a:chOff x="8039100" y="3657600"/>
            <a:chExt cx="3429000" cy="533400"/>
          </a:xfrm>
        </p:grpSpPr>
        <p:sp>
          <p:nvSpPr>
            <p:cNvPr id="21" name="node09.text"/>
            <p:cNvSpPr/>
            <p:nvPr/>
          </p:nvSpPr>
          <p:spPr>
            <a:xfrm>
              <a:off x="8039100" y="36576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Learn what Product needs from release evidence.</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xc-020">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PILOT → MEASURE → EXTEND · OWNERS AND DEPENDENCIES IN NOTES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Activation Roadmap: engineering track</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600200"/>
            <a:ext cx="10744200" cy="4292600"/>
            <a:chOff x="723900" y="1600200"/>
            <a:chExt cx="10744200" cy="42926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292600"/>
          </p:xfrm>
          <a:graphic>
            <a:graphicData uri="http://schemas.openxmlformats.org/drawingml/2006/table">
              <a:tbl>
                <a:tblPr/>
                <a:tblGrid>
                  <a:gridCol w="1905000"/>
                  <a:gridCol w="2946400"/>
                  <a:gridCol w="2946400"/>
                  <a:gridCol w="2946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PRACTICE / FIRST PILOT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NOW</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NEXT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FUTURE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E1 Stability · Core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15 unplanned changes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Credential / certificate owners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Patch + rollback reviews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Alerts; same artifact; CAB</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Track failures + restore time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Investigate repeat causes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E2 Tests · Core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Highest-risk regression map</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Manual effort per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Automate high-risk workflows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Reuse in Eligibility + Pay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Regression is release entry</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Across every pod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E3 Access · Recon/Rules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Log access / data waits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Record reasons + duration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Masked Recon test data</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Read-only, including offshore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Self-service environments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E4 Measures · Core/Recon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frequency + lead time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Change failure + restore 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Recon flow metrics live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Monthly view includes vendor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Evidence informs priorities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E5 AI · Recon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Automate / assist / review</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Sanctioned PHI tools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Registry + Eligibility AI</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pilot before December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Scale speed + quality gains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highlight-edge"/>
            <p:cNvSpPr/>
            <p:nvPr/>
          </p:nvSpPr>
          <p:spPr>
            <a:xfrm>
              <a:off x="2628900" y="1562100"/>
              <a:ext cx="2946400" cy="38100"/>
            </a:xfrm>
            <a:prstGeom prst="rect">
              <a:avLst/>
            </a:prstGeom>
            <a:solidFill>
              <a:srgbClr val="0047FF"/>
            </a:solidFill>
            <a:ln>
              <a:noFill/>
            </a:ln>
          </p:spPr>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dxc-021">
    <p:spTree>
      <p:nvGrpSpPr>
        <p:cNvPr id="1" name=""/>
        <p:cNvGrpSpPr/>
        <p:nvPr/>
      </p:nvGrpSpPr>
      <p:grpSpPr>
        <a:xfrm>
          <a:off x="0" y="0"/>
          <a:ext cx="0" cy="0"/>
          <a:chOff x="0" y="0"/>
          <a:chExt cx="0" cy="0"/>
        </a:xfrm>
      </p:grpSpPr>
      <p:sp>
        <p:nvSpPr>
          <p:cNvPr id="4"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 QUALITY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Sign design before build</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2514600" cy="152400"/>
            <a:chOff x="723900" y="1600200"/>
            <a:chExt cx="2514600" cy="152400"/>
          </a:xfrm>
        </p:grpSpPr>
        <p:sp>
          <p:nvSpPr>
            <p:cNvPr id="7"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CORE · PRODUCTION CALENDAR</a:t>
              </a:r>
              <a:endParaRPr lang="en-US" sz="900" spc="54" kern="0" b="0" i="0" dirty="0">
                <a:solidFill>
                  <a:srgbClr val="CED7E6"/>
                </a:solidFill>
                <a:latin typeface="IBM Plex Mono Medium"/>
                <a:ea typeface="IBM Plex Mono Medium"/>
                <a:cs typeface="IBM Plex Mono Medium"/>
              </a:endParaRPr>
            </a:p>
          </p:txBody>
        </p:sp>
      </p:grpSp>
      <p:grpSp>
        <p:nvGrpSpPr>
          <p:cNvPr id="35" name="node02"/>
          <p:cNvGrpSpPr/>
          <p:nvPr/>
        </p:nvGrpSpPr>
        <p:grpSpPr>
          <a:xfrm>
            <a:off x="723900" y="1905000"/>
            <a:ext cx="2514600" cy="762000"/>
            <a:chOff x="723900" y="1905000"/>
            <a:chExt cx="2514600" cy="762000"/>
          </a:xfrm>
        </p:grpSpPr>
        <p:sp>
          <p:nvSpPr>
            <p:cNvPr id="8" name="node02.text"/>
            <p:cNvSpPr/>
            <p:nvPr/>
          </p:nvSpPr>
          <p:spPr>
            <a:xfrm>
              <a:off x="723900" y="1905000"/>
              <a:ext cx="25146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2026: ≥3 defects;</a:t>
              </a:r>
              <a:endParaRPr lang="en-US" sz="2400" spc="-36" kern="0" b="0" i="0" dirty="0">
                <a:solidFill>
                  <a:srgbClr val="FFFFFF"/>
                </a:solidFill>
                <a:latin typeface="IBM Plex Sans SemiBold"/>
                <a:ea typeface="IBM Plex Sans SemiBold"/>
                <a:cs typeface="IBM Plex Sans SemiBold"/>
              </a:endParaRPr>
            </a:p>
            <a:p>
              <a:pPr algn="l" indent="0" marL="0">
                <a:lnSpc>
                  <a:spcPts val="3000"/>
                </a:lnSpc>
                <a:buNone/>
              </a:pPr>
              <a:r>
                <a:rPr lang="en-US" sz="2400" spc="-36" kern="0" b="0" i="0" dirty="0">
                  <a:solidFill>
                    <a:srgbClr val="FFFFFF"/>
                  </a:solidFill>
                  <a:latin typeface="IBM Plex Sans SemiBold"/>
                  <a:ea typeface="IBM Plex Sans SemiBold"/>
                  <a:cs typeface="IBM Plex Sans SemiBold"/>
                </a:rPr>
                <a:t>2 rollbacks.</a:t>
              </a:r>
              <a:endParaRPr lang="en-US" sz="2400" spc="-36" kern="0" b="0" i="0" dirty="0">
                <a:solidFill>
                  <a:srgbClr val="FFFFFF"/>
                </a:solidFill>
                <a:latin typeface="IBM Plex Sans SemiBold"/>
                <a:ea typeface="IBM Plex Sans SemiBold"/>
                <a:cs typeface="IBM Plex Sans SemiBold"/>
              </a:endParaRPr>
            </a:p>
          </p:txBody>
        </p:sp>
      </p:grpSp>
      <p:grpSp>
        <p:nvGrpSpPr>
          <p:cNvPr id="36" name="node03"/>
          <p:cNvGrpSpPr/>
          <p:nvPr/>
        </p:nvGrpSpPr>
        <p:grpSpPr>
          <a:xfrm>
            <a:off x="723900" y="3657600"/>
            <a:ext cx="2514600" cy="685800"/>
            <a:chOff x="723900" y="3657600"/>
            <a:chExt cx="2514600" cy="685800"/>
          </a:xfrm>
        </p:grpSpPr>
        <p:sp>
          <p:nvSpPr>
            <p:cNvPr id="9" name="node03.text"/>
            <p:cNvSpPr/>
            <p:nvPr/>
          </p:nvSpPr>
          <p:spPr>
            <a:xfrm>
              <a:off x="723900" y="36576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Only Recon owns technical design before build. End-to-end and vendor delivery measures are missing.</a:t>
              </a:r>
              <a:endParaRPr lang="en-US" sz="1200" spc="0" kern="0" b="0" i="0" dirty="0">
                <a:solidFill>
                  <a:srgbClr val="FFFFFF"/>
                </a:solidFill>
                <a:latin typeface="IBM Plex Sans"/>
                <a:ea typeface="IBM Plex Sans"/>
                <a:cs typeface="IBM Plex Sans"/>
              </a:endParaRPr>
            </a:p>
          </p:txBody>
        </p:sp>
      </p:grpSp>
      <p:grpSp>
        <p:nvGrpSpPr>
          <p:cNvPr id="37" name="node04"/>
          <p:cNvGrpSpPr/>
          <p:nvPr/>
        </p:nvGrpSpPr>
        <p:grpSpPr>
          <a:xfrm>
            <a:off x="723900" y="4572000"/>
            <a:ext cx="2514600" cy="152400"/>
            <a:chOff x="723900" y="4572000"/>
            <a:chExt cx="2514600" cy="152400"/>
          </a:xfrm>
        </p:grpSpPr>
        <p:sp>
          <p:nvSpPr>
            <p:cNvPr id="10" name="node04.text"/>
            <p:cNvSpPr/>
            <p:nvPr/>
          </p:nvSpPr>
          <p:spPr>
            <a:xfrm>
              <a:off x="7239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ACCOUNTABILITY</a:t>
              </a:r>
              <a:endParaRPr lang="en-US" sz="900" spc="54" kern="0" b="0" i="0" dirty="0">
                <a:solidFill>
                  <a:srgbClr val="CED7E6"/>
                </a:solidFill>
                <a:latin typeface="IBM Plex Mono Medium"/>
                <a:ea typeface="IBM Plex Mono Medium"/>
                <a:cs typeface="IBM Plex Mono Medium"/>
              </a:endParaRPr>
            </a:p>
          </p:txBody>
        </p:sp>
      </p:grpSp>
      <p:grpSp>
        <p:nvGrpSpPr>
          <p:cNvPr id="38" name="node05"/>
          <p:cNvGrpSpPr/>
          <p:nvPr/>
        </p:nvGrpSpPr>
        <p:grpSpPr>
          <a:xfrm>
            <a:off x="723900" y="4800600"/>
            <a:ext cx="2514600" cy="228600"/>
            <a:chOff x="723900" y="4800600"/>
            <a:chExt cx="2514600" cy="228600"/>
          </a:xfrm>
        </p:grpSpPr>
        <p:sp>
          <p:nvSpPr>
            <p:cNvPr id="11" name="node05.text"/>
            <p:cNvSpPr/>
            <p:nvPr/>
          </p:nvSpPr>
          <p:spPr>
            <a:xfrm>
              <a:off x="723900" y="48006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Engineering + Product own the pilot.</a:t>
              </a:r>
              <a:endParaRPr lang="en-US" sz="1200" spc="0" kern="0" b="0" i="0" dirty="0">
                <a:solidFill>
                  <a:srgbClr val="FFFFFF"/>
                </a:solidFill>
                <a:latin typeface="IBM Plex Sans"/>
                <a:ea typeface="IBM Plex Sans"/>
                <a:cs typeface="IBM Plex Sans"/>
              </a:endParaRPr>
            </a:p>
          </p:txBody>
        </p:sp>
      </p:grpSp>
      <p:grpSp>
        <p:nvGrpSpPr>
          <p:cNvPr id="39" name="node06"/>
          <p:cNvGrpSpPr/>
          <p:nvPr/>
        </p:nvGrpSpPr>
        <p:grpSpPr>
          <a:xfrm>
            <a:off x="4381500" y="1600200"/>
            <a:ext cx="1371600" cy="1143000"/>
            <a:chOff x="4381500" y="1600200"/>
            <a:chExt cx="1371600" cy="1143000"/>
          </a:xfrm>
        </p:grpSpPr>
        <p:sp>
          <p:nvSpPr>
            <p:cNvPr id="12" name="node06.surface"/>
            <p:cNvSpPr/>
            <p:nvPr/>
          </p:nvSpPr>
          <p:spPr>
            <a:xfrm>
              <a:off x="4381500" y="1600200"/>
              <a:ext cx="1371600" cy="1143000"/>
            </a:xfrm>
            <a:prstGeom prst="rect">
              <a:avLst/>
            </a:prstGeom>
            <a:solidFill>
              <a:srgbClr val="F900D3"/>
            </a:solidFill>
            <a:ln>
              <a:noFill/>
            </a:ln>
          </p:spPr>
        </p:sp>
        <p:sp>
          <p:nvSpPr>
            <p:cNvPr id="13" name="node06.text"/>
            <p:cNvSpPr/>
            <p:nvPr/>
          </p:nvSpPr>
          <p:spPr>
            <a:xfrm>
              <a:off x="4533900" y="20193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Now</a:t>
              </a:r>
              <a:endParaRPr lang="en-US" sz="1800" spc="-18" kern="0" b="0" i="0" dirty="0">
                <a:solidFill>
                  <a:srgbClr val="FFFFFF"/>
                </a:solidFill>
                <a:latin typeface="IBM Plex Sans SemiBold"/>
                <a:ea typeface="IBM Plex Sans SemiBold"/>
                <a:cs typeface="IBM Plex Sans SemiBold"/>
              </a:endParaRPr>
            </a:p>
          </p:txBody>
        </p:sp>
      </p:grpSp>
      <p:grpSp>
        <p:nvGrpSpPr>
          <p:cNvPr id="40" name="node07"/>
          <p:cNvGrpSpPr/>
          <p:nvPr/>
        </p:nvGrpSpPr>
        <p:grpSpPr>
          <a:xfrm>
            <a:off x="4533900" y="2286000"/>
            <a:ext cx="1143000" cy="152400"/>
            <a:chOff x="4533900" y="2286000"/>
            <a:chExt cx="1143000" cy="152400"/>
          </a:xfrm>
        </p:grpSpPr>
        <p:sp>
          <p:nvSpPr>
            <p:cNvPr id="14" name="node07.text"/>
            <p:cNvSpPr/>
            <p:nvPr/>
          </p:nvSpPr>
          <p:spPr>
            <a:xfrm>
              <a:off x="4533900" y="22860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FIRST PILOT</a:t>
              </a:r>
              <a:endParaRPr lang="en-US" sz="900" spc="54" kern="0" b="0" i="0" dirty="0">
                <a:solidFill>
                  <a:srgbClr val="070154"/>
                </a:solidFill>
                <a:latin typeface="IBM Plex Mono Medium"/>
                <a:ea typeface="IBM Plex Mono Medium"/>
                <a:cs typeface="IBM Plex Mono Medium"/>
              </a:endParaRPr>
            </a:p>
          </p:txBody>
        </p:sp>
      </p:grpSp>
      <p:grpSp>
        <p:nvGrpSpPr>
          <p:cNvPr id="41" name="node08"/>
          <p:cNvGrpSpPr/>
          <p:nvPr/>
        </p:nvGrpSpPr>
        <p:grpSpPr>
          <a:xfrm>
            <a:off x="5981700" y="1600200"/>
            <a:ext cx="5486400" cy="1143000"/>
            <a:chOff x="5981700" y="1600200"/>
            <a:chExt cx="5486400" cy="1143000"/>
          </a:xfrm>
        </p:grpSpPr>
        <p:sp>
          <p:nvSpPr>
            <p:cNvPr id="15" name="node08.container"/>
            <p:cNvSpPr/>
            <p:nvPr/>
          </p:nvSpPr>
          <p:spPr>
            <a:xfrm>
              <a:off x="5981700" y="1600200"/>
              <a:ext cx="5486400" cy="1143000"/>
            </a:xfrm>
            <a:prstGeom prst="rect">
              <a:avLst/>
            </a:prstGeom>
            <a:solidFill>
              <a:srgbClr val="E8EEF8"/>
            </a:solidFill>
            <a:ln>
              <a:noFill/>
            </a:ln>
          </p:spPr>
        </p:sp>
      </p:grpSp>
      <p:grpSp>
        <p:nvGrpSpPr>
          <p:cNvPr id="42" name="node09"/>
          <p:cNvGrpSpPr/>
          <p:nvPr/>
        </p:nvGrpSpPr>
        <p:grpSpPr>
          <a:xfrm>
            <a:off x="6134100" y="1714500"/>
            <a:ext cx="5181600" cy="266700"/>
            <a:chOff x="6134100" y="1714500"/>
            <a:chExt cx="5181600" cy="266700"/>
          </a:xfrm>
        </p:grpSpPr>
        <p:sp>
          <p:nvSpPr>
            <p:cNvPr id="16" name="node09.text"/>
            <p:cNvSpPr/>
            <p:nvPr/>
          </p:nvSpPr>
          <p:spPr>
            <a:xfrm>
              <a:off x="6134100" y="17145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Rules: PRD → reviewed, signed agent tech spec</a:t>
              </a:r>
              <a:endParaRPr lang="en-US" sz="1400" spc="0" kern="0" b="0" i="0" dirty="0">
                <a:solidFill>
                  <a:srgbClr val="070154"/>
                </a:solidFill>
                <a:latin typeface="IBM Plex Sans"/>
                <a:ea typeface="IBM Plex Sans"/>
                <a:cs typeface="IBM Plex Sans"/>
              </a:endParaRPr>
            </a:p>
          </p:txBody>
        </p:sp>
      </p:grpSp>
      <p:grpSp>
        <p:nvGrpSpPr>
          <p:cNvPr id="43" name="node10"/>
          <p:cNvGrpSpPr/>
          <p:nvPr/>
        </p:nvGrpSpPr>
        <p:grpSpPr>
          <a:xfrm>
            <a:off x="6134100" y="2057400"/>
            <a:ext cx="5181600" cy="228600"/>
            <a:chOff x="6134100" y="2057400"/>
            <a:chExt cx="5181600" cy="228600"/>
          </a:xfrm>
        </p:grpSpPr>
        <p:sp>
          <p:nvSpPr>
            <p:cNvPr id="17" name="node10.text"/>
            <p:cNvSpPr/>
            <p:nvPr/>
          </p:nvSpPr>
          <p:spPr>
            <a:xfrm>
              <a:off x="6134100" y="20574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Baseline frequency, lead time, failure and restore</a:t>
              </a:r>
              <a:endParaRPr lang="en-US" sz="1200" spc="0" kern="0" b="0" i="0" dirty="0">
                <a:solidFill>
                  <a:srgbClr val="0047FF"/>
                </a:solidFill>
                <a:latin typeface="IBM Plex Sans"/>
                <a:ea typeface="IBM Plex Sans"/>
                <a:cs typeface="IBM Plex Sans"/>
              </a:endParaRPr>
            </a:p>
          </p:txBody>
        </p:sp>
      </p:grpSp>
      <p:grpSp>
        <p:nvGrpSpPr>
          <p:cNvPr id="44" name="node11"/>
          <p:cNvGrpSpPr/>
          <p:nvPr/>
        </p:nvGrpSpPr>
        <p:grpSpPr>
          <a:xfrm>
            <a:off x="6134100" y="2286000"/>
            <a:ext cx="5181600" cy="228600"/>
            <a:chOff x="6134100" y="2286000"/>
            <a:chExt cx="5181600" cy="228600"/>
          </a:xfrm>
        </p:grpSpPr>
        <p:sp>
          <p:nvSpPr>
            <p:cNvPr id="18" name="node11.text"/>
            <p:cNvSpPr/>
            <p:nvPr/>
          </p:nvSpPr>
          <p:spPr>
            <a:xfrm>
              <a:off x="6134100" y="22860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People sign before build begins</a:t>
              </a:r>
              <a:endParaRPr lang="en-US" sz="1200" spc="0" kern="0" b="0" i="0" dirty="0">
                <a:solidFill>
                  <a:srgbClr val="50658E"/>
                </a:solidFill>
                <a:latin typeface="IBM Plex Sans"/>
                <a:ea typeface="IBM Plex Sans"/>
                <a:cs typeface="IBM Plex Sans"/>
              </a:endParaRPr>
            </a:p>
          </p:txBody>
        </p:sp>
      </p:grpSp>
      <p:grpSp>
        <p:nvGrpSpPr>
          <p:cNvPr id="45" name="node12"/>
          <p:cNvGrpSpPr/>
          <p:nvPr/>
        </p:nvGrpSpPr>
        <p:grpSpPr>
          <a:xfrm>
            <a:off x="4381500" y="2971800"/>
            <a:ext cx="1371600" cy="1143000"/>
            <a:chOff x="4381500" y="2971800"/>
            <a:chExt cx="1371600" cy="1143000"/>
          </a:xfrm>
        </p:grpSpPr>
        <p:sp>
          <p:nvSpPr>
            <p:cNvPr id="19" name="node12.surface"/>
            <p:cNvSpPr/>
            <p:nvPr/>
          </p:nvSpPr>
          <p:spPr>
            <a:xfrm>
              <a:off x="4381500" y="2971800"/>
              <a:ext cx="1371600" cy="1143000"/>
            </a:xfrm>
            <a:prstGeom prst="rect">
              <a:avLst/>
            </a:prstGeom>
            <a:solidFill>
              <a:srgbClr val="070154"/>
            </a:solidFill>
            <a:ln>
              <a:noFill/>
            </a:ln>
          </p:spPr>
        </p:sp>
        <p:sp>
          <p:nvSpPr>
            <p:cNvPr id="20" name="node12.text"/>
            <p:cNvSpPr/>
            <p:nvPr/>
          </p:nvSpPr>
          <p:spPr>
            <a:xfrm>
              <a:off x="4533900" y="33909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Next</a:t>
              </a:r>
              <a:endParaRPr lang="en-US" sz="1800" spc="-18" kern="0" b="0" i="0" dirty="0">
                <a:solidFill>
                  <a:srgbClr val="FFFFFF"/>
                </a:solidFill>
                <a:latin typeface="IBM Plex Sans SemiBold"/>
                <a:ea typeface="IBM Plex Sans SemiBold"/>
                <a:cs typeface="IBM Plex Sans SemiBold"/>
              </a:endParaRPr>
            </a:p>
          </p:txBody>
        </p:sp>
      </p:grpSp>
      <p:grpSp>
        <p:nvGrpSpPr>
          <p:cNvPr id="46" name="node13"/>
          <p:cNvGrpSpPr/>
          <p:nvPr/>
        </p:nvGrpSpPr>
        <p:grpSpPr>
          <a:xfrm>
            <a:off x="4533900" y="3657600"/>
            <a:ext cx="1143000" cy="152400"/>
            <a:chOff x="4533900" y="3657600"/>
            <a:chExt cx="1143000" cy="152400"/>
          </a:xfrm>
        </p:grpSpPr>
        <p:sp>
          <p:nvSpPr>
            <p:cNvPr id="21" name="node13.text"/>
            <p:cNvSpPr/>
            <p:nvPr/>
          </p:nvSpPr>
          <p:spPr>
            <a:xfrm>
              <a:off x="4533900" y="36576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EXTEND</a:t>
              </a:r>
              <a:endParaRPr lang="en-US" sz="900" spc="54" kern="0" b="0" i="0" dirty="0">
                <a:solidFill>
                  <a:srgbClr val="FFFFFF"/>
                </a:solidFill>
                <a:latin typeface="IBM Plex Mono Medium"/>
                <a:ea typeface="IBM Plex Mono Medium"/>
                <a:cs typeface="IBM Plex Mono Medium"/>
              </a:endParaRPr>
            </a:p>
          </p:txBody>
        </p:sp>
      </p:grpSp>
      <p:grpSp>
        <p:nvGrpSpPr>
          <p:cNvPr id="47" name="node14"/>
          <p:cNvGrpSpPr/>
          <p:nvPr/>
        </p:nvGrpSpPr>
        <p:grpSpPr>
          <a:xfrm>
            <a:off x="5981700" y="2971800"/>
            <a:ext cx="5486400" cy="1143000"/>
            <a:chOff x="5981700" y="2971800"/>
            <a:chExt cx="5486400" cy="1143000"/>
          </a:xfrm>
        </p:grpSpPr>
        <p:sp>
          <p:nvSpPr>
            <p:cNvPr id="22" name="node14.container"/>
            <p:cNvSpPr/>
            <p:nvPr/>
          </p:nvSpPr>
          <p:spPr>
            <a:xfrm>
              <a:off x="5981700" y="2971800"/>
              <a:ext cx="5486400" cy="1143000"/>
            </a:xfrm>
            <a:prstGeom prst="rect">
              <a:avLst/>
            </a:prstGeom>
            <a:solidFill>
              <a:srgbClr val="E8EEF8"/>
            </a:solidFill>
            <a:ln>
              <a:noFill/>
            </a:ln>
          </p:spPr>
        </p:sp>
      </p:grpSp>
      <p:grpSp>
        <p:nvGrpSpPr>
          <p:cNvPr id="48" name="node15"/>
          <p:cNvGrpSpPr/>
          <p:nvPr/>
        </p:nvGrpSpPr>
        <p:grpSpPr>
          <a:xfrm>
            <a:off x="6134100" y="3086100"/>
            <a:ext cx="5181600" cy="266700"/>
            <a:chOff x="6134100" y="3086100"/>
            <a:chExt cx="5181600" cy="266700"/>
          </a:xfrm>
        </p:grpSpPr>
        <p:sp>
          <p:nvSpPr>
            <p:cNvPr id="23" name="node15.text"/>
            <p:cNvSpPr/>
            <p:nvPr/>
          </p:nvSpPr>
          <p:spPr>
            <a:xfrm>
              <a:off x="6134100" y="30861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Core technical design template; Recon flow metrics</a:t>
              </a:r>
              <a:endParaRPr lang="en-US" sz="1400" spc="0" kern="0" b="0" i="0" dirty="0">
                <a:solidFill>
                  <a:srgbClr val="070154"/>
                </a:solidFill>
                <a:latin typeface="IBM Plex Sans"/>
                <a:ea typeface="IBM Plex Sans"/>
                <a:cs typeface="IBM Plex Sans"/>
              </a:endParaRPr>
            </a:p>
          </p:txBody>
        </p:sp>
      </p:grpSp>
      <p:grpSp>
        <p:nvGrpSpPr>
          <p:cNvPr id="49" name="node16"/>
          <p:cNvGrpSpPr/>
          <p:nvPr/>
        </p:nvGrpSpPr>
        <p:grpSpPr>
          <a:xfrm>
            <a:off x="6134100" y="3429000"/>
            <a:ext cx="5181600" cy="228600"/>
            <a:chOff x="6134100" y="3429000"/>
            <a:chExt cx="5181600" cy="228600"/>
          </a:xfrm>
        </p:grpSpPr>
        <p:sp>
          <p:nvSpPr>
            <p:cNvPr id="24" name="node16.text"/>
            <p:cNvSpPr/>
            <p:nvPr/>
          </p:nvSpPr>
          <p:spPr>
            <a:xfrm>
              <a:off x="6134100" y="34290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Monthly quality view includes the vendor team</a:t>
              </a:r>
              <a:endParaRPr lang="en-US" sz="1200" spc="0" kern="0" b="0" i="0" dirty="0">
                <a:solidFill>
                  <a:srgbClr val="0047FF"/>
                </a:solidFill>
                <a:latin typeface="IBM Plex Sans"/>
                <a:ea typeface="IBM Plex Sans"/>
                <a:cs typeface="IBM Plex Sans"/>
              </a:endParaRPr>
            </a:p>
          </p:txBody>
        </p:sp>
      </p:grpSp>
      <p:grpSp>
        <p:nvGrpSpPr>
          <p:cNvPr id="50" name="node17"/>
          <p:cNvGrpSpPr/>
          <p:nvPr/>
        </p:nvGrpSpPr>
        <p:grpSpPr>
          <a:xfrm>
            <a:off x="6134100" y="3657600"/>
            <a:ext cx="5181600" cy="228600"/>
            <a:chOff x="6134100" y="3657600"/>
            <a:chExt cx="5181600" cy="228600"/>
          </a:xfrm>
        </p:grpSpPr>
        <p:sp>
          <p:nvSpPr>
            <p:cNvPr id="25" name="node17.text"/>
            <p:cNvSpPr/>
            <p:nvPr/>
          </p:nvSpPr>
          <p:spPr>
            <a:xfrm>
              <a:off x="6134100" y="36576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Compare escaped defects and lead time</a:t>
              </a:r>
              <a:endParaRPr lang="en-US" sz="1200" spc="0" kern="0" b="0" i="0" dirty="0">
                <a:solidFill>
                  <a:srgbClr val="50658E"/>
                </a:solidFill>
                <a:latin typeface="IBM Plex Sans"/>
                <a:ea typeface="IBM Plex Sans"/>
                <a:cs typeface="IBM Plex Sans"/>
              </a:endParaRPr>
            </a:p>
          </p:txBody>
        </p:sp>
      </p:grpSp>
      <p:grpSp>
        <p:nvGrpSpPr>
          <p:cNvPr id="51" name="node18"/>
          <p:cNvGrpSpPr/>
          <p:nvPr/>
        </p:nvGrpSpPr>
        <p:grpSpPr>
          <a:xfrm>
            <a:off x="4381500" y="4343400"/>
            <a:ext cx="1371600" cy="1143000"/>
            <a:chOff x="4381500" y="4343400"/>
            <a:chExt cx="1371600" cy="1143000"/>
          </a:xfrm>
        </p:grpSpPr>
        <p:sp>
          <p:nvSpPr>
            <p:cNvPr id="26" name="node18.surface"/>
            <p:cNvSpPr/>
            <p:nvPr/>
          </p:nvSpPr>
          <p:spPr>
            <a:xfrm>
              <a:off x="4381500" y="4343400"/>
              <a:ext cx="1371600" cy="1143000"/>
            </a:xfrm>
            <a:prstGeom prst="rect">
              <a:avLst/>
            </a:prstGeom>
            <a:solidFill>
              <a:srgbClr val="CED7E6"/>
            </a:solidFill>
            <a:ln>
              <a:noFill/>
            </a:ln>
          </p:spPr>
        </p:sp>
        <p:sp>
          <p:nvSpPr>
            <p:cNvPr id="27" name="node18.text"/>
            <p:cNvSpPr/>
            <p:nvPr/>
          </p:nvSpPr>
          <p:spPr>
            <a:xfrm>
              <a:off x="4533900" y="47625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Future</a:t>
              </a:r>
              <a:endParaRPr lang="en-US" sz="1800" spc="-18" kern="0" b="0" i="0" dirty="0">
                <a:solidFill>
                  <a:srgbClr val="070154"/>
                </a:solidFill>
                <a:latin typeface="IBM Plex Sans SemiBold"/>
                <a:ea typeface="IBM Plex Sans SemiBold"/>
                <a:cs typeface="IBM Plex Sans SemiBold"/>
              </a:endParaRPr>
            </a:p>
          </p:txBody>
        </p:sp>
      </p:grpSp>
      <p:grpSp>
        <p:nvGrpSpPr>
          <p:cNvPr id="52" name="node19"/>
          <p:cNvGrpSpPr/>
          <p:nvPr/>
        </p:nvGrpSpPr>
        <p:grpSpPr>
          <a:xfrm>
            <a:off x="4533900" y="5029200"/>
            <a:ext cx="1143000" cy="152400"/>
            <a:chOff x="4533900" y="5029200"/>
            <a:chExt cx="1143000" cy="152400"/>
          </a:xfrm>
        </p:grpSpPr>
        <p:sp>
          <p:nvSpPr>
            <p:cNvPr id="28" name="node19.text"/>
            <p:cNvSpPr/>
            <p:nvPr/>
          </p:nvSpPr>
          <p:spPr>
            <a:xfrm>
              <a:off x="4533900" y="50292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SCALE</a:t>
              </a:r>
              <a:endParaRPr lang="en-US" sz="900" spc="54" kern="0" b="0" i="0" dirty="0">
                <a:solidFill>
                  <a:srgbClr val="070154"/>
                </a:solidFill>
                <a:latin typeface="IBM Plex Mono Medium"/>
                <a:ea typeface="IBM Plex Mono Medium"/>
                <a:cs typeface="IBM Plex Mono Medium"/>
              </a:endParaRPr>
            </a:p>
          </p:txBody>
        </p:sp>
      </p:grpSp>
      <p:grpSp>
        <p:nvGrpSpPr>
          <p:cNvPr id="53" name="node20"/>
          <p:cNvGrpSpPr/>
          <p:nvPr/>
        </p:nvGrpSpPr>
        <p:grpSpPr>
          <a:xfrm>
            <a:off x="5981700" y="4343400"/>
            <a:ext cx="5486400" cy="1143000"/>
            <a:chOff x="5981700" y="4343400"/>
            <a:chExt cx="5486400" cy="1143000"/>
          </a:xfrm>
        </p:grpSpPr>
        <p:sp>
          <p:nvSpPr>
            <p:cNvPr id="29" name="node20.container"/>
            <p:cNvSpPr/>
            <p:nvPr/>
          </p:nvSpPr>
          <p:spPr>
            <a:xfrm>
              <a:off x="5981700" y="4343400"/>
              <a:ext cx="5486400" cy="1143000"/>
            </a:xfrm>
            <a:prstGeom prst="rect">
              <a:avLst/>
            </a:prstGeom>
            <a:solidFill>
              <a:srgbClr val="E8EEF8"/>
            </a:solidFill>
            <a:ln>
              <a:noFill/>
            </a:ln>
          </p:spPr>
        </p:sp>
      </p:grpSp>
      <p:grpSp>
        <p:nvGrpSpPr>
          <p:cNvPr id="54" name="node21"/>
          <p:cNvGrpSpPr/>
          <p:nvPr/>
        </p:nvGrpSpPr>
        <p:grpSpPr>
          <a:xfrm>
            <a:off x="6134100" y="4457700"/>
            <a:ext cx="5181600" cy="266700"/>
            <a:chOff x="6134100" y="4457700"/>
            <a:chExt cx="5181600" cy="266700"/>
          </a:xfrm>
        </p:grpSpPr>
        <p:sp>
          <p:nvSpPr>
            <p:cNvPr id="30" name="node21.text"/>
            <p:cNvSpPr/>
            <p:nvPr/>
          </p:nvSpPr>
          <p:spPr>
            <a:xfrm>
              <a:off x="6134100" y="44577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Quality evidence informs portfolio decisions</a:t>
              </a:r>
              <a:endParaRPr lang="en-US" sz="1400" spc="0" kern="0" b="0" i="0" dirty="0">
                <a:solidFill>
                  <a:srgbClr val="070154"/>
                </a:solidFill>
                <a:latin typeface="IBM Plex Sans"/>
                <a:ea typeface="IBM Plex Sans"/>
                <a:cs typeface="IBM Plex Sans"/>
              </a:endParaRPr>
            </a:p>
          </p:txBody>
        </p:sp>
      </p:grpSp>
      <p:grpSp>
        <p:nvGrpSpPr>
          <p:cNvPr id="55" name="node22"/>
          <p:cNvGrpSpPr/>
          <p:nvPr/>
        </p:nvGrpSpPr>
        <p:grpSpPr>
          <a:xfrm>
            <a:off x="6134100" y="4800600"/>
            <a:ext cx="5181600" cy="228600"/>
            <a:chOff x="6134100" y="4800600"/>
            <a:chExt cx="5181600" cy="228600"/>
          </a:xfrm>
        </p:grpSpPr>
        <p:sp>
          <p:nvSpPr>
            <p:cNvPr id="31" name="node22.text"/>
            <p:cNvSpPr/>
            <p:nvPr/>
          </p:nvSpPr>
          <p:spPr>
            <a:xfrm>
              <a:off x="6134100" y="48006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Use change failure, defects and lead time together</a:t>
              </a:r>
              <a:endParaRPr lang="en-US" sz="1200" spc="0" kern="0" b="0" i="0" dirty="0">
                <a:solidFill>
                  <a:srgbClr val="0047FF"/>
                </a:solidFill>
                <a:latin typeface="IBM Plex Sans"/>
                <a:ea typeface="IBM Plex Sans"/>
                <a:cs typeface="IBM Plex Sans"/>
              </a:endParaRPr>
            </a:p>
          </p:txBody>
        </p:sp>
      </p:grpSp>
      <p:grpSp>
        <p:nvGrpSpPr>
          <p:cNvPr id="56" name="node23"/>
          <p:cNvGrpSpPr/>
          <p:nvPr/>
        </p:nvGrpSpPr>
        <p:grpSpPr>
          <a:xfrm>
            <a:off x="6134100" y="5029200"/>
            <a:ext cx="5181600" cy="228600"/>
            <a:chOff x="6134100" y="5029200"/>
            <a:chExt cx="5181600" cy="228600"/>
          </a:xfrm>
        </p:grpSpPr>
        <p:sp>
          <p:nvSpPr>
            <p:cNvPr id="32" name="node23.text"/>
            <p:cNvSpPr/>
            <p:nvPr/>
          </p:nvSpPr>
          <p:spPr>
            <a:xfrm>
              <a:off x="6134100" y="50292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Scale the practices that improve results</a:t>
              </a:r>
              <a:endParaRPr lang="en-US" sz="1200" spc="0" kern="0" b="0" i="0" dirty="0">
                <a:solidFill>
                  <a:srgbClr val="50658E"/>
                </a:solidFill>
                <a:latin typeface="IBM Plex Sans"/>
                <a:ea typeface="IBM Plex Sans"/>
                <a:cs typeface="IBM Plex Sans"/>
              </a:endParaRPr>
            </a:p>
          </p:txBody>
        </p:sp>
      </p:grpSp>
      <p:grpSp>
        <p:nvGrpSpPr>
          <p:cNvPr id="57" name="node24"/>
          <p:cNvGrpSpPr/>
          <p:nvPr/>
        </p:nvGrpSpPr>
        <p:grpSpPr>
          <a:xfrm>
            <a:off x="4381500" y="5715000"/>
            <a:ext cx="7086600" cy="228600"/>
            <a:chOff x="4381500" y="5715000"/>
            <a:chExt cx="7086600" cy="228600"/>
          </a:xfrm>
        </p:grpSpPr>
        <p:sp>
          <p:nvSpPr>
            <p:cNvPr id="33" name="node24.text"/>
            <p:cNvSpPr/>
            <p:nvPr/>
          </p:nvSpPr>
          <p:spPr>
            <a:xfrm>
              <a:off x="4381500" y="57150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Planning horizons are not committed delivery dates; validate the pilots before extending.</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dxc-022">
    <p:spTree>
      <p:nvGrpSpPr>
        <p:cNvPr id="1" name=""/>
        <p:cNvGrpSpPr/>
        <p:nvPr/>
      </p:nvGrpSpPr>
      <p:grpSpPr>
        <a:xfrm>
          <a:off x="0" y="0"/>
          <a:ext cx="0" cy="0"/>
          <a:chOff x="0" y="0"/>
          <a:chExt cx="0" cy="0"/>
        </a:xfrm>
      </p:grpSpPr>
      <p:sp>
        <p:nvSpPr>
          <p:cNvPr id="4"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 TEST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Automate high-risk tests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2514600" cy="152400"/>
            <a:chOff x="723900" y="1600200"/>
            <a:chExt cx="2514600" cy="152400"/>
          </a:xfrm>
        </p:grpSpPr>
        <p:sp>
          <p:nvSpPr>
            <p:cNvPr id="7"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STATUS TODAY</a:t>
              </a:r>
              <a:endParaRPr lang="en-US" sz="900" spc="54" kern="0" b="0" i="0" dirty="0">
                <a:solidFill>
                  <a:srgbClr val="CED7E6"/>
                </a:solidFill>
                <a:latin typeface="IBM Plex Mono Medium"/>
                <a:ea typeface="IBM Plex Mono Medium"/>
                <a:cs typeface="IBM Plex Mono Medium"/>
              </a:endParaRPr>
            </a:p>
          </p:txBody>
        </p:sp>
      </p:grpSp>
      <p:grpSp>
        <p:nvGrpSpPr>
          <p:cNvPr id="35" name="node02"/>
          <p:cNvGrpSpPr/>
          <p:nvPr/>
        </p:nvGrpSpPr>
        <p:grpSpPr>
          <a:xfrm>
            <a:off x="723900" y="1905000"/>
            <a:ext cx="2514600" cy="1524000"/>
            <a:chOff x="723900" y="1905000"/>
            <a:chExt cx="2514600" cy="1524000"/>
          </a:xfrm>
        </p:grpSpPr>
        <p:sp>
          <p:nvSpPr>
            <p:cNvPr id="8" name="node02.text"/>
            <p:cNvSpPr/>
            <p:nvPr/>
          </p:nvSpPr>
          <p:spPr>
            <a:xfrm>
              <a:off x="723900" y="1905000"/>
              <a:ext cx="2514600" cy="1524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Core regression is manual; QA capacity is limited.</a:t>
              </a:r>
              <a:endParaRPr lang="en-US" sz="2400" spc="-36" kern="0" b="0" i="0" dirty="0">
                <a:solidFill>
                  <a:srgbClr val="FFFFFF"/>
                </a:solidFill>
                <a:latin typeface="IBM Plex Sans SemiBold"/>
                <a:ea typeface="IBM Plex Sans SemiBold"/>
                <a:cs typeface="IBM Plex Sans SemiBold"/>
              </a:endParaRPr>
            </a:p>
          </p:txBody>
        </p:sp>
      </p:grpSp>
      <p:grpSp>
        <p:nvGrpSpPr>
          <p:cNvPr id="36" name="node03"/>
          <p:cNvGrpSpPr/>
          <p:nvPr/>
        </p:nvGrpSpPr>
        <p:grpSpPr>
          <a:xfrm>
            <a:off x="723900" y="3657600"/>
            <a:ext cx="2514600" cy="685800"/>
            <a:chOff x="723900" y="3657600"/>
            <a:chExt cx="2514600" cy="685800"/>
          </a:xfrm>
        </p:grpSpPr>
        <p:sp>
          <p:nvSpPr>
            <p:cNvPr id="9" name="node03.text"/>
            <p:cNvSpPr/>
            <p:nvPr/>
          </p:nvSpPr>
          <p:spPr>
            <a:xfrm>
              <a:off x="723900" y="36576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Recon writes Jest, Playwright and Postman tests. XConnect is ~100% automated; other pods are partial.</a:t>
              </a:r>
              <a:endParaRPr lang="en-US" sz="1200" spc="0" kern="0" b="0" i="0" dirty="0">
                <a:solidFill>
                  <a:srgbClr val="FFFFFF"/>
                </a:solidFill>
                <a:latin typeface="IBM Plex Sans"/>
                <a:ea typeface="IBM Plex Sans"/>
                <a:cs typeface="IBM Plex Sans"/>
              </a:endParaRPr>
            </a:p>
          </p:txBody>
        </p:sp>
      </p:grpSp>
      <p:grpSp>
        <p:nvGrpSpPr>
          <p:cNvPr id="37" name="node04"/>
          <p:cNvGrpSpPr/>
          <p:nvPr/>
        </p:nvGrpSpPr>
        <p:grpSpPr>
          <a:xfrm>
            <a:off x="723900" y="4572000"/>
            <a:ext cx="2514600" cy="152400"/>
            <a:chOff x="723900" y="4572000"/>
            <a:chExt cx="2514600" cy="152400"/>
          </a:xfrm>
        </p:grpSpPr>
        <p:sp>
          <p:nvSpPr>
            <p:cNvPr id="10" name="node04.text"/>
            <p:cNvSpPr/>
            <p:nvPr/>
          </p:nvSpPr>
          <p:spPr>
            <a:xfrm>
              <a:off x="7239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ACCOUNTABILITY</a:t>
              </a:r>
              <a:endParaRPr lang="en-US" sz="900" spc="54" kern="0" b="0" i="0" dirty="0">
                <a:solidFill>
                  <a:srgbClr val="CED7E6"/>
                </a:solidFill>
                <a:latin typeface="IBM Plex Mono Medium"/>
                <a:ea typeface="IBM Plex Mono Medium"/>
                <a:cs typeface="IBM Plex Mono Medium"/>
              </a:endParaRPr>
            </a:p>
          </p:txBody>
        </p:sp>
      </p:grpSp>
      <p:grpSp>
        <p:nvGrpSpPr>
          <p:cNvPr id="38" name="node05"/>
          <p:cNvGrpSpPr/>
          <p:nvPr/>
        </p:nvGrpSpPr>
        <p:grpSpPr>
          <a:xfrm>
            <a:off x="723900" y="4800600"/>
            <a:ext cx="2514600" cy="457200"/>
            <a:chOff x="723900" y="4800600"/>
            <a:chExt cx="2514600" cy="457200"/>
          </a:xfrm>
        </p:grpSpPr>
        <p:sp>
          <p:nvSpPr>
            <p:cNvPr id="11" name="node05.text"/>
            <p:cNvSpPr/>
            <p:nvPr/>
          </p:nvSpPr>
          <p:spPr>
            <a:xfrm>
              <a:off x="723900" y="4800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Quality + DevOps + Security own the pilot.</a:t>
              </a:r>
              <a:endParaRPr lang="en-US" sz="1200" spc="0" kern="0" b="0" i="0" dirty="0">
                <a:solidFill>
                  <a:srgbClr val="FFFFFF"/>
                </a:solidFill>
                <a:latin typeface="IBM Plex Sans"/>
                <a:ea typeface="IBM Plex Sans"/>
                <a:cs typeface="IBM Plex Sans"/>
              </a:endParaRPr>
            </a:p>
          </p:txBody>
        </p:sp>
      </p:grpSp>
      <p:grpSp>
        <p:nvGrpSpPr>
          <p:cNvPr id="39" name="node06"/>
          <p:cNvGrpSpPr/>
          <p:nvPr/>
        </p:nvGrpSpPr>
        <p:grpSpPr>
          <a:xfrm>
            <a:off x="4381500" y="1600200"/>
            <a:ext cx="1371600" cy="1143000"/>
            <a:chOff x="4381500" y="1600200"/>
            <a:chExt cx="1371600" cy="1143000"/>
          </a:xfrm>
        </p:grpSpPr>
        <p:sp>
          <p:nvSpPr>
            <p:cNvPr id="12" name="node06.surface"/>
            <p:cNvSpPr/>
            <p:nvPr/>
          </p:nvSpPr>
          <p:spPr>
            <a:xfrm>
              <a:off x="4381500" y="1600200"/>
              <a:ext cx="1371600" cy="1143000"/>
            </a:xfrm>
            <a:prstGeom prst="rect">
              <a:avLst/>
            </a:prstGeom>
            <a:solidFill>
              <a:srgbClr val="F900D3"/>
            </a:solidFill>
            <a:ln>
              <a:noFill/>
            </a:ln>
          </p:spPr>
        </p:sp>
        <p:sp>
          <p:nvSpPr>
            <p:cNvPr id="13" name="node06.text"/>
            <p:cNvSpPr/>
            <p:nvPr/>
          </p:nvSpPr>
          <p:spPr>
            <a:xfrm>
              <a:off x="4533900" y="20193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Now</a:t>
              </a:r>
              <a:endParaRPr lang="en-US" sz="1800" spc="-18" kern="0" b="0" i="0" dirty="0">
                <a:solidFill>
                  <a:srgbClr val="FFFFFF"/>
                </a:solidFill>
                <a:latin typeface="IBM Plex Sans SemiBold"/>
                <a:ea typeface="IBM Plex Sans SemiBold"/>
                <a:cs typeface="IBM Plex Sans SemiBold"/>
              </a:endParaRPr>
            </a:p>
          </p:txBody>
        </p:sp>
      </p:grpSp>
      <p:grpSp>
        <p:nvGrpSpPr>
          <p:cNvPr id="40" name="node07"/>
          <p:cNvGrpSpPr/>
          <p:nvPr/>
        </p:nvGrpSpPr>
        <p:grpSpPr>
          <a:xfrm>
            <a:off x="4533900" y="2286000"/>
            <a:ext cx="1143000" cy="152400"/>
            <a:chOff x="4533900" y="2286000"/>
            <a:chExt cx="1143000" cy="152400"/>
          </a:xfrm>
        </p:grpSpPr>
        <p:sp>
          <p:nvSpPr>
            <p:cNvPr id="14" name="node07.text"/>
            <p:cNvSpPr/>
            <p:nvPr/>
          </p:nvSpPr>
          <p:spPr>
            <a:xfrm>
              <a:off x="4533900" y="22860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FIRST PILOT</a:t>
              </a:r>
              <a:endParaRPr lang="en-US" sz="900" spc="54" kern="0" b="0" i="0" dirty="0">
                <a:solidFill>
                  <a:srgbClr val="070154"/>
                </a:solidFill>
                <a:latin typeface="IBM Plex Mono Medium"/>
                <a:ea typeface="IBM Plex Mono Medium"/>
                <a:cs typeface="IBM Plex Mono Medium"/>
              </a:endParaRPr>
            </a:p>
          </p:txBody>
        </p:sp>
      </p:grpSp>
      <p:grpSp>
        <p:nvGrpSpPr>
          <p:cNvPr id="41" name="node08"/>
          <p:cNvGrpSpPr/>
          <p:nvPr/>
        </p:nvGrpSpPr>
        <p:grpSpPr>
          <a:xfrm>
            <a:off x="5981700" y="1600200"/>
            <a:ext cx="5486400" cy="1143000"/>
            <a:chOff x="5981700" y="1600200"/>
            <a:chExt cx="5486400" cy="1143000"/>
          </a:xfrm>
        </p:grpSpPr>
        <p:sp>
          <p:nvSpPr>
            <p:cNvPr id="15" name="node08.container"/>
            <p:cNvSpPr/>
            <p:nvPr/>
          </p:nvSpPr>
          <p:spPr>
            <a:xfrm>
              <a:off x="5981700" y="1600200"/>
              <a:ext cx="5486400" cy="1143000"/>
            </a:xfrm>
            <a:prstGeom prst="rect">
              <a:avLst/>
            </a:prstGeom>
            <a:solidFill>
              <a:srgbClr val="E8EEF8"/>
            </a:solidFill>
            <a:ln>
              <a:noFill/>
            </a:ln>
          </p:spPr>
        </p:sp>
      </p:grpSp>
      <p:grpSp>
        <p:nvGrpSpPr>
          <p:cNvPr id="42" name="node09"/>
          <p:cNvGrpSpPr/>
          <p:nvPr/>
        </p:nvGrpSpPr>
        <p:grpSpPr>
          <a:xfrm>
            <a:off x="6134100" y="1714500"/>
            <a:ext cx="5181600" cy="266700"/>
            <a:chOff x="6134100" y="1714500"/>
            <a:chExt cx="5181600" cy="266700"/>
          </a:xfrm>
        </p:grpSpPr>
        <p:sp>
          <p:nvSpPr>
            <p:cNvPr id="16" name="node09.text"/>
            <p:cNvSpPr/>
            <p:nvPr/>
          </p:nvSpPr>
          <p:spPr>
            <a:xfrm>
              <a:off x="6134100" y="17145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Map Core high-risk regression and manual effort</a:t>
              </a:r>
              <a:endParaRPr lang="en-US" sz="1400" spc="0" kern="0" b="0" i="0" dirty="0">
                <a:solidFill>
                  <a:srgbClr val="070154"/>
                </a:solidFill>
                <a:latin typeface="IBM Plex Sans"/>
                <a:ea typeface="IBM Plex Sans"/>
                <a:cs typeface="IBM Plex Sans"/>
              </a:endParaRPr>
            </a:p>
          </p:txBody>
        </p:sp>
      </p:grpSp>
      <p:grpSp>
        <p:nvGrpSpPr>
          <p:cNvPr id="43" name="node10"/>
          <p:cNvGrpSpPr/>
          <p:nvPr/>
        </p:nvGrpSpPr>
        <p:grpSpPr>
          <a:xfrm>
            <a:off x="6134100" y="2057400"/>
            <a:ext cx="5181600" cy="228600"/>
            <a:chOff x="6134100" y="2057400"/>
            <a:chExt cx="5181600" cy="228600"/>
          </a:xfrm>
        </p:grpSpPr>
        <p:sp>
          <p:nvSpPr>
            <p:cNvPr id="17" name="node10.text"/>
            <p:cNvSpPr/>
            <p:nvPr/>
          </p:nvSpPr>
          <p:spPr>
            <a:xfrm>
              <a:off x="6134100" y="20574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Use release causes; log access/data waits</a:t>
              </a:r>
              <a:endParaRPr lang="en-US" sz="1200" spc="0" kern="0" b="0" i="0" dirty="0">
                <a:solidFill>
                  <a:srgbClr val="0047FF"/>
                </a:solidFill>
                <a:latin typeface="IBM Plex Sans"/>
                <a:ea typeface="IBM Plex Sans"/>
                <a:cs typeface="IBM Plex Sans"/>
              </a:endParaRPr>
            </a:p>
          </p:txBody>
        </p:sp>
      </p:grpSp>
      <p:grpSp>
        <p:nvGrpSpPr>
          <p:cNvPr id="44" name="node11"/>
          <p:cNvGrpSpPr/>
          <p:nvPr/>
        </p:nvGrpSpPr>
        <p:grpSpPr>
          <a:xfrm>
            <a:off x="6134100" y="2286000"/>
            <a:ext cx="5181600" cy="228600"/>
            <a:chOff x="6134100" y="2286000"/>
            <a:chExt cx="5181600" cy="228600"/>
          </a:xfrm>
        </p:grpSpPr>
        <p:sp>
          <p:nvSpPr>
            <p:cNvPr id="18" name="node11.text"/>
            <p:cNvSpPr/>
            <p:nvPr/>
          </p:nvSpPr>
          <p:spPr>
            <a:xfrm>
              <a:off x="6134100" y="22860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Record who waits, why, and how long</a:t>
              </a:r>
              <a:endParaRPr lang="en-US" sz="1200" spc="0" kern="0" b="0" i="0" dirty="0">
                <a:solidFill>
                  <a:srgbClr val="50658E"/>
                </a:solidFill>
                <a:latin typeface="IBM Plex Sans"/>
                <a:ea typeface="IBM Plex Sans"/>
                <a:cs typeface="IBM Plex Sans"/>
              </a:endParaRPr>
            </a:p>
          </p:txBody>
        </p:sp>
      </p:grpSp>
      <p:grpSp>
        <p:nvGrpSpPr>
          <p:cNvPr id="45" name="node12"/>
          <p:cNvGrpSpPr/>
          <p:nvPr/>
        </p:nvGrpSpPr>
        <p:grpSpPr>
          <a:xfrm>
            <a:off x="4381500" y="2971800"/>
            <a:ext cx="1371600" cy="1143000"/>
            <a:chOff x="4381500" y="2971800"/>
            <a:chExt cx="1371600" cy="1143000"/>
          </a:xfrm>
        </p:grpSpPr>
        <p:sp>
          <p:nvSpPr>
            <p:cNvPr id="19" name="node12.surface"/>
            <p:cNvSpPr/>
            <p:nvPr/>
          </p:nvSpPr>
          <p:spPr>
            <a:xfrm>
              <a:off x="4381500" y="2971800"/>
              <a:ext cx="1371600" cy="1143000"/>
            </a:xfrm>
            <a:prstGeom prst="rect">
              <a:avLst/>
            </a:prstGeom>
            <a:solidFill>
              <a:srgbClr val="070154"/>
            </a:solidFill>
            <a:ln>
              <a:noFill/>
            </a:ln>
          </p:spPr>
        </p:sp>
        <p:sp>
          <p:nvSpPr>
            <p:cNvPr id="20" name="node12.text"/>
            <p:cNvSpPr/>
            <p:nvPr/>
          </p:nvSpPr>
          <p:spPr>
            <a:xfrm>
              <a:off x="4533900" y="33909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Next</a:t>
              </a:r>
              <a:endParaRPr lang="en-US" sz="1800" spc="-18" kern="0" b="0" i="0" dirty="0">
                <a:solidFill>
                  <a:srgbClr val="FFFFFF"/>
                </a:solidFill>
                <a:latin typeface="IBM Plex Sans SemiBold"/>
                <a:ea typeface="IBM Plex Sans SemiBold"/>
                <a:cs typeface="IBM Plex Sans SemiBold"/>
              </a:endParaRPr>
            </a:p>
          </p:txBody>
        </p:sp>
      </p:grpSp>
      <p:grpSp>
        <p:nvGrpSpPr>
          <p:cNvPr id="46" name="node13"/>
          <p:cNvGrpSpPr/>
          <p:nvPr/>
        </p:nvGrpSpPr>
        <p:grpSpPr>
          <a:xfrm>
            <a:off x="4533900" y="3657600"/>
            <a:ext cx="1143000" cy="152400"/>
            <a:chOff x="4533900" y="3657600"/>
            <a:chExt cx="1143000" cy="152400"/>
          </a:xfrm>
        </p:grpSpPr>
        <p:sp>
          <p:nvSpPr>
            <p:cNvPr id="21" name="node13.text"/>
            <p:cNvSpPr/>
            <p:nvPr/>
          </p:nvSpPr>
          <p:spPr>
            <a:xfrm>
              <a:off x="4533900" y="36576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EXTEND</a:t>
              </a:r>
              <a:endParaRPr lang="en-US" sz="900" spc="54" kern="0" b="0" i="0" dirty="0">
                <a:solidFill>
                  <a:srgbClr val="FFFFFF"/>
                </a:solidFill>
                <a:latin typeface="IBM Plex Mono Medium"/>
                <a:ea typeface="IBM Plex Mono Medium"/>
                <a:cs typeface="IBM Plex Mono Medium"/>
              </a:endParaRPr>
            </a:p>
          </p:txBody>
        </p:sp>
      </p:grpSp>
      <p:grpSp>
        <p:nvGrpSpPr>
          <p:cNvPr id="47" name="node14"/>
          <p:cNvGrpSpPr/>
          <p:nvPr/>
        </p:nvGrpSpPr>
        <p:grpSpPr>
          <a:xfrm>
            <a:off x="5981700" y="2971800"/>
            <a:ext cx="5486400" cy="1143000"/>
            <a:chOff x="5981700" y="2971800"/>
            <a:chExt cx="5486400" cy="1143000"/>
          </a:xfrm>
        </p:grpSpPr>
        <p:sp>
          <p:nvSpPr>
            <p:cNvPr id="22" name="node14.container"/>
            <p:cNvSpPr/>
            <p:nvPr/>
          </p:nvSpPr>
          <p:spPr>
            <a:xfrm>
              <a:off x="5981700" y="2971800"/>
              <a:ext cx="5486400" cy="1143000"/>
            </a:xfrm>
            <a:prstGeom prst="rect">
              <a:avLst/>
            </a:prstGeom>
            <a:solidFill>
              <a:srgbClr val="E8EEF8"/>
            </a:solidFill>
            <a:ln>
              <a:noFill/>
            </a:ln>
          </p:spPr>
        </p:sp>
      </p:grpSp>
      <p:grpSp>
        <p:nvGrpSpPr>
          <p:cNvPr id="48" name="node15"/>
          <p:cNvGrpSpPr/>
          <p:nvPr/>
        </p:nvGrpSpPr>
        <p:grpSpPr>
          <a:xfrm>
            <a:off x="6134100" y="3086100"/>
            <a:ext cx="5181600" cy="266700"/>
            <a:chOff x="6134100" y="3086100"/>
            <a:chExt cx="5181600" cy="266700"/>
          </a:xfrm>
        </p:grpSpPr>
        <p:sp>
          <p:nvSpPr>
            <p:cNvPr id="23" name="node15.text"/>
            <p:cNvSpPr/>
            <p:nvPr/>
          </p:nvSpPr>
          <p:spPr>
            <a:xfrm>
              <a:off x="6134100" y="30861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Automate high-risk Core workflows; reuse Recon AI</a:t>
              </a:r>
              <a:endParaRPr lang="en-US" sz="1400" spc="0" kern="0" b="0" i="0" dirty="0">
                <a:solidFill>
                  <a:srgbClr val="070154"/>
                </a:solidFill>
                <a:latin typeface="IBM Plex Sans"/>
                <a:ea typeface="IBM Plex Sans"/>
                <a:cs typeface="IBM Plex Sans"/>
              </a:endParaRPr>
            </a:p>
          </p:txBody>
        </p:sp>
      </p:grpSp>
      <p:grpSp>
        <p:nvGrpSpPr>
          <p:cNvPr id="49" name="node16"/>
          <p:cNvGrpSpPr/>
          <p:nvPr/>
        </p:nvGrpSpPr>
        <p:grpSpPr>
          <a:xfrm>
            <a:off x="6134100" y="3429000"/>
            <a:ext cx="5181600" cy="228600"/>
            <a:chOff x="6134100" y="3429000"/>
            <a:chExt cx="5181600" cy="228600"/>
          </a:xfrm>
        </p:grpSpPr>
        <p:sp>
          <p:nvSpPr>
            <p:cNvPr id="24" name="node16.text"/>
            <p:cNvSpPr/>
            <p:nvPr/>
          </p:nvSpPr>
          <p:spPr>
            <a:xfrm>
              <a:off x="6134100" y="34290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Extend to Eligibility AI and Pay Connect</a:t>
              </a:r>
              <a:endParaRPr lang="en-US" sz="1200" spc="0" kern="0" b="0" i="0" dirty="0">
                <a:solidFill>
                  <a:srgbClr val="0047FF"/>
                </a:solidFill>
                <a:latin typeface="IBM Plex Sans"/>
                <a:ea typeface="IBM Plex Sans"/>
                <a:cs typeface="IBM Plex Sans"/>
              </a:endParaRPr>
            </a:p>
          </p:txBody>
        </p:sp>
      </p:grpSp>
      <p:grpSp>
        <p:nvGrpSpPr>
          <p:cNvPr id="50" name="node17"/>
          <p:cNvGrpSpPr/>
          <p:nvPr/>
        </p:nvGrpSpPr>
        <p:grpSpPr>
          <a:xfrm>
            <a:off x="6134100" y="3657600"/>
            <a:ext cx="5181600" cy="228600"/>
            <a:chOff x="6134100" y="3657600"/>
            <a:chExt cx="5181600" cy="228600"/>
          </a:xfrm>
        </p:grpSpPr>
        <p:sp>
          <p:nvSpPr>
            <p:cNvPr id="25" name="node17.text"/>
            <p:cNvSpPr/>
            <p:nvPr/>
          </p:nvSpPr>
          <p:spPr>
            <a:xfrm>
              <a:off x="6134100" y="36576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Masked data + approved read-only diagnostics</a:t>
              </a:r>
              <a:endParaRPr lang="en-US" sz="1200" spc="0" kern="0" b="0" i="0" dirty="0">
                <a:solidFill>
                  <a:srgbClr val="50658E"/>
                </a:solidFill>
                <a:latin typeface="IBM Plex Sans"/>
                <a:ea typeface="IBM Plex Sans"/>
                <a:cs typeface="IBM Plex Sans"/>
              </a:endParaRPr>
            </a:p>
          </p:txBody>
        </p:sp>
      </p:grpSp>
      <p:grpSp>
        <p:nvGrpSpPr>
          <p:cNvPr id="51" name="node18"/>
          <p:cNvGrpSpPr/>
          <p:nvPr/>
        </p:nvGrpSpPr>
        <p:grpSpPr>
          <a:xfrm>
            <a:off x="4381500" y="4343400"/>
            <a:ext cx="1371600" cy="1143000"/>
            <a:chOff x="4381500" y="4343400"/>
            <a:chExt cx="1371600" cy="1143000"/>
          </a:xfrm>
        </p:grpSpPr>
        <p:sp>
          <p:nvSpPr>
            <p:cNvPr id="26" name="node18.surface"/>
            <p:cNvSpPr/>
            <p:nvPr/>
          </p:nvSpPr>
          <p:spPr>
            <a:xfrm>
              <a:off x="4381500" y="4343400"/>
              <a:ext cx="1371600" cy="1143000"/>
            </a:xfrm>
            <a:prstGeom prst="rect">
              <a:avLst/>
            </a:prstGeom>
            <a:solidFill>
              <a:srgbClr val="CED7E6"/>
            </a:solidFill>
            <a:ln>
              <a:noFill/>
            </a:ln>
          </p:spPr>
        </p:sp>
        <p:sp>
          <p:nvSpPr>
            <p:cNvPr id="27" name="node18.text"/>
            <p:cNvSpPr/>
            <p:nvPr/>
          </p:nvSpPr>
          <p:spPr>
            <a:xfrm>
              <a:off x="4533900" y="47625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Future</a:t>
              </a:r>
              <a:endParaRPr lang="en-US" sz="1800" spc="-18" kern="0" b="0" i="0" dirty="0">
                <a:solidFill>
                  <a:srgbClr val="070154"/>
                </a:solidFill>
                <a:latin typeface="IBM Plex Sans SemiBold"/>
                <a:ea typeface="IBM Plex Sans SemiBold"/>
                <a:cs typeface="IBM Plex Sans SemiBold"/>
              </a:endParaRPr>
            </a:p>
          </p:txBody>
        </p:sp>
      </p:grpSp>
      <p:grpSp>
        <p:nvGrpSpPr>
          <p:cNvPr id="52" name="node19"/>
          <p:cNvGrpSpPr/>
          <p:nvPr/>
        </p:nvGrpSpPr>
        <p:grpSpPr>
          <a:xfrm>
            <a:off x="4533900" y="5029200"/>
            <a:ext cx="1143000" cy="152400"/>
            <a:chOff x="4533900" y="5029200"/>
            <a:chExt cx="1143000" cy="152400"/>
          </a:xfrm>
        </p:grpSpPr>
        <p:sp>
          <p:nvSpPr>
            <p:cNvPr id="28" name="node19.text"/>
            <p:cNvSpPr/>
            <p:nvPr/>
          </p:nvSpPr>
          <p:spPr>
            <a:xfrm>
              <a:off x="4533900" y="50292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SCALE</a:t>
              </a:r>
              <a:endParaRPr lang="en-US" sz="900" spc="54" kern="0" b="0" i="0" dirty="0">
                <a:solidFill>
                  <a:srgbClr val="070154"/>
                </a:solidFill>
                <a:latin typeface="IBM Plex Mono Medium"/>
                <a:ea typeface="IBM Plex Mono Medium"/>
                <a:cs typeface="IBM Plex Mono Medium"/>
              </a:endParaRPr>
            </a:p>
          </p:txBody>
        </p:sp>
      </p:grpSp>
      <p:grpSp>
        <p:nvGrpSpPr>
          <p:cNvPr id="53" name="node20"/>
          <p:cNvGrpSpPr/>
          <p:nvPr/>
        </p:nvGrpSpPr>
        <p:grpSpPr>
          <a:xfrm>
            <a:off x="5981700" y="4343400"/>
            <a:ext cx="5486400" cy="1143000"/>
            <a:chOff x="5981700" y="4343400"/>
            <a:chExt cx="5486400" cy="1143000"/>
          </a:xfrm>
        </p:grpSpPr>
        <p:sp>
          <p:nvSpPr>
            <p:cNvPr id="29" name="node20.container"/>
            <p:cNvSpPr/>
            <p:nvPr/>
          </p:nvSpPr>
          <p:spPr>
            <a:xfrm>
              <a:off x="5981700" y="4343400"/>
              <a:ext cx="5486400" cy="1143000"/>
            </a:xfrm>
            <a:prstGeom prst="rect">
              <a:avLst/>
            </a:prstGeom>
            <a:solidFill>
              <a:srgbClr val="E8EEF8"/>
            </a:solidFill>
            <a:ln>
              <a:noFill/>
            </a:ln>
          </p:spPr>
        </p:sp>
      </p:grpSp>
      <p:grpSp>
        <p:nvGrpSpPr>
          <p:cNvPr id="54" name="node21"/>
          <p:cNvGrpSpPr/>
          <p:nvPr/>
        </p:nvGrpSpPr>
        <p:grpSpPr>
          <a:xfrm>
            <a:off x="6134100" y="4457700"/>
            <a:ext cx="5181600" cy="266700"/>
            <a:chOff x="6134100" y="4457700"/>
            <a:chExt cx="5181600" cy="266700"/>
          </a:xfrm>
        </p:grpSpPr>
        <p:sp>
          <p:nvSpPr>
            <p:cNvPr id="30" name="node21.text"/>
            <p:cNvSpPr/>
            <p:nvPr/>
          </p:nvSpPr>
          <p:spPr>
            <a:xfrm>
              <a:off x="6134100" y="44577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Regression evidence becomes a release entry gate</a:t>
              </a:r>
              <a:endParaRPr lang="en-US" sz="1400" spc="0" kern="0" b="0" i="0" dirty="0">
                <a:solidFill>
                  <a:srgbClr val="070154"/>
                </a:solidFill>
                <a:latin typeface="IBM Plex Sans"/>
                <a:ea typeface="IBM Plex Sans"/>
                <a:cs typeface="IBM Plex Sans"/>
              </a:endParaRPr>
            </a:p>
          </p:txBody>
        </p:sp>
      </p:grpSp>
      <p:grpSp>
        <p:nvGrpSpPr>
          <p:cNvPr id="55" name="node22"/>
          <p:cNvGrpSpPr/>
          <p:nvPr/>
        </p:nvGrpSpPr>
        <p:grpSpPr>
          <a:xfrm>
            <a:off x="6134100" y="4800600"/>
            <a:ext cx="5181600" cy="228600"/>
            <a:chOff x="6134100" y="4800600"/>
            <a:chExt cx="5181600" cy="228600"/>
          </a:xfrm>
        </p:grpSpPr>
        <p:sp>
          <p:nvSpPr>
            <p:cNvPr id="31" name="node22.text"/>
            <p:cNvSpPr/>
            <p:nvPr/>
          </p:nvSpPr>
          <p:spPr>
            <a:xfrm>
              <a:off x="6134100" y="48006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Self-service environments and access</a:t>
              </a:r>
              <a:endParaRPr lang="en-US" sz="1200" spc="0" kern="0" b="0" i="0" dirty="0">
                <a:solidFill>
                  <a:srgbClr val="0047FF"/>
                </a:solidFill>
                <a:latin typeface="IBM Plex Sans"/>
                <a:ea typeface="IBM Plex Sans"/>
                <a:cs typeface="IBM Plex Sans"/>
              </a:endParaRPr>
            </a:p>
          </p:txBody>
        </p:sp>
      </p:grpSp>
      <p:grpSp>
        <p:nvGrpSpPr>
          <p:cNvPr id="56" name="node23"/>
          <p:cNvGrpSpPr/>
          <p:nvPr/>
        </p:nvGrpSpPr>
        <p:grpSpPr>
          <a:xfrm>
            <a:off x="6134100" y="5029200"/>
            <a:ext cx="5181600" cy="228600"/>
            <a:chOff x="6134100" y="5029200"/>
            <a:chExt cx="5181600" cy="228600"/>
          </a:xfrm>
        </p:grpSpPr>
        <p:sp>
          <p:nvSpPr>
            <p:cNvPr id="32" name="node23.text"/>
            <p:cNvSpPr/>
            <p:nvPr/>
          </p:nvSpPr>
          <p:spPr>
            <a:xfrm>
              <a:off x="6134100" y="50292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Measure coverage, escaped defects and wait time</a:t>
              </a:r>
              <a:endParaRPr lang="en-US" sz="1200" spc="0" kern="0" b="0" i="0" dirty="0">
                <a:solidFill>
                  <a:srgbClr val="50658E"/>
                </a:solidFill>
                <a:latin typeface="IBM Plex Sans"/>
                <a:ea typeface="IBM Plex Sans"/>
                <a:cs typeface="IBM Plex Sans"/>
              </a:endParaRPr>
            </a:p>
          </p:txBody>
        </p:sp>
      </p:grpSp>
      <p:grpSp>
        <p:nvGrpSpPr>
          <p:cNvPr id="57" name="node24"/>
          <p:cNvGrpSpPr/>
          <p:nvPr/>
        </p:nvGrpSpPr>
        <p:grpSpPr>
          <a:xfrm>
            <a:off x="4381500" y="5715000"/>
            <a:ext cx="7086600" cy="228600"/>
            <a:chOff x="4381500" y="5715000"/>
            <a:chExt cx="7086600" cy="228600"/>
          </a:xfrm>
        </p:grpSpPr>
        <p:sp>
          <p:nvSpPr>
            <p:cNvPr id="33" name="node24.text"/>
            <p:cNvSpPr/>
            <p:nvPr/>
          </p:nvSpPr>
          <p:spPr>
            <a:xfrm>
              <a:off x="4381500" y="57150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Planning horizons are not committed delivery dates; validate the pilots before extending.</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dxc-023">
    <p:spTree>
      <p:nvGrpSpPr>
        <p:cNvPr id="1" name=""/>
        <p:cNvGrpSpPr/>
        <p:nvPr/>
      </p:nvGrpSpPr>
      <p:grpSpPr>
        <a:xfrm>
          <a:off x="0" y="0"/>
          <a:ext cx="0" cy="0"/>
          <a:chOff x="0" y="0"/>
          <a:chExt cx="0" cy="0"/>
        </a:xfrm>
      </p:grpSpPr>
      <p:sp>
        <p:nvSpPr>
          <p:cNvPr id="4"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 RELEASE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Make releases reliable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23</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2514600" cy="152400"/>
            <a:chOff x="723900" y="1600200"/>
            <a:chExt cx="2514600" cy="152400"/>
          </a:xfrm>
        </p:grpSpPr>
        <p:sp>
          <p:nvSpPr>
            <p:cNvPr id="7"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CORE ENGINEERING · 2026</a:t>
              </a:r>
              <a:endParaRPr lang="en-US" sz="900" spc="54" kern="0" b="0" i="0" dirty="0">
                <a:solidFill>
                  <a:srgbClr val="CED7E6"/>
                </a:solidFill>
                <a:latin typeface="IBM Plex Mono Medium"/>
                <a:ea typeface="IBM Plex Mono Medium"/>
                <a:cs typeface="IBM Plex Mono Medium"/>
              </a:endParaRPr>
            </a:p>
          </p:txBody>
        </p:sp>
      </p:grpSp>
      <p:grpSp>
        <p:nvGrpSpPr>
          <p:cNvPr id="35" name="node02"/>
          <p:cNvGrpSpPr/>
          <p:nvPr/>
        </p:nvGrpSpPr>
        <p:grpSpPr>
          <a:xfrm>
            <a:off x="723900" y="1905000"/>
            <a:ext cx="2514600" cy="1143000"/>
            <a:chOff x="723900" y="1905000"/>
            <a:chExt cx="2514600" cy="1143000"/>
          </a:xfrm>
        </p:grpSpPr>
        <p:sp>
          <p:nvSpPr>
            <p:cNvPr id="8" name="node02.text"/>
            <p:cNvSpPr/>
            <p:nvPr/>
          </p:nvSpPr>
          <p:spPr>
            <a:xfrm>
              <a:off x="723900" y="1905000"/>
              <a:ext cx="2514600" cy="1143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To Sep 1:</a:t>
              </a:r>
              <a:endParaRPr lang="en-US" sz="2400" spc="-36" kern="0" b="0" i="0" dirty="0">
                <a:solidFill>
                  <a:srgbClr val="FFFFFF"/>
                </a:solidFill>
                <a:latin typeface="IBM Plex Sans SemiBold"/>
                <a:ea typeface="IBM Plex Sans SemiBold"/>
                <a:cs typeface="IBM Plex Sans SemiBold"/>
              </a:endParaRPr>
            </a:p>
            <a:p>
              <a:pPr algn="l" indent="0" marL="0">
                <a:lnSpc>
                  <a:spcPts val="3000"/>
                </a:lnSpc>
                <a:buNone/>
              </a:pPr>
              <a:r>
                <a:rPr lang="en-US" sz="2400" spc="-36" kern="0" b="0" i="0" dirty="0">
                  <a:solidFill>
                    <a:srgbClr val="FFFFFF"/>
                  </a:solidFill>
                  <a:latin typeface="IBM Plex Sans SemiBold"/>
                  <a:ea typeface="IBM Plex Sans SemiBold"/>
                  <a:cs typeface="IBM Plex Sans SemiBold"/>
                </a:rPr>
                <a:t>62 releases;</a:t>
              </a:r>
              <a:endParaRPr lang="en-US" sz="2400" spc="-36" kern="0" b="0" i="0" dirty="0">
                <a:solidFill>
                  <a:srgbClr val="FFFFFF"/>
                </a:solidFill>
                <a:latin typeface="IBM Plex Sans SemiBold"/>
                <a:ea typeface="IBM Plex Sans SemiBold"/>
                <a:cs typeface="IBM Plex Sans SemiBold"/>
              </a:endParaRPr>
            </a:p>
            <a:p>
              <a:pPr algn="l" indent="0" marL="0">
                <a:lnSpc>
                  <a:spcPts val="3000"/>
                </a:lnSpc>
                <a:buNone/>
              </a:pPr>
              <a:r>
                <a:rPr lang="en-US" sz="2400" spc="-36" kern="0" b="0" i="0" dirty="0">
                  <a:solidFill>
                    <a:srgbClr val="FFFFFF"/>
                  </a:solidFill>
                  <a:latin typeface="IBM Plex Sans SemiBold"/>
                  <a:ea typeface="IBM Plex Sans SemiBold"/>
                  <a:cs typeface="IBM Plex Sans SemiBold"/>
                </a:rPr>
                <a:t>15 patches.</a:t>
              </a:r>
              <a:endParaRPr lang="en-US" sz="2400" spc="-36" kern="0" b="0" i="0" dirty="0">
                <a:solidFill>
                  <a:srgbClr val="FFFFFF"/>
                </a:solidFill>
                <a:latin typeface="IBM Plex Sans SemiBold"/>
                <a:ea typeface="IBM Plex Sans SemiBold"/>
                <a:cs typeface="IBM Plex Sans SemiBold"/>
              </a:endParaRPr>
            </a:p>
          </p:txBody>
        </p:sp>
      </p:grpSp>
      <p:grpSp>
        <p:nvGrpSpPr>
          <p:cNvPr id="36" name="node03"/>
          <p:cNvGrpSpPr/>
          <p:nvPr/>
        </p:nvGrpSpPr>
        <p:grpSpPr>
          <a:xfrm>
            <a:off x="723900" y="3657600"/>
            <a:ext cx="2514600" cy="685800"/>
            <a:chOff x="723900" y="3657600"/>
            <a:chExt cx="2514600" cy="685800"/>
          </a:xfrm>
        </p:grpSpPr>
        <p:sp>
          <p:nvSpPr>
            <p:cNvPr id="9" name="node03.text"/>
            <p:cNvSpPr/>
            <p:nvPr/>
          </p:nvSpPr>
          <p:spPr>
            <a:xfrm>
              <a:off x="723900" y="36576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Calendar: half of 2026 unplanned.</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Rebuild hypothesis: confirm.</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CAB gaps; credential patches.</a:t>
              </a:r>
              <a:endParaRPr lang="en-US" sz="1200" spc="0" kern="0" b="0" i="0" dirty="0">
                <a:solidFill>
                  <a:srgbClr val="FFFFFF"/>
                </a:solidFill>
                <a:latin typeface="IBM Plex Sans"/>
                <a:ea typeface="IBM Plex Sans"/>
                <a:cs typeface="IBM Plex Sans"/>
              </a:endParaRPr>
            </a:p>
          </p:txBody>
        </p:sp>
      </p:grpSp>
      <p:grpSp>
        <p:nvGrpSpPr>
          <p:cNvPr id="37" name="node04"/>
          <p:cNvGrpSpPr/>
          <p:nvPr/>
        </p:nvGrpSpPr>
        <p:grpSpPr>
          <a:xfrm>
            <a:off x="723900" y="4572000"/>
            <a:ext cx="2514600" cy="152400"/>
            <a:chOff x="723900" y="4572000"/>
            <a:chExt cx="2514600" cy="152400"/>
          </a:xfrm>
        </p:grpSpPr>
        <p:sp>
          <p:nvSpPr>
            <p:cNvPr id="10" name="node04.text"/>
            <p:cNvSpPr/>
            <p:nvPr/>
          </p:nvSpPr>
          <p:spPr>
            <a:xfrm>
              <a:off x="7239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ACCOUNTABILITY</a:t>
              </a:r>
              <a:endParaRPr lang="en-US" sz="900" spc="54" kern="0" b="0" i="0" dirty="0">
                <a:solidFill>
                  <a:srgbClr val="CED7E6"/>
                </a:solidFill>
                <a:latin typeface="IBM Plex Mono Medium"/>
                <a:ea typeface="IBM Plex Mono Medium"/>
                <a:cs typeface="IBM Plex Mono Medium"/>
              </a:endParaRPr>
            </a:p>
          </p:txBody>
        </p:sp>
      </p:grpSp>
      <p:grpSp>
        <p:nvGrpSpPr>
          <p:cNvPr id="38" name="node05"/>
          <p:cNvGrpSpPr/>
          <p:nvPr/>
        </p:nvGrpSpPr>
        <p:grpSpPr>
          <a:xfrm>
            <a:off x="723900" y="4800600"/>
            <a:ext cx="2514600" cy="457200"/>
            <a:chOff x="723900" y="4800600"/>
            <a:chExt cx="2514600" cy="457200"/>
          </a:xfrm>
        </p:grpSpPr>
        <p:sp>
          <p:nvSpPr>
            <p:cNvPr id="11" name="node05.text"/>
            <p:cNvSpPr/>
            <p:nvPr/>
          </p:nvSpPr>
          <p:spPr>
            <a:xfrm>
              <a:off x="723900" y="4800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Engineering + Release/DevOps own the pilot.</a:t>
              </a:r>
              <a:endParaRPr lang="en-US" sz="1200" spc="0" kern="0" b="0" i="0" dirty="0">
                <a:solidFill>
                  <a:srgbClr val="FFFFFF"/>
                </a:solidFill>
                <a:latin typeface="IBM Plex Sans"/>
                <a:ea typeface="IBM Plex Sans"/>
                <a:cs typeface="IBM Plex Sans"/>
              </a:endParaRPr>
            </a:p>
          </p:txBody>
        </p:sp>
      </p:grpSp>
      <p:grpSp>
        <p:nvGrpSpPr>
          <p:cNvPr id="39" name="node06"/>
          <p:cNvGrpSpPr/>
          <p:nvPr/>
        </p:nvGrpSpPr>
        <p:grpSpPr>
          <a:xfrm>
            <a:off x="4381500" y="1600200"/>
            <a:ext cx="1371600" cy="1143000"/>
            <a:chOff x="4381500" y="1600200"/>
            <a:chExt cx="1371600" cy="1143000"/>
          </a:xfrm>
        </p:grpSpPr>
        <p:sp>
          <p:nvSpPr>
            <p:cNvPr id="12" name="node06.surface"/>
            <p:cNvSpPr/>
            <p:nvPr/>
          </p:nvSpPr>
          <p:spPr>
            <a:xfrm>
              <a:off x="4381500" y="1600200"/>
              <a:ext cx="1371600" cy="1143000"/>
            </a:xfrm>
            <a:prstGeom prst="rect">
              <a:avLst/>
            </a:prstGeom>
            <a:solidFill>
              <a:srgbClr val="F900D3"/>
            </a:solidFill>
            <a:ln>
              <a:noFill/>
            </a:ln>
          </p:spPr>
        </p:sp>
        <p:sp>
          <p:nvSpPr>
            <p:cNvPr id="13" name="node06.text"/>
            <p:cNvSpPr/>
            <p:nvPr/>
          </p:nvSpPr>
          <p:spPr>
            <a:xfrm>
              <a:off x="4533900" y="20193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Now</a:t>
              </a:r>
              <a:endParaRPr lang="en-US" sz="1800" spc="-18" kern="0" b="0" i="0" dirty="0">
                <a:solidFill>
                  <a:srgbClr val="FFFFFF"/>
                </a:solidFill>
                <a:latin typeface="IBM Plex Sans SemiBold"/>
                <a:ea typeface="IBM Plex Sans SemiBold"/>
                <a:cs typeface="IBM Plex Sans SemiBold"/>
              </a:endParaRPr>
            </a:p>
          </p:txBody>
        </p:sp>
      </p:grpSp>
      <p:grpSp>
        <p:nvGrpSpPr>
          <p:cNvPr id="40" name="node07"/>
          <p:cNvGrpSpPr/>
          <p:nvPr/>
        </p:nvGrpSpPr>
        <p:grpSpPr>
          <a:xfrm>
            <a:off x="4533900" y="2286000"/>
            <a:ext cx="1143000" cy="152400"/>
            <a:chOff x="4533900" y="2286000"/>
            <a:chExt cx="1143000" cy="152400"/>
          </a:xfrm>
        </p:grpSpPr>
        <p:sp>
          <p:nvSpPr>
            <p:cNvPr id="14" name="node07.text"/>
            <p:cNvSpPr/>
            <p:nvPr/>
          </p:nvSpPr>
          <p:spPr>
            <a:xfrm>
              <a:off x="4533900" y="22860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FIRST PILOT</a:t>
              </a:r>
              <a:endParaRPr lang="en-US" sz="900" spc="54" kern="0" b="0" i="0" dirty="0">
                <a:solidFill>
                  <a:srgbClr val="070154"/>
                </a:solidFill>
                <a:latin typeface="IBM Plex Mono Medium"/>
                <a:ea typeface="IBM Plex Mono Medium"/>
                <a:cs typeface="IBM Plex Mono Medium"/>
              </a:endParaRPr>
            </a:p>
          </p:txBody>
        </p:sp>
      </p:grpSp>
      <p:grpSp>
        <p:nvGrpSpPr>
          <p:cNvPr id="41" name="node08"/>
          <p:cNvGrpSpPr/>
          <p:nvPr/>
        </p:nvGrpSpPr>
        <p:grpSpPr>
          <a:xfrm>
            <a:off x="5981700" y="1600200"/>
            <a:ext cx="5486400" cy="1143000"/>
            <a:chOff x="5981700" y="1600200"/>
            <a:chExt cx="5486400" cy="1143000"/>
          </a:xfrm>
        </p:grpSpPr>
        <p:sp>
          <p:nvSpPr>
            <p:cNvPr id="15" name="node08.container"/>
            <p:cNvSpPr/>
            <p:nvPr/>
          </p:nvSpPr>
          <p:spPr>
            <a:xfrm>
              <a:off x="5981700" y="1600200"/>
              <a:ext cx="5486400" cy="1143000"/>
            </a:xfrm>
            <a:prstGeom prst="rect">
              <a:avLst/>
            </a:prstGeom>
            <a:solidFill>
              <a:srgbClr val="E8EEF8"/>
            </a:solidFill>
            <a:ln>
              <a:noFill/>
            </a:ln>
          </p:spPr>
        </p:sp>
      </p:grpSp>
      <p:grpSp>
        <p:nvGrpSpPr>
          <p:cNvPr id="42" name="node09"/>
          <p:cNvGrpSpPr/>
          <p:nvPr/>
        </p:nvGrpSpPr>
        <p:grpSpPr>
          <a:xfrm>
            <a:off x="6134100" y="1714500"/>
            <a:ext cx="5181600" cy="266700"/>
            <a:chOff x="6134100" y="1714500"/>
            <a:chExt cx="5181600" cy="266700"/>
          </a:xfrm>
        </p:grpSpPr>
        <p:sp>
          <p:nvSpPr>
            <p:cNvPr id="16" name="node09.text"/>
            <p:cNvSpPr/>
            <p:nvPr/>
          </p:nvSpPr>
          <p:spPr>
            <a:xfrm>
              <a:off x="6134100" y="17145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Review 15 unplanned 2026 changes and root causes</a:t>
              </a:r>
              <a:endParaRPr lang="en-US" sz="1400" spc="0" kern="0" b="0" i="0" dirty="0">
                <a:solidFill>
                  <a:srgbClr val="070154"/>
                </a:solidFill>
                <a:latin typeface="IBM Plex Sans"/>
                <a:ea typeface="IBM Plex Sans"/>
                <a:cs typeface="IBM Plex Sans"/>
              </a:endParaRPr>
            </a:p>
          </p:txBody>
        </p:sp>
      </p:grpSp>
      <p:grpSp>
        <p:nvGrpSpPr>
          <p:cNvPr id="43" name="node10"/>
          <p:cNvGrpSpPr/>
          <p:nvPr/>
        </p:nvGrpSpPr>
        <p:grpSpPr>
          <a:xfrm>
            <a:off x="6134100" y="2057400"/>
            <a:ext cx="5181600" cy="228600"/>
            <a:chOff x="6134100" y="2057400"/>
            <a:chExt cx="5181600" cy="228600"/>
          </a:xfrm>
        </p:grpSpPr>
        <p:sp>
          <p:nvSpPr>
            <p:cNvPr id="17" name="node10.text"/>
            <p:cNvSpPr/>
            <p:nvPr/>
          </p:nvSpPr>
          <p:spPr>
            <a:xfrm>
              <a:off x="6134100" y="20574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Inventory credential owners and expiry dates</a:t>
              </a:r>
              <a:endParaRPr lang="en-US" sz="1200" spc="0" kern="0" b="0" i="0" dirty="0">
                <a:solidFill>
                  <a:srgbClr val="0047FF"/>
                </a:solidFill>
                <a:latin typeface="IBM Plex Sans"/>
                <a:ea typeface="IBM Plex Sans"/>
                <a:cs typeface="IBM Plex Sans"/>
              </a:endParaRPr>
            </a:p>
          </p:txBody>
        </p:sp>
      </p:grpSp>
      <p:grpSp>
        <p:nvGrpSpPr>
          <p:cNvPr id="44" name="node11"/>
          <p:cNvGrpSpPr/>
          <p:nvPr/>
        </p:nvGrpSpPr>
        <p:grpSpPr>
          <a:xfrm>
            <a:off x="6134100" y="2286000"/>
            <a:ext cx="5181600" cy="228600"/>
            <a:chOff x="6134100" y="2286000"/>
            <a:chExt cx="5181600" cy="228600"/>
          </a:xfrm>
        </p:grpSpPr>
        <p:sp>
          <p:nvSpPr>
            <p:cNvPr id="18" name="node11.text"/>
            <p:cNvSpPr/>
            <p:nvPr/>
          </p:nvSpPr>
          <p:spPr>
            <a:xfrm>
              <a:off x="6134100" y="22860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 defines Release Agent evidence</a:t>
              </a:r>
              <a:endParaRPr lang="en-US" sz="1200" spc="0" kern="0" b="0" i="0" dirty="0">
                <a:solidFill>
                  <a:srgbClr val="50658E"/>
                </a:solidFill>
                <a:latin typeface="IBM Plex Sans"/>
                <a:ea typeface="IBM Plex Sans"/>
                <a:cs typeface="IBM Plex Sans"/>
              </a:endParaRPr>
            </a:p>
          </p:txBody>
        </p:sp>
      </p:grpSp>
      <p:grpSp>
        <p:nvGrpSpPr>
          <p:cNvPr id="45" name="node12"/>
          <p:cNvGrpSpPr/>
          <p:nvPr/>
        </p:nvGrpSpPr>
        <p:grpSpPr>
          <a:xfrm>
            <a:off x="4381500" y="2971800"/>
            <a:ext cx="1371600" cy="1143000"/>
            <a:chOff x="4381500" y="2971800"/>
            <a:chExt cx="1371600" cy="1143000"/>
          </a:xfrm>
        </p:grpSpPr>
        <p:sp>
          <p:nvSpPr>
            <p:cNvPr id="19" name="node12.surface"/>
            <p:cNvSpPr/>
            <p:nvPr/>
          </p:nvSpPr>
          <p:spPr>
            <a:xfrm>
              <a:off x="4381500" y="2971800"/>
              <a:ext cx="1371600" cy="1143000"/>
            </a:xfrm>
            <a:prstGeom prst="rect">
              <a:avLst/>
            </a:prstGeom>
            <a:solidFill>
              <a:srgbClr val="070154"/>
            </a:solidFill>
            <a:ln>
              <a:noFill/>
            </a:ln>
          </p:spPr>
        </p:sp>
        <p:sp>
          <p:nvSpPr>
            <p:cNvPr id="20" name="node12.text"/>
            <p:cNvSpPr/>
            <p:nvPr/>
          </p:nvSpPr>
          <p:spPr>
            <a:xfrm>
              <a:off x="4533900" y="33909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Next</a:t>
              </a:r>
              <a:endParaRPr lang="en-US" sz="1800" spc="-18" kern="0" b="0" i="0" dirty="0">
                <a:solidFill>
                  <a:srgbClr val="FFFFFF"/>
                </a:solidFill>
                <a:latin typeface="IBM Plex Sans SemiBold"/>
                <a:ea typeface="IBM Plex Sans SemiBold"/>
                <a:cs typeface="IBM Plex Sans SemiBold"/>
              </a:endParaRPr>
            </a:p>
          </p:txBody>
        </p:sp>
      </p:grpSp>
      <p:grpSp>
        <p:nvGrpSpPr>
          <p:cNvPr id="46" name="node13"/>
          <p:cNvGrpSpPr/>
          <p:nvPr/>
        </p:nvGrpSpPr>
        <p:grpSpPr>
          <a:xfrm>
            <a:off x="4533900" y="3657600"/>
            <a:ext cx="1143000" cy="152400"/>
            <a:chOff x="4533900" y="3657600"/>
            <a:chExt cx="1143000" cy="152400"/>
          </a:xfrm>
        </p:grpSpPr>
        <p:sp>
          <p:nvSpPr>
            <p:cNvPr id="21" name="node13.text"/>
            <p:cNvSpPr/>
            <p:nvPr/>
          </p:nvSpPr>
          <p:spPr>
            <a:xfrm>
              <a:off x="4533900" y="36576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EXTEND</a:t>
              </a:r>
              <a:endParaRPr lang="en-US" sz="900" spc="54" kern="0" b="0" i="0" dirty="0">
                <a:solidFill>
                  <a:srgbClr val="FFFFFF"/>
                </a:solidFill>
                <a:latin typeface="IBM Plex Mono Medium"/>
                <a:ea typeface="IBM Plex Mono Medium"/>
                <a:cs typeface="IBM Plex Mono Medium"/>
              </a:endParaRPr>
            </a:p>
          </p:txBody>
        </p:sp>
      </p:grpSp>
      <p:grpSp>
        <p:nvGrpSpPr>
          <p:cNvPr id="47" name="node14"/>
          <p:cNvGrpSpPr/>
          <p:nvPr/>
        </p:nvGrpSpPr>
        <p:grpSpPr>
          <a:xfrm>
            <a:off x="5981700" y="2971800"/>
            <a:ext cx="5486400" cy="1143000"/>
            <a:chOff x="5981700" y="2971800"/>
            <a:chExt cx="5486400" cy="1143000"/>
          </a:xfrm>
        </p:grpSpPr>
        <p:sp>
          <p:nvSpPr>
            <p:cNvPr id="22" name="node14.container"/>
            <p:cNvSpPr/>
            <p:nvPr/>
          </p:nvSpPr>
          <p:spPr>
            <a:xfrm>
              <a:off x="5981700" y="2971800"/>
              <a:ext cx="5486400" cy="1143000"/>
            </a:xfrm>
            <a:prstGeom prst="rect">
              <a:avLst/>
            </a:prstGeom>
            <a:solidFill>
              <a:srgbClr val="E8EEF8"/>
            </a:solidFill>
            <a:ln>
              <a:noFill/>
            </a:ln>
          </p:spPr>
        </p:sp>
      </p:grpSp>
      <p:grpSp>
        <p:nvGrpSpPr>
          <p:cNvPr id="48" name="node15"/>
          <p:cNvGrpSpPr/>
          <p:nvPr/>
        </p:nvGrpSpPr>
        <p:grpSpPr>
          <a:xfrm>
            <a:off x="6134100" y="3086100"/>
            <a:ext cx="5181600" cy="266700"/>
            <a:chOff x="6134100" y="3086100"/>
            <a:chExt cx="5181600" cy="266700"/>
          </a:xfrm>
        </p:grpSpPr>
        <p:sp>
          <p:nvSpPr>
            <p:cNvPr id="23" name="node15.text"/>
            <p:cNvSpPr/>
            <p:nvPr/>
          </p:nvSpPr>
          <p:spPr>
            <a:xfrm>
              <a:off x="6134100" y="30861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Promote the validated artifact; alerts and reviews</a:t>
              </a:r>
              <a:endParaRPr lang="en-US" sz="1400" spc="0" kern="0" b="0" i="0" dirty="0">
                <a:solidFill>
                  <a:srgbClr val="070154"/>
                </a:solidFill>
                <a:latin typeface="IBM Plex Sans"/>
                <a:ea typeface="IBM Plex Sans"/>
                <a:cs typeface="IBM Plex Sans"/>
              </a:endParaRPr>
            </a:p>
          </p:txBody>
        </p:sp>
      </p:grpSp>
      <p:grpSp>
        <p:nvGrpSpPr>
          <p:cNvPr id="49" name="node16"/>
          <p:cNvGrpSpPr/>
          <p:nvPr/>
        </p:nvGrpSpPr>
        <p:grpSpPr>
          <a:xfrm>
            <a:off x="6134100" y="3429000"/>
            <a:ext cx="5181600" cy="228600"/>
            <a:chOff x="6134100" y="3429000"/>
            <a:chExt cx="5181600" cy="228600"/>
          </a:xfrm>
        </p:grpSpPr>
        <p:sp>
          <p:nvSpPr>
            <p:cNvPr id="24" name="node16.text"/>
            <p:cNvSpPr/>
            <p:nvPr/>
          </p:nvSpPr>
          <p:spPr>
            <a:xfrm>
              <a:off x="6134100" y="34290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Bring products into CAB; clarify config switches</a:t>
              </a:r>
              <a:endParaRPr lang="en-US" sz="1200" spc="0" kern="0" b="0" i="0" dirty="0">
                <a:solidFill>
                  <a:srgbClr val="0047FF"/>
                </a:solidFill>
                <a:latin typeface="IBM Plex Sans"/>
                <a:ea typeface="IBM Plex Sans"/>
                <a:cs typeface="IBM Plex Sans"/>
              </a:endParaRPr>
            </a:p>
          </p:txBody>
        </p:sp>
      </p:grpSp>
      <p:grpSp>
        <p:nvGrpSpPr>
          <p:cNvPr id="50" name="node17"/>
          <p:cNvGrpSpPr/>
          <p:nvPr/>
        </p:nvGrpSpPr>
        <p:grpSpPr>
          <a:xfrm>
            <a:off x="6134100" y="3657600"/>
            <a:ext cx="5181600" cy="228600"/>
            <a:chOff x="6134100" y="3657600"/>
            <a:chExt cx="5181600" cy="228600"/>
          </a:xfrm>
        </p:grpSpPr>
        <p:sp>
          <p:nvSpPr>
            <p:cNvPr id="25" name="node17.text"/>
            <p:cNvSpPr/>
            <p:nvPr/>
          </p:nvSpPr>
          <p:spPr>
            <a:xfrm>
              <a:off x="6134100" y="36576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Run the Recon Release Agent in staging</a:t>
              </a:r>
              <a:endParaRPr lang="en-US" sz="1200" spc="0" kern="0" b="0" i="0" dirty="0">
                <a:solidFill>
                  <a:srgbClr val="50658E"/>
                </a:solidFill>
                <a:latin typeface="IBM Plex Sans"/>
                <a:ea typeface="IBM Plex Sans"/>
                <a:cs typeface="IBM Plex Sans"/>
              </a:endParaRPr>
            </a:p>
          </p:txBody>
        </p:sp>
      </p:grpSp>
      <p:grpSp>
        <p:nvGrpSpPr>
          <p:cNvPr id="51" name="node18"/>
          <p:cNvGrpSpPr/>
          <p:nvPr/>
        </p:nvGrpSpPr>
        <p:grpSpPr>
          <a:xfrm>
            <a:off x="4381500" y="4343400"/>
            <a:ext cx="1371600" cy="1143000"/>
            <a:chOff x="4381500" y="4343400"/>
            <a:chExt cx="1371600" cy="1143000"/>
          </a:xfrm>
        </p:grpSpPr>
        <p:sp>
          <p:nvSpPr>
            <p:cNvPr id="26" name="node18.surface"/>
            <p:cNvSpPr/>
            <p:nvPr/>
          </p:nvSpPr>
          <p:spPr>
            <a:xfrm>
              <a:off x="4381500" y="4343400"/>
              <a:ext cx="1371600" cy="1143000"/>
            </a:xfrm>
            <a:prstGeom prst="rect">
              <a:avLst/>
            </a:prstGeom>
            <a:solidFill>
              <a:srgbClr val="CED7E6"/>
            </a:solidFill>
            <a:ln>
              <a:noFill/>
            </a:ln>
          </p:spPr>
        </p:sp>
        <p:sp>
          <p:nvSpPr>
            <p:cNvPr id="27" name="node18.text"/>
            <p:cNvSpPr/>
            <p:nvPr/>
          </p:nvSpPr>
          <p:spPr>
            <a:xfrm>
              <a:off x="4533900" y="47625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Future</a:t>
              </a:r>
              <a:endParaRPr lang="en-US" sz="1800" spc="-18" kern="0" b="0" i="0" dirty="0">
                <a:solidFill>
                  <a:srgbClr val="070154"/>
                </a:solidFill>
                <a:latin typeface="IBM Plex Sans SemiBold"/>
                <a:ea typeface="IBM Plex Sans SemiBold"/>
                <a:cs typeface="IBM Plex Sans SemiBold"/>
              </a:endParaRPr>
            </a:p>
          </p:txBody>
        </p:sp>
      </p:grpSp>
      <p:grpSp>
        <p:nvGrpSpPr>
          <p:cNvPr id="52" name="node19"/>
          <p:cNvGrpSpPr/>
          <p:nvPr/>
        </p:nvGrpSpPr>
        <p:grpSpPr>
          <a:xfrm>
            <a:off x="4533900" y="5029200"/>
            <a:ext cx="1143000" cy="152400"/>
            <a:chOff x="4533900" y="5029200"/>
            <a:chExt cx="1143000" cy="152400"/>
          </a:xfrm>
        </p:grpSpPr>
        <p:sp>
          <p:nvSpPr>
            <p:cNvPr id="28" name="node19.text"/>
            <p:cNvSpPr/>
            <p:nvPr/>
          </p:nvSpPr>
          <p:spPr>
            <a:xfrm>
              <a:off x="4533900" y="50292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SCALE</a:t>
              </a:r>
              <a:endParaRPr lang="en-US" sz="900" spc="54" kern="0" b="0" i="0" dirty="0">
                <a:solidFill>
                  <a:srgbClr val="070154"/>
                </a:solidFill>
                <a:latin typeface="IBM Plex Mono Medium"/>
                <a:ea typeface="IBM Plex Mono Medium"/>
                <a:cs typeface="IBM Plex Mono Medium"/>
              </a:endParaRPr>
            </a:p>
          </p:txBody>
        </p:sp>
      </p:grpSp>
      <p:grpSp>
        <p:nvGrpSpPr>
          <p:cNvPr id="53" name="node20"/>
          <p:cNvGrpSpPr/>
          <p:nvPr/>
        </p:nvGrpSpPr>
        <p:grpSpPr>
          <a:xfrm>
            <a:off x="5981700" y="4343400"/>
            <a:ext cx="5486400" cy="1143000"/>
            <a:chOff x="5981700" y="4343400"/>
            <a:chExt cx="5486400" cy="1143000"/>
          </a:xfrm>
        </p:grpSpPr>
        <p:sp>
          <p:nvSpPr>
            <p:cNvPr id="29" name="node20.container"/>
            <p:cNvSpPr/>
            <p:nvPr/>
          </p:nvSpPr>
          <p:spPr>
            <a:xfrm>
              <a:off x="5981700" y="4343400"/>
              <a:ext cx="5486400" cy="1143000"/>
            </a:xfrm>
            <a:prstGeom prst="rect">
              <a:avLst/>
            </a:prstGeom>
            <a:solidFill>
              <a:srgbClr val="E8EEF8"/>
            </a:solidFill>
            <a:ln>
              <a:noFill/>
            </a:ln>
          </p:spPr>
        </p:sp>
      </p:grpSp>
      <p:grpSp>
        <p:nvGrpSpPr>
          <p:cNvPr id="54" name="node21"/>
          <p:cNvGrpSpPr/>
          <p:nvPr/>
        </p:nvGrpSpPr>
        <p:grpSpPr>
          <a:xfrm>
            <a:off x="6134100" y="4457700"/>
            <a:ext cx="5181600" cy="266700"/>
            <a:chOff x="6134100" y="4457700"/>
            <a:chExt cx="5181600" cy="266700"/>
          </a:xfrm>
        </p:grpSpPr>
        <p:sp>
          <p:nvSpPr>
            <p:cNvPr id="30" name="node21.text"/>
            <p:cNvSpPr/>
            <p:nvPr/>
          </p:nvSpPr>
          <p:spPr>
            <a:xfrm>
              <a:off x="6134100" y="4457700"/>
              <a:ext cx="5181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Low-risk, on-demand releases use automated gates</a:t>
              </a:r>
              <a:endParaRPr lang="en-US" sz="1400" spc="0" kern="0" b="0" i="0" dirty="0">
                <a:solidFill>
                  <a:srgbClr val="070154"/>
                </a:solidFill>
                <a:latin typeface="IBM Plex Sans"/>
                <a:ea typeface="IBM Plex Sans"/>
                <a:cs typeface="IBM Plex Sans"/>
              </a:endParaRPr>
            </a:p>
          </p:txBody>
        </p:sp>
      </p:grpSp>
      <p:grpSp>
        <p:nvGrpSpPr>
          <p:cNvPr id="55" name="node22"/>
          <p:cNvGrpSpPr/>
          <p:nvPr/>
        </p:nvGrpSpPr>
        <p:grpSpPr>
          <a:xfrm>
            <a:off x="6134100" y="4800600"/>
            <a:ext cx="5181600" cy="228600"/>
            <a:chOff x="6134100" y="4800600"/>
            <a:chExt cx="5181600" cy="228600"/>
          </a:xfrm>
        </p:grpSpPr>
        <p:sp>
          <p:nvSpPr>
            <p:cNvPr id="31" name="node22.text"/>
            <p:cNvSpPr/>
            <p:nvPr/>
          </p:nvSpPr>
          <p:spPr>
            <a:xfrm>
              <a:off x="6134100" y="48006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Reuse the Release Agent pattern across pods</a:t>
              </a:r>
              <a:endParaRPr lang="en-US" sz="1200" spc="0" kern="0" b="0" i="0" dirty="0">
                <a:solidFill>
                  <a:srgbClr val="0047FF"/>
                </a:solidFill>
                <a:latin typeface="IBM Plex Sans"/>
                <a:ea typeface="IBM Plex Sans"/>
                <a:cs typeface="IBM Plex Sans"/>
              </a:endParaRPr>
            </a:p>
          </p:txBody>
        </p:sp>
      </p:grpSp>
      <p:grpSp>
        <p:nvGrpSpPr>
          <p:cNvPr id="56" name="node23"/>
          <p:cNvGrpSpPr/>
          <p:nvPr/>
        </p:nvGrpSpPr>
        <p:grpSpPr>
          <a:xfrm>
            <a:off x="6134100" y="5029200"/>
            <a:ext cx="5181600" cy="228600"/>
            <a:chOff x="6134100" y="5029200"/>
            <a:chExt cx="5181600" cy="228600"/>
          </a:xfrm>
        </p:grpSpPr>
        <p:sp>
          <p:nvSpPr>
            <p:cNvPr id="32" name="node23.text"/>
            <p:cNvSpPr/>
            <p:nvPr/>
          </p:nvSpPr>
          <p:spPr>
            <a:xfrm>
              <a:off x="6134100" y="5029200"/>
              <a:ext cx="518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Measure unplanned changes, rollbacks and causes</a:t>
              </a:r>
              <a:endParaRPr lang="en-US" sz="1200" spc="0" kern="0" b="0" i="0" dirty="0">
                <a:solidFill>
                  <a:srgbClr val="50658E"/>
                </a:solidFill>
                <a:latin typeface="IBM Plex Sans"/>
                <a:ea typeface="IBM Plex Sans"/>
                <a:cs typeface="IBM Plex Sans"/>
              </a:endParaRPr>
            </a:p>
          </p:txBody>
        </p:sp>
      </p:grpSp>
      <p:grpSp>
        <p:nvGrpSpPr>
          <p:cNvPr id="57" name="node24"/>
          <p:cNvGrpSpPr/>
          <p:nvPr/>
        </p:nvGrpSpPr>
        <p:grpSpPr>
          <a:xfrm>
            <a:off x="4381500" y="5715000"/>
            <a:ext cx="7086600" cy="228600"/>
            <a:chOff x="4381500" y="5715000"/>
            <a:chExt cx="7086600" cy="228600"/>
          </a:xfrm>
        </p:grpSpPr>
        <p:sp>
          <p:nvSpPr>
            <p:cNvPr id="33" name="node24.text"/>
            <p:cNvSpPr/>
            <p:nvPr/>
          </p:nvSpPr>
          <p:spPr>
            <a:xfrm>
              <a:off x="4381500" y="57150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Planning horizons are not committed delivery dates; validate the pilots before extending.</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xc-02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OBSERVATIONS · EVIDENCE BEHIND THE MAP</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Scale the strengths; resolve the constraints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Working observations from the Phase 1 conversations; validate the findings with DentalXChange.</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24</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1600200"/>
            <a:ext cx="3429000" cy="609600"/>
            <a:chOff x="723900" y="1600200"/>
            <a:chExt cx="3429000" cy="609600"/>
          </a:xfrm>
        </p:grpSpPr>
        <p:sp>
          <p:nvSpPr>
            <p:cNvPr id="8" name="node01.rule"/>
            <p:cNvSpPr/>
            <p:nvPr/>
          </p:nvSpPr>
          <p:spPr>
            <a:xfrm>
              <a:off x="723900" y="1600200"/>
              <a:ext cx="3429000" cy="38100"/>
            </a:xfrm>
            <a:prstGeom prst="rect">
              <a:avLst/>
            </a:prstGeom>
            <a:solidFill>
              <a:srgbClr val="070154"/>
            </a:solidFill>
            <a:ln>
              <a:noFill/>
            </a:ln>
          </p:spPr>
        </p:sp>
        <p:sp>
          <p:nvSpPr>
            <p:cNvPr id="9" name="node01.label"/>
            <p:cNvSpPr/>
            <p:nvPr/>
          </p:nvSpPr>
          <p:spPr>
            <a:xfrm>
              <a:off x="7239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OBSERVED STRENGTHS</a:t>
              </a:r>
              <a:endParaRPr lang="en-US" sz="900" spc="54" kern="0" b="0" i="0" dirty="0">
                <a:solidFill>
                  <a:srgbClr val="0047FF"/>
                </a:solidFill>
                <a:latin typeface="IBM Plex Mono Medium"/>
                <a:ea typeface="IBM Plex Mono Medium"/>
                <a:cs typeface="IBM Plex Mono Medium"/>
              </a:endParaRPr>
            </a:p>
          </p:txBody>
        </p:sp>
        <p:sp>
          <p:nvSpPr>
            <p:cNvPr id="10" name="node01.title"/>
            <p:cNvSpPr/>
            <p:nvPr/>
          </p:nvSpPr>
          <p:spPr>
            <a:xfrm>
              <a:off x="7239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Pockets worth scaling</a:t>
              </a:r>
              <a:endParaRPr lang="en-US" sz="1800" spc="-18" kern="0" b="0" i="0" dirty="0">
                <a:solidFill>
                  <a:srgbClr val="070154"/>
                </a:solidFill>
                <a:latin typeface="IBM Plex Sans SemiBold"/>
                <a:ea typeface="IBM Plex Sans SemiBold"/>
                <a:cs typeface="IBM Plex Sans SemiBold"/>
              </a:endParaRPr>
            </a:p>
          </p:txBody>
        </p:sp>
      </p:grpSp>
      <p:grpSp>
        <p:nvGrpSpPr>
          <p:cNvPr id="38" name="node02"/>
          <p:cNvGrpSpPr/>
          <p:nvPr/>
        </p:nvGrpSpPr>
        <p:grpSpPr>
          <a:xfrm>
            <a:off x="723900" y="2514600"/>
            <a:ext cx="3429000" cy="1752600"/>
            <a:chOff x="723900" y="2514600"/>
            <a:chExt cx="3429000" cy="1752600"/>
          </a:xfrm>
        </p:grpSpPr>
        <p:sp>
          <p:nvSpPr>
            <p:cNvPr id="11" name="node02.dxc-24-node02-items-1.bullet"/>
            <p:cNvSpPr/>
            <p:nvPr/>
          </p:nvSpPr>
          <p:spPr>
            <a:xfrm>
              <a:off x="723900" y="2622550"/>
              <a:ext cx="50800" cy="50800"/>
            </a:xfrm>
            <a:prstGeom prst="rect">
              <a:avLst/>
            </a:prstGeom>
            <a:solidFill>
              <a:srgbClr val="070154"/>
            </a:solidFill>
            <a:ln>
              <a:noFill/>
            </a:ln>
          </p:spPr>
        </p:sp>
        <p:sp>
          <p:nvSpPr>
            <p:cNvPr id="12" name="node02.dxc-24-node02-items-1.text"/>
            <p:cNvSpPr/>
            <p:nvPr/>
          </p:nvSpPr>
          <p:spPr>
            <a:xfrm>
              <a:off x="914400" y="2514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Portfolio governance and commercial gates are emerging</a:t>
              </a:r>
              <a:endParaRPr lang="en-US" sz="1400" spc="0" kern="0" b="0" i="0" dirty="0">
                <a:solidFill>
                  <a:srgbClr val="070154"/>
                </a:solidFill>
                <a:latin typeface="IBM Plex Sans"/>
                <a:ea typeface="IBM Plex Sans"/>
                <a:cs typeface="IBM Plex Sans"/>
              </a:endParaRPr>
            </a:p>
          </p:txBody>
        </p:sp>
        <p:sp>
          <p:nvSpPr>
            <p:cNvPr id="13" name="node02.dxc-24-node02-items-2.bullet"/>
            <p:cNvSpPr/>
            <p:nvPr/>
          </p:nvSpPr>
          <p:spPr>
            <a:xfrm>
              <a:off x="723900" y="3232150"/>
              <a:ext cx="50800" cy="50800"/>
            </a:xfrm>
            <a:prstGeom prst="rect">
              <a:avLst/>
            </a:prstGeom>
            <a:solidFill>
              <a:srgbClr val="070154"/>
            </a:solidFill>
            <a:ln>
              <a:noFill/>
            </a:ln>
          </p:spPr>
        </p:sp>
        <p:sp>
          <p:nvSpPr>
            <p:cNvPr id="14" name="node02.dxc-24-node02-items-2.text"/>
            <p:cNvSpPr/>
            <p:nvPr/>
          </p:nvSpPr>
          <p:spPr>
            <a:xfrm>
              <a:off x="914400" y="31242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Reconcile AI is a leading agentic delivery pocket</a:t>
              </a:r>
              <a:endParaRPr lang="en-US" sz="1400" spc="0" kern="0" b="0" i="0" dirty="0">
                <a:solidFill>
                  <a:srgbClr val="070154"/>
                </a:solidFill>
                <a:latin typeface="IBM Plex Sans"/>
                <a:ea typeface="IBM Plex Sans"/>
                <a:cs typeface="IBM Plex Sans"/>
              </a:endParaRPr>
            </a:p>
          </p:txBody>
        </p:sp>
        <p:sp>
          <p:nvSpPr>
            <p:cNvPr id="15" name="node02.dxc-24-node02-items-3.bullet"/>
            <p:cNvSpPr/>
            <p:nvPr/>
          </p:nvSpPr>
          <p:spPr>
            <a:xfrm>
              <a:off x="723900" y="3841750"/>
              <a:ext cx="50800" cy="50800"/>
            </a:xfrm>
            <a:prstGeom prst="rect">
              <a:avLst/>
            </a:prstGeom>
            <a:solidFill>
              <a:srgbClr val="070154"/>
            </a:solidFill>
            <a:ln>
              <a:noFill/>
            </a:ln>
          </p:spPr>
        </p:sp>
        <p:sp>
          <p:nvSpPr>
            <p:cNvPr id="16" name="node02.dxc-24-node02-items-3.text"/>
            <p:cNvSpPr/>
            <p:nvPr/>
          </p:nvSpPr>
          <p:spPr>
            <a:xfrm>
              <a:off x="914400" y="37338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Skills, MSPs and a Git-based source of truth are documented</a:t>
              </a:r>
              <a:endParaRPr lang="en-US" sz="1400" spc="0" kern="0" b="0" i="0" dirty="0">
                <a:solidFill>
                  <a:srgbClr val="070154"/>
                </a:solidFill>
                <a:latin typeface="IBM Plex Sans"/>
                <a:ea typeface="IBM Plex Sans"/>
                <a:cs typeface="IBM Plex Sans"/>
              </a:endParaRPr>
            </a:p>
          </p:txBody>
        </p:sp>
      </p:grpSp>
      <p:grpSp>
        <p:nvGrpSpPr>
          <p:cNvPr id="39" name="node03"/>
          <p:cNvGrpSpPr/>
          <p:nvPr/>
        </p:nvGrpSpPr>
        <p:grpSpPr>
          <a:xfrm>
            <a:off x="4381500" y="1600200"/>
            <a:ext cx="3429000" cy="609600"/>
            <a:chOff x="4381500" y="1600200"/>
            <a:chExt cx="3429000" cy="609600"/>
          </a:xfrm>
        </p:grpSpPr>
        <p:sp>
          <p:nvSpPr>
            <p:cNvPr id="17" name="node03.rule"/>
            <p:cNvSpPr/>
            <p:nvPr/>
          </p:nvSpPr>
          <p:spPr>
            <a:xfrm>
              <a:off x="4381500" y="1600200"/>
              <a:ext cx="3429000" cy="38100"/>
            </a:xfrm>
            <a:prstGeom prst="rect">
              <a:avLst/>
            </a:prstGeom>
            <a:solidFill>
              <a:srgbClr val="070154"/>
            </a:solidFill>
            <a:ln>
              <a:noFill/>
            </a:ln>
          </p:spPr>
        </p:sp>
        <p:sp>
          <p:nvSpPr>
            <p:cNvPr id="18" name="node03.label"/>
            <p:cNvSpPr/>
            <p:nvPr/>
          </p:nvSpPr>
          <p:spPr>
            <a:xfrm>
              <a:off x="43815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OBSERVED GAPS</a:t>
              </a:r>
              <a:endParaRPr lang="en-US" sz="900" spc="54" kern="0" b="0" i="0" dirty="0">
                <a:solidFill>
                  <a:srgbClr val="0047FF"/>
                </a:solidFill>
                <a:latin typeface="IBM Plex Mono Medium"/>
                <a:ea typeface="IBM Plex Mono Medium"/>
                <a:cs typeface="IBM Plex Mono Medium"/>
              </a:endParaRPr>
            </a:p>
          </p:txBody>
        </p:sp>
        <p:sp>
          <p:nvSpPr>
            <p:cNvPr id="19" name="node03.title"/>
            <p:cNvSpPr/>
            <p:nvPr/>
          </p:nvSpPr>
          <p:spPr>
            <a:xfrm>
              <a:off x="43815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Constraints to resolve</a:t>
              </a:r>
              <a:endParaRPr lang="en-US" sz="1800" spc="-18" kern="0" b="0" i="0" dirty="0">
                <a:solidFill>
                  <a:srgbClr val="070154"/>
                </a:solidFill>
                <a:latin typeface="IBM Plex Sans SemiBold"/>
                <a:ea typeface="IBM Plex Sans SemiBold"/>
                <a:cs typeface="IBM Plex Sans SemiBold"/>
              </a:endParaRPr>
            </a:p>
          </p:txBody>
        </p:sp>
      </p:grpSp>
      <p:grpSp>
        <p:nvGrpSpPr>
          <p:cNvPr id="40" name="node04"/>
          <p:cNvGrpSpPr/>
          <p:nvPr/>
        </p:nvGrpSpPr>
        <p:grpSpPr>
          <a:xfrm>
            <a:off x="4381500" y="2514600"/>
            <a:ext cx="3429000" cy="1752600"/>
            <a:chOff x="4381500" y="2514600"/>
            <a:chExt cx="3429000" cy="1752600"/>
          </a:xfrm>
        </p:grpSpPr>
        <p:sp>
          <p:nvSpPr>
            <p:cNvPr id="20" name="node04.dxc-24-node04-items-1.bullet"/>
            <p:cNvSpPr/>
            <p:nvPr/>
          </p:nvSpPr>
          <p:spPr>
            <a:xfrm>
              <a:off x="4381500" y="2622550"/>
              <a:ext cx="50800" cy="50800"/>
            </a:xfrm>
            <a:prstGeom prst="rect">
              <a:avLst/>
            </a:prstGeom>
            <a:solidFill>
              <a:srgbClr val="070154"/>
            </a:solidFill>
            <a:ln>
              <a:noFill/>
            </a:ln>
          </p:spPr>
        </p:sp>
        <p:sp>
          <p:nvSpPr>
            <p:cNvPr id="21" name="node04.dxc-24-node04-items-1.text"/>
            <p:cNvSpPr/>
            <p:nvPr/>
          </p:nvSpPr>
          <p:spPr>
            <a:xfrm>
              <a:off x="4572000" y="2514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Customer commitments and late scope changes reduce predictability</a:t>
              </a:r>
              <a:endParaRPr lang="en-US" sz="1400" spc="0" kern="0" b="0" i="0" dirty="0">
                <a:solidFill>
                  <a:srgbClr val="070154"/>
                </a:solidFill>
                <a:latin typeface="IBM Plex Sans"/>
                <a:ea typeface="IBM Plex Sans"/>
                <a:cs typeface="IBM Plex Sans"/>
              </a:endParaRPr>
            </a:p>
          </p:txBody>
        </p:sp>
        <p:sp>
          <p:nvSpPr>
            <p:cNvPr id="22" name="node04.dxc-24-node04-items-2.bullet"/>
            <p:cNvSpPr/>
            <p:nvPr/>
          </p:nvSpPr>
          <p:spPr>
            <a:xfrm>
              <a:off x="4381500" y="3232150"/>
              <a:ext cx="50800" cy="50800"/>
            </a:xfrm>
            <a:prstGeom prst="rect">
              <a:avLst/>
            </a:prstGeom>
            <a:solidFill>
              <a:srgbClr val="070154"/>
            </a:solidFill>
            <a:ln>
              <a:noFill/>
            </a:ln>
          </p:spPr>
        </p:sp>
        <p:sp>
          <p:nvSpPr>
            <p:cNvPr id="23" name="node04.dxc-24-node04-items-2.text"/>
            <p:cNvSpPr/>
            <p:nvPr/>
          </p:nvSpPr>
          <p:spPr>
            <a:xfrm>
              <a:off x="4572000" y="31242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Product ownership often centers on intake, backlog and sprint scope</a:t>
              </a:r>
              <a:endParaRPr lang="en-US" sz="1400" spc="0" kern="0" b="0" i="0" dirty="0">
                <a:solidFill>
                  <a:srgbClr val="070154"/>
                </a:solidFill>
                <a:latin typeface="IBM Plex Sans"/>
                <a:ea typeface="IBM Plex Sans"/>
                <a:cs typeface="IBM Plex Sans"/>
              </a:endParaRPr>
            </a:p>
          </p:txBody>
        </p:sp>
        <p:sp>
          <p:nvSpPr>
            <p:cNvPr id="24" name="node04.dxc-24-node04-items-3.bullet"/>
            <p:cNvSpPr/>
            <p:nvPr/>
          </p:nvSpPr>
          <p:spPr>
            <a:xfrm>
              <a:off x="4381500" y="3841750"/>
              <a:ext cx="50800" cy="50800"/>
            </a:xfrm>
            <a:prstGeom prst="rect">
              <a:avLst/>
            </a:prstGeom>
            <a:solidFill>
              <a:srgbClr val="070154"/>
            </a:solidFill>
            <a:ln>
              <a:noFill/>
            </a:ln>
          </p:spPr>
        </p:sp>
        <p:sp>
          <p:nvSpPr>
            <p:cNvPr id="25" name="node04.dxc-24-node04-items-3.text"/>
            <p:cNvSpPr/>
            <p:nvPr/>
          </p:nvSpPr>
          <p:spPr>
            <a:xfrm>
              <a:off x="4572000" y="37338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Engineering, UX, QA, Release and Operations join after commitments</a:t>
              </a:r>
              <a:endParaRPr lang="en-US" sz="1400" spc="0" kern="0" b="0" i="0" dirty="0">
                <a:solidFill>
                  <a:srgbClr val="070154"/>
                </a:solidFill>
                <a:latin typeface="IBM Plex Sans"/>
                <a:ea typeface="IBM Plex Sans"/>
                <a:cs typeface="IBM Plex Sans"/>
              </a:endParaRPr>
            </a:p>
          </p:txBody>
        </p:sp>
      </p:grpSp>
      <p:grpSp>
        <p:nvGrpSpPr>
          <p:cNvPr id="41" name="node05"/>
          <p:cNvGrpSpPr/>
          <p:nvPr/>
        </p:nvGrpSpPr>
        <p:grpSpPr>
          <a:xfrm>
            <a:off x="8039100" y="1600200"/>
            <a:ext cx="3429000" cy="609600"/>
            <a:chOff x="8039100" y="1600200"/>
            <a:chExt cx="3429000" cy="609600"/>
          </a:xfrm>
        </p:grpSpPr>
        <p:sp>
          <p:nvSpPr>
            <p:cNvPr id="26" name="node05.rule"/>
            <p:cNvSpPr/>
            <p:nvPr/>
          </p:nvSpPr>
          <p:spPr>
            <a:xfrm>
              <a:off x="8039100" y="1600200"/>
              <a:ext cx="3429000" cy="38100"/>
            </a:xfrm>
            <a:prstGeom prst="rect">
              <a:avLst/>
            </a:prstGeom>
            <a:solidFill>
              <a:srgbClr val="070154"/>
            </a:solidFill>
            <a:ln>
              <a:noFill/>
            </a:ln>
          </p:spPr>
        </p:sp>
        <p:sp>
          <p:nvSpPr>
            <p:cNvPr id="27" name="node05.label"/>
            <p:cNvSpPr/>
            <p:nvPr/>
          </p:nvSpPr>
          <p:spPr>
            <a:xfrm>
              <a:off x="80391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MAPPED OPPORTUNITIES</a:t>
              </a:r>
              <a:endParaRPr lang="en-US" sz="900" spc="54" kern="0" b="0" i="0" dirty="0">
                <a:solidFill>
                  <a:srgbClr val="0047FF"/>
                </a:solidFill>
                <a:latin typeface="IBM Plex Mono Medium"/>
                <a:ea typeface="IBM Plex Mono Medium"/>
                <a:cs typeface="IBM Plex Mono Medium"/>
              </a:endParaRPr>
            </a:p>
          </p:txBody>
        </p:sp>
        <p:sp>
          <p:nvSpPr>
            <p:cNvPr id="28" name="node05.title"/>
            <p:cNvSpPr/>
            <p:nvPr/>
          </p:nvSpPr>
          <p:spPr>
            <a:xfrm>
              <a:off x="80391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Future-state themes</a:t>
              </a:r>
              <a:endParaRPr lang="en-US" sz="1800" spc="-18" kern="0" b="0" i="0" dirty="0">
                <a:solidFill>
                  <a:srgbClr val="070154"/>
                </a:solidFill>
                <a:latin typeface="IBM Plex Sans SemiBold"/>
                <a:ea typeface="IBM Plex Sans SemiBold"/>
                <a:cs typeface="IBM Plex Sans SemiBold"/>
              </a:endParaRPr>
            </a:p>
          </p:txBody>
        </p:sp>
      </p:grpSp>
      <p:grpSp>
        <p:nvGrpSpPr>
          <p:cNvPr id="42" name="node06"/>
          <p:cNvGrpSpPr/>
          <p:nvPr/>
        </p:nvGrpSpPr>
        <p:grpSpPr>
          <a:xfrm>
            <a:off x="8039100" y="2514600"/>
            <a:ext cx="3429000" cy="1752600"/>
            <a:chOff x="8039100" y="2514600"/>
            <a:chExt cx="3429000" cy="1752600"/>
          </a:xfrm>
        </p:grpSpPr>
        <p:sp>
          <p:nvSpPr>
            <p:cNvPr id="29" name="node06.dxc-24-node06-items-1.bullet"/>
            <p:cNvSpPr/>
            <p:nvPr/>
          </p:nvSpPr>
          <p:spPr>
            <a:xfrm>
              <a:off x="8039100" y="2622550"/>
              <a:ext cx="50800" cy="50800"/>
            </a:xfrm>
            <a:prstGeom prst="rect">
              <a:avLst/>
            </a:prstGeom>
            <a:solidFill>
              <a:srgbClr val="070154"/>
            </a:solidFill>
            <a:ln>
              <a:noFill/>
            </a:ln>
          </p:spPr>
        </p:sp>
        <p:sp>
          <p:nvSpPr>
            <p:cNvPr id="30" name="node06.dxc-24-node06-items-1.text"/>
            <p:cNvSpPr/>
            <p:nvPr/>
          </p:nvSpPr>
          <p:spPr>
            <a:xfrm>
              <a:off x="8229600" y="2514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Outcome-led priorities and protected capacity</a:t>
              </a:r>
              <a:endParaRPr lang="en-US" sz="1400" spc="0" kern="0" b="0" i="0" dirty="0">
                <a:solidFill>
                  <a:srgbClr val="070154"/>
                </a:solidFill>
                <a:latin typeface="IBM Plex Sans"/>
                <a:ea typeface="IBM Plex Sans"/>
                <a:cs typeface="IBM Plex Sans"/>
              </a:endParaRPr>
            </a:p>
          </p:txBody>
        </p:sp>
        <p:sp>
          <p:nvSpPr>
            <p:cNvPr id="31" name="node06.dxc-24-node06-items-2.bullet"/>
            <p:cNvSpPr/>
            <p:nvPr/>
          </p:nvSpPr>
          <p:spPr>
            <a:xfrm>
              <a:off x="8039100" y="3232150"/>
              <a:ext cx="50800" cy="50800"/>
            </a:xfrm>
            <a:prstGeom prst="rect">
              <a:avLst/>
            </a:prstGeom>
            <a:solidFill>
              <a:srgbClr val="070154"/>
            </a:solidFill>
            <a:ln>
              <a:noFill/>
            </a:ln>
          </p:spPr>
        </p:sp>
        <p:sp>
          <p:nvSpPr>
            <p:cNvPr id="32" name="node06.dxc-24-node06-items-2.text"/>
            <p:cNvSpPr/>
            <p:nvPr/>
          </p:nvSpPr>
          <p:spPr>
            <a:xfrm>
              <a:off x="8229600" y="31242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Product management as business ownership</a:t>
              </a:r>
              <a:endParaRPr lang="en-US" sz="1400" spc="0" kern="0" b="0" i="0" dirty="0">
                <a:solidFill>
                  <a:srgbClr val="070154"/>
                </a:solidFill>
                <a:latin typeface="IBM Plex Sans"/>
                <a:ea typeface="IBM Plex Sans"/>
                <a:cs typeface="IBM Plex Sans"/>
              </a:endParaRPr>
            </a:p>
          </p:txBody>
        </p:sp>
        <p:sp>
          <p:nvSpPr>
            <p:cNvPr id="33" name="node06.dxc-24-node06-items-3.bullet"/>
            <p:cNvSpPr/>
            <p:nvPr/>
          </p:nvSpPr>
          <p:spPr>
            <a:xfrm>
              <a:off x="8039100" y="3841750"/>
              <a:ext cx="50800" cy="50800"/>
            </a:xfrm>
            <a:prstGeom prst="rect">
              <a:avLst/>
            </a:prstGeom>
            <a:solidFill>
              <a:srgbClr val="070154"/>
            </a:solidFill>
            <a:ln>
              <a:noFill/>
            </a:ln>
          </p:spPr>
        </p:sp>
        <p:sp>
          <p:nvSpPr>
            <p:cNvPr id="34" name="node06.dxc-24-node06-items-3.text"/>
            <p:cNvSpPr/>
            <p:nvPr/>
          </p:nvSpPr>
          <p:spPr>
            <a:xfrm>
              <a:off x="8229600" y="37338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Earlier collaboration and governed, reusable lifecycle AI</a:t>
              </a:r>
              <a:endParaRPr lang="en-US" sz="1400" spc="0" kern="0" b="0" i="0" dirty="0">
                <a:solidFill>
                  <a:srgbClr val="070154"/>
                </a:solidFill>
                <a:latin typeface="IBM Plex Sans"/>
                <a:ea typeface="IBM Plex Sans"/>
                <a:cs typeface="IBM Plex Sans"/>
              </a:endParaRPr>
            </a:p>
          </p:txBody>
        </p:sp>
      </p:grpSp>
      <p:grpSp>
        <p:nvGrpSpPr>
          <p:cNvPr id="43" name="node07"/>
          <p:cNvGrpSpPr/>
          <p:nvPr/>
        </p:nvGrpSpPr>
        <p:grpSpPr>
          <a:xfrm>
            <a:off x="723900" y="4800600"/>
            <a:ext cx="10744200" cy="914400"/>
            <a:chOff x="723900" y="4800600"/>
            <a:chExt cx="10744200" cy="914400"/>
          </a:xfrm>
        </p:grpSpPr>
        <p:sp>
          <p:nvSpPr>
            <p:cNvPr id="35" name="node07.surface"/>
            <p:cNvSpPr/>
            <p:nvPr/>
          </p:nvSpPr>
          <p:spPr>
            <a:xfrm>
              <a:off x="723900" y="4800600"/>
              <a:ext cx="10744200" cy="914400"/>
            </a:xfrm>
            <a:prstGeom prst="rect">
              <a:avLst/>
            </a:prstGeom>
            <a:solidFill>
              <a:srgbClr val="070154"/>
            </a:solidFill>
            <a:ln>
              <a:noFill/>
            </a:ln>
          </p:spPr>
        </p:sp>
        <p:sp>
          <p:nvSpPr>
            <p:cNvPr id="36" name="node07.text"/>
            <p:cNvSpPr/>
            <p:nvPr/>
          </p:nvSpPr>
          <p:spPr>
            <a:xfrm>
              <a:off x="876300" y="5124450"/>
              <a:ext cx="10439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Start with a bounded live test, then measure and extend the practices that work.</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xc-025">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 · RECOMMENDATIONS SUMMARY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Five recommendations to activate the product track</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25</a:t>
            </a:fld>
            <a:endParaRPr lang="en-US" sz="700" spc="0" kern="0" b="0" i="0" dirty="0">
              <a:solidFill>
                <a:srgbClr val="070154"/>
              </a:solidFill>
              <a:latin typeface="IBM Plex Mono SemiBold"/>
              <a:ea typeface="IBM Plex Mono SemiBold"/>
              <a:cs typeface="IBM Plex Mono SemiBold"/>
            </a:endParaRPr>
          </a:p>
        </p:txBody>
      </p:sp>
      <p:grpSp>
        <p:nvGrpSpPr>
          <p:cNvPr id="74" name="node01"/>
          <p:cNvGrpSpPr/>
          <p:nvPr/>
        </p:nvGrpSpPr>
        <p:grpSpPr>
          <a:xfrm>
            <a:off x="723900" y="1600200"/>
            <a:ext cx="1965960" cy="914400"/>
            <a:chOff x="723900" y="1600200"/>
            <a:chExt cx="1965960" cy="914400"/>
          </a:xfrm>
        </p:grpSpPr>
        <p:sp>
          <p:nvSpPr>
            <p:cNvPr id="7" name="node01.container"/>
            <p:cNvSpPr/>
            <p:nvPr/>
          </p:nvSpPr>
          <p:spPr>
            <a:xfrm>
              <a:off x="723900" y="1600200"/>
              <a:ext cx="1965960" cy="914400"/>
            </a:xfrm>
            <a:prstGeom prst="rect">
              <a:avLst/>
            </a:prstGeom>
            <a:solidFill>
              <a:srgbClr val="070154"/>
            </a:solidFill>
            <a:ln>
              <a:noFill/>
            </a:ln>
          </p:spPr>
        </p:sp>
        <p:sp>
          <p:nvSpPr>
            <p:cNvPr id="8" name="node01.number"/>
            <p:cNvSpPr/>
            <p:nvPr/>
          </p:nvSpPr>
          <p:spPr>
            <a:xfrm>
              <a:off x="876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9" name="node01.title"/>
            <p:cNvSpPr/>
            <p:nvPr/>
          </p:nvSpPr>
          <p:spPr>
            <a:xfrm>
              <a:off x="127635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Outcome-led priorities</a:t>
              </a:r>
              <a:endParaRPr lang="en-US" sz="1400" spc="0" kern="0" b="0" i="0" dirty="0">
                <a:solidFill>
                  <a:srgbClr val="FFFFFF"/>
                </a:solidFill>
                <a:latin typeface="IBM Plex Sans"/>
                <a:ea typeface="IBM Plex Sans"/>
                <a:cs typeface="IBM Plex Sans"/>
              </a:endParaRPr>
            </a:p>
          </p:txBody>
        </p:sp>
      </p:grpSp>
      <p:grpSp>
        <p:nvGrpSpPr>
          <p:cNvPr id="75" name="node02"/>
          <p:cNvGrpSpPr/>
          <p:nvPr/>
        </p:nvGrpSpPr>
        <p:grpSpPr>
          <a:xfrm>
            <a:off x="723900" y="2514600"/>
            <a:ext cx="1965960" cy="2286000"/>
            <a:chOff x="723900" y="2514600"/>
            <a:chExt cx="1965960" cy="2286000"/>
          </a:xfrm>
        </p:grpSpPr>
        <p:sp>
          <p:nvSpPr>
            <p:cNvPr id="10" name="node02.surface"/>
            <p:cNvSpPr/>
            <p:nvPr/>
          </p:nvSpPr>
          <p:spPr>
            <a:xfrm>
              <a:off x="723900" y="2514600"/>
              <a:ext cx="1965960" cy="2286000"/>
            </a:xfrm>
            <a:prstGeom prst="rect">
              <a:avLst/>
            </a:prstGeom>
            <a:solidFill>
              <a:srgbClr val="FFFFFF"/>
            </a:solidFill>
            <a:ln w="12700">
              <a:solidFill>
                <a:srgbClr val="CED7E6"/>
              </a:solidFill>
              <a:prstDash val="solid"/>
            </a:ln>
          </p:spPr>
        </p:sp>
      </p:grpSp>
      <p:grpSp>
        <p:nvGrpSpPr>
          <p:cNvPr id="76" name="node03"/>
          <p:cNvGrpSpPr/>
          <p:nvPr/>
        </p:nvGrpSpPr>
        <p:grpSpPr>
          <a:xfrm>
            <a:off x="876300" y="2667000"/>
            <a:ext cx="1661160" cy="152400"/>
            <a:chOff x="876300" y="2667000"/>
            <a:chExt cx="1661160" cy="152400"/>
          </a:xfrm>
        </p:grpSpPr>
        <p:sp>
          <p:nvSpPr>
            <p:cNvPr id="11" name="node03.text"/>
            <p:cNvSpPr/>
            <p:nvPr/>
          </p:nvSpPr>
          <p:spPr>
            <a:xfrm>
              <a:off x="87630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ACTIONS</a:t>
              </a:r>
              <a:endParaRPr lang="en-US" sz="900" spc="54" kern="0" b="0" i="0" dirty="0">
                <a:solidFill>
                  <a:srgbClr val="50658E"/>
                </a:solidFill>
                <a:latin typeface="IBM Plex Mono Medium"/>
                <a:ea typeface="IBM Plex Mono Medium"/>
                <a:cs typeface="IBM Plex Mono Medium"/>
              </a:endParaRPr>
            </a:p>
          </p:txBody>
        </p:sp>
      </p:grpSp>
      <p:grpSp>
        <p:nvGrpSpPr>
          <p:cNvPr id="77" name="node04"/>
          <p:cNvGrpSpPr/>
          <p:nvPr/>
        </p:nvGrpSpPr>
        <p:grpSpPr>
          <a:xfrm>
            <a:off x="876300" y="2895600"/>
            <a:ext cx="1661160" cy="723900"/>
            <a:chOff x="876300" y="2895600"/>
            <a:chExt cx="1661160" cy="723900"/>
          </a:xfrm>
        </p:grpSpPr>
        <p:sp>
          <p:nvSpPr>
            <p:cNvPr id="12" name="node04.dxc-25-node04-items-1.bullet"/>
            <p:cNvSpPr/>
            <p:nvPr/>
          </p:nvSpPr>
          <p:spPr>
            <a:xfrm>
              <a:off x="876300" y="2984500"/>
              <a:ext cx="38100" cy="38100"/>
            </a:xfrm>
            <a:prstGeom prst="rect">
              <a:avLst/>
            </a:prstGeom>
            <a:solidFill>
              <a:srgbClr val="070154"/>
            </a:solidFill>
            <a:ln>
              <a:noFill/>
            </a:ln>
          </p:spPr>
        </p:sp>
        <p:sp>
          <p:nvSpPr>
            <p:cNvPr id="13" name="node04.dxc-25-node04-items-1.text"/>
            <p:cNvSpPr/>
            <p:nvPr/>
          </p:nvSpPr>
          <p:spPr>
            <a:xfrm>
              <a:off x="1028700" y="28956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Set decision criteria</a:t>
              </a:r>
              <a:endParaRPr lang="en-US" sz="1200" spc="0" kern="0" b="0" i="0" dirty="0">
                <a:solidFill>
                  <a:srgbClr val="070154"/>
                </a:solidFill>
                <a:latin typeface="IBM Plex Sans"/>
                <a:ea typeface="IBM Plex Sans"/>
                <a:cs typeface="IBM Plex Sans"/>
              </a:endParaRPr>
            </a:p>
          </p:txBody>
        </p:sp>
        <p:sp>
          <p:nvSpPr>
            <p:cNvPr id="14" name="node04.dxc-25-node04-items-2.bullet"/>
            <p:cNvSpPr/>
            <p:nvPr/>
          </p:nvSpPr>
          <p:spPr>
            <a:xfrm>
              <a:off x="876300" y="3251200"/>
              <a:ext cx="38100" cy="38100"/>
            </a:xfrm>
            <a:prstGeom prst="rect">
              <a:avLst/>
            </a:prstGeom>
            <a:solidFill>
              <a:srgbClr val="070154"/>
            </a:solidFill>
            <a:ln>
              <a:noFill/>
            </a:ln>
          </p:spPr>
        </p:sp>
        <p:sp>
          <p:nvSpPr>
            <p:cNvPr id="15" name="node04.dxc-25-node04-items-2.text"/>
            <p:cNvSpPr/>
            <p:nvPr/>
          </p:nvSpPr>
          <p:spPr>
            <a:xfrm>
              <a:off x="1028700" y="31623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Protect capacity; 3–4 sprint view</a:t>
              </a:r>
              <a:endParaRPr lang="en-US" sz="1200" spc="0" kern="0" b="0" i="0" dirty="0">
                <a:solidFill>
                  <a:srgbClr val="070154"/>
                </a:solidFill>
                <a:latin typeface="IBM Plex Sans"/>
                <a:ea typeface="IBM Plex Sans"/>
                <a:cs typeface="IBM Plex Sans"/>
              </a:endParaRPr>
            </a:p>
          </p:txBody>
        </p:sp>
      </p:grpSp>
      <p:grpSp>
        <p:nvGrpSpPr>
          <p:cNvPr id="78" name="node05"/>
          <p:cNvGrpSpPr/>
          <p:nvPr/>
        </p:nvGrpSpPr>
        <p:grpSpPr>
          <a:xfrm>
            <a:off x="876300" y="4114800"/>
            <a:ext cx="1661160" cy="152400"/>
            <a:chOff x="876300" y="4114800"/>
            <a:chExt cx="1661160" cy="152400"/>
          </a:xfrm>
        </p:grpSpPr>
        <p:sp>
          <p:nvSpPr>
            <p:cNvPr id="16" name="node05.text"/>
            <p:cNvSpPr/>
            <p:nvPr/>
          </p:nvSpPr>
          <p:spPr>
            <a:xfrm>
              <a:off x="87630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TIMING</a:t>
              </a:r>
              <a:endParaRPr lang="en-US" sz="900" spc="54" kern="0" b="0" i="0" dirty="0">
                <a:solidFill>
                  <a:srgbClr val="50658E"/>
                </a:solidFill>
                <a:latin typeface="IBM Plex Mono Medium"/>
                <a:ea typeface="IBM Plex Mono Medium"/>
                <a:cs typeface="IBM Plex Mono Medium"/>
              </a:endParaRPr>
            </a:p>
          </p:txBody>
        </p:sp>
      </p:grpSp>
      <p:grpSp>
        <p:nvGrpSpPr>
          <p:cNvPr id="79" name="node06"/>
          <p:cNvGrpSpPr/>
          <p:nvPr/>
        </p:nvGrpSpPr>
        <p:grpSpPr>
          <a:xfrm>
            <a:off x="876300" y="4343400"/>
            <a:ext cx="1661160" cy="228600"/>
            <a:chOff x="876300" y="4343400"/>
            <a:chExt cx="1661160" cy="228600"/>
          </a:xfrm>
        </p:grpSpPr>
        <p:sp>
          <p:nvSpPr>
            <p:cNvPr id="17" name="node06.text"/>
            <p:cNvSpPr/>
            <p:nvPr/>
          </p:nvSpPr>
          <p:spPr>
            <a:xfrm>
              <a:off x="87630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Immediate</a:t>
              </a:r>
              <a:endParaRPr lang="en-US" sz="1200" spc="0" kern="0" b="0" i="0" dirty="0">
                <a:solidFill>
                  <a:srgbClr val="070154"/>
                </a:solidFill>
                <a:latin typeface="IBM Plex Sans"/>
                <a:ea typeface="IBM Plex Sans"/>
                <a:cs typeface="IBM Plex Sans"/>
              </a:endParaRPr>
            </a:p>
          </p:txBody>
        </p:sp>
      </p:grpSp>
      <p:grpSp>
        <p:nvGrpSpPr>
          <p:cNvPr id="80" name="node07"/>
          <p:cNvGrpSpPr/>
          <p:nvPr/>
        </p:nvGrpSpPr>
        <p:grpSpPr>
          <a:xfrm>
            <a:off x="2918460" y="1600200"/>
            <a:ext cx="1965960" cy="914400"/>
            <a:chOff x="2918460" y="1600200"/>
            <a:chExt cx="1965960" cy="914400"/>
          </a:xfrm>
        </p:grpSpPr>
        <p:sp>
          <p:nvSpPr>
            <p:cNvPr id="18" name="node07.container"/>
            <p:cNvSpPr/>
            <p:nvPr/>
          </p:nvSpPr>
          <p:spPr>
            <a:xfrm>
              <a:off x="2918460" y="1600200"/>
              <a:ext cx="1965960" cy="914400"/>
            </a:xfrm>
            <a:prstGeom prst="rect">
              <a:avLst/>
            </a:prstGeom>
            <a:solidFill>
              <a:srgbClr val="070154"/>
            </a:solidFill>
            <a:ln>
              <a:noFill/>
            </a:ln>
          </p:spPr>
        </p:sp>
        <p:sp>
          <p:nvSpPr>
            <p:cNvPr id="19" name="node07.number"/>
            <p:cNvSpPr/>
            <p:nvPr/>
          </p:nvSpPr>
          <p:spPr>
            <a:xfrm>
              <a:off x="307086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20" name="node07.title"/>
            <p:cNvSpPr/>
            <p:nvPr/>
          </p:nvSpPr>
          <p:spPr>
            <a:xfrm>
              <a:off x="347091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PM business ownership</a:t>
              </a:r>
              <a:endParaRPr lang="en-US" sz="1400" spc="0" kern="0" b="0" i="0" dirty="0">
                <a:solidFill>
                  <a:srgbClr val="FFFFFF"/>
                </a:solidFill>
                <a:latin typeface="IBM Plex Sans"/>
                <a:ea typeface="IBM Plex Sans"/>
                <a:cs typeface="IBM Plex Sans"/>
              </a:endParaRPr>
            </a:p>
          </p:txBody>
        </p:sp>
      </p:grpSp>
      <p:grpSp>
        <p:nvGrpSpPr>
          <p:cNvPr id="81" name="node08"/>
          <p:cNvGrpSpPr/>
          <p:nvPr/>
        </p:nvGrpSpPr>
        <p:grpSpPr>
          <a:xfrm>
            <a:off x="2918460" y="2514600"/>
            <a:ext cx="1965960" cy="2286000"/>
            <a:chOff x="2918460" y="2514600"/>
            <a:chExt cx="1965960" cy="2286000"/>
          </a:xfrm>
        </p:grpSpPr>
        <p:sp>
          <p:nvSpPr>
            <p:cNvPr id="21" name="node08.surface"/>
            <p:cNvSpPr/>
            <p:nvPr/>
          </p:nvSpPr>
          <p:spPr>
            <a:xfrm>
              <a:off x="2918460" y="2514600"/>
              <a:ext cx="1965960" cy="2286000"/>
            </a:xfrm>
            <a:prstGeom prst="rect">
              <a:avLst/>
            </a:prstGeom>
            <a:solidFill>
              <a:srgbClr val="FFFFFF"/>
            </a:solidFill>
            <a:ln w="12700">
              <a:solidFill>
                <a:srgbClr val="CED7E6"/>
              </a:solidFill>
              <a:prstDash val="solid"/>
            </a:ln>
          </p:spPr>
        </p:sp>
      </p:grpSp>
      <p:grpSp>
        <p:nvGrpSpPr>
          <p:cNvPr id="82" name="node09"/>
          <p:cNvGrpSpPr/>
          <p:nvPr/>
        </p:nvGrpSpPr>
        <p:grpSpPr>
          <a:xfrm>
            <a:off x="3070860" y="2667000"/>
            <a:ext cx="1661160" cy="152400"/>
            <a:chOff x="3070860" y="2667000"/>
            <a:chExt cx="1661160" cy="152400"/>
          </a:xfrm>
        </p:grpSpPr>
        <p:sp>
          <p:nvSpPr>
            <p:cNvPr id="22" name="node09.text"/>
            <p:cNvSpPr/>
            <p:nvPr/>
          </p:nvSpPr>
          <p:spPr>
            <a:xfrm>
              <a:off x="307086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ACTIONS</a:t>
              </a:r>
              <a:endParaRPr lang="en-US" sz="900" spc="54" kern="0" b="0" i="0" dirty="0">
                <a:solidFill>
                  <a:srgbClr val="50658E"/>
                </a:solidFill>
                <a:latin typeface="IBM Plex Mono Medium"/>
                <a:ea typeface="IBM Plex Mono Medium"/>
                <a:cs typeface="IBM Plex Mono Medium"/>
              </a:endParaRPr>
            </a:p>
          </p:txBody>
        </p:sp>
      </p:grpSp>
      <p:grpSp>
        <p:nvGrpSpPr>
          <p:cNvPr id="83" name="node10"/>
          <p:cNvGrpSpPr/>
          <p:nvPr/>
        </p:nvGrpSpPr>
        <p:grpSpPr>
          <a:xfrm>
            <a:off x="3070860" y="2895600"/>
            <a:ext cx="1661160" cy="952500"/>
            <a:chOff x="3070860" y="2895600"/>
            <a:chExt cx="1661160" cy="952500"/>
          </a:xfrm>
        </p:grpSpPr>
        <p:sp>
          <p:nvSpPr>
            <p:cNvPr id="23" name="node10.dxc-25-node10-items-1.bullet"/>
            <p:cNvSpPr/>
            <p:nvPr/>
          </p:nvSpPr>
          <p:spPr>
            <a:xfrm>
              <a:off x="3070860" y="2984500"/>
              <a:ext cx="38100" cy="38100"/>
            </a:xfrm>
            <a:prstGeom prst="rect">
              <a:avLst/>
            </a:prstGeom>
            <a:solidFill>
              <a:srgbClr val="070154"/>
            </a:solidFill>
            <a:ln>
              <a:noFill/>
            </a:ln>
          </p:spPr>
        </p:sp>
        <p:sp>
          <p:nvSpPr>
            <p:cNvPr id="24" name="node10.dxc-25-node10-items-1.text"/>
            <p:cNvSpPr/>
            <p:nvPr/>
          </p:nvSpPr>
          <p:spPr>
            <a:xfrm>
              <a:off x="322326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 evidence and outcomes</a:t>
              </a:r>
              <a:endParaRPr lang="en-US" sz="1200" spc="0" kern="0" b="0" i="0" dirty="0">
                <a:solidFill>
                  <a:srgbClr val="070154"/>
                </a:solidFill>
                <a:latin typeface="IBM Plex Sans"/>
                <a:ea typeface="IBM Plex Sans"/>
                <a:cs typeface="IBM Plex Sans"/>
              </a:endParaRPr>
            </a:p>
          </p:txBody>
        </p:sp>
        <p:sp>
          <p:nvSpPr>
            <p:cNvPr id="25" name="node10.dxc-25-node10-items-2.bullet"/>
            <p:cNvSpPr/>
            <p:nvPr/>
          </p:nvSpPr>
          <p:spPr>
            <a:xfrm>
              <a:off x="3070860" y="3479800"/>
              <a:ext cx="38100" cy="38100"/>
            </a:xfrm>
            <a:prstGeom prst="rect">
              <a:avLst/>
            </a:prstGeom>
            <a:solidFill>
              <a:srgbClr val="070154"/>
            </a:solidFill>
            <a:ln>
              <a:noFill/>
            </a:ln>
          </p:spPr>
        </p:sp>
        <p:sp>
          <p:nvSpPr>
            <p:cNvPr id="26" name="node10.dxc-25-node10-items-2.text"/>
            <p:cNvSpPr/>
            <p:nvPr/>
          </p:nvSpPr>
          <p:spPr>
            <a:xfrm>
              <a:off x="322326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Roadmap, adoption and learning</a:t>
              </a:r>
              <a:endParaRPr lang="en-US" sz="1200" spc="0" kern="0" b="0" i="0" dirty="0">
                <a:solidFill>
                  <a:srgbClr val="070154"/>
                </a:solidFill>
                <a:latin typeface="IBM Plex Sans"/>
                <a:ea typeface="IBM Plex Sans"/>
                <a:cs typeface="IBM Plex Sans"/>
              </a:endParaRPr>
            </a:p>
          </p:txBody>
        </p:sp>
      </p:grpSp>
      <p:grpSp>
        <p:nvGrpSpPr>
          <p:cNvPr id="84" name="node11"/>
          <p:cNvGrpSpPr/>
          <p:nvPr/>
        </p:nvGrpSpPr>
        <p:grpSpPr>
          <a:xfrm>
            <a:off x="3070860" y="4114800"/>
            <a:ext cx="1661160" cy="152400"/>
            <a:chOff x="3070860" y="4114800"/>
            <a:chExt cx="1661160" cy="152400"/>
          </a:xfrm>
        </p:grpSpPr>
        <p:sp>
          <p:nvSpPr>
            <p:cNvPr id="27" name="node11.text"/>
            <p:cNvSpPr/>
            <p:nvPr/>
          </p:nvSpPr>
          <p:spPr>
            <a:xfrm>
              <a:off x="307086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TIMING</a:t>
              </a:r>
              <a:endParaRPr lang="en-US" sz="900" spc="54" kern="0" b="0" i="0" dirty="0">
                <a:solidFill>
                  <a:srgbClr val="50658E"/>
                </a:solidFill>
                <a:latin typeface="IBM Plex Mono Medium"/>
                <a:ea typeface="IBM Plex Mono Medium"/>
                <a:cs typeface="IBM Plex Mono Medium"/>
              </a:endParaRPr>
            </a:p>
          </p:txBody>
        </p:sp>
      </p:grpSp>
      <p:grpSp>
        <p:nvGrpSpPr>
          <p:cNvPr id="85" name="node12"/>
          <p:cNvGrpSpPr/>
          <p:nvPr/>
        </p:nvGrpSpPr>
        <p:grpSpPr>
          <a:xfrm>
            <a:off x="3070860" y="4343400"/>
            <a:ext cx="1661160" cy="228600"/>
            <a:chOff x="3070860" y="4343400"/>
            <a:chExt cx="1661160" cy="228600"/>
          </a:xfrm>
        </p:grpSpPr>
        <p:sp>
          <p:nvSpPr>
            <p:cNvPr id="28" name="node12.text"/>
            <p:cNvSpPr/>
            <p:nvPr/>
          </p:nvSpPr>
          <p:spPr>
            <a:xfrm>
              <a:off x="307086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Immediate</a:t>
              </a:r>
              <a:endParaRPr lang="en-US" sz="1200" spc="0" kern="0" b="0" i="0" dirty="0">
                <a:solidFill>
                  <a:srgbClr val="070154"/>
                </a:solidFill>
                <a:latin typeface="IBM Plex Sans"/>
                <a:ea typeface="IBM Plex Sans"/>
                <a:cs typeface="IBM Plex Sans"/>
              </a:endParaRPr>
            </a:p>
          </p:txBody>
        </p:sp>
      </p:grpSp>
      <p:grpSp>
        <p:nvGrpSpPr>
          <p:cNvPr id="86" name="node13"/>
          <p:cNvGrpSpPr/>
          <p:nvPr/>
        </p:nvGrpSpPr>
        <p:grpSpPr>
          <a:xfrm>
            <a:off x="5113020" y="1600200"/>
            <a:ext cx="1965960" cy="914400"/>
            <a:chOff x="5113020" y="1600200"/>
            <a:chExt cx="1965960" cy="914400"/>
          </a:xfrm>
        </p:grpSpPr>
        <p:sp>
          <p:nvSpPr>
            <p:cNvPr id="29" name="node13.container"/>
            <p:cNvSpPr/>
            <p:nvPr/>
          </p:nvSpPr>
          <p:spPr>
            <a:xfrm>
              <a:off x="5113020" y="1600200"/>
              <a:ext cx="1965960" cy="914400"/>
            </a:xfrm>
            <a:prstGeom prst="rect">
              <a:avLst/>
            </a:prstGeom>
            <a:solidFill>
              <a:srgbClr val="070154"/>
            </a:solidFill>
            <a:ln>
              <a:noFill/>
            </a:ln>
          </p:spPr>
        </p:sp>
        <p:sp>
          <p:nvSpPr>
            <p:cNvPr id="30" name="node13.number"/>
            <p:cNvSpPr/>
            <p:nvPr/>
          </p:nvSpPr>
          <p:spPr>
            <a:xfrm>
              <a:off x="526542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31" name="node13.title"/>
            <p:cNvSpPr/>
            <p:nvPr/>
          </p:nvSpPr>
          <p:spPr>
            <a:xfrm>
              <a:off x="5665470" y="1776984"/>
              <a:ext cx="126111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Definition path</a:t>
              </a:r>
              <a:endParaRPr lang="en-US" sz="1400" spc="0" kern="0" b="0" i="0" dirty="0">
                <a:solidFill>
                  <a:srgbClr val="FFFFFF"/>
                </a:solidFill>
                <a:latin typeface="IBM Plex Sans"/>
                <a:ea typeface="IBM Plex Sans"/>
                <a:cs typeface="IBM Plex Sans"/>
              </a:endParaRPr>
            </a:p>
          </p:txBody>
        </p:sp>
      </p:grpSp>
      <p:grpSp>
        <p:nvGrpSpPr>
          <p:cNvPr id="87" name="node14"/>
          <p:cNvGrpSpPr/>
          <p:nvPr/>
        </p:nvGrpSpPr>
        <p:grpSpPr>
          <a:xfrm>
            <a:off x="5113020" y="2514600"/>
            <a:ext cx="1965960" cy="2286000"/>
            <a:chOff x="5113020" y="2514600"/>
            <a:chExt cx="1965960" cy="2286000"/>
          </a:xfrm>
        </p:grpSpPr>
        <p:sp>
          <p:nvSpPr>
            <p:cNvPr id="32" name="node14.surface"/>
            <p:cNvSpPr/>
            <p:nvPr/>
          </p:nvSpPr>
          <p:spPr>
            <a:xfrm>
              <a:off x="5113020" y="2514600"/>
              <a:ext cx="1965960" cy="2286000"/>
            </a:xfrm>
            <a:prstGeom prst="rect">
              <a:avLst/>
            </a:prstGeom>
            <a:solidFill>
              <a:srgbClr val="FFFFFF"/>
            </a:solidFill>
            <a:ln w="12700">
              <a:solidFill>
                <a:srgbClr val="CED7E6"/>
              </a:solidFill>
              <a:prstDash val="solid"/>
            </a:ln>
          </p:spPr>
        </p:sp>
      </p:grpSp>
      <p:grpSp>
        <p:nvGrpSpPr>
          <p:cNvPr id="88" name="node15"/>
          <p:cNvGrpSpPr/>
          <p:nvPr/>
        </p:nvGrpSpPr>
        <p:grpSpPr>
          <a:xfrm>
            <a:off x="5265420" y="2667000"/>
            <a:ext cx="1661160" cy="152400"/>
            <a:chOff x="5265420" y="2667000"/>
            <a:chExt cx="1661160" cy="152400"/>
          </a:xfrm>
        </p:grpSpPr>
        <p:sp>
          <p:nvSpPr>
            <p:cNvPr id="33" name="node15.text"/>
            <p:cNvSpPr/>
            <p:nvPr/>
          </p:nvSpPr>
          <p:spPr>
            <a:xfrm>
              <a:off x="526542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ACTIONS</a:t>
              </a:r>
              <a:endParaRPr lang="en-US" sz="900" spc="54" kern="0" b="0" i="0" dirty="0">
                <a:solidFill>
                  <a:srgbClr val="50658E"/>
                </a:solidFill>
                <a:latin typeface="IBM Plex Mono Medium"/>
                <a:ea typeface="IBM Plex Mono Medium"/>
                <a:cs typeface="IBM Plex Mono Medium"/>
              </a:endParaRPr>
            </a:p>
          </p:txBody>
        </p:sp>
      </p:grpSp>
      <p:grpSp>
        <p:nvGrpSpPr>
          <p:cNvPr id="89" name="node16"/>
          <p:cNvGrpSpPr/>
          <p:nvPr/>
        </p:nvGrpSpPr>
        <p:grpSpPr>
          <a:xfrm>
            <a:off x="5265420" y="2895600"/>
            <a:ext cx="1661160" cy="952500"/>
            <a:chOff x="5265420" y="2895600"/>
            <a:chExt cx="1661160" cy="952500"/>
          </a:xfrm>
        </p:grpSpPr>
        <p:sp>
          <p:nvSpPr>
            <p:cNvPr id="34" name="node16.dxc-25-node16-items-1.bullet"/>
            <p:cNvSpPr/>
            <p:nvPr/>
          </p:nvSpPr>
          <p:spPr>
            <a:xfrm>
              <a:off x="5265420" y="2984500"/>
              <a:ext cx="38100" cy="38100"/>
            </a:xfrm>
            <a:prstGeom prst="rect">
              <a:avLst/>
            </a:prstGeom>
            <a:solidFill>
              <a:srgbClr val="070154"/>
            </a:solidFill>
            <a:ln>
              <a:noFill/>
            </a:ln>
          </p:spPr>
        </p:sp>
        <p:sp>
          <p:nvSpPr>
            <p:cNvPr id="35" name="node16.dxc-25-node16-items-1.text"/>
            <p:cNvSpPr/>
            <p:nvPr/>
          </p:nvSpPr>
          <p:spPr>
            <a:xfrm>
              <a:off x="541782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Signal → PRD → feature / epic</a:t>
              </a:r>
              <a:endParaRPr lang="en-US" sz="1200" spc="0" kern="0" b="0" i="0" dirty="0">
                <a:solidFill>
                  <a:srgbClr val="070154"/>
                </a:solidFill>
                <a:latin typeface="IBM Plex Sans"/>
                <a:ea typeface="IBM Plex Sans"/>
                <a:cs typeface="IBM Plex Sans"/>
              </a:endParaRPr>
            </a:p>
          </p:txBody>
        </p:sp>
        <p:sp>
          <p:nvSpPr>
            <p:cNvPr id="36" name="node16.dxc-25-node16-items-2.bullet"/>
            <p:cNvSpPr/>
            <p:nvPr/>
          </p:nvSpPr>
          <p:spPr>
            <a:xfrm>
              <a:off x="5265420" y="3479800"/>
              <a:ext cx="38100" cy="38100"/>
            </a:xfrm>
            <a:prstGeom prst="rect">
              <a:avLst/>
            </a:prstGeom>
            <a:solidFill>
              <a:srgbClr val="070154"/>
            </a:solidFill>
            <a:ln>
              <a:noFill/>
            </a:ln>
          </p:spPr>
        </p:sp>
        <p:sp>
          <p:nvSpPr>
            <p:cNvPr id="37" name="node16.dxc-25-node16-items-2.text"/>
            <p:cNvSpPr/>
            <p:nvPr/>
          </p:nvSpPr>
          <p:spPr>
            <a:xfrm>
              <a:off x="541782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Design → implementation plan</a:t>
              </a:r>
              <a:endParaRPr lang="en-US" sz="1200" spc="0" kern="0" b="0" i="0" dirty="0">
                <a:solidFill>
                  <a:srgbClr val="070154"/>
                </a:solidFill>
                <a:latin typeface="IBM Plex Sans"/>
                <a:ea typeface="IBM Plex Sans"/>
                <a:cs typeface="IBM Plex Sans"/>
              </a:endParaRPr>
            </a:p>
          </p:txBody>
        </p:sp>
      </p:grpSp>
      <p:grpSp>
        <p:nvGrpSpPr>
          <p:cNvPr id="90" name="node17"/>
          <p:cNvGrpSpPr/>
          <p:nvPr/>
        </p:nvGrpSpPr>
        <p:grpSpPr>
          <a:xfrm>
            <a:off x="5265420" y="4114800"/>
            <a:ext cx="1661160" cy="152400"/>
            <a:chOff x="5265420" y="4114800"/>
            <a:chExt cx="1661160" cy="152400"/>
          </a:xfrm>
        </p:grpSpPr>
        <p:sp>
          <p:nvSpPr>
            <p:cNvPr id="38" name="node17.text"/>
            <p:cNvSpPr/>
            <p:nvPr/>
          </p:nvSpPr>
          <p:spPr>
            <a:xfrm>
              <a:off x="526542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TIMING</a:t>
              </a:r>
              <a:endParaRPr lang="en-US" sz="900" spc="54" kern="0" b="0" i="0" dirty="0">
                <a:solidFill>
                  <a:srgbClr val="50658E"/>
                </a:solidFill>
                <a:latin typeface="IBM Plex Mono Medium"/>
                <a:ea typeface="IBM Plex Mono Medium"/>
                <a:cs typeface="IBM Plex Mono Medium"/>
              </a:endParaRPr>
            </a:p>
          </p:txBody>
        </p:sp>
      </p:grpSp>
      <p:grpSp>
        <p:nvGrpSpPr>
          <p:cNvPr id="91" name="node18"/>
          <p:cNvGrpSpPr/>
          <p:nvPr/>
        </p:nvGrpSpPr>
        <p:grpSpPr>
          <a:xfrm>
            <a:off x="5265420" y="4343400"/>
            <a:ext cx="1661160" cy="228600"/>
            <a:chOff x="5265420" y="4343400"/>
            <a:chExt cx="1661160" cy="228600"/>
          </a:xfrm>
        </p:grpSpPr>
        <p:sp>
          <p:nvSpPr>
            <p:cNvPr id="39" name="node18.text"/>
            <p:cNvSpPr/>
            <p:nvPr/>
          </p:nvSpPr>
          <p:spPr>
            <a:xfrm>
              <a:off x="526542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Immediate</a:t>
              </a:r>
              <a:endParaRPr lang="en-US" sz="1200" spc="0" kern="0" b="0" i="0" dirty="0">
                <a:solidFill>
                  <a:srgbClr val="070154"/>
                </a:solidFill>
                <a:latin typeface="IBM Plex Sans"/>
                <a:ea typeface="IBM Plex Sans"/>
                <a:cs typeface="IBM Plex Sans"/>
              </a:endParaRPr>
            </a:p>
          </p:txBody>
        </p:sp>
      </p:grpSp>
      <p:grpSp>
        <p:nvGrpSpPr>
          <p:cNvPr id="92" name="node19"/>
          <p:cNvGrpSpPr/>
          <p:nvPr/>
        </p:nvGrpSpPr>
        <p:grpSpPr>
          <a:xfrm>
            <a:off x="7307580" y="1600200"/>
            <a:ext cx="1965960" cy="914400"/>
            <a:chOff x="7307580" y="1600200"/>
            <a:chExt cx="1965960" cy="914400"/>
          </a:xfrm>
        </p:grpSpPr>
        <p:sp>
          <p:nvSpPr>
            <p:cNvPr id="40" name="node19.container"/>
            <p:cNvSpPr/>
            <p:nvPr/>
          </p:nvSpPr>
          <p:spPr>
            <a:xfrm>
              <a:off x="7307580" y="1600200"/>
              <a:ext cx="1965960" cy="914400"/>
            </a:xfrm>
            <a:prstGeom prst="rect">
              <a:avLst/>
            </a:prstGeom>
            <a:solidFill>
              <a:srgbClr val="070154"/>
            </a:solidFill>
            <a:ln>
              <a:noFill/>
            </a:ln>
          </p:spPr>
        </p:sp>
        <p:sp>
          <p:nvSpPr>
            <p:cNvPr id="41" name="node19.number"/>
            <p:cNvSpPr/>
            <p:nvPr/>
          </p:nvSpPr>
          <p:spPr>
            <a:xfrm>
              <a:off x="745998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sp>
          <p:nvSpPr>
            <p:cNvPr id="42" name="node19.title"/>
            <p:cNvSpPr/>
            <p:nvPr/>
          </p:nvSpPr>
          <p:spPr>
            <a:xfrm>
              <a:off x="786003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Earlier collaboration</a:t>
              </a:r>
              <a:endParaRPr lang="en-US" sz="1400" spc="0" kern="0" b="0" i="0" dirty="0">
                <a:solidFill>
                  <a:srgbClr val="FFFFFF"/>
                </a:solidFill>
                <a:latin typeface="IBM Plex Sans"/>
                <a:ea typeface="IBM Plex Sans"/>
                <a:cs typeface="IBM Plex Sans"/>
              </a:endParaRPr>
            </a:p>
          </p:txBody>
        </p:sp>
      </p:grpSp>
      <p:grpSp>
        <p:nvGrpSpPr>
          <p:cNvPr id="93" name="node20"/>
          <p:cNvGrpSpPr/>
          <p:nvPr/>
        </p:nvGrpSpPr>
        <p:grpSpPr>
          <a:xfrm>
            <a:off x="7307580" y="2514600"/>
            <a:ext cx="1965960" cy="2286000"/>
            <a:chOff x="7307580" y="2514600"/>
            <a:chExt cx="1965960" cy="2286000"/>
          </a:xfrm>
        </p:grpSpPr>
        <p:sp>
          <p:nvSpPr>
            <p:cNvPr id="43" name="node20.surface"/>
            <p:cNvSpPr/>
            <p:nvPr/>
          </p:nvSpPr>
          <p:spPr>
            <a:xfrm>
              <a:off x="7307580" y="2514600"/>
              <a:ext cx="1965960" cy="2286000"/>
            </a:xfrm>
            <a:prstGeom prst="rect">
              <a:avLst/>
            </a:prstGeom>
            <a:solidFill>
              <a:srgbClr val="FFFFFF"/>
            </a:solidFill>
            <a:ln w="12700">
              <a:solidFill>
                <a:srgbClr val="CED7E6"/>
              </a:solidFill>
              <a:prstDash val="solid"/>
            </a:ln>
          </p:spPr>
        </p:sp>
      </p:grpSp>
      <p:grpSp>
        <p:nvGrpSpPr>
          <p:cNvPr id="94" name="node21"/>
          <p:cNvGrpSpPr/>
          <p:nvPr/>
        </p:nvGrpSpPr>
        <p:grpSpPr>
          <a:xfrm>
            <a:off x="7459980" y="2667000"/>
            <a:ext cx="1661160" cy="152400"/>
            <a:chOff x="7459980" y="2667000"/>
            <a:chExt cx="1661160" cy="152400"/>
          </a:xfrm>
        </p:grpSpPr>
        <p:sp>
          <p:nvSpPr>
            <p:cNvPr id="44" name="node21.text"/>
            <p:cNvSpPr/>
            <p:nvPr/>
          </p:nvSpPr>
          <p:spPr>
            <a:xfrm>
              <a:off x="745998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ACTIONS</a:t>
              </a:r>
              <a:endParaRPr lang="en-US" sz="900" spc="54" kern="0" b="0" i="0" dirty="0">
                <a:solidFill>
                  <a:srgbClr val="50658E"/>
                </a:solidFill>
                <a:latin typeface="IBM Plex Mono Medium"/>
                <a:ea typeface="IBM Plex Mono Medium"/>
                <a:cs typeface="IBM Plex Mono Medium"/>
              </a:endParaRPr>
            </a:p>
          </p:txBody>
        </p:sp>
      </p:grpSp>
      <p:grpSp>
        <p:nvGrpSpPr>
          <p:cNvPr id="95" name="node22"/>
          <p:cNvGrpSpPr/>
          <p:nvPr/>
        </p:nvGrpSpPr>
        <p:grpSpPr>
          <a:xfrm>
            <a:off x="7459980" y="2895600"/>
            <a:ext cx="1661160" cy="952500"/>
            <a:chOff x="7459980" y="2895600"/>
            <a:chExt cx="1661160" cy="952500"/>
          </a:xfrm>
        </p:grpSpPr>
        <p:sp>
          <p:nvSpPr>
            <p:cNvPr id="45" name="node22.dxc-25-node22-items-1.bullet"/>
            <p:cNvSpPr/>
            <p:nvPr/>
          </p:nvSpPr>
          <p:spPr>
            <a:xfrm>
              <a:off x="7459980" y="2984500"/>
              <a:ext cx="38100" cy="38100"/>
            </a:xfrm>
            <a:prstGeom prst="rect">
              <a:avLst/>
            </a:prstGeom>
            <a:solidFill>
              <a:srgbClr val="070154"/>
            </a:solidFill>
            <a:ln>
              <a:noFill/>
            </a:ln>
          </p:spPr>
        </p:sp>
        <p:sp>
          <p:nvSpPr>
            <p:cNvPr id="46" name="node22.dxc-25-node22-items-1.text"/>
            <p:cNvSpPr/>
            <p:nvPr/>
          </p:nvSpPr>
          <p:spPr>
            <a:xfrm>
              <a:off x="761238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Include UX, Eng, QA, Release, Ops</a:t>
              </a:r>
              <a:endParaRPr lang="en-US" sz="1200" spc="0" kern="0" b="0" i="0" dirty="0">
                <a:solidFill>
                  <a:srgbClr val="070154"/>
                </a:solidFill>
                <a:latin typeface="IBM Plex Sans"/>
                <a:ea typeface="IBM Plex Sans"/>
                <a:cs typeface="IBM Plex Sans"/>
              </a:endParaRPr>
            </a:p>
          </p:txBody>
        </p:sp>
        <p:sp>
          <p:nvSpPr>
            <p:cNvPr id="47" name="node22.dxc-25-node22-items-2.bullet"/>
            <p:cNvSpPr/>
            <p:nvPr/>
          </p:nvSpPr>
          <p:spPr>
            <a:xfrm>
              <a:off x="7459980" y="3479800"/>
              <a:ext cx="38100" cy="38100"/>
            </a:xfrm>
            <a:prstGeom prst="rect">
              <a:avLst/>
            </a:prstGeom>
            <a:solidFill>
              <a:srgbClr val="070154"/>
            </a:solidFill>
            <a:ln>
              <a:noFill/>
            </a:ln>
          </p:spPr>
        </p:sp>
        <p:sp>
          <p:nvSpPr>
            <p:cNvPr id="48" name="node22.dxc-25-node22-items-2.text"/>
            <p:cNvSpPr/>
            <p:nvPr/>
          </p:nvSpPr>
          <p:spPr>
            <a:xfrm>
              <a:off x="761238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Living evidence before commitment</a:t>
              </a:r>
              <a:endParaRPr lang="en-US" sz="1200" spc="0" kern="0" b="0" i="0" dirty="0">
                <a:solidFill>
                  <a:srgbClr val="070154"/>
                </a:solidFill>
                <a:latin typeface="IBM Plex Sans"/>
                <a:ea typeface="IBM Plex Sans"/>
                <a:cs typeface="IBM Plex Sans"/>
              </a:endParaRPr>
            </a:p>
          </p:txBody>
        </p:sp>
      </p:grpSp>
      <p:grpSp>
        <p:nvGrpSpPr>
          <p:cNvPr id="96" name="node23"/>
          <p:cNvGrpSpPr/>
          <p:nvPr/>
        </p:nvGrpSpPr>
        <p:grpSpPr>
          <a:xfrm>
            <a:off x="7459980" y="4114800"/>
            <a:ext cx="1661160" cy="152400"/>
            <a:chOff x="7459980" y="4114800"/>
            <a:chExt cx="1661160" cy="152400"/>
          </a:xfrm>
        </p:grpSpPr>
        <p:sp>
          <p:nvSpPr>
            <p:cNvPr id="49" name="node23.text"/>
            <p:cNvSpPr/>
            <p:nvPr/>
          </p:nvSpPr>
          <p:spPr>
            <a:xfrm>
              <a:off x="745998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TIMING</a:t>
              </a:r>
              <a:endParaRPr lang="en-US" sz="900" spc="54" kern="0" b="0" i="0" dirty="0">
                <a:solidFill>
                  <a:srgbClr val="50658E"/>
                </a:solidFill>
                <a:latin typeface="IBM Plex Mono Medium"/>
                <a:ea typeface="IBM Plex Mono Medium"/>
                <a:cs typeface="IBM Plex Mono Medium"/>
              </a:endParaRPr>
            </a:p>
          </p:txBody>
        </p:sp>
      </p:grpSp>
      <p:grpSp>
        <p:nvGrpSpPr>
          <p:cNvPr id="97" name="node24"/>
          <p:cNvGrpSpPr/>
          <p:nvPr/>
        </p:nvGrpSpPr>
        <p:grpSpPr>
          <a:xfrm>
            <a:off x="7459980" y="4343400"/>
            <a:ext cx="1661160" cy="228600"/>
            <a:chOff x="7459980" y="4343400"/>
            <a:chExt cx="1661160" cy="228600"/>
          </a:xfrm>
        </p:grpSpPr>
        <p:sp>
          <p:nvSpPr>
            <p:cNvPr id="50" name="node24.text"/>
            <p:cNvSpPr/>
            <p:nvPr/>
          </p:nvSpPr>
          <p:spPr>
            <a:xfrm>
              <a:off x="745998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Near-term</a:t>
              </a:r>
              <a:endParaRPr lang="en-US" sz="1200" spc="0" kern="0" b="0" i="0" dirty="0">
                <a:solidFill>
                  <a:srgbClr val="070154"/>
                </a:solidFill>
                <a:latin typeface="IBM Plex Sans"/>
                <a:ea typeface="IBM Plex Sans"/>
                <a:cs typeface="IBM Plex Sans"/>
              </a:endParaRPr>
            </a:p>
          </p:txBody>
        </p:sp>
      </p:grpSp>
      <p:grpSp>
        <p:nvGrpSpPr>
          <p:cNvPr id="98" name="node25"/>
          <p:cNvGrpSpPr/>
          <p:nvPr/>
        </p:nvGrpSpPr>
        <p:grpSpPr>
          <a:xfrm>
            <a:off x="9502140" y="1600200"/>
            <a:ext cx="1965960" cy="914400"/>
            <a:chOff x="9502140" y="1600200"/>
            <a:chExt cx="1965960" cy="914400"/>
          </a:xfrm>
        </p:grpSpPr>
        <p:sp>
          <p:nvSpPr>
            <p:cNvPr id="51" name="node25.container"/>
            <p:cNvSpPr/>
            <p:nvPr/>
          </p:nvSpPr>
          <p:spPr>
            <a:xfrm>
              <a:off x="9502140" y="1600200"/>
              <a:ext cx="1965960" cy="914400"/>
            </a:xfrm>
            <a:prstGeom prst="rect">
              <a:avLst/>
            </a:prstGeom>
            <a:solidFill>
              <a:srgbClr val="070154"/>
            </a:solidFill>
            <a:ln>
              <a:noFill/>
            </a:ln>
          </p:spPr>
        </p:sp>
        <p:sp>
          <p:nvSpPr>
            <p:cNvPr id="52" name="node25.number"/>
            <p:cNvSpPr/>
            <p:nvPr/>
          </p:nvSpPr>
          <p:spPr>
            <a:xfrm>
              <a:off x="965454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sp>
          <p:nvSpPr>
            <p:cNvPr id="53" name="node25.title"/>
            <p:cNvSpPr/>
            <p:nvPr/>
          </p:nvSpPr>
          <p:spPr>
            <a:xfrm>
              <a:off x="1005459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Governed agentic delivery</a:t>
              </a:r>
              <a:endParaRPr lang="en-US" sz="1400" spc="0" kern="0" b="0" i="0" dirty="0">
                <a:solidFill>
                  <a:srgbClr val="FFFFFF"/>
                </a:solidFill>
                <a:latin typeface="IBM Plex Sans"/>
                <a:ea typeface="IBM Plex Sans"/>
                <a:cs typeface="IBM Plex Sans"/>
              </a:endParaRPr>
            </a:p>
          </p:txBody>
        </p:sp>
      </p:grpSp>
      <p:grpSp>
        <p:nvGrpSpPr>
          <p:cNvPr id="99" name="node26"/>
          <p:cNvGrpSpPr/>
          <p:nvPr/>
        </p:nvGrpSpPr>
        <p:grpSpPr>
          <a:xfrm>
            <a:off x="9502140" y="2514600"/>
            <a:ext cx="1965960" cy="2286000"/>
            <a:chOff x="9502140" y="2514600"/>
            <a:chExt cx="1965960" cy="2286000"/>
          </a:xfrm>
        </p:grpSpPr>
        <p:sp>
          <p:nvSpPr>
            <p:cNvPr id="54" name="node26.surface"/>
            <p:cNvSpPr/>
            <p:nvPr/>
          </p:nvSpPr>
          <p:spPr>
            <a:xfrm>
              <a:off x="9502140" y="2514600"/>
              <a:ext cx="1965960" cy="2286000"/>
            </a:xfrm>
            <a:prstGeom prst="rect">
              <a:avLst/>
            </a:prstGeom>
            <a:solidFill>
              <a:srgbClr val="FFFFFF"/>
            </a:solidFill>
            <a:ln w="12700">
              <a:solidFill>
                <a:srgbClr val="CED7E6"/>
              </a:solidFill>
              <a:prstDash val="solid"/>
            </a:ln>
          </p:spPr>
        </p:sp>
      </p:grpSp>
      <p:grpSp>
        <p:nvGrpSpPr>
          <p:cNvPr id="100" name="node27"/>
          <p:cNvGrpSpPr/>
          <p:nvPr/>
        </p:nvGrpSpPr>
        <p:grpSpPr>
          <a:xfrm>
            <a:off x="9654540" y="2667000"/>
            <a:ext cx="1661160" cy="152400"/>
            <a:chOff x="9654540" y="2667000"/>
            <a:chExt cx="1661160" cy="152400"/>
          </a:xfrm>
        </p:grpSpPr>
        <p:sp>
          <p:nvSpPr>
            <p:cNvPr id="55" name="node27.text"/>
            <p:cNvSpPr/>
            <p:nvPr/>
          </p:nvSpPr>
          <p:spPr>
            <a:xfrm>
              <a:off x="965454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ACTIONS</a:t>
              </a:r>
              <a:endParaRPr lang="en-US" sz="900" spc="54" kern="0" b="0" i="0" dirty="0">
                <a:solidFill>
                  <a:srgbClr val="50658E"/>
                </a:solidFill>
                <a:latin typeface="IBM Plex Mono Medium"/>
                <a:ea typeface="IBM Plex Mono Medium"/>
                <a:cs typeface="IBM Plex Mono Medium"/>
              </a:endParaRPr>
            </a:p>
          </p:txBody>
        </p:sp>
      </p:grpSp>
      <p:grpSp>
        <p:nvGrpSpPr>
          <p:cNvPr id="101" name="node28"/>
          <p:cNvGrpSpPr/>
          <p:nvPr/>
        </p:nvGrpSpPr>
        <p:grpSpPr>
          <a:xfrm>
            <a:off x="9654540" y="2895600"/>
            <a:ext cx="1661160" cy="952500"/>
            <a:chOff x="9654540" y="2895600"/>
            <a:chExt cx="1661160" cy="952500"/>
          </a:xfrm>
        </p:grpSpPr>
        <p:sp>
          <p:nvSpPr>
            <p:cNvPr id="56" name="node28.dxc-25-node28-items-1.bullet"/>
            <p:cNvSpPr/>
            <p:nvPr/>
          </p:nvSpPr>
          <p:spPr>
            <a:xfrm>
              <a:off x="9654540" y="2984500"/>
              <a:ext cx="38100" cy="38100"/>
            </a:xfrm>
            <a:prstGeom prst="rect">
              <a:avLst/>
            </a:prstGeom>
            <a:solidFill>
              <a:srgbClr val="070154"/>
            </a:solidFill>
            <a:ln>
              <a:noFill/>
            </a:ln>
          </p:spPr>
        </p:sp>
        <p:sp>
          <p:nvSpPr>
            <p:cNvPr id="57" name="node28.dxc-25-node28-items-1.text"/>
            <p:cNvSpPr/>
            <p:nvPr/>
          </p:nvSpPr>
          <p:spPr>
            <a:xfrm>
              <a:off x="980694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Reusable, human-supervised AI</a:t>
              </a:r>
              <a:endParaRPr lang="en-US" sz="1200" spc="0" kern="0" b="0" i="0" dirty="0">
                <a:solidFill>
                  <a:srgbClr val="070154"/>
                </a:solidFill>
                <a:latin typeface="IBM Plex Sans"/>
                <a:ea typeface="IBM Plex Sans"/>
                <a:cs typeface="IBM Plex Sans"/>
              </a:endParaRPr>
            </a:p>
          </p:txBody>
        </p:sp>
        <p:sp>
          <p:nvSpPr>
            <p:cNvPr id="58" name="node28.dxc-25-node28-items-2.bullet"/>
            <p:cNvSpPr/>
            <p:nvPr/>
          </p:nvSpPr>
          <p:spPr>
            <a:xfrm>
              <a:off x="9654540" y="3479800"/>
              <a:ext cx="38100" cy="38100"/>
            </a:xfrm>
            <a:prstGeom prst="rect">
              <a:avLst/>
            </a:prstGeom>
            <a:solidFill>
              <a:srgbClr val="070154"/>
            </a:solidFill>
            <a:ln>
              <a:noFill/>
            </a:ln>
          </p:spPr>
        </p:sp>
        <p:sp>
          <p:nvSpPr>
            <p:cNvPr id="59" name="node28.dxc-25-node28-items-2.text"/>
            <p:cNvSpPr/>
            <p:nvPr/>
          </p:nvSpPr>
          <p:spPr>
            <a:xfrm>
              <a:off x="980694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Discovery through learning</a:t>
              </a:r>
              <a:endParaRPr lang="en-US" sz="1200" spc="0" kern="0" b="0" i="0" dirty="0">
                <a:solidFill>
                  <a:srgbClr val="070154"/>
                </a:solidFill>
                <a:latin typeface="IBM Plex Sans"/>
                <a:ea typeface="IBM Plex Sans"/>
                <a:cs typeface="IBM Plex Sans"/>
              </a:endParaRPr>
            </a:p>
          </p:txBody>
        </p:sp>
      </p:grpSp>
      <p:grpSp>
        <p:nvGrpSpPr>
          <p:cNvPr id="102" name="node29"/>
          <p:cNvGrpSpPr/>
          <p:nvPr/>
        </p:nvGrpSpPr>
        <p:grpSpPr>
          <a:xfrm>
            <a:off x="9654540" y="4114800"/>
            <a:ext cx="1661160" cy="152400"/>
            <a:chOff x="9654540" y="4114800"/>
            <a:chExt cx="1661160" cy="152400"/>
          </a:xfrm>
        </p:grpSpPr>
        <p:sp>
          <p:nvSpPr>
            <p:cNvPr id="60" name="node29.text"/>
            <p:cNvSpPr/>
            <p:nvPr/>
          </p:nvSpPr>
          <p:spPr>
            <a:xfrm>
              <a:off x="965454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TIMING</a:t>
              </a:r>
              <a:endParaRPr lang="en-US" sz="900" spc="54" kern="0" b="0" i="0" dirty="0">
                <a:solidFill>
                  <a:srgbClr val="50658E"/>
                </a:solidFill>
                <a:latin typeface="IBM Plex Mono Medium"/>
                <a:ea typeface="IBM Plex Mono Medium"/>
                <a:cs typeface="IBM Plex Mono Medium"/>
              </a:endParaRPr>
            </a:p>
          </p:txBody>
        </p:sp>
      </p:grpSp>
      <p:grpSp>
        <p:nvGrpSpPr>
          <p:cNvPr id="103" name="node30"/>
          <p:cNvGrpSpPr/>
          <p:nvPr/>
        </p:nvGrpSpPr>
        <p:grpSpPr>
          <a:xfrm>
            <a:off x="9654540" y="4343400"/>
            <a:ext cx="1661160" cy="228600"/>
            <a:chOff x="9654540" y="4343400"/>
            <a:chExt cx="1661160" cy="228600"/>
          </a:xfrm>
        </p:grpSpPr>
        <p:sp>
          <p:nvSpPr>
            <p:cNvPr id="61" name="node30.text"/>
            <p:cNvSpPr/>
            <p:nvPr/>
          </p:nvSpPr>
          <p:spPr>
            <a:xfrm>
              <a:off x="965454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Future</a:t>
              </a:r>
              <a:endParaRPr lang="en-US" sz="1200" spc="0" kern="0" b="0" i="0" dirty="0">
                <a:solidFill>
                  <a:srgbClr val="070154"/>
                </a:solidFill>
                <a:latin typeface="IBM Plex Sans"/>
                <a:ea typeface="IBM Plex Sans"/>
                <a:cs typeface="IBM Plex Sans"/>
              </a:endParaRPr>
            </a:p>
          </p:txBody>
        </p:sp>
      </p:grpSp>
      <p:grpSp>
        <p:nvGrpSpPr>
          <p:cNvPr id="104" name="node31"/>
          <p:cNvGrpSpPr/>
          <p:nvPr/>
        </p:nvGrpSpPr>
        <p:grpSpPr>
          <a:xfrm>
            <a:off x="723900" y="5029200"/>
            <a:ext cx="10744200" cy="914400"/>
            <a:chOff x="723900" y="5029200"/>
            <a:chExt cx="10744200" cy="914400"/>
          </a:xfrm>
        </p:grpSpPr>
        <p:sp>
          <p:nvSpPr>
            <p:cNvPr id="62" name="node31.surface"/>
            <p:cNvSpPr/>
            <p:nvPr/>
          </p:nvSpPr>
          <p:spPr>
            <a:xfrm>
              <a:off x="723900" y="5029200"/>
              <a:ext cx="10744200" cy="914400"/>
            </a:xfrm>
            <a:prstGeom prst="rect">
              <a:avLst/>
            </a:prstGeom>
            <a:solidFill>
              <a:srgbClr val="E8EEF8"/>
            </a:solidFill>
            <a:ln>
              <a:noFill/>
            </a:ln>
          </p:spPr>
        </p:sp>
      </p:grpSp>
      <p:grpSp>
        <p:nvGrpSpPr>
          <p:cNvPr id="105" name="node32"/>
          <p:cNvGrpSpPr/>
          <p:nvPr/>
        </p:nvGrpSpPr>
        <p:grpSpPr>
          <a:xfrm>
            <a:off x="838200" y="5105400"/>
            <a:ext cx="10287000" cy="152400"/>
            <a:chOff x="838200" y="5105400"/>
            <a:chExt cx="10287000" cy="152400"/>
          </a:xfrm>
        </p:grpSpPr>
        <p:sp>
          <p:nvSpPr>
            <p:cNvPr id="63" name="node32.text"/>
            <p:cNvSpPr/>
            <p:nvPr/>
          </p:nvSpPr>
          <p:spPr>
            <a:xfrm>
              <a:off x="838200" y="5105400"/>
              <a:ext cx="1028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READING GUIDE · WHAT EACH RECOMMENDATION CHANGES</a:t>
              </a:r>
              <a:endParaRPr lang="en-US" sz="900" spc="54" kern="0" b="0" i="0" dirty="0">
                <a:solidFill>
                  <a:srgbClr val="0047FF"/>
                </a:solidFill>
                <a:latin typeface="IBM Plex Mono Medium"/>
                <a:ea typeface="IBM Plex Mono Medium"/>
                <a:cs typeface="IBM Plex Mono Medium"/>
              </a:endParaRPr>
            </a:p>
          </p:txBody>
        </p:sp>
      </p:grpSp>
      <p:grpSp>
        <p:nvGrpSpPr>
          <p:cNvPr id="106" name="node33"/>
          <p:cNvGrpSpPr/>
          <p:nvPr/>
        </p:nvGrpSpPr>
        <p:grpSpPr>
          <a:xfrm>
            <a:off x="723900" y="5257800"/>
            <a:ext cx="1965960" cy="685800"/>
            <a:chOff x="723900" y="5257800"/>
            <a:chExt cx="1965960" cy="685800"/>
          </a:xfrm>
        </p:grpSpPr>
        <p:sp>
          <p:nvSpPr>
            <p:cNvPr id="64" name="node33.container"/>
            <p:cNvSpPr/>
            <p:nvPr/>
          </p:nvSpPr>
          <p:spPr>
            <a:xfrm>
              <a:off x="723900" y="5257800"/>
              <a:ext cx="1965960" cy="685800"/>
            </a:xfrm>
            <a:prstGeom prst="rect">
              <a:avLst/>
            </a:prstGeom>
            <a:solidFill>
              <a:srgbClr val="E8EEF8"/>
            </a:solidFill>
            <a:ln>
              <a:noFill/>
            </a:ln>
          </p:spPr>
        </p:sp>
        <p:sp>
          <p:nvSpPr>
            <p:cNvPr id="65" name="node33.body.dxc-25-node33-body-1.paragraph"/>
            <p:cNvSpPr/>
            <p:nvPr/>
          </p:nvSpPr>
          <p:spPr>
            <a:xfrm>
              <a:off x="83820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Commitments need effort + risk</a:t>
              </a:r>
              <a:endParaRPr lang="en-US" sz="1200" spc="0" kern="0" b="0" i="0" dirty="0">
                <a:solidFill>
                  <a:srgbClr val="50658E"/>
                </a:solidFill>
                <a:latin typeface="IBM Plex Sans"/>
                <a:ea typeface="IBM Plex Sans"/>
                <a:cs typeface="IBM Plex Sans"/>
              </a:endParaRPr>
            </a:p>
          </p:txBody>
        </p:sp>
      </p:grpSp>
      <p:grpSp>
        <p:nvGrpSpPr>
          <p:cNvPr id="107" name="node34"/>
          <p:cNvGrpSpPr/>
          <p:nvPr/>
        </p:nvGrpSpPr>
        <p:grpSpPr>
          <a:xfrm>
            <a:off x="2918460" y="5257800"/>
            <a:ext cx="1965960" cy="685800"/>
            <a:chOff x="2918460" y="5257800"/>
            <a:chExt cx="1965960" cy="685800"/>
          </a:xfrm>
        </p:grpSpPr>
        <p:sp>
          <p:nvSpPr>
            <p:cNvPr id="66" name="node34.container"/>
            <p:cNvSpPr/>
            <p:nvPr/>
          </p:nvSpPr>
          <p:spPr>
            <a:xfrm>
              <a:off x="2918460" y="5257800"/>
              <a:ext cx="1965960" cy="685800"/>
            </a:xfrm>
            <a:prstGeom prst="rect">
              <a:avLst/>
            </a:prstGeom>
            <a:solidFill>
              <a:srgbClr val="E8EEF8"/>
            </a:solidFill>
            <a:ln>
              <a:noFill/>
            </a:ln>
          </p:spPr>
        </p:sp>
        <p:sp>
          <p:nvSpPr>
            <p:cNvPr id="67" name="node34.body.dxc-25-node34-body-1.paragraph"/>
            <p:cNvSpPr/>
            <p:nvPr/>
          </p:nvSpPr>
          <p:spPr>
            <a:xfrm>
              <a:off x="303276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PM goes beyond the backlog</a:t>
              </a:r>
              <a:endParaRPr lang="en-US" sz="1200" spc="0" kern="0" b="0" i="0" dirty="0">
                <a:solidFill>
                  <a:srgbClr val="50658E"/>
                </a:solidFill>
                <a:latin typeface="IBM Plex Sans"/>
                <a:ea typeface="IBM Plex Sans"/>
                <a:cs typeface="IBM Plex Sans"/>
              </a:endParaRPr>
            </a:p>
          </p:txBody>
        </p:sp>
      </p:grpSp>
      <p:grpSp>
        <p:nvGrpSpPr>
          <p:cNvPr id="108" name="node35"/>
          <p:cNvGrpSpPr/>
          <p:nvPr/>
        </p:nvGrpSpPr>
        <p:grpSpPr>
          <a:xfrm>
            <a:off x="5113020" y="5257800"/>
            <a:ext cx="1965960" cy="685800"/>
            <a:chOff x="5113020" y="5257800"/>
            <a:chExt cx="1965960" cy="685800"/>
          </a:xfrm>
        </p:grpSpPr>
        <p:sp>
          <p:nvSpPr>
            <p:cNvPr id="68" name="node35.container"/>
            <p:cNvSpPr/>
            <p:nvPr/>
          </p:nvSpPr>
          <p:spPr>
            <a:xfrm>
              <a:off x="5113020" y="5257800"/>
              <a:ext cx="1965960" cy="685800"/>
            </a:xfrm>
            <a:prstGeom prst="rect">
              <a:avLst/>
            </a:prstGeom>
            <a:solidFill>
              <a:srgbClr val="E8EEF8"/>
            </a:solidFill>
            <a:ln>
              <a:noFill/>
            </a:ln>
          </p:spPr>
        </p:sp>
        <p:sp>
          <p:nvSpPr>
            <p:cNvPr id="69" name="node35.body.dxc-25-node35-body-1.paragraph"/>
            <p:cNvSpPr/>
            <p:nvPr/>
          </p:nvSpPr>
          <p:spPr>
            <a:xfrm>
              <a:off x="522732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Carry the decision through</a:t>
              </a:r>
              <a:endParaRPr lang="en-US" sz="1200" spc="0" kern="0" b="0" i="0" dirty="0">
                <a:solidFill>
                  <a:srgbClr val="50658E"/>
                </a:solidFill>
                <a:latin typeface="IBM Plex Sans"/>
                <a:ea typeface="IBM Plex Sans"/>
                <a:cs typeface="IBM Plex Sans"/>
              </a:endParaRPr>
            </a:p>
          </p:txBody>
        </p:sp>
      </p:grpSp>
      <p:grpSp>
        <p:nvGrpSpPr>
          <p:cNvPr id="109" name="node36"/>
          <p:cNvGrpSpPr/>
          <p:nvPr/>
        </p:nvGrpSpPr>
        <p:grpSpPr>
          <a:xfrm>
            <a:off x="7307580" y="5257800"/>
            <a:ext cx="1965960" cy="685800"/>
            <a:chOff x="7307580" y="5257800"/>
            <a:chExt cx="1965960" cy="685800"/>
          </a:xfrm>
        </p:grpSpPr>
        <p:sp>
          <p:nvSpPr>
            <p:cNvPr id="70" name="node36.container"/>
            <p:cNvSpPr/>
            <p:nvPr/>
          </p:nvSpPr>
          <p:spPr>
            <a:xfrm>
              <a:off x="7307580" y="5257800"/>
              <a:ext cx="1965960" cy="685800"/>
            </a:xfrm>
            <a:prstGeom prst="rect">
              <a:avLst/>
            </a:prstGeom>
            <a:solidFill>
              <a:srgbClr val="E8EEF8"/>
            </a:solidFill>
            <a:ln>
              <a:noFill/>
            </a:ln>
          </p:spPr>
        </p:sp>
        <p:sp>
          <p:nvSpPr>
            <p:cNvPr id="71" name="node36.body.dxc-25-node36-body-1.paragraph"/>
            <p:cNvSpPr/>
            <p:nvPr/>
          </p:nvSpPr>
          <p:spPr>
            <a:xfrm>
              <a:off x="7421880" y="5372100"/>
              <a:ext cx="17373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Reduce late discovery</a:t>
              </a:r>
              <a:endParaRPr lang="en-US" sz="1200" spc="0" kern="0" b="0" i="0" dirty="0">
                <a:solidFill>
                  <a:srgbClr val="50658E"/>
                </a:solidFill>
                <a:latin typeface="IBM Plex Sans"/>
                <a:ea typeface="IBM Plex Sans"/>
                <a:cs typeface="IBM Plex Sans"/>
              </a:endParaRPr>
            </a:p>
          </p:txBody>
        </p:sp>
      </p:grpSp>
      <p:grpSp>
        <p:nvGrpSpPr>
          <p:cNvPr id="110" name="node37"/>
          <p:cNvGrpSpPr/>
          <p:nvPr/>
        </p:nvGrpSpPr>
        <p:grpSpPr>
          <a:xfrm>
            <a:off x="9502140" y="5257800"/>
            <a:ext cx="1965960" cy="685800"/>
            <a:chOff x="9502140" y="5257800"/>
            <a:chExt cx="1965960" cy="685800"/>
          </a:xfrm>
        </p:grpSpPr>
        <p:sp>
          <p:nvSpPr>
            <p:cNvPr id="72" name="node37.container"/>
            <p:cNvSpPr/>
            <p:nvPr/>
          </p:nvSpPr>
          <p:spPr>
            <a:xfrm>
              <a:off x="9502140" y="5257800"/>
              <a:ext cx="1965960" cy="685800"/>
            </a:xfrm>
            <a:prstGeom prst="rect">
              <a:avLst/>
            </a:prstGeom>
            <a:solidFill>
              <a:srgbClr val="E8EEF8"/>
            </a:solidFill>
            <a:ln>
              <a:noFill/>
            </a:ln>
          </p:spPr>
        </p:sp>
        <p:sp>
          <p:nvSpPr>
            <p:cNvPr id="73" name="node37.body.dxc-25-node37-body-1.paragraph"/>
            <p:cNvSpPr/>
            <p:nvPr/>
          </p:nvSpPr>
          <p:spPr>
            <a:xfrm>
              <a:off x="9616440" y="5372100"/>
              <a:ext cx="17373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Measure speed + quality</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dxc-02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RECOMMENDATION 01</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Outcome-led prioritization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26</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Product + Engineering · use commitment, scope and unplanned-work evidence.</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514600"/>
            <a:ext cx="5029200" cy="152400"/>
            <a:chOff x="723900" y="2514600"/>
            <a:chExt cx="5029200" cy="152400"/>
          </a:xfrm>
        </p:grpSpPr>
        <p:sp>
          <p:nvSpPr>
            <p:cNvPr id="8"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6438900" y="2514600"/>
            <a:ext cx="5029200" cy="152400"/>
            <a:chOff x="6438900" y="2514600"/>
            <a:chExt cx="5029200" cy="152400"/>
          </a:xfrm>
        </p:grpSpPr>
        <p:sp>
          <p:nvSpPr>
            <p:cNvPr id="9"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43" name="node04"/>
          <p:cNvGrpSpPr/>
          <p:nvPr/>
        </p:nvGrpSpPr>
        <p:grpSpPr>
          <a:xfrm>
            <a:off x="723900" y="2743200"/>
            <a:ext cx="5029200" cy="914400"/>
            <a:chOff x="723900" y="2743200"/>
            <a:chExt cx="5029200" cy="914400"/>
          </a:xfrm>
        </p:grpSpPr>
        <p:sp>
          <p:nvSpPr>
            <p:cNvPr id="10" name="node04.container"/>
            <p:cNvSpPr/>
            <p:nvPr/>
          </p:nvSpPr>
          <p:spPr>
            <a:xfrm>
              <a:off x="723900" y="2743200"/>
              <a:ext cx="5029200" cy="914400"/>
            </a:xfrm>
            <a:prstGeom prst="rect">
              <a:avLst/>
            </a:prstGeom>
            <a:solidFill>
              <a:srgbClr val="E8EEF8"/>
            </a:solidFill>
            <a:ln>
              <a:noFill/>
            </a:ln>
          </p:spPr>
        </p:sp>
        <p:sp>
          <p:nvSpPr>
            <p:cNvPr id="11" name="node04.edge"/>
            <p:cNvSpPr/>
            <p:nvPr/>
          </p:nvSpPr>
          <p:spPr>
            <a:xfrm>
              <a:off x="723900" y="2743200"/>
              <a:ext cx="38100" cy="914400"/>
            </a:xfrm>
            <a:prstGeom prst="rect">
              <a:avLst/>
            </a:prstGeom>
            <a:solidFill>
              <a:srgbClr val="0047FF"/>
            </a:solidFill>
            <a:ln>
              <a:noFill/>
            </a:ln>
          </p:spPr>
        </p:sp>
        <p:sp>
          <p:nvSpPr>
            <p:cNvPr id="12"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Decision criteria</a:t>
              </a:r>
              <a:endParaRPr lang="en-US" sz="1400" spc="0" kern="0" b="0" i="0" dirty="0">
                <a:solidFill>
                  <a:srgbClr val="070154"/>
                </a:solidFill>
                <a:latin typeface="IBM Plex Sans"/>
                <a:ea typeface="IBM Plex Sans"/>
                <a:cs typeface="IBM Plex Sans"/>
              </a:endParaRPr>
            </a:p>
          </p:txBody>
        </p:sp>
        <p:sp>
          <p:nvSpPr>
            <p:cNvPr id="14" name="node04.body.dxc-26-node04-body-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Value, urgency, feasibility and dependencies.</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Protected capacity</a:t>
              </a:r>
              <a:endParaRPr lang="en-US" sz="1400" spc="0" kern="0" b="0" i="0" dirty="0">
                <a:solidFill>
                  <a:srgbClr val="070154"/>
                </a:solidFill>
                <a:latin typeface="IBM Plex Sans"/>
                <a:ea typeface="IBM Plex Sans"/>
                <a:cs typeface="IBM Plex Sans"/>
              </a:endParaRPr>
            </a:p>
          </p:txBody>
        </p:sp>
        <p:sp>
          <p:nvSpPr>
            <p:cNvPr id="19" name="node05.body.dxc-26-node05-body-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Reserve support capacity; show 3–4 credible sprints.</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5029200"/>
            <a:ext cx="5029200" cy="914400"/>
            <a:chOff x="723900" y="5029200"/>
            <a:chExt cx="5029200" cy="914400"/>
          </a:xfrm>
        </p:grpSpPr>
        <p:sp>
          <p:nvSpPr>
            <p:cNvPr id="20" name="node06.container"/>
            <p:cNvSpPr/>
            <p:nvPr/>
          </p:nvSpPr>
          <p:spPr>
            <a:xfrm>
              <a:off x="723900" y="5029200"/>
              <a:ext cx="5029200" cy="914400"/>
            </a:xfrm>
            <a:prstGeom prst="rect">
              <a:avLst/>
            </a:prstGeom>
            <a:solidFill>
              <a:srgbClr val="E8EEF8"/>
            </a:solidFill>
            <a:ln>
              <a:noFill/>
            </a:ln>
          </p:spPr>
        </p:sp>
        <p:sp>
          <p:nvSpPr>
            <p:cNvPr id="21" name="node06.edge"/>
            <p:cNvSpPr/>
            <p:nvPr/>
          </p:nvSpPr>
          <p:spPr>
            <a:xfrm>
              <a:off x="723900" y="5029200"/>
              <a:ext cx="38100" cy="914400"/>
            </a:xfrm>
            <a:prstGeom prst="rect">
              <a:avLst/>
            </a:prstGeom>
            <a:solidFill>
              <a:srgbClr val="0047FF"/>
            </a:solidFill>
            <a:ln>
              <a:noFill/>
            </a:ln>
          </p:spPr>
        </p:sp>
        <p:sp>
          <p:nvSpPr>
            <p:cNvPr id="22"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Informed commitments</a:t>
              </a:r>
              <a:endParaRPr lang="en-US" sz="1400" spc="0" kern="0" b="0" i="0" dirty="0">
                <a:solidFill>
                  <a:srgbClr val="070154"/>
                </a:solidFill>
                <a:latin typeface="IBM Plex Sans"/>
                <a:ea typeface="IBM Plex Sans"/>
                <a:cs typeface="IBM Plex Sans"/>
              </a:endParaRPr>
            </a:p>
          </p:txBody>
        </p:sp>
        <p:sp>
          <p:nvSpPr>
            <p:cNvPr id="24" name="node06.body.dxc-26-node06-body-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Engineering effort and risk precede customer dates.</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6438900" y="2743200"/>
            <a:ext cx="5029200" cy="914400"/>
            <a:chOff x="6438900" y="2743200"/>
            <a:chExt cx="5029200" cy="914400"/>
          </a:xfrm>
        </p:grpSpPr>
        <p:sp>
          <p:nvSpPr>
            <p:cNvPr id="25" name="node07.container"/>
            <p:cNvSpPr/>
            <p:nvPr/>
          </p:nvSpPr>
          <p:spPr>
            <a:xfrm>
              <a:off x="6438900" y="2743200"/>
              <a:ext cx="5029200" cy="914400"/>
            </a:xfrm>
            <a:prstGeom prst="rect">
              <a:avLst/>
            </a:prstGeom>
            <a:solidFill>
              <a:srgbClr val="E8EEF8"/>
            </a:solidFill>
            <a:ln>
              <a:noFill/>
            </a:ln>
          </p:spPr>
        </p:sp>
        <p:sp>
          <p:nvSpPr>
            <p:cNvPr id="26" name="node07.edge"/>
            <p:cNvSpPr/>
            <p:nvPr/>
          </p:nvSpPr>
          <p:spPr>
            <a:xfrm>
              <a:off x="6438900" y="2743200"/>
              <a:ext cx="38100" cy="914400"/>
            </a:xfrm>
            <a:prstGeom prst="rect">
              <a:avLst/>
            </a:prstGeom>
            <a:solidFill>
              <a:srgbClr val="0047FF"/>
            </a:solidFill>
            <a:ln>
              <a:noFill/>
            </a:ln>
          </p:spPr>
        </p:sp>
        <p:sp>
          <p:nvSpPr>
            <p:cNvPr id="27"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Live initiative</a:t>
              </a:r>
              <a:endParaRPr lang="en-US" sz="1400" spc="0" kern="0" b="0" i="0" dirty="0">
                <a:solidFill>
                  <a:srgbClr val="070154"/>
                </a:solidFill>
                <a:latin typeface="IBM Plex Sans"/>
                <a:ea typeface="IBM Plex Sans"/>
                <a:cs typeface="IBM Plex Sans"/>
              </a:endParaRPr>
            </a:p>
          </p:txBody>
        </p:sp>
        <p:sp>
          <p:nvSpPr>
            <p:cNvPr id="29" name="node07.body.dxc-26-node07-body-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Apply the criteria to the next priority decision.</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6438900" y="3886200"/>
            <a:ext cx="5029200" cy="914400"/>
            <a:chOff x="6438900" y="3886200"/>
            <a:chExt cx="5029200" cy="914400"/>
          </a:xfrm>
        </p:grpSpPr>
        <p:sp>
          <p:nvSpPr>
            <p:cNvPr id="30" name="node08.container"/>
            <p:cNvSpPr/>
            <p:nvPr/>
          </p:nvSpPr>
          <p:spPr>
            <a:xfrm>
              <a:off x="6438900" y="3886200"/>
              <a:ext cx="5029200" cy="914400"/>
            </a:xfrm>
            <a:prstGeom prst="rect">
              <a:avLst/>
            </a:prstGeom>
            <a:solidFill>
              <a:srgbClr val="E8EEF8"/>
            </a:solidFill>
            <a:ln>
              <a:noFill/>
            </a:ln>
          </p:spPr>
        </p:sp>
        <p:sp>
          <p:nvSpPr>
            <p:cNvPr id="31" name="node08.edge"/>
            <p:cNvSpPr/>
            <p:nvPr/>
          </p:nvSpPr>
          <p:spPr>
            <a:xfrm>
              <a:off x="6438900" y="3886200"/>
              <a:ext cx="38100" cy="914400"/>
            </a:xfrm>
            <a:prstGeom prst="rect">
              <a:avLst/>
            </a:prstGeom>
            <a:solidFill>
              <a:srgbClr val="0047FF"/>
            </a:solidFill>
            <a:ln>
              <a:noFill/>
            </a:ln>
          </p:spPr>
        </p:sp>
        <p:sp>
          <p:nvSpPr>
            <p:cNvPr id="32"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Record trade-offs</a:t>
              </a:r>
              <a:endParaRPr lang="en-US" sz="1400" spc="0" kern="0" b="0" i="0" dirty="0">
                <a:solidFill>
                  <a:srgbClr val="070154"/>
                </a:solidFill>
                <a:latin typeface="IBM Plex Sans"/>
                <a:ea typeface="IBM Plex Sans"/>
                <a:cs typeface="IBM Plex Sans"/>
              </a:endParaRPr>
            </a:p>
          </p:txBody>
        </p:sp>
        <p:sp>
          <p:nvSpPr>
            <p:cNvPr id="34" name="node08.body.dxc-26-node08-body-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Compare scope with evidence and available capacity.</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438900" y="5029200"/>
            <a:ext cx="5029200" cy="914400"/>
            <a:chOff x="6438900" y="5029200"/>
            <a:chExt cx="5029200" cy="914400"/>
          </a:xfrm>
        </p:grpSpPr>
        <p:sp>
          <p:nvSpPr>
            <p:cNvPr id="35" name="node09.container"/>
            <p:cNvSpPr/>
            <p:nvPr/>
          </p:nvSpPr>
          <p:spPr>
            <a:xfrm>
              <a:off x="6438900" y="5029200"/>
              <a:ext cx="5029200" cy="914400"/>
            </a:xfrm>
            <a:prstGeom prst="rect">
              <a:avLst/>
            </a:prstGeom>
            <a:solidFill>
              <a:srgbClr val="E8EEF8"/>
            </a:solidFill>
            <a:ln>
              <a:noFill/>
            </a:ln>
          </p:spPr>
        </p:sp>
        <p:sp>
          <p:nvSpPr>
            <p:cNvPr id="36" name="node09.edge"/>
            <p:cNvSpPr/>
            <p:nvPr/>
          </p:nvSpPr>
          <p:spPr>
            <a:xfrm>
              <a:off x="6438900" y="5029200"/>
              <a:ext cx="38100" cy="914400"/>
            </a:xfrm>
            <a:prstGeom prst="rect">
              <a:avLst/>
            </a:prstGeom>
            <a:solidFill>
              <a:srgbClr val="0047FF"/>
            </a:solidFill>
            <a:ln>
              <a:noFill/>
            </a:ln>
          </p:spPr>
        </p:sp>
        <p:sp>
          <p:nvSpPr>
            <p:cNvPr id="37"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Review predictability</a:t>
              </a:r>
              <a:endParaRPr lang="en-US" sz="1400" spc="0" kern="0" b="0" i="0" dirty="0">
                <a:solidFill>
                  <a:srgbClr val="070154"/>
                </a:solidFill>
                <a:latin typeface="IBM Plex Sans"/>
                <a:ea typeface="IBM Plex Sans"/>
                <a:cs typeface="IBM Plex Sans"/>
              </a:endParaRPr>
            </a:p>
          </p:txBody>
        </p:sp>
        <p:sp>
          <p:nvSpPr>
            <p:cNvPr id="39" name="node09.body.dxc-26-node09-body-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Track scope changes, rework and flow data.</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dxc-02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RECOMMENDATION 02</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Product as business ownership</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27</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Product leadership · evidence-backed decisions and post-launch learning.</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514600"/>
            <a:ext cx="5029200" cy="152400"/>
            <a:chOff x="723900" y="2514600"/>
            <a:chExt cx="5029200" cy="152400"/>
          </a:xfrm>
        </p:grpSpPr>
        <p:sp>
          <p:nvSpPr>
            <p:cNvPr id="8"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6438900" y="2514600"/>
            <a:ext cx="5029200" cy="152400"/>
            <a:chOff x="6438900" y="2514600"/>
            <a:chExt cx="5029200" cy="152400"/>
          </a:xfrm>
        </p:grpSpPr>
        <p:sp>
          <p:nvSpPr>
            <p:cNvPr id="9"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43" name="node04"/>
          <p:cNvGrpSpPr/>
          <p:nvPr/>
        </p:nvGrpSpPr>
        <p:grpSpPr>
          <a:xfrm>
            <a:off x="723900" y="2743200"/>
            <a:ext cx="5029200" cy="914400"/>
            <a:chOff x="723900" y="2743200"/>
            <a:chExt cx="5029200" cy="914400"/>
          </a:xfrm>
        </p:grpSpPr>
        <p:sp>
          <p:nvSpPr>
            <p:cNvPr id="10" name="node04.container"/>
            <p:cNvSpPr/>
            <p:nvPr/>
          </p:nvSpPr>
          <p:spPr>
            <a:xfrm>
              <a:off x="723900" y="2743200"/>
              <a:ext cx="5029200" cy="914400"/>
            </a:xfrm>
            <a:prstGeom prst="rect">
              <a:avLst/>
            </a:prstGeom>
            <a:solidFill>
              <a:srgbClr val="E8EEF8"/>
            </a:solidFill>
            <a:ln>
              <a:noFill/>
            </a:ln>
          </p:spPr>
        </p:sp>
        <p:sp>
          <p:nvSpPr>
            <p:cNvPr id="11" name="node04.edge"/>
            <p:cNvSpPr/>
            <p:nvPr/>
          </p:nvSpPr>
          <p:spPr>
            <a:xfrm>
              <a:off x="723900" y="2743200"/>
              <a:ext cx="38100" cy="914400"/>
            </a:xfrm>
            <a:prstGeom prst="rect">
              <a:avLst/>
            </a:prstGeom>
            <a:solidFill>
              <a:srgbClr val="0047FF"/>
            </a:solidFill>
            <a:ln>
              <a:noFill/>
            </a:ln>
          </p:spPr>
        </p:sp>
        <p:sp>
          <p:nvSpPr>
            <p:cNvPr id="12"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Own outcomes</a:t>
              </a:r>
              <a:endParaRPr lang="en-US" sz="1400" spc="0" kern="0" b="0" i="0" dirty="0">
                <a:solidFill>
                  <a:srgbClr val="070154"/>
                </a:solidFill>
                <a:latin typeface="IBM Plex Sans"/>
                <a:ea typeface="IBM Plex Sans"/>
                <a:cs typeface="IBM Plex Sans"/>
              </a:endParaRPr>
            </a:p>
          </p:txBody>
        </p:sp>
        <p:sp>
          <p:nvSpPr>
            <p:cNvPr id="14" name="node04.body.dxc-27-node04-body-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Customer evidence through post-launch learning.</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Decision rights</a:t>
              </a:r>
              <a:endParaRPr lang="en-US" sz="1400" spc="0" kern="0" b="0" i="0" dirty="0">
                <a:solidFill>
                  <a:srgbClr val="070154"/>
                </a:solidFill>
                <a:latin typeface="IBM Plex Sans"/>
                <a:ea typeface="IBM Plex Sans"/>
                <a:cs typeface="IBM Plex Sans"/>
              </a:endParaRPr>
            </a:p>
          </p:txBody>
        </p:sp>
        <p:sp>
          <p:nvSpPr>
            <p:cNvPr id="19" name="node05.body.dxc-27-node05-body-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Clarify PM, PO, Engineering, Sales and Ops roles.</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5029200"/>
            <a:ext cx="5029200" cy="914400"/>
            <a:chOff x="723900" y="5029200"/>
            <a:chExt cx="5029200" cy="914400"/>
          </a:xfrm>
        </p:grpSpPr>
        <p:sp>
          <p:nvSpPr>
            <p:cNvPr id="20" name="node06.container"/>
            <p:cNvSpPr/>
            <p:nvPr/>
          </p:nvSpPr>
          <p:spPr>
            <a:xfrm>
              <a:off x="723900" y="5029200"/>
              <a:ext cx="5029200" cy="914400"/>
            </a:xfrm>
            <a:prstGeom prst="rect">
              <a:avLst/>
            </a:prstGeom>
            <a:solidFill>
              <a:srgbClr val="E8EEF8"/>
            </a:solidFill>
            <a:ln>
              <a:noFill/>
            </a:ln>
          </p:spPr>
        </p:sp>
        <p:sp>
          <p:nvSpPr>
            <p:cNvPr id="21" name="node06.edge"/>
            <p:cNvSpPr/>
            <p:nvPr/>
          </p:nvSpPr>
          <p:spPr>
            <a:xfrm>
              <a:off x="723900" y="5029200"/>
              <a:ext cx="38100" cy="914400"/>
            </a:xfrm>
            <a:prstGeom prst="rect">
              <a:avLst/>
            </a:prstGeom>
            <a:solidFill>
              <a:srgbClr val="0047FF"/>
            </a:solidFill>
            <a:ln>
              <a:noFill/>
            </a:ln>
          </p:spPr>
        </p:sp>
        <p:sp>
          <p:nvSpPr>
            <p:cNvPr id="22"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Business context</a:t>
              </a:r>
              <a:endParaRPr lang="en-US" sz="1400" spc="0" kern="0" b="0" i="0" dirty="0">
                <a:solidFill>
                  <a:srgbClr val="070154"/>
                </a:solidFill>
                <a:latin typeface="IBM Plex Sans"/>
                <a:ea typeface="IBM Plex Sans"/>
                <a:cs typeface="IBM Plex Sans"/>
              </a:endParaRPr>
            </a:p>
          </p:txBody>
        </p:sp>
        <p:sp>
          <p:nvSpPr>
            <p:cNvPr id="24" name="node06.body.dxc-27-node06-body-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Carry decision logic in the opportunity brief and PRD.</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6438900" y="2743200"/>
            <a:ext cx="5029200" cy="914400"/>
            <a:chOff x="6438900" y="2743200"/>
            <a:chExt cx="5029200" cy="914400"/>
          </a:xfrm>
        </p:grpSpPr>
        <p:sp>
          <p:nvSpPr>
            <p:cNvPr id="25" name="node07.container"/>
            <p:cNvSpPr/>
            <p:nvPr/>
          </p:nvSpPr>
          <p:spPr>
            <a:xfrm>
              <a:off x="6438900" y="2743200"/>
              <a:ext cx="5029200" cy="914400"/>
            </a:xfrm>
            <a:prstGeom prst="rect">
              <a:avLst/>
            </a:prstGeom>
            <a:solidFill>
              <a:srgbClr val="E8EEF8"/>
            </a:solidFill>
            <a:ln>
              <a:noFill/>
            </a:ln>
          </p:spPr>
        </p:sp>
        <p:sp>
          <p:nvSpPr>
            <p:cNvPr id="26" name="node07.edge"/>
            <p:cNvSpPr/>
            <p:nvPr/>
          </p:nvSpPr>
          <p:spPr>
            <a:xfrm>
              <a:off x="6438900" y="2743200"/>
              <a:ext cx="38100" cy="914400"/>
            </a:xfrm>
            <a:prstGeom prst="rect">
              <a:avLst/>
            </a:prstGeom>
            <a:solidFill>
              <a:srgbClr val="0047FF"/>
            </a:solidFill>
            <a:ln>
              <a:noFill/>
            </a:ln>
          </p:spPr>
        </p:sp>
        <p:sp>
          <p:nvSpPr>
            <p:cNvPr id="27"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Find one gap</a:t>
              </a:r>
              <a:endParaRPr lang="en-US" sz="1400" spc="0" kern="0" b="0" i="0" dirty="0">
                <a:solidFill>
                  <a:srgbClr val="070154"/>
                </a:solidFill>
                <a:latin typeface="IBM Plex Sans"/>
                <a:ea typeface="IBM Plex Sans"/>
                <a:cs typeface="IBM Plex Sans"/>
              </a:endParaRPr>
            </a:p>
          </p:txBody>
        </p:sp>
        <p:sp>
          <p:nvSpPr>
            <p:cNvPr id="29" name="node07.body.dxc-27-node07-body-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 rights that slow the live initiative.</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6438900" y="3886200"/>
            <a:ext cx="5029200" cy="914400"/>
            <a:chOff x="6438900" y="3886200"/>
            <a:chExt cx="5029200" cy="914400"/>
          </a:xfrm>
        </p:grpSpPr>
        <p:sp>
          <p:nvSpPr>
            <p:cNvPr id="30" name="node08.container"/>
            <p:cNvSpPr/>
            <p:nvPr/>
          </p:nvSpPr>
          <p:spPr>
            <a:xfrm>
              <a:off x="6438900" y="3886200"/>
              <a:ext cx="5029200" cy="914400"/>
            </a:xfrm>
            <a:prstGeom prst="rect">
              <a:avLst/>
            </a:prstGeom>
            <a:solidFill>
              <a:srgbClr val="E8EEF8"/>
            </a:solidFill>
            <a:ln>
              <a:noFill/>
            </a:ln>
          </p:spPr>
        </p:sp>
        <p:sp>
          <p:nvSpPr>
            <p:cNvPr id="31" name="node08.edge"/>
            <p:cNvSpPr/>
            <p:nvPr/>
          </p:nvSpPr>
          <p:spPr>
            <a:xfrm>
              <a:off x="6438900" y="3886200"/>
              <a:ext cx="38100" cy="914400"/>
            </a:xfrm>
            <a:prstGeom prst="rect">
              <a:avLst/>
            </a:prstGeom>
            <a:solidFill>
              <a:srgbClr val="0047FF"/>
            </a:solidFill>
            <a:ln>
              <a:noFill/>
            </a:ln>
          </p:spPr>
        </p:sp>
        <p:sp>
          <p:nvSpPr>
            <p:cNvPr id="32"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Name the PM owner</a:t>
              </a:r>
              <a:endParaRPr lang="en-US" sz="1400" spc="0" kern="0" b="0" i="0" dirty="0">
                <a:solidFill>
                  <a:srgbClr val="070154"/>
                </a:solidFill>
                <a:latin typeface="IBM Plex Sans"/>
                <a:ea typeface="IBM Plex Sans"/>
                <a:cs typeface="IBM Plex Sans"/>
              </a:endParaRPr>
            </a:p>
          </p:txBody>
        </p:sp>
        <p:sp>
          <p:nvSpPr>
            <p:cNvPr id="34" name="node08.body.dxc-27-node08-body-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Assign ownership for outcomes and the learning loop.</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438900" y="5029200"/>
            <a:ext cx="5029200" cy="914400"/>
            <a:chOff x="6438900" y="5029200"/>
            <a:chExt cx="5029200" cy="914400"/>
          </a:xfrm>
        </p:grpSpPr>
        <p:sp>
          <p:nvSpPr>
            <p:cNvPr id="35" name="node09.container"/>
            <p:cNvSpPr/>
            <p:nvPr/>
          </p:nvSpPr>
          <p:spPr>
            <a:xfrm>
              <a:off x="6438900" y="5029200"/>
              <a:ext cx="5029200" cy="914400"/>
            </a:xfrm>
            <a:prstGeom prst="rect">
              <a:avLst/>
            </a:prstGeom>
            <a:solidFill>
              <a:srgbClr val="E8EEF8"/>
            </a:solidFill>
            <a:ln>
              <a:noFill/>
            </a:ln>
          </p:spPr>
        </p:sp>
        <p:sp>
          <p:nvSpPr>
            <p:cNvPr id="36" name="node09.edge"/>
            <p:cNvSpPr/>
            <p:nvPr/>
          </p:nvSpPr>
          <p:spPr>
            <a:xfrm>
              <a:off x="6438900" y="5029200"/>
              <a:ext cx="38100" cy="914400"/>
            </a:xfrm>
            <a:prstGeom prst="rect">
              <a:avLst/>
            </a:prstGeom>
            <a:solidFill>
              <a:srgbClr val="0047FF"/>
            </a:solidFill>
            <a:ln>
              <a:noFill/>
            </a:ln>
          </p:spPr>
        </p:sp>
        <p:sp>
          <p:nvSpPr>
            <p:cNvPr id="37"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Review results</a:t>
              </a:r>
              <a:endParaRPr lang="en-US" sz="1400" spc="0" kern="0" b="0" i="0" dirty="0">
                <a:solidFill>
                  <a:srgbClr val="070154"/>
                </a:solidFill>
                <a:latin typeface="IBM Plex Sans"/>
                <a:ea typeface="IBM Plex Sans"/>
                <a:cs typeface="IBM Plex Sans"/>
              </a:endParaRPr>
            </a:p>
          </p:txBody>
        </p:sp>
        <p:sp>
          <p:nvSpPr>
            <p:cNvPr id="39" name="node09.body.dxc-27-node09-body-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Adoption and business results alongside delivery.</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dxc-02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RECOMMENDATION 03</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Make the definition path repeatable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28</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Product + Engineering · measure handoff quality, rework and decision clarity.</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514600"/>
            <a:ext cx="5029200" cy="152400"/>
            <a:chOff x="723900" y="2514600"/>
            <a:chExt cx="5029200" cy="152400"/>
          </a:xfrm>
        </p:grpSpPr>
        <p:sp>
          <p:nvSpPr>
            <p:cNvPr id="8"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6438900" y="2514600"/>
            <a:ext cx="5029200" cy="152400"/>
            <a:chOff x="6438900" y="2514600"/>
            <a:chExt cx="5029200" cy="152400"/>
          </a:xfrm>
        </p:grpSpPr>
        <p:sp>
          <p:nvSpPr>
            <p:cNvPr id="9"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43" name="node04"/>
          <p:cNvGrpSpPr/>
          <p:nvPr/>
        </p:nvGrpSpPr>
        <p:grpSpPr>
          <a:xfrm>
            <a:off x="723900" y="2743200"/>
            <a:ext cx="5029200" cy="914400"/>
            <a:chOff x="723900" y="2743200"/>
            <a:chExt cx="5029200" cy="914400"/>
          </a:xfrm>
        </p:grpSpPr>
        <p:sp>
          <p:nvSpPr>
            <p:cNvPr id="10" name="node04.container"/>
            <p:cNvSpPr/>
            <p:nvPr/>
          </p:nvSpPr>
          <p:spPr>
            <a:xfrm>
              <a:off x="723900" y="2743200"/>
              <a:ext cx="5029200" cy="914400"/>
            </a:xfrm>
            <a:prstGeom prst="rect">
              <a:avLst/>
            </a:prstGeom>
            <a:solidFill>
              <a:srgbClr val="E8EEF8"/>
            </a:solidFill>
            <a:ln>
              <a:noFill/>
            </a:ln>
          </p:spPr>
        </p:sp>
        <p:sp>
          <p:nvSpPr>
            <p:cNvPr id="11" name="node04.edge"/>
            <p:cNvSpPr/>
            <p:nvPr/>
          </p:nvSpPr>
          <p:spPr>
            <a:xfrm>
              <a:off x="723900" y="2743200"/>
              <a:ext cx="38100" cy="914400"/>
            </a:xfrm>
            <a:prstGeom prst="rect">
              <a:avLst/>
            </a:prstGeom>
            <a:solidFill>
              <a:srgbClr val="0047FF"/>
            </a:solidFill>
            <a:ln>
              <a:noFill/>
            </a:ln>
          </p:spPr>
        </p:sp>
        <p:sp>
          <p:nvSpPr>
            <p:cNvPr id="12"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Opportunity content</a:t>
              </a:r>
              <a:endParaRPr lang="en-US" sz="1400" spc="0" kern="0" b="0" i="0" dirty="0">
                <a:solidFill>
                  <a:srgbClr val="070154"/>
                </a:solidFill>
                <a:latin typeface="IBM Plex Sans"/>
                <a:ea typeface="IBM Plex Sans"/>
                <a:cs typeface="IBM Plex Sans"/>
              </a:endParaRPr>
            </a:p>
          </p:txBody>
        </p:sp>
        <p:sp>
          <p:nvSpPr>
            <p:cNvPr id="14" name="node04.body.dxc-28-node04-body-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Problem, evidence, outcome, decision and why now.</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Carry the logic</a:t>
              </a:r>
              <a:endParaRPr lang="en-US" sz="1400" spc="0" kern="0" b="0" i="0" dirty="0">
                <a:solidFill>
                  <a:srgbClr val="070154"/>
                </a:solidFill>
                <a:latin typeface="IBM Plex Sans"/>
                <a:ea typeface="IBM Plex Sans"/>
                <a:cs typeface="IBM Plex Sans"/>
              </a:endParaRPr>
            </a:p>
          </p:txBody>
        </p:sp>
        <p:sp>
          <p:nvSpPr>
            <p:cNvPr id="19" name="node05.body.dxc-28-node05-body-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PRD → feature / epic → design → delivery plan.</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5029200"/>
            <a:ext cx="5029200" cy="914400"/>
            <a:chOff x="723900" y="5029200"/>
            <a:chExt cx="5029200" cy="914400"/>
          </a:xfrm>
        </p:grpSpPr>
        <p:sp>
          <p:nvSpPr>
            <p:cNvPr id="20" name="node06.container"/>
            <p:cNvSpPr/>
            <p:nvPr/>
          </p:nvSpPr>
          <p:spPr>
            <a:xfrm>
              <a:off x="723900" y="5029200"/>
              <a:ext cx="5029200" cy="914400"/>
            </a:xfrm>
            <a:prstGeom prst="rect">
              <a:avLst/>
            </a:prstGeom>
            <a:solidFill>
              <a:srgbClr val="E8EEF8"/>
            </a:solidFill>
            <a:ln>
              <a:noFill/>
            </a:ln>
          </p:spPr>
        </p:sp>
        <p:sp>
          <p:nvSpPr>
            <p:cNvPr id="21" name="node06.edge"/>
            <p:cNvSpPr/>
            <p:nvPr/>
          </p:nvSpPr>
          <p:spPr>
            <a:xfrm>
              <a:off x="723900" y="5029200"/>
              <a:ext cx="38100" cy="914400"/>
            </a:xfrm>
            <a:prstGeom prst="rect">
              <a:avLst/>
            </a:prstGeom>
            <a:solidFill>
              <a:srgbClr val="0047FF"/>
            </a:solidFill>
            <a:ln>
              <a:noFill/>
            </a:ln>
          </p:spPr>
        </p:sp>
        <p:sp>
          <p:nvSpPr>
            <p:cNvPr id="22"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Before commitment</a:t>
              </a:r>
              <a:endParaRPr lang="en-US" sz="1400" spc="0" kern="0" b="0" i="0" dirty="0">
                <a:solidFill>
                  <a:srgbClr val="070154"/>
                </a:solidFill>
                <a:latin typeface="IBM Plex Sans"/>
                <a:ea typeface="IBM Plex Sans"/>
                <a:cs typeface="IBM Plex Sans"/>
              </a:endParaRPr>
            </a:p>
          </p:txBody>
        </p:sp>
        <p:sp>
          <p:nvSpPr>
            <p:cNvPr id="24" name="node06.body.dxc-28-node06-body-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Name owners, acceptance, dependencies and evidence.</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6438900" y="2743200"/>
            <a:ext cx="5029200" cy="914400"/>
            <a:chOff x="6438900" y="2743200"/>
            <a:chExt cx="5029200" cy="914400"/>
          </a:xfrm>
        </p:grpSpPr>
        <p:sp>
          <p:nvSpPr>
            <p:cNvPr id="25" name="node07.container"/>
            <p:cNvSpPr/>
            <p:nvPr/>
          </p:nvSpPr>
          <p:spPr>
            <a:xfrm>
              <a:off x="6438900" y="2743200"/>
              <a:ext cx="5029200" cy="914400"/>
            </a:xfrm>
            <a:prstGeom prst="rect">
              <a:avLst/>
            </a:prstGeom>
            <a:solidFill>
              <a:srgbClr val="E8EEF8"/>
            </a:solidFill>
            <a:ln>
              <a:noFill/>
            </a:ln>
          </p:spPr>
        </p:sp>
        <p:sp>
          <p:nvSpPr>
            <p:cNvPr id="26" name="node07.edge"/>
            <p:cNvSpPr/>
            <p:nvPr/>
          </p:nvSpPr>
          <p:spPr>
            <a:xfrm>
              <a:off x="6438900" y="2743200"/>
              <a:ext cx="38100" cy="914400"/>
            </a:xfrm>
            <a:prstGeom prst="rect">
              <a:avLst/>
            </a:prstGeom>
            <a:solidFill>
              <a:srgbClr val="0047FF"/>
            </a:solidFill>
            <a:ln>
              <a:noFill/>
            </a:ln>
          </p:spPr>
        </p:sp>
        <p:sp>
          <p:nvSpPr>
            <p:cNvPr id="27"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Start from a signal</a:t>
              </a:r>
              <a:endParaRPr lang="en-US" sz="1400" spc="0" kern="0" b="0" i="0" dirty="0">
                <a:solidFill>
                  <a:srgbClr val="070154"/>
                </a:solidFill>
                <a:latin typeface="IBM Plex Sans"/>
                <a:ea typeface="IBM Plex Sans"/>
                <a:cs typeface="IBM Plex Sans"/>
              </a:endParaRPr>
            </a:p>
          </p:txBody>
        </p:sp>
        <p:sp>
          <p:nvSpPr>
            <p:cNvPr id="29" name="node07.body.dxc-28-node07-body-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Complete one live opportunity brief.</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6438900" y="3886200"/>
            <a:ext cx="5029200" cy="914400"/>
            <a:chOff x="6438900" y="3886200"/>
            <a:chExt cx="5029200" cy="914400"/>
          </a:xfrm>
        </p:grpSpPr>
        <p:sp>
          <p:nvSpPr>
            <p:cNvPr id="30" name="node08.container"/>
            <p:cNvSpPr/>
            <p:nvPr/>
          </p:nvSpPr>
          <p:spPr>
            <a:xfrm>
              <a:off x="6438900" y="3886200"/>
              <a:ext cx="5029200" cy="914400"/>
            </a:xfrm>
            <a:prstGeom prst="rect">
              <a:avLst/>
            </a:prstGeom>
            <a:solidFill>
              <a:srgbClr val="E8EEF8"/>
            </a:solidFill>
            <a:ln>
              <a:noFill/>
            </a:ln>
          </p:spPr>
        </p:sp>
        <p:sp>
          <p:nvSpPr>
            <p:cNvPr id="31" name="node08.edge"/>
            <p:cNvSpPr/>
            <p:nvPr/>
          </p:nvSpPr>
          <p:spPr>
            <a:xfrm>
              <a:off x="6438900" y="3886200"/>
              <a:ext cx="38100" cy="914400"/>
            </a:xfrm>
            <a:prstGeom prst="rect">
              <a:avLst/>
            </a:prstGeom>
            <a:solidFill>
              <a:srgbClr val="0047FF"/>
            </a:solidFill>
            <a:ln>
              <a:noFill/>
            </a:ln>
          </p:spPr>
        </p:sp>
        <p:sp>
          <p:nvSpPr>
            <p:cNvPr id="32"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Review before PRD</a:t>
              </a:r>
              <a:endParaRPr lang="en-US" sz="1400" spc="0" kern="0" b="0" i="0" dirty="0">
                <a:solidFill>
                  <a:srgbClr val="070154"/>
                </a:solidFill>
                <a:latin typeface="IBM Plex Sans"/>
                <a:ea typeface="IBM Plex Sans"/>
                <a:cs typeface="IBM Plex Sans"/>
              </a:endParaRPr>
            </a:p>
          </p:txBody>
        </p:sp>
        <p:sp>
          <p:nvSpPr>
            <p:cNvPr id="34" name="node08.body.dxc-28-node08-body-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 Eng, UX and sponsor review the brief.</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438900" y="5029200"/>
            <a:ext cx="5029200" cy="914400"/>
            <a:chOff x="6438900" y="5029200"/>
            <a:chExt cx="5029200" cy="914400"/>
          </a:xfrm>
        </p:grpSpPr>
        <p:sp>
          <p:nvSpPr>
            <p:cNvPr id="35" name="node09.container"/>
            <p:cNvSpPr/>
            <p:nvPr/>
          </p:nvSpPr>
          <p:spPr>
            <a:xfrm>
              <a:off x="6438900" y="5029200"/>
              <a:ext cx="5029200" cy="914400"/>
            </a:xfrm>
            <a:prstGeom prst="rect">
              <a:avLst/>
            </a:prstGeom>
            <a:solidFill>
              <a:srgbClr val="E8EEF8"/>
            </a:solidFill>
            <a:ln>
              <a:noFill/>
            </a:ln>
          </p:spPr>
        </p:sp>
        <p:sp>
          <p:nvSpPr>
            <p:cNvPr id="36" name="node09.edge"/>
            <p:cNvSpPr/>
            <p:nvPr/>
          </p:nvSpPr>
          <p:spPr>
            <a:xfrm>
              <a:off x="6438900" y="5029200"/>
              <a:ext cx="38100" cy="914400"/>
            </a:xfrm>
            <a:prstGeom prst="rect">
              <a:avLst/>
            </a:prstGeom>
            <a:solidFill>
              <a:srgbClr val="0047FF"/>
            </a:solidFill>
            <a:ln>
              <a:noFill/>
            </a:ln>
          </p:spPr>
        </p:sp>
        <p:sp>
          <p:nvSpPr>
            <p:cNvPr id="37"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Trace handoffs</a:t>
              </a:r>
              <a:endParaRPr lang="en-US" sz="1400" spc="0" kern="0" b="0" i="0" dirty="0">
                <a:solidFill>
                  <a:srgbClr val="070154"/>
                </a:solidFill>
                <a:latin typeface="IBM Plex Sans"/>
                <a:ea typeface="IBM Plex Sans"/>
                <a:cs typeface="IBM Plex Sans"/>
              </a:endParaRPr>
            </a:p>
          </p:txBody>
        </p:sp>
        <p:sp>
          <p:nvSpPr>
            <p:cNvPr id="39" name="node09.body.dxc-28-node09-body-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Record gaps and rework through the delivery plan.</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dxc-029">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RECOMMENDATION 04</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Collaborate before commitment</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29</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Product + Engineering · measure rework, wait time and earlier issue discovery.</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514600"/>
            <a:ext cx="5029200" cy="152400"/>
            <a:chOff x="723900" y="2514600"/>
            <a:chExt cx="5029200" cy="152400"/>
          </a:xfrm>
        </p:grpSpPr>
        <p:sp>
          <p:nvSpPr>
            <p:cNvPr id="8"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6438900" y="2514600"/>
            <a:ext cx="5029200" cy="152400"/>
            <a:chOff x="6438900" y="2514600"/>
            <a:chExt cx="5029200" cy="152400"/>
          </a:xfrm>
        </p:grpSpPr>
        <p:sp>
          <p:nvSpPr>
            <p:cNvPr id="9"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43" name="node04"/>
          <p:cNvGrpSpPr/>
          <p:nvPr/>
        </p:nvGrpSpPr>
        <p:grpSpPr>
          <a:xfrm>
            <a:off x="723900" y="2743200"/>
            <a:ext cx="5029200" cy="914400"/>
            <a:chOff x="723900" y="2743200"/>
            <a:chExt cx="5029200" cy="914400"/>
          </a:xfrm>
        </p:grpSpPr>
        <p:sp>
          <p:nvSpPr>
            <p:cNvPr id="10" name="node04.container"/>
            <p:cNvSpPr/>
            <p:nvPr/>
          </p:nvSpPr>
          <p:spPr>
            <a:xfrm>
              <a:off x="723900" y="2743200"/>
              <a:ext cx="5029200" cy="914400"/>
            </a:xfrm>
            <a:prstGeom prst="rect">
              <a:avLst/>
            </a:prstGeom>
            <a:solidFill>
              <a:srgbClr val="E8EEF8"/>
            </a:solidFill>
            <a:ln>
              <a:noFill/>
            </a:ln>
          </p:spPr>
        </p:sp>
        <p:sp>
          <p:nvSpPr>
            <p:cNvPr id="11" name="node04.edge"/>
            <p:cNvSpPr/>
            <p:nvPr/>
          </p:nvSpPr>
          <p:spPr>
            <a:xfrm>
              <a:off x="723900" y="2743200"/>
              <a:ext cx="38100" cy="914400"/>
            </a:xfrm>
            <a:prstGeom prst="rect">
              <a:avLst/>
            </a:prstGeom>
            <a:solidFill>
              <a:srgbClr val="0047FF"/>
            </a:solidFill>
            <a:ln>
              <a:noFill/>
            </a:ln>
          </p:spPr>
        </p:sp>
        <p:sp>
          <p:nvSpPr>
            <p:cNvPr id="12"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Minimum team</a:t>
              </a:r>
              <a:endParaRPr lang="en-US" sz="1400" spc="0" kern="0" b="0" i="0" dirty="0">
                <a:solidFill>
                  <a:srgbClr val="070154"/>
                </a:solidFill>
                <a:latin typeface="IBM Plex Sans"/>
                <a:ea typeface="IBM Plex Sans"/>
                <a:cs typeface="IBM Plex Sans"/>
              </a:endParaRPr>
            </a:p>
          </p:txBody>
        </p:sp>
        <p:sp>
          <p:nvSpPr>
            <p:cNvPr id="14" name="node04.body.dxc-29-node04-body-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Name the team and artifacts before commitment.</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Early feasibility</a:t>
              </a:r>
              <a:endParaRPr lang="en-US" sz="1400" spc="0" kern="0" b="0" i="0" dirty="0">
                <a:solidFill>
                  <a:srgbClr val="070154"/>
                </a:solidFill>
                <a:latin typeface="IBM Plex Sans"/>
                <a:ea typeface="IBM Plex Sans"/>
                <a:cs typeface="IBM Plex Sans"/>
              </a:endParaRPr>
            </a:p>
          </p:txBody>
        </p:sp>
        <p:sp>
          <p:nvSpPr>
            <p:cNvPr id="19" name="node05.body.dxc-29-node05-body-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Include Product, UX, Eng, QA, Release and Ops.</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5029200"/>
            <a:ext cx="5029200" cy="914400"/>
            <a:chOff x="723900" y="5029200"/>
            <a:chExt cx="5029200" cy="914400"/>
          </a:xfrm>
        </p:grpSpPr>
        <p:sp>
          <p:nvSpPr>
            <p:cNvPr id="20" name="node06.container"/>
            <p:cNvSpPr/>
            <p:nvPr/>
          </p:nvSpPr>
          <p:spPr>
            <a:xfrm>
              <a:off x="723900" y="5029200"/>
              <a:ext cx="5029200" cy="914400"/>
            </a:xfrm>
            <a:prstGeom prst="rect">
              <a:avLst/>
            </a:prstGeom>
            <a:solidFill>
              <a:srgbClr val="E8EEF8"/>
            </a:solidFill>
            <a:ln>
              <a:noFill/>
            </a:ln>
          </p:spPr>
        </p:sp>
        <p:sp>
          <p:nvSpPr>
            <p:cNvPr id="21" name="node06.edge"/>
            <p:cNvSpPr/>
            <p:nvPr/>
          </p:nvSpPr>
          <p:spPr>
            <a:xfrm>
              <a:off x="723900" y="5029200"/>
              <a:ext cx="38100" cy="914400"/>
            </a:xfrm>
            <a:prstGeom prst="rect">
              <a:avLst/>
            </a:prstGeom>
            <a:solidFill>
              <a:srgbClr val="0047FF"/>
            </a:solidFill>
            <a:ln>
              <a:noFill/>
            </a:ln>
          </p:spPr>
        </p:sp>
        <p:sp>
          <p:nvSpPr>
            <p:cNvPr id="22"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Living documentation</a:t>
              </a:r>
              <a:endParaRPr lang="en-US" sz="1400" spc="0" kern="0" b="0" i="0" dirty="0">
                <a:solidFill>
                  <a:srgbClr val="070154"/>
                </a:solidFill>
                <a:latin typeface="IBM Plex Sans"/>
                <a:ea typeface="IBM Plex Sans"/>
                <a:cs typeface="IBM Plex Sans"/>
              </a:endParaRPr>
            </a:p>
          </p:txBody>
        </p:sp>
        <p:sp>
          <p:nvSpPr>
            <p:cNvPr id="24" name="node06.body.dxc-29-node06-body-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source of truth supports handoffs and reuse.</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6438900" y="2743200"/>
            <a:ext cx="5029200" cy="914400"/>
            <a:chOff x="6438900" y="2743200"/>
            <a:chExt cx="5029200" cy="914400"/>
          </a:xfrm>
        </p:grpSpPr>
        <p:sp>
          <p:nvSpPr>
            <p:cNvPr id="25" name="node07.container"/>
            <p:cNvSpPr/>
            <p:nvPr/>
          </p:nvSpPr>
          <p:spPr>
            <a:xfrm>
              <a:off x="6438900" y="2743200"/>
              <a:ext cx="5029200" cy="914400"/>
            </a:xfrm>
            <a:prstGeom prst="rect">
              <a:avLst/>
            </a:prstGeom>
            <a:solidFill>
              <a:srgbClr val="E8EEF8"/>
            </a:solidFill>
            <a:ln>
              <a:noFill/>
            </a:ln>
          </p:spPr>
        </p:sp>
        <p:sp>
          <p:nvSpPr>
            <p:cNvPr id="26" name="node07.edge"/>
            <p:cNvSpPr/>
            <p:nvPr/>
          </p:nvSpPr>
          <p:spPr>
            <a:xfrm>
              <a:off x="6438900" y="2743200"/>
              <a:ext cx="38100" cy="914400"/>
            </a:xfrm>
            <a:prstGeom prst="rect">
              <a:avLst/>
            </a:prstGeom>
            <a:solidFill>
              <a:srgbClr val="0047FF"/>
            </a:solidFill>
            <a:ln>
              <a:noFill/>
            </a:ln>
          </p:spPr>
        </p:sp>
        <p:sp>
          <p:nvSpPr>
            <p:cNvPr id="27"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Working session</a:t>
              </a:r>
              <a:endParaRPr lang="en-US" sz="1400" spc="0" kern="0" b="0" i="0" dirty="0">
                <a:solidFill>
                  <a:srgbClr val="070154"/>
                </a:solidFill>
                <a:latin typeface="IBM Plex Sans"/>
                <a:ea typeface="IBM Plex Sans"/>
                <a:cs typeface="IBM Plex Sans"/>
              </a:endParaRPr>
            </a:p>
          </p:txBody>
        </p:sp>
        <p:sp>
          <p:nvSpPr>
            <p:cNvPr id="29" name="node07.body.dxc-29-node07-body-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Test pre-commitment review on one initiative.</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6438900" y="3886200"/>
            <a:ext cx="5029200" cy="914400"/>
            <a:chOff x="6438900" y="3886200"/>
            <a:chExt cx="5029200" cy="914400"/>
          </a:xfrm>
        </p:grpSpPr>
        <p:sp>
          <p:nvSpPr>
            <p:cNvPr id="30" name="node08.container"/>
            <p:cNvSpPr/>
            <p:nvPr/>
          </p:nvSpPr>
          <p:spPr>
            <a:xfrm>
              <a:off x="6438900" y="3886200"/>
              <a:ext cx="5029200" cy="914400"/>
            </a:xfrm>
            <a:prstGeom prst="rect">
              <a:avLst/>
            </a:prstGeom>
            <a:solidFill>
              <a:srgbClr val="E8EEF8"/>
            </a:solidFill>
            <a:ln>
              <a:noFill/>
            </a:ln>
          </p:spPr>
        </p:sp>
        <p:sp>
          <p:nvSpPr>
            <p:cNvPr id="31" name="node08.edge"/>
            <p:cNvSpPr/>
            <p:nvPr/>
          </p:nvSpPr>
          <p:spPr>
            <a:xfrm>
              <a:off x="6438900" y="3886200"/>
              <a:ext cx="38100" cy="914400"/>
            </a:xfrm>
            <a:prstGeom prst="rect">
              <a:avLst/>
            </a:prstGeom>
            <a:solidFill>
              <a:srgbClr val="0047FF"/>
            </a:solidFill>
            <a:ln>
              <a:noFill/>
            </a:ln>
          </p:spPr>
        </p:sp>
        <p:sp>
          <p:nvSpPr>
            <p:cNvPr id="32"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Shared questions</a:t>
              </a:r>
              <a:endParaRPr lang="en-US" sz="1400" spc="0" kern="0" b="0" i="0" dirty="0">
                <a:solidFill>
                  <a:srgbClr val="070154"/>
                </a:solidFill>
                <a:latin typeface="IBM Plex Sans"/>
                <a:ea typeface="IBM Plex Sans"/>
                <a:cs typeface="IBM Plex Sans"/>
              </a:endParaRPr>
            </a:p>
          </p:txBody>
        </p:sp>
        <p:sp>
          <p:nvSpPr>
            <p:cNvPr id="34" name="node08.body.dxc-29-node08-body-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Record design, release and operational unknowns.</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438900" y="5029200"/>
            <a:ext cx="5029200" cy="914400"/>
            <a:chOff x="6438900" y="5029200"/>
            <a:chExt cx="5029200" cy="914400"/>
          </a:xfrm>
        </p:grpSpPr>
        <p:sp>
          <p:nvSpPr>
            <p:cNvPr id="35" name="node09.container"/>
            <p:cNvSpPr/>
            <p:nvPr/>
          </p:nvSpPr>
          <p:spPr>
            <a:xfrm>
              <a:off x="6438900" y="5029200"/>
              <a:ext cx="5029200" cy="914400"/>
            </a:xfrm>
            <a:prstGeom prst="rect">
              <a:avLst/>
            </a:prstGeom>
            <a:solidFill>
              <a:srgbClr val="E8EEF8"/>
            </a:solidFill>
            <a:ln>
              <a:noFill/>
            </a:ln>
          </p:spPr>
        </p:sp>
        <p:sp>
          <p:nvSpPr>
            <p:cNvPr id="36" name="node09.edge"/>
            <p:cNvSpPr/>
            <p:nvPr/>
          </p:nvSpPr>
          <p:spPr>
            <a:xfrm>
              <a:off x="6438900" y="5029200"/>
              <a:ext cx="38100" cy="914400"/>
            </a:xfrm>
            <a:prstGeom prst="rect">
              <a:avLst/>
            </a:prstGeom>
            <a:solidFill>
              <a:srgbClr val="0047FF"/>
            </a:solidFill>
            <a:ln>
              <a:noFill/>
            </a:ln>
          </p:spPr>
        </p:sp>
        <p:sp>
          <p:nvSpPr>
            <p:cNvPr id="37"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Compare evidence</a:t>
              </a:r>
              <a:endParaRPr lang="en-US" sz="1400" spc="0" kern="0" b="0" i="0" dirty="0">
                <a:solidFill>
                  <a:srgbClr val="070154"/>
                </a:solidFill>
                <a:latin typeface="IBM Plex Sans"/>
                <a:ea typeface="IBM Plex Sans"/>
                <a:cs typeface="IBM Plex Sans"/>
              </a:endParaRPr>
            </a:p>
          </p:txBody>
        </p:sp>
        <p:sp>
          <p:nvSpPr>
            <p:cNvPr id="39" name="node09.body.dxc-29-node09-body-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Track wait time, rework and late discovery.</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xc-030">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RECOMMENDATION 05</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Ship with proof and learn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30</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Product + Release + Operations · validation, defects and time to feedback.</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514600"/>
            <a:ext cx="5029200" cy="152400"/>
            <a:chOff x="723900" y="2514600"/>
            <a:chExt cx="5029200" cy="152400"/>
          </a:xfrm>
        </p:grpSpPr>
        <p:sp>
          <p:nvSpPr>
            <p:cNvPr id="8"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6438900" y="2514600"/>
            <a:ext cx="5029200" cy="152400"/>
            <a:chOff x="6438900" y="2514600"/>
            <a:chExt cx="5029200" cy="152400"/>
          </a:xfrm>
        </p:grpSpPr>
        <p:sp>
          <p:nvSpPr>
            <p:cNvPr id="9"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43" name="node04"/>
          <p:cNvGrpSpPr/>
          <p:nvPr/>
        </p:nvGrpSpPr>
        <p:grpSpPr>
          <a:xfrm>
            <a:off x="723900" y="2743200"/>
            <a:ext cx="5029200" cy="914400"/>
            <a:chOff x="723900" y="2743200"/>
            <a:chExt cx="5029200" cy="914400"/>
          </a:xfrm>
        </p:grpSpPr>
        <p:sp>
          <p:nvSpPr>
            <p:cNvPr id="10" name="node04.container"/>
            <p:cNvSpPr/>
            <p:nvPr/>
          </p:nvSpPr>
          <p:spPr>
            <a:xfrm>
              <a:off x="723900" y="2743200"/>
              <a:ext cx="5029200" cy="914400"/>
            </a:xfrm>
            <a:prstGeom prst="rect">
              <a:avLst/>
            </a:prstGeom>
            <a:solidFill>
              <a:srgbClr val="E8EEF8"/>
            </a:solidFill>
            <a:ln>
              <a:noFill/>
            </a:ln>
          </p:spPr>
        </p:sp>
        <p:sp>
          <p:nvSpPr>
            <p:cNvPr id="11" name="node04.edge"/>
            <p:cNvSpPr/>
            <p:nvPr/>
          </p:nvSpPr>
          <p:spPr>
            <a:xfrm>
              <a:off x="723900" y="2743200"/>
              <a:ext cx="38100" cy="914400"/>
            </a:xfrm>
            <a:prstGeom prst="rect">
              <a:avLst/>
            </a:prstGeom>
            <a:solidFill>
              <a:srgbClr val="0047FF"/>
            </a:solidFill>
            <a:ln>
              <a:noFill/>
            </a:ln>
          </p:spPr>
        </p:sp>
        <p:sp>
          <p:nvSpPr>
            <p:cNvPr id="12"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Small evidence path</a:t>
              </a:r>
              <a:endParaRPr lang="en-US" sz="1400" spc="0" kern="0" b="0" i="0" dirty="0">
                <a:solidFill>
                  <a:srgbClr val="070154"/>
                </a:solidFill>
                <a:latin typeface="IBM Plex Sans"/>
                <a:ea typeface="IBM Plex Sans"/>
                <a:cs typeface="IBM Plex Sans"/>
              </a:endParaRPr>
            </a:p>
          </p:txBody>
        </p:sp>
        <p:sp>
          <p:nvSpPr>
            <p:cNvPr id="14" name="node04.body.dxc-30-node04-body-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Workflow, data, owner and a decision threshold.</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Realistic validation</a:t>
              </a:r>
              <a:endParaRPr lang="en-US" sz="1400" spc="0" kern="0" b="0" i="0" dirty="0">
                <a:solidFill>
                  <a:srgbClr val="070154"/>
                </a:solidFill>
                <a:latin typeface="IBM Plex Sans"/>
                <a:ea typeface="IBM Plex Sans"/>
                <a:cs typeface="IBM Plex Sans"/>
              </a:endParaRPr>
            </a:p>
          </p:txBody>
        </p:sp>
        <p:sp>
          <p:nvSpPr>
            <p:cNvPr id="19" name="node05.body.dxc-30-node05-body-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Partner / client conditions, not synthetic comfort.</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5029200"/>
            <a:ext cx="5029200" cy="914400"/>
            <a:chOff x="723900" y="5029200"/>
            <a:chExt cx="5029200" cy="914400"/>
          </a:xfrm>
        </p:grpSpPr>
        <p:sp>
          <p:nvSpPr>
            <p:cNvPr id="20" name="node06.container"/>
            <p:cNvSpPr/>
            <p:nvPr/>
          </p:nvSpPr>
          <p:spPr>
            <a:xfrm>
              <a:off x="723900" y="5029200"/>
              <a:ext cx="5029200" cy="914400"/>
            </a:xfrm>
            <a:prstGeom prst="rect">
              <a:avLst/>
            </a:prstGeom>
            <a:solidFill>
              <a:srgbClr val="E8EEF8"/>
            </a:solidFill>
            <a:ln>
              <a:noFill/>
            </a:ln>
          </p:spPr>
        </p:sp>
        <p:sp>
          <p:nvSpPr>
            <p:cNvPr id="21" name="node06.edge"/>
            <p:cNvSpPr/>
            <p:nvPr/>
          </p:nvSpPr>
          <p:spPr>
            <a:xfrm>
              <a:off x="723900" y="5029200"/>
              <a:ext cx="38100" cy="914400"/>
            </a:xfrm>
            <a:prstGeom prst="rect">
              <a:avLst/>
            </a:prstGeom>
            <a:solidFill>
              <a:srgbClr val="0047FF"/>
            </a:solidFill>
            <a:ln>
              <a:noFill/>
            </a:ln>
          </p:spPr>
        </p:sp>
        <p:sp>
          <p:nvSpPr>
            <p:cNvPr id="22"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the loop</a:t>
              </a:r>
              <a:endParaRPr lang="en-US" sz="1400" spc="0" kern="0" b="0" i="0" dirty="0">
                <a:solidFill>
                  <a:srgbClr val="070154"/>
                </a:solidFill>
                <a:latin typeface="IBM Plex Sans"/>
                <a:ea typeface="IBM Plex Sans"/>
                <a:cs typeface="IBM Plex Sans"/>
              </a:endParaRPr>
            </a:p>
          </p:txBody>
        </p:sp>
        <p:sp>
          <p:nvSpPr>
            <p:cNvPr id="24" name="node06.body.dxc-30-node06-body-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Post-launch results inform roadmap priorities.</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6438900" y="2743200"/>
            <a:ext cx="5029200" cy="914400"/>
            <a:chOff x="6438900" y="2743200"/>
            <a:chExt cx="5029200" cy="914400"/>
          </a:xfrm>
        </p:grpSpPr>
        <p:sp>
          <p:nvSpPr>
            <p:cNvPr id="25" name="node07.container"/>
            <p:cNvSpPr/>
            <p:nvPr/>
          </p:nvSpPr>
          <p:spPr>
            <a:xfrm>
              <a:off x="6438900" y="2743200"/>
              <a:ext cx="5029200" cy="914400"/>
            </a:xfrm>
            <a:prstGeom prst="rect">
              <a:avLst/>
            </a:prstGeom>
            <a:solidFill>
              <a:srgbClr val="E8EEF8"/>
            </a:solidFill>
            <a:ln>
              <a:noFill/>
            </a:ln>
          </p:spPr>
        </p:sp>
        <p:sp>
          <p:nvSpPr>
            <p:cNvPr id="26" name="node07.edge"/>
            <p:cNvSpPr/>
            <p:nvPr/>
          </p:nvSpPr>
          <p:spPr>
            <a:xfrm>
              <a:off x="6438900" y="2743200"/>
              <a:ext cx="38100" cy="914400"/>
            </a:xfrm>
            <a:prstGeom prst="rect">
              <a:avLst/>
            </a:prstGeom>
            <a:solidFill>
              <a:srgbClr val="0047FF"/>
            </a:solidFill>
            <a:ln>
              <a:noFill/>
            </a:ln>
          </p:spPr>
        </p:sp>
        <p:sp>
          <p:nvSpPr>
            <p:cNvPr id="27"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First test: Recon</a:t>
              </a:r>
              <a:endParaRPr lang="en-US" sz="1400" spc="0" kern="0" b="0" i="0" dirty="0">
                <a:solidFill>
                  <a:srgbClr val="070154"/>
                </a:solidFill>
                <a:latin typeface="IBM Plex Sans"/>
                <a:ea typeface="IBM Plex Sans"/>
                <a:cs typeface="IBM Plex Sans"/>
              </a:endParaRPr>
            </a:p>
          </p:txBody>
        </p:sp>
        <p:sp>
          <p:nvSpPr>
            <p:cNvPr id="29" name="node07.body.dxc-30-node07-body-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Name the highest-risk client workflow.</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6438900" y="3886200"/>
            <a:ext cx="5029200" cy="914400"/>
            <a:chOff x="6438900" y="3886200"/>
            <a:chExt cx="5029200" cy="914400"/>
          </a:xfrm>
        </p:grpSpPr>
        <p:sp>
          <p:nvSpPr>
            <p:cNvPr id="30" name="node08.container"/>
            <p:cNvSpPr/>
            <p:nvPr/>
          </p:nvSpPr>
          <p:spPr>
            <a:xfrm>
              <a:off x="6438900" y="3886200"/>
              <a:ext cx="5029200" cy="914400"/>
            </a:xfrm>
            <a:prstGeom prst="rect">
              <a:avLst/>
            </a:prstGeom>
            <a:solidFill>
              <a:srgbClr val="E8EEF8"/>
            </a:solidFill>
            <a:ln>
              <a:noFill/>
            </a:ln>
          </p:spPr>
        </p:sp>
        <p:sp>
          <p:nvSpPr>
            <p:cNvPr id="31" name="node08.edge"/>
            <p:cNvSpPr/>
            <p:nvPr/>
          </p:nvSpPr>
          <p:spPr>
            <a:xfrm>
              <a:off x="6438900" y="3886200"/>
              <a:ext cx="38100" cy="914400"/>
            </a:xfrm>
            <a:prstGeom prst="rect">
              <a:avLst/>
            </a:prstGeom>
            <a:solidFill>
              <a:srgbClr val="0047FF"/>
            </a:solidFill>
            <a:ln>
              <a:noFill/>
            </a:ln>
          </p:spPr>
        </p:sp>
        <p:sp>
          <p:nvSpPr>
            <p:cNvPr id="32"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Before release</a:t>
              </a:r>
              <a:endParaRPr lang="en-US" sz="1400" spc="0" kern="0" b="0" i="0" dirty="0">
                <a:solidFill>
                  <a:srgbClr val="070154"/>
                </a:solidFill>
                <a:latin typeface="IBM Plex Sans"/>
                <a:ea typeface="IBM Plex Sans"/>
                <a:cs typeface="IBM Plex Sans"/>
              </a:endParaRPr>
            </a:p>
          </p:txBody>
        </p:sp>
        <p:sp>
          <p:nvSpPr>
            <p:cNvPr id="34" name="node08.body.dxc-30-node08-body-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 Eng, Release, Ops and owner review evidence.</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438900" y="5029200"/>
            <a:ext cx="5029200" cy="914400"/>
            <a:chOff x="6438900" y="5029200"/>
            <a:chExt cx="5029200" cy="914400"/>
          </a:xfrm>
        </p:grpSpPr>
        <p:sp>
          <p:nvSpPr>
            <p:cNvPr id="35" name="node09.container"/>
            <p:cNvSpPr/>
            <p:nvPr/>
          </p:nvSpPr>
          <p:spPr>
            <a:xfrm>
              <a:off x="6438900" y="5029200"/>
              <a:ext cx="5029200" cy="914400"/>
            </a:xfrm>
            <a:prstGeom prst="rect">
              <a:avLst/>
            </a:prstGeom>
            <a:solidFill>
              <a:srgbClr val="E8EEF8"/>
            </a:solidFill>
            <a:ln>
              <a:noFill/>
            </a:ln>
          </p:spPr>
        </p:sp>
        <p:sp>
          <p:nvSpPr>
            <p:cNvPr id="36" name="node09.edge"/>
            <p:cNvSpPr/>
            <p:nvPr/>
          </p:nvSpPr>
          <p:spPr>
            <a:xfrm>
              <a:off x="6438900" y="5029200"/>
              <a:ext cx="38100" cy="914400"/>
            </a:xfrm>
            <a:prstGeom prst="rect">
              <a:avLst/>
            </a:prstGeom>
            <a:solidFill>
              <a:srgbClr val="0047FF"/>
            </a:solidFill>
            <a:ln>
              <a:noFill/>
            </a:ln>
          </p:spPr>
        </p:sp>
        <p:sp>
          <p:nvSpPr>
            <p:cNvPr id="37"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Improve the checklist</a:t>
              </a:r>
              <a:endParaRPr lang="en-US" sz="1400" spc="0" kern="0" b="0" i="0" dirty="0">
                <a:solidFill>
                  <a:srgbClr val="070154"/>
                </a:solidFill>
                <a:latin typeface="IBM Plex Sans"/>
                <a:ea typeface="IBM Plex Sans"/>
                <a:cs typeface="IBM Plex Sans"/>
              </a:endParaRPr>
            </a:p>
          </p:txBody>
        </p:sp>
        <p:sp>
          <p:nvSpPr>
            <p:cNvPr id="39" name="node09.body.dxc-30-node09-body-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Compare issues before and after release.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dxc-03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E5</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Govern AI throughout the lifecycle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31</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Engineering + Product · measure cycle time, defects, rework, cost and reuse.</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514600"/>
            <a:ext cx="5029200" cy="152400"/>
            <a:chOff x="723900" y="2514600"/>
            <a:chExt cx="5029200" cy="152400"/>
          </a:xfrm>
        </p:grpSpPr>
        <p:sp>
          <p:nvSpPr>
            <p:cNvPr id="8"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6438900" y="2514600"/>
            <a:ext cx="5029200" cy="152400"/>
            <a:chOff x="6438900" y="2514600"/>
            <a:chExt cx="5029200" cy="152400"/>
          </a:xfrm>
        </p:grpSpPr>
        <p:sp>
          <p:nvSpPr>
            <p:cNvPr id="9"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43" name="node04"/>
          <p:cNvGrpSpPr/>
          <p:nvPr/>
        </p:nvGrpSpPr>
        <p:grpSpPr>
          <a:xfrm>
            <a:off x="723900" y="2743200"/>
            <a:ext cx="5029200" cy="914400"/>
            <a:chOff x="723900" y="2743200"/>
            <a:chExt cx="5029200" cy="914400"/>
          </a:xfrm>
        </p:grpSpPr>
        <p:sp>
          <p:nvSpPr>
            <p:cNvPr id="10" name="node04.container"/>
            <p:cNvSpPr/>
            <p:nvPr/>
          </p:nvSpPr>
          <p:spPr>
            <a:xfrm>
              <a:off x="723900" y="2743200"/>
              <a:ext cx="5029200" cy="914400"/>
            </a:xfrm>
            <a:prstGeom prst="rect">
              <a:avLst/>
            </a:prstGeom>
            <a:solidFill>
              <a:srgbClr val="E8EEF8"/>
            </a:solidFill>
            <a:ln>
              <a:noFill/>
            </a:ln>
          </p:spPr>
        </p:sp>
        <p:sp>
          <p:nvSpPr>
            <p:cNvPr id="11" name="node04.edge"/>
            <p:cNvSpPr/>
            <p:nvPr/>
          </p:nvSpPr>
          <p:spPr>
            <a:xfrm>
              <a:off x="723900" y="2743200"/>
              <a:ext cx="38100" cy="914400"/>
            </a:xfrm>
            <a:prstGeom prst="rect">
              <a:avLst/>
            </a:prstGeom>
            <a:solidFill>
              <a:srgbClr val="0047FF"/>
            </a:solidFill>
            <a:ln>
              <a:noFill/>
            </a:ln>
          </p:spPr>
        </p:sp>
        <p:sp>
          <p:nvSpPr>
            <p:cNvPr id="12"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Classify the work</a:t>
              </a:r>
              <a:endParaRPr lang="en-US" sz="1400" spc="0" kern="0" b="0" i="0" dirty="0">
                <a:solidFill>
                  <a:srgbClr val="070154"/>
                </a:solidFill>
                <a:latin typeface="IBM Plex Sans"/>
                <a:ea typeface="IBM Plex Sans"/>
                <a:cs typeface="IBM Plex Sans"/>
              </a:endParaRPr>
            </a:p>
          </p:txBody>
        </p:sp>
        <p:sp>
          <p:nvSpPr>
            <p:cNvPr id="14" name="node04.body.dxc-31-node04-body-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Automate, assist or review; sanction PHI tools.</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Reusable skills</a:t>
              </a:r>
              <a:endParaRPr lang="en-US" sz="1400" spc="0" kern="0" b="0" i="0" dirty="0">
                <a:solidFill>
                  <a:srgbClr val="070154"/>
                </a:solidFill>
                <a:latin typeface="IBM Plex Sans"/>
                <a:ea typeface="IBM Plex Sans"/>
                <a:cs typeface="IBM Plex Sans"/>
              </a:endParaRPr>
            </a:p>
          </p:txBody>
        </p:sp>
        <p:sp>
          <p:nvSpPr>
            <p:cNvPr id="19" name="node05.body.dxc-31-node05-body-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Shared prompts, context, documentation and versions.</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5029200"/>
            <a:ext cx="5029200" cy="914400"/>
            <a:chOff x="723900" y="5029200"/>
            <a:chExt cx="5029200" cy="914400"/>
          </a:xfrm>
        </p:grpSpPr>
        <p:sp>
          <p:nvSpPr>
            <p:cNvPr id="20" name="node06.container"/>
            <p:cNvSpPr/>
            <p:nvPr/>
          </p:nvSpPr>
          <p:spPr>
            <a:xfrm>
              <a:off x="723900" y="5029200"/>
              <a:ext cx="5029200" cy="914400"/>
            </a:xfrm>
            <a:prstGeom prst="rect">
              <a:avLst/>
            </a:prstGeom>
            <a:solidFill>
              <a:srgbClr val="E8EEF8"/>
            </a:solidFill>
            <a:ln>
              <a:noFill/>
            </a:ln>
          </p:spPr>
        </p:sp>
        <p:sp>
          <p:nvSpPr>
            <p:cNvPr id="21" name="node06.edge"/>
            <p:cNvSpPr/>
            <p:nvPr/>
          </p:nvSpPr>
          <p:spPr>
            <a:xfrm>
              <a:off x="723900" y="5029200"/>
              <a:ext cx="38100" cy="914400"/>
            </a:xfrm>
            <a:prstGeom prst="rect">
              <a:avLst/>
            </a:prstGeom>
            <a:solidFill>
              <a:srgbClr val="0047FF"/>
            </a:solidFill>
            <a:ln>
              <a:noFill/>
            </a:ln>
          </p:spPr>
        </p:sp>
        <p:sp>
          <p:nvSpPr>
            <p:cNvPr id="22"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Speed and quality</a:t>
              </a:r>
              <a:endParaRPr lang="en-US" sz="1400" spc="0" kern="0" b="0" i="0" dirty="0">
                <a:solidFill>
                  <a:srgbClr val="070154"/>
                </a:solidFill>
                <a:latin typeface="IBM Plex Sans"/>
                <a:ea typeface="IBM Plex Sans"/>
                <a:cs typeface="IBM Plex Sans"/>
              </a:endParaRPr>
            </a:p>
          </p:txBody>
        </p:sp>
        <p:sp>
          <p:nvSpPr>
            <p:cNvPr id="24" name="node06.body.dxc-31-node06-body-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Track cycle time, defects, cost and review evidence.</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6438900" y="2743200"/>
            <a:ext cx="5029200" cy="914400"/>
            <a:chOff x="6438900" y="2743200"/>
            <a:chExt cx="5029200" cy="914400"/>
          </a:xfrm>
        </p:grpSpPr>
        <p:sp>
          <p:nvSpPr>
            <p:cNvPr id="25" name="node07.container"/>
            <p:cNvSpPr/>
            <p:nvPr/>
          </p:nvSpPr>
          <p:spPr>
            <a:xfrm>
              <a:off x="6438900" y="2743200"/>
              <a:ext cx="5029200" cy="914400"/>
            </a:xfrm>
            <a:prstGeom prst="rect">
              <a:avLst/>
            </a:prstGeom>
            <a:solidFill>
              <a:srgbClr val="E8EEF8"/>
            </a:solidFill>
            <a:ln>
              <a:noFill/>
            </a:ln>
          </p:spPr>
        </p:sp>
        <p:sp>
          <p:nvSpPr>
            <p:cNvPr id="26" name="node07.edge"/>
            <p:cNvSpPr/>
            <p:nvPr/>
          </p:nvSpPr>
          <p:spPr>
            <a:xfrm>
              <a:off x="6438900" y="2743200"/>
              <a:ext cx="38100" cy="914400"/>
            </a:xfrm>
            <a:prstGeom prst="rect">
              <a:avLst/>
            </a:prstGeom>
            <a:solidFill>
              <a:srgbClr val="0047FF"/>
            </a:solidFill>
            <a:ln>
              <a:noFill/>
            </a:ln>
          </p:spPr>
        </p:sp>
        <p:sp>
          <p:nvSpPr>
            <p:cNvPr id="27"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Now: Recon</a:t>
              </a:r>
              <a:endParaRPr lang="en-US" sz="1400" spc="0" kern="0" b="0" i="0" dirty="0">
                <a:solidFill>
                  <a:srgbClr val="070154"/>
                </a:solidFill>
                <a:latin typeface="IBM Plex Sans"/>
                <a:ea typeface="IBM Plex Sans"/>
                <a:cs typeface="IBM Plex Sans"/>
              </a:endParaRPr>
            </a:p>
          </p:txBody>
        </p:sp>
        <p:sp>
          <p:nvSpPr>
            <p:cNvPr id="29" name="node07.body.dxc-31-node07-body-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Classify pipeline steps; approve PHI-bearing tools.</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6438900" y="3886200"/>
            <a:ext cx="5029200" cy="914400"/>
            <a:chOff x="6438900" y="3886200"/>
            <a:chExt cx="5029200" cy="914400"/>
          </a:xfrm>
        </p:grpSpPr>
        <p:sp>
          <p:nvSpPr>
            <p:cNvPr id="30" name="node08.container"/>
            <p:cNvSpPr/>
            <p:nvPr/>
          </p:nvSpPr>
          <p:spPr>
            <a:xfrm>
              <a:off x="6438900" y="3886200"/>
              <a:ext cx="5029200" cy="914400"/>
            </a:xfrm>
            <a:prstGeom prst="rect">
              <a:avLst/>
            </a:prstGeom>
            <a:solidFill>
              <a:srgbClr val="E8EEF8"/>
            </a:solidFill>
            <a:ln>
              <a:noFill/>
            </a:ln>
          </p:spPr>
        </p:sp>
        <p:sp>
          <p:nvSpPr>
            <p:cNvPr id="31" name="node08.edge"/>
            <p:cNvSpPr/>
            <p:nvPr/>
          </p:nvSpPr>
          <p:spPr>
            <a:xfrm>
              <a:off x="6438900" y="3886200"/>
              <a:ext cx="38100" cy="914400"/>
            </a:xfrm>
            <a:prstGeom prst="rect">
              <a:avLst/>
            </a:prstGeom>
            <a:solidFill>
              <a:srgbClr val="0047FF"/>
            </a:solidFill>
            <a:ln>
              <a:noFill/>
            </a:ln>
          </p:spPr>
        </p:sp>
        <p:sp>
          <p:nvSpPr>
            <p:cNvPr id="32"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Next: Eligibility</a:t>
              </a:r>
              <a:endParaRPr lang="en-US" sz="1400" spc="0" kern="0" b="0" i="0" dirty="0">
                <a:solidFill>
                  <a:srgbClr val="070154"/>
                </a:solidFill>
                <a:latin typeface="IBM Plex Sans"/>
                <a:ea typeface="IBM Plex Sans"/>
                <a:cs typeface="IBM Plex Sans"/>
              </a:endParaRPr>
            </a:p>
          </p:txBody>
        </p:sp>
        <p:sp>
          <p:nvSpPr>
            <p:cNvPr id="34" name="node08.body.dxc-31-node08-body-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Registry and gated Core pilot before December.</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438900" y="5029200"/>
            <a:ext cx="5029200" cy="914400"/>
            <a:chOff x="6438900" y="5029200"/>
            <a:chExt cx="5029200" cy="914400"/>
          </a:xfrm>
        </p:grpSpPr>
        <p:sp>
          <p:nvSpPr>
            <p:cNvPr id="35" name="node09.container"/>
            <p:cNvSpPr/>
            <p:nvPr/>
          </p:nvSpPr>
          <p:spPr>
            <a:xfrm>
              <a:off x="6438900" y="5029200"/>
              <a:ext cx="5029200" cy="914400"/>
            </a:xfrm>
            <a:prstGeom prst="rect">
              <a:avLst/>
            </a:prstGeom>
            <a:solidFill>
              <a:srgbClr val="E8EEF8"/>
            </a:solidFill>
            <a:ln>
              <a:noFill/>
            </a:ln>
          </p:spPr>
        </p:sp>
        <p:sp>
          <p:nvSpPr>
            <p:cNvPr id="36" name="node09.edge"/>
            <p:cNvSpPr/>
            <p:nvPr/>
          </p:nvSpPr>
          <p:spPr>
            <a:xfrm>
              <a:off x="6438900" y="5029200"/>
              <a:ext cx="38100" cy="914400"/>
            </a:xfrm>
            <a:prstGeom prst="rect">
              <a:avLst/>
            </a:prstGeom>
            <a:solidFill>
              <a:srgbClr val="0047FF"/>
            </a:solidFill>
            <a:ln>
              <a:noFill/>
            </a:ln>
          </p:spPr>
        </p:sp>
        <p:sp>
          <p:nvSpPr>
            <p:cNvPr id="37"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Future: scale</a:t>
              </a:r>
              <a:endParaRPr lang="en-US" sz="1400" spc="0" kern="0" b="0" i="0" dirty="0">
                <a:solidFill>
                  <a:srgbClr val="070154"/>
                </a:solidFill>
                <a:latin typeface="IBM Plex Sans"/>
                <a:ea typeface="IBM Plex Sans"/>
                <a:cs typeface="IBM Plex Sans"/>
              </a:endParaRPr>
            </a:p>
          </p:txBody>
        </p:sp>
        <p:sp>
          <p:nvSpPr>
            <p:cNvPr id="39" name="node09.body.dxc-31-node09-body-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Extend only what improves speed and quality.</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xc-03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 · UPDATE TIMING AND OWNERSHIP AFTER EACH LIVE TEST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Activation Roadmap</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32</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013200"/>
            <a:chOff x="723900" y="1600200"/>
            <a:chExt cx="10744200" cy="4013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1828800"/>
                  <a:gridCol w="1828800"/>
                  <a:gridCol w="2514600"/>
                  <a:gridCol w="2743200"/>
                  <a:gridCol w="182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RECOMMENDATION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FIRST ACTION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TIMING / DEPENDENCY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MEASURE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Prioritize outcomes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Apply criteria to the next live priority decision.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Immediate · Decision criteria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Predictability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 business ownership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 PM outcome owner; map decision rights.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Immediate · Role clarity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Outcome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Definition path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Signal → PRD → epic → design →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Immediate · Shared artifacts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Handoff quality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Earlier collaboration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feasibility before commitment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Near-term · Cadence and access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Rework and wait 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Ship with proof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release proof and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Near-term ·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Validation coverage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Governed agentic 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 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human-supervised AI outside the current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Future · Guardrails and skills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Cycle time, defects, cost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xc-033">
    <p:spTree>
      <p:nvGrpSpPr>
        <p:cNvPr id="1" name=""/>
        <p:cNvGrpSpPr/>
        <p:nvPr/>
      </p:nvGrpSpPr>
      <p:grpSpPr>
        <a:xfrm>
          <a:off x="0" y="0"/>
          <a:ext cx="0" cy="0"/>
          <a:chOff x="0" y="0"/>
          <a:chExt cx="0" cy="0"/>
        </a:xfrm>
      </p:grpSpPr>
      <p:sp>
        <p:nvSpPr>
          <p:cNvPr id="2" name="wm.library-whiteboard.001.001.001"/>
          <p:cNvSpPr/>
          <p:nvPr/>
        </p:nvSpPr>
        <p:spPr>
          <a:xfrm>
            <a:off x="7124700" y="685800"/>
            <a:ext cx="38100" cy="38100"/>
          </a:xfrm>
          <a:prstGeom prst="rect">
            <a:avLst/>
          </a:prstGeom>
          <a:solidFill>
            <a:srgbClr val="50658E"/>
          </a:solidFill>
          <a:ln>
            <a:noFill/>
          </a:ln>
        </p:spPr>
      </p:sp>
      <p:sp>
        <p:nvSpPr>
          <p:cNvPr id="3" name="wm.library-whiteboard.001.001.002"/>
          <p:cNvSpPr/>
          <p:nvPr/>
        </p:nvSpPr>
        <p:spPr>
          <a:xfrm>
            <a:off x="7124700" y="914400"/>
            <a:ext cx="38100" cy="38100"/>
          </a:xfrm>
          <a:prstGeom prst="rect">
            <a:avLst/>
          </a:prstGeom>
          <a:solidFill>
            <a:srgbClr val="50658E"/>
          </a:solidFill>
          <a:ln>
            <a:noFill/>
          </a:ln>
        </p:spPr>
      </p:sp>
      <p:sp>
        <p:nvSpPr>
          <p:cNvPr id="4" name="wm.library-whiteboard.001.001.003"/>
          <p:cNvSpPr/>
          <p:nvPr/>
        </p:nvSpPr>
        <p:spPr>
          <a:xfrm>
            <a:off x="7124700" y="1143000"/>
            <a:ext cx="38100" cy="38100"/>
          </a:xfrm>
          <a:prstGeom prst="rect">
            <a:avLst/>
          </a:prstGeom>
          <a:solidFill>
            <a:srgbClr val="50658E"/>
          </a:solidFill>
          <a:ln>
            <a:noFill/>
          </a:ln>
        </p:spPr>
      </p:sp>
      <p:sp>
        <p:nvSpPr>
          <p:cNvPr id="5" name="wm.library-whiteboard.001.001.004"/>
          <p:cNvSpPr/>
          <p:nvPr/>
        </p:nvSpPr>
        <p:spPr>
          <a:xfrm>
            <a:off x="7124700" y="1371600"/>
            <a:ext cx="38100" cy="38100"/>
          </a:xfrm>
          <a:prstGeom prst="rect">
            <a:avLst/>
          </a:prstGeom>
          <a:solidFill>
            <a:srgbClr val="50658E"/>
          </a:solidFill>
          <a:ln>
            <a:noFill/>
          </a:ln>
        </p:spPr>
      </p:sp>
      <p:sp>
        <p:nvSpPr>
          <p:cNvPr id="6" name="wm.library-whiteboard.001.001.005"/>
          <p:cNvSpPr/>
          <p:nvPr/>
        </p:nvSpPr>
        <p:spPr>
          <a:xfrm>
            <a:off x="7124700" y="1600200"/>
            <a:ext cx="38100" cy="38100"/>
          </a:xfrm>
          <a:prstGeom prst="rect">
            <a:avLst/>
          </a:prstGeom>
          <a:solidFill>
            <a:srgbClr val="50658E"/>
          </a:solidFill>
          <a:ln>
            <a:noFill/>
          </a:ln>
        </p:spPr>
      </p:sp>
      <p:sp>
        <p:nvSpPr>
          <p:cNvPr id="7" name="wm.library-whiteboard.001.001.006"/>
          <p:cNvSpPr/>
          <p:nvPr/>
        </p:nvSpPr>
        <p:spPr>
          <a:xfrm>
            <a:off x="7124700" y="1828800"/>
            <a:ext cx="38100" cy="38100"/>
          </a:xfrm>
          <a:prstGeom prst="rect">
            <a:avLst/>
          </a:prstGeom>
          <a:solidFill>
            <a:srgbClr val="50658E"/>
          </a:solidFill>
          <a:ln>
            <a:noFill/>
          </a:ln>
        </p:spPr>
      </p:sp>
      <p:sp>
        <p:nvSpPr>
          <p:cNvPr id="8" name="wm.library-whiteboard.001.001.007"/>
          <p:cNvSpPr/>
          <p:nvPr/>
        </p:nvSpPr>
        <p:spPr>
          <a:xfrm>
            <a:off x="7124700" y="2057400"/>
            <a:ext cx="38100" cy="38100"/>
          </a:xfrm>
          <a:prstGeom prst="rect">
            <a:avLst/>
          </a:prstGeom>
          <a:solidFill>
            <a:srgbClr val="50658E"/>
          </a:solidFill>
          <a:ln>
            <a:noFill/>
          </a:ln>
        </p:spPr>
      </p:sp>
      <p:sp>
        <p:nvSpPr>
          <p:cNvPr id="9" name="wm.library-whiteboard.001.001.008"/>
          <p:cNvSpPr/>
          <p:nvPr/>
        </p:nvSpPr>
        <p:spPr>
          <a:xfrm>
            <a:off x="7124700" y="2286000"/>
            <a:ext cx="38100" cy="38100"/>
          </a:xfrm>
          <a:prstGeom prst="rect">
            <a:avLst/>
          </a:prstGeom>
          <a:solidFill>
            <a:srgbClr val="50658E"/>
          </a:solidFill>
          <a:ln>
            <a:noFill/>
          </a:ln>
        </p:spPr>
      </p:sp>
      <p:sp>
        <p:nvSpPr>
          <p:cNvPr id="10" name="wm.library-whiteboard.001.001.009"/>
          <p:cNvSpPr/>
          <p:nvPr/>
        </p:nvSpPr>
        <p:spPr>
          <a:xfrm>
            <a:off x="7124700" y="2514600"/>
            <a:ext cx="38100" cy="38100"/>
          </a:xfrm>
          <a:prstGeom prst="rect">
            <a:avLst/>
          </a:prstGeom>
          <a:solidFill>
            <a:srgbClr val="50658E"/>
          </a:solidFill>
          <a:ln>
            <a:noFill/>
          </a:ln>
        </p:spPr>
      </p:sp>
      <p:sp>
        <p:nvSpPr>
          <p:cNvPr id="11" name="wm.library-whiteboard.001.001.010"/>
          <p:cNvSpPr/>
          <p:nvPr/>
        </p:nvSpPr>
        <p:spPr>
          <a:xfrm>
            <a:off x="7124700" y="2743200"/>
            <a:ext cx="38100" cy="38100"/>
          </a:xfrm>
          <a:prstGeom prst="rect">
            <a:avLst/>
          </a:prstGeom>
          <a:solidFill>
            <a:srgbClr val="50658E"/>
          </a:solidFill>
          <a:ln>
            <a:noFill/>
          </a:ln>
        </p:spPr>
      </p:sp>
      <p:sp>
        <p:nvSpPr>
          <p:cNvPr id="12" name="wm.library-whiteboard.001.001.011"/>
          <p:cNvSpPr/>
          <p:nvPr/>
        </p:nvSpPr>
        <p:spPr>
          <a:xfrm>
            <a:off x="7124700" y="2971800"/>
            <a:ext cx="38100" cy="38100"/>
          </a:xfrm>
          <a:prstGeom prst="rect">
            <a:avLst/>
          </a:prstGeom>
          <a:solidFill>
            <a:srgbClr val="50658E"/>
          </a:solidFill>
          <a:ln>
            <a:noFill/>
          </a:ln>
        </p:spPr>
      </p:sp>
      <p:sp>
        <p:nvSpPr>
          <p:cNvPr id="13" name="wm.library-whiteboard.001.001.012"/>
          <p:cNvSpPr/>
          <p:nvPr/>
        </p:nvSpPr>
        <p:spPr>
          <a:xfrm>
            <a:off x="7124700" y="3200400"/>
            <a:ext cx="38100" cy="38100"/>
          </a:xfrm>
          <a:prstGeom prst="rect">
            <a:avLst/>
          </a:prstGeom>
          <a:solidFill>
            <a:srgbClr val="50658E"/>
          </a:solidFill>
          <a:ln>
            <a:noFill/>
          </a:ln>
        </p:spPr>
      </p:sp>
      <p:sp>
        <p:nvSpPr>
          <p:cNvPr id="14" name="wm.library-whiteboard.001.001.013"/>
          <p:cNvSpPr/>
          <p:nvPr/>
        </p:nvSpPr>
        <p:spPr>
          <a:xfrm>
            <a:off x="7124700" y="3429000"/>
            <a:ext cx="38100" cy="38100"/>
          </a:xfrm>
          <a:prstGeom prst="rect">
            <a:avLst/>
          </a:prstGeom>
          <a:solidFill>
            <a:srgbClr val="50658E"/>
          </a:solidFill>
          <a:ln>
            <a:noFill/>
          </a:ln>
        </p:spPr>
      </p:sp>
      <p:sp>
        <p:nvSpPr>
          <p:cNvPr id="15" name="wm.library-whiteboard.001.001.014"/>
          <p:cNvSpPr/>
          <p:nvPr/>
        </p:nvSpPr>
        <p:spPr>
          <a:xfrm>
            <a:off x="7124700" y="3657600"/>
            <a:ext cx="38100" cy="38100"/>
          </a:xfrm>
          <a:prstGeom prst="rect">
            <a:avLst/>
          </a:prstGeom>
          <a:solidFill>
            <a:srgbClr val="50658E"/>
          </a:solidFill>
          <a:ln>
            <a:noFill/>
          </a:ln>
        </p:spPr>
      </p:sp>
      <p:sp>
        <p:nvSpPr>
          <p:cNvPr id="16" name="wm.library-whiteboard.001.001.015"/>
          <p:cNvSpPr/>
          <p:nvPr/>
        </p:nvSpPr>
        <p:spPr>
          <a:xfrm>
            <a:off x="7124700" y="3886200"/>
            <a:ext cx="38100" cy="38100"/>
          </a:xfrm>
          <a:prstGeom prst="rect">
            <a:avLst/>
          </a:prstGeom>
          <a:solidFill>
            <a:srgbClr val="50658E"/>
          </a:solidFill>
          <a:ln>
            <a:noFill/>
          </a:ln>
        </p:spPr>
      </p:sp>
      <p:sp>
        <p:nvSpPr>
          <p:cNvPr id="17" name="wm.library-whiteboard.001.001.016"/>
          <p:cNvSpPr/>
          <p:nvPr/>
        </p:nvSpPr>
        <p:spPr>
          <a:xfrm>
            <a:off x="7124700" y="4114800"/>
            <a:ext cx="38100" cy="38100"/>
          </a:xfrm>
          <a:prstGeom prst="rect">
            <a:avLst/>
          </a:prstGeom>
          <a:solidFill>
            <a:srgbClr val="50658E"/>
          </a:solidFill>
          <a:ln>
            <a:noFill/>
          </a:ln>
        </p:spPr>
      </p:sp>
      <p:sp>
        <p:nvSpPr>
          <p:cNvPr id="18" name="wm.library-whiteboard.001.001.017"/>
          <p:cNvSpPr/>
          <p:nvPr/>
        </p:nvSpPr>
        <p:spPr>
          <a:xfrm>
            <a:off x="7124700" y="4343400"/>
            <a:ext cx="38100" cy="38100"/>
          </a:xfrm>
          <a:prstGeom prst="rect">
            <a:avLst/>
          </a:prstGeom>
          <a:solidFill>
            <a:srgbClr val="50658E"/>
          </a:solidFill>
          <a:ln>
            <a:noFill/>
          </a:ln>
        </p:spPr>
      </p:sp>
      <p:sp>
        <p:nvSpPr>
          <p:cNvPr id="19" name="wm.library-whiteboard.001.001.018"/>
          <p:cNvSpPr/>
          <p:nvPr/>
        </p:nvSpPr>
        <p:spPr>
          <a:xfrm>
            <a:off x="7124700" y="4572000"/>
            <a:ext cx="38100" cy="38100"/>
          </a:xfrm>
          <a:prstGeom prst="rect">
            <a:avLst/>
          </a:prstGeom>
          <a:solidFill>
            <a:srgbClr val="50658E"/>
          </a:solidFill>
          <a:ln>
            <a:noFill/>
          </a:ln>
        </p:spPr>
      </p:sp>
      <p:sp>
        <p:nvSpPr>
          <p:cNvPr id="20" name="wm.library-whiteboard.001.001.019"/>
          <p:cNvSpPr/>
          <p:nvPr/>
        </p:nvSpPr>
        <p:spPr>
          <a:xfrm>
            <a:off x="7124700" y="4800600"/>
            <a:ext cx="38100" cy="38100"/>
          </a:xfrm>
          <a:prstGeom prst="rect">
            <a:avLst/>
          </a:prstGeom>
          <a:solidFill>
            <a:srgbClr val="50658E"/>
          </a:solidFill>
          <a:ln>
            <a:noFill/>
          </a:ln>
        </p:spPr>
      </p:sp>
      <p:sp>
        <p:nvSpPr>
          <p:cNvPr id="21" name="wm.library-whiteboard.001.001.020"/>
          <p:cNvSpPr/>
          <p:nvPr/>
        </p:nvSpPr>
        <p:spPr>
          <a:xfrm>
            <a:off x="7124700" y="5029200"/>
            <a:ext cx="38100" cy="38100"/>
          </a:xfrm>
          <a:prstGeom prst="rect">
            <a:avLst/>
          </a:prstGeom>
          <a:solidFill>
            <a:srgbClr val="50658E"/>
          </a:solidFill>
          <a:ln>
            <a:noFill/>
          </a:ln>
        </p:spPr>
      </p:sp>
      <p:sp>
        <p:nvSpPr>
          <p:cNvPr id="22" name="wm.library-whiteboard.001.001.021"/>
          <p:cNvSpPr/>
          <p:nvPr/>
        </p:nvSpPr>
        <p:spPr>
          <a:xfrm>
            <a:off x="7124700" y="5257800"/>
            <a:ext cx="38100" cy="38100"/>
          </a:xfrm>
          <a:prstGeom prst="rect">
            <a:avLst/>
          </a:prstGeom>
          <a:solidFill>
            <a:srgbClr val="50658E"/>
          </a:solidFill>
          <a:ln>
            <a:noFill/>
          </a:ln>
        </p:spPr>
      </p:sp>
      <p:sp>
        <p:nvSpPr>
          <p:cNvPr id="23" name="wm.library-whiteboard.001.001.022"/>
          <p:cNvSpPr/>
          <p:nvPr/>
        </p:nvSpPr>
        <p:spPr>
          <a:xfrm>
            <a:off x="7124700" y="5486400"/>
            <a:ext cx="38100" cy="38100"/>
          </a:xfrm>
          <a:prstGeom prst="rect">
            <a:avLst/>
          </a:prstGeom>
          <a:solidFill>
            <a:srgbClr val="50658E"/>
          </a:solidFill>
          <a:ln>
            <a:noFill/>
          </a:ln>
        </p:spPr>
      </p:sp>
      <p:sp>
        <p:nvSpPr>
          <p:cNvPr id="24" name="wm.library-whiteboard.001.001.023"/>
          <p:cNvSpPr/>
          <p:nvPr/>
        </p:nvSpPr>
        <p:spPr>
          <a:xfrm>
            <a:off x="7124700" y="5715000"/>
            <a:ext cx="38100" cy="38100"/>
          </a:xfrm>
          <a:prstGeom prst="rect">
            <a:avLst/>
          </a:prstGeom>
          <a:solidFill>
            <a:srgbClr val="50658E"/>
          </a:solidFill>
          <a:ln>
            <a:noFill/>
          </a:ln>
        </p:spPr>
      </p:sp>
      <p:sp>
        <p:nvSpPr>
          <p:cNvPr id="25" name="wm.library-whiteboard.001.002.001"/>
          <p:cNvSpPr/>
          <p:nvPr/>
        </p:nvSpPr>
        <p:spPr>
          <a:xfrm>
            <a:off x="7353300" y="685800"/>
            <a:ext cx="38100" cy="38100"/>
          </a:xfrm>
          <a:prstGeom prst="rect">
            <a:avLst/>
          </a:prstGeom>
          <a:solidFill>
            <a:srgbClr val="50658E"/>
          </a:solidFill>
          <a:ln>
            <a:noFill/>
          </a:ln>
        </p:spPr>
      </p:sp>
      <p:sp>
        <p:nvSpPr>
          <p:cNvPr id="26" name="wm.library-whiteboard.001.002.002"/>
          <p:cNvSpPr/>
          <p:nvPr/>
        </p:nvSpPr>
        <p:spPr>
          <a:xfrm>
            <a:off x="7353300" y="914400"/>
            <a:ext cx="38100" cy="38100"/>
          </a:xfrm>
          <a:prstGeom prst="rect">
            <a:avLst/>
          </a:prstGeom>
          <a:solidFill>
            <a:srgbClr val="50658E"/>
          </a:solidFill>
          <a:ln>
            <a:noFill/>
          </a:ln>
        </p:spPr>
      </p:sp>
      <p:sp>
        <p:nvSpPr>
          <p:cNvPr id="27" name="wm.library-whiteboard.001.002.003"/>
          <p:cNvSpPr/>
          <p:nvPr/>
        </p:nvSpPr>
        <p:spPr>
          <a:xfrm>
            <a:off x="7353300" y="1143000"/>
            <a:ext cx="38100" cy="38100"/>
          </a:xfrm>
          <a:prstGeom prst="rect">
            <a:avLst/>
          </a:prstGeom>
          <a:solidFill>
            <a:srgbClr val="50658E"/>
          </a:solidFill>
          <a:ln>
            <a:noFill/>
          </a:ln>
        </p:spPr>
      </p:sp>
      <p:sp>
        <p:nvSpPr>
          <p:cNvPr id="28" name="wm.library-whiteboard.001.002.004"/>
          <p:cNvSpPr/>
          <p:nvPr/>
        </p:nvSpPr>
        <p:spPr>
          <a:xfrm>
            <a:off x="7353300" y="1371600"/>
            <a:ext cx="38100" cy="38100"/>
          </a:xfrm>
          <a:prstGeom prst="rect">
            <a:avLst/>
          </a:prstGeom>
          <a:solidFill>
            <a:srgbClr val="50658E"/>
          </a:solidFill>
          <a:ln>
            <a:noFill/>
          </a:ln>
        </p:spPr>
      </p:sp>
      <p:sp>
        <p:nvSpPr>
          <p:cNvPr id="29" name="wm.library-whiteboard.001.002.005"/>
          <p:cNvSpPr/>
          <p:nvPr/>
        </p:nvSpPr>
        <p:spPr>
          <a:xfrm>
            <a:off x="7353300" y="1600200"/>
            <a:ext cx="38100" cy="38100"/>
          </a:xfrm>
          <a:prstGeom prst="rect">
            <a:avLst/>
          </a:prstGeom>
          <a:solidFill>
            <a:srgbClr val="50658E"/>
          </a:solidFill>
          <a:ln>
            <a:noFill/>
          </a:ln>
        </p:spPr>
      </p:sp>
      <p:sp>
        <p:nvSpPr>
          <p:cNvPr id="30" name="wm.library-whiteboard.001.002.006"/>
          <p:cNvSpPr/>
          <p:nvPr/>
        </p:nvSpPr>
        <p:spPr>
          <a:xfrm>
            <a:off x="7353300" y="1828800"/>
            <a:ext cx="38100" cy="38100"/>
          </a:xfrm>
          <a:prstGeom prst="rect">
            <a:avLst/>
          </a:prstGeom>
          <a:solidFill>
            <a:srgbClr val="50658E"/>
          </a:solidFill>
          <a:ln>
            <a:noFill/>
          </a:ln>
        </p:spPr>
      </p:sp>
      <p:sp>
        <p:nvSpPr>
          <p:cNvPr id="31" name="wm.library-whiteboard.001.002.007"/>
          <p:cNvSpPr/>
          <p:nvPr/>
        </p:nvSpPr>
        <p:spPr>
          <a:xfrm>
            <a:off x="7353300" y="2057400"/>
            <a:ext cx="38100" cy="38100"/>
          </a:xfrm>
          <a:prstGeom prst="rect">
            <a:avLst/>
          </a:prstGeom>
          <a:solidFill>
            <a:srgbClr val="50658E"/>
          </a:solidFill>
          <a:ln>
            <a:noFill/>
          </a:ln>
        </p:spPr>
      </p:sp>
      <p:sp>
        <p:nvSpPr>
          <p:cNvPr id="32" name="wm.library-whiteboard.001.002.008"/>
          <p:cNvSpPr/>
          <p:nvPr/>
        </p:nvSpPr>
        <p:spPr>
          <a:xfrm>
            <a:off x="7353300" y="2286000"/>
            <a:ext cx="38100" cy="38100"/>
          </a:xfrm>
          <a:prstGeom prst="rect">
            <a:avLst/>
          </a:prstGeom>
          <a:solidFill>
            <a:srgbClr val="50658E"/>
          </a:solidFill>
          <a:ln>
            <a:noFill/>
          </a:ln>
        </p:spPr>
      </p:sp>
      <p:sp>
        <p:nvSpPr>
          <p:cNvPr id="33" name="wm.library-whiteboard.001.002.009"/>
          <p:cNvSpPr/>
          <p:nvPr/>
        </p:nvSpPr>
        <p:spPr>
          <a:xfrm>
            <a:off x="7353300" y="2514600"/>
            <a:ext cx="38100" cy="38100"/>
          </a:xfrm>
          <a:prstGeom prst="rect">
            <a:avLst/>
          </a:prstGeom>
          <a:solidFill>
            <a:srgbClr val="50658E"/>
          </a:solidFill>
          <a:ln>
            <a:noFill/>
          </a:ln>
        </p:spPr>
      </p:sp>
      <p:sp>
        <p:nvSpPr>
          <p:cNvPr id="34" name="wm.library-whiteboard.001.002.010"/>
          <p:cNvSpPr/>
          <p:nvPr/>
        </p:nvSpPr>
        <p:spPr>
          <a:xfrm>
            <a:off x="7353300" y="2743200"/>
            <a:ext cx="38100" cy="38100"/>
          </a:xfrm>
          <a:prstGeom prst="rect">
            <a:avLst/>
          </a:prstGeom>
          <a:solidFill>
            <a:srgbClr val="50658E"/>
          </a:solidFill>
          <a:ln>
            <a:noFill/>
          </a:ln>
        </p:spPr>
      </p:sp>
      <p:sp>
        <p:nvSpPr>
          <p:cNvPr id="35" name="wm.library-whiteboard.001.002.011"/>
          <p:cNvSpPr/>
          <p:nvPr/>
        </p:nvSpPr>
        <p:spPr>
          <a:xfrm>
            <a:off x="7353300" y="2971800"/>
            <a:ext cx="38100" cy="38100"/>
          </a:xfrm>
          <a:prstGeom prst="rect">
            <a:avLst/>
          </a:prstGeom>
          <a:solidFill>
            <a:srgbClr val="50658E"/>
          </a:solidFill>
          <a:ln>
            <a:noFill/>
          </a:ln>
        </p:spPr>
      </p:sp>
      <p:sp>
        <p:nvSpPr>
          <p:cNvPr id="36" name="wm.library-whiteboard.001.002.012"/>
          <p:cNvSpPr/>
          <p:nvPr/>
        </p:nvSpPr>
        <p:spPr>
          <a:xfrm>
            <a:off x="7353300" y="3200400"/>
            <a:ext cx="38100" cy="38100"/>
          </a:xfrm>
          <a:prstGeom prst="rect">
            <a:avLst/>
          </a:prstGeom>
          <a:solidFill>
            <a:srgbClr val="50658E"/>
          </a:solidFill>
          <a:ln>
            <a:noFill/>
          </a:ln>
        </p:spPr>
      </p:sp>
      <p:sp>
        <p:nvSpPr>
          <p:cNvPr id="37" name="wm.library-whiteboard.001.002.013"/>
          <p:cNvSpPr/>
          <p:nvPr/>
        </p:nvSpPr>
        <p:spPr>
          <a:xfrm>
            <a:off x="7353300" y="3429000"/>
            <a:ext cx="38100" cy="38100"/>
          </a:xfrm>
          <a:prstGeom prst="rect">
            <a:avLst/>
          </a:prstGeom>
          <a:solidFill>
            <a:srgbClr val="50658E"/>
          </a:solidFill>
          <a:ln>
            <a:noFill/>
          </a:ln>
        </p:spPr>
      </p:sp>
      <p:sp>
        <p:nvSpPr>
          <p:cNvPr id="38" name="wm.library-whiteboard.001.002.014"/>
          <p:cNvSpPr/>
          <p:nvPr/>
        </p:nvSpPr>
        <p:spPr>
          <a:xfrm>
            <a:off x="7353300" y="3657600"/>
            <a:ext cx="38100" cy="38100"/>
          </a:xfrm>
          <a:prstGeom prst="rect">
            <a:avLst/>
          </a:prstGeom>
          <a:solidFill>
            <a:srgbClr val="50658E"/>
          </a:solidFill>
          <a:ln>
            <a:noFill/>
          </a:ln>
        </p:spPr>
      </p:sp>
      <p:sp>
        <p:nvSpPr>
          <p:cNvPr id="39" name="wm.library-whiteboard.001.002.015"/>
          <p:cNvSpPr/>
          <p:nvPr/>
        </p:nvSpPr>
        <p:spPr>
          <a:xfrm>
            <a:off x="7353300" y="3886200"/>
            <a:ext cx="38100" cy="38100"/>
          </a:xfrm>
          <a:prstGeom prst="rect">
            <a:avLst/>
          </a:prstGeom>
          <a:solidFill>
            <a:srgbClr val="50658E"/>
          </a:solidFill>
          <a:ln>
            <a:noFill/>
          </a:ln>
        </p:spPr>
      </p:sp>
      <p:sp>
        <p:nvSpPr>
          <p:cNvPr id="40" name="wm.library-whiteboard.001.002.016"/>
          <p:cNvSpPr/>
          <p:nvPr/>
        </p:nvSpPr>
        <p:spPr>
          <a:xfrm>
            <a:off x="7353300" y="4114800"/>
            <a:ext cx="38100" cy="38100"/>
          </a:xfrm>
          <a:prstGeom prst="rect">
            <a:avLst/>
          </a:prstGeom>
          <a:solidFill>
            <a:srgbClr val="50658E"/>
          </a:solidFill>
          <a:ln>
            <a:noFill/>
          </a:ln>
        </p:spPr>
      </p:sp>
      <p:sp>
        <p:nvSpPr>
          <p:cNvPr id="41" name="wm.library-whiteboard.001.002.017"/>
          <p:cNvSpPr/>
          <p:nvPr/>
        </p:nvSpPr>
        <p:spPr>
          <a:xfrm>
            <a:off x="7353300" y="4343400"/>
            <a:ext cx="38100" cy="38100"/>
          </a:xfrm>
          <a:prstGeom prst="rect">
            <a:avLst/>
          </a:prstGeom>
          <a:solidFill>
            <a:srgbClr val="50658E"/>
          </a:solidFill>
          <a:ln>
            <a:noFill/>
          </a:ln>
        </p:spPr>
      </p:sp>
      <p:sp>
        <p:nvSpPr>
          <p:cNvPr id="42" name="wm.library-whiteboard.001.002.018"/>
          <p:cNvSpPr/>
          <p:nvPr/>
        </p:nvSpPr>
        <p:spPr>
          <a:xfrm>
            <a:off x="7353300" y="4572000"/>
            <a:ext cx="38100" cy="38100"/>
          </a:xfrm>
          <a:prstGeom prst="rect">
            <a:avLst/>
          </a:prstGeom>
          <a:solidFill>
            <a:srgbClr val="50658E"/>
          </a:solidFill>
          <a:ln>
            <a:noFill/>
          </a:ln>
        </p:spPr>
      </p:sp>
      <p:sp>
        <p:nvSpPr>
          <p:cNvPr id="43" name="wm.library-whiteboard.001.002.019"/>
          <p:cNvSpPr/>
          <p:nvPr/>
        </p:nvSpPr>
        <p:spPr>
          <a:xfrm>
            <a:off x="7353300" y="4800600"/>
            <a:ext cx="38100" cy="38100"/>
          </a:xfrm>
          <a:prstGeom prst="rect">
            <a:avLst/>
          </a:prstGeom>
          <a:solidFill>
            <a:srgbClr val="50658E"/>
          </a:solidFill>
          <a:ln>
            <a:noFill/>
          </a:ln>
        </p:spPr>
      </p:sp>
      <p:sp>
        <p:nvSpPr>
          <p:cNvPr id="44" name="wm.library-whiteboard.001.002.020"/>
          <p:cNvSpPr/>
          <p:nvPr/>
        </p:nvSpPr>
        <p:spPr>
          <a:xfrm>
            <a:off x="7353300" y="5029200"/>
            <a:ext cx="38100" cy="38100"/>
          </a:xfrm>
          <a:prstGeom prst="rect">
            <a:avLst/>
          </a:prstGeom>
          <a:solidFill>
            <a:srgbClr val="50658E"/>
          </a:solidFill>
          <a:ln>
            <a:noFill/>
          </a:ln>
        </p:spPr>
      </p:sp>
      <p:sp>
        <p:nvSpPr>
          <p:cNvPr id="45" name="wm.library-whiteboard.001.002.021"/>
          <p:cNvSpPr/>
          <p:nvPr/>
        </p:nvSpPr>
        <p:spPr>
          <a:xfrm>
            <a:off x="7353300" y="5257800"/>
            <a:ext cx="38100" cy="38100"/>
          </a:xfrm>
          <a:prstGeom prst="rect">
            <a:avLst/>
          </a:prstGeom>
          <a:solidFill>
            <a:srgbClr val="50658E"/>
          </a:solidFill>
          <a:ln>
            <a:noFill/>
          </a:ln>
        </p:spPr>
      </p:sp>
      <p:sp>
        <p:nvSpPr>
          <p:cNvPr id="46" name="wm.library-whiteboard.001.002.022"/>
          <p:cNvSpPr/>
          <p:nvPr/>
        </p:nvSpPr>
        <p:spPr>
          <a:xfrm>
            <a:off x="7353300" y="5486400"/>
            <a:ext cx="38100" cy="38100"/>
          </a:xfrm>
          <a:prstGeom prst="rect">
            <a:avLst/>
          </a:prstGeom>
          <a:solidFill>
            <a:srgbClr val="50658E"/>
          </a:solidFill>
          <a:ln>
            <a:noFill/>
          </a:ln>
        </p:spPr>
      </p:sp>
      <p:sp>
        <p:nvSpPr>
          <p:cNvPr id="47" name="wm.library-whiteboard.001.002.023"/>
          <p:cNvSpPr/>
          <p:nvPr/>
        </p:nvSpPr>
        <p:spPr>
          <a:xfrm>
            <a:off x="7353300" y="5715000"/>
            <a:ext cx="38100" cy="38100"/>
          </a:xfrm>
          <a:prstGeom prst="rect">
            <a:avLst/>
          </a:prstGeom>
          <a:solidFill>
            <a:srgbClr val="50658E"/>
          </a:solidFill>
          <a:ln>
            <a:noFill/>
          </a:ln>
        </p:spPr>
      </p:sp>
      <p:sp>
        <p:nvSpPr>
          <p:cNvPr id="48" name="wm.library-whiteboard.001.003.001"/>
          <p:cNvSpPr/>
          <p:nvPr/>
        </p:nvSpPr>
        <p:spPr>
          <a:xfrm>
            <a:off x="7581900" y="685800"/>
            <a:ext cx="38100" cy="38100"/>
          </a:xfrm>
          <a:prstGeom prst="rect">
            <a:avLst/>
          </a:prstGeom>
          <a:solidFill>
            <a:srgbClr val="50658E"/>
          </a:solidFill>
          <a:ln>
            <a:noFill/>
          </a:ln>
        </p:spPr>
      </p:sp>
      <p:sp>
        <p:nvSpPr>
          <p:cNvPr id="49" name="wm.library-whiteboard.001.003.002"/>
          <p:cNvSpPr/>
          <p:nvPr/>
        </p:nvSpPr>
        <p:spPr>
          <a:xfrm>
            <a:off x="7581900" y="914400"/>
            <a:ext cx="38100" cy="38100"/>
          </a:xfrm>
          <a:prstGeom prst="rect">
            <a:avLst/>
          </a:prstGeom>
          <a:solidFill>
            <a:srgbClr val="50658E"/>
          </a:solidFill>
          <a:ln>
            <a:noFill/>
          </a:ln>
        </p:spPr>
      </p:sp>
      <p:sp>
        <p:nvSpPr>
          <p:cNvPr id="50" name="wm.library-whiteboard.001.003.003"/>
          <p:cNvSpPr/>
          <p:nvPr/>
        </p:nvSpPr>
        <p:spPr>
          <a:xfrm>
            <a:off x="7581900" y="1143000"/>
            <a:ext cx="38100" cy="38100"/>
          </a:xfrm>
          <a:prstGeom prst="rect">
            <a:avLst/>
          </a:prstGeom>
          <a:solidFill>
            <a:srgbClr val="50658E"/>
          </a:solidFill>
          <a:ln>
            <a:noFill/>
          </a:ln>
        </p:spPr>
      </p:sp>
      <p:sp>
        <p:nvSpPr>
          <p:cNvPr id="51" name="wm.library-whiteboard.001.003.004"/>
          <p:cNvSpPr/>
          <p:nvPr/>
        </p:nvSpPr>
        <p:spPr>
          <a:xfrm>
            <a:off x="7581900" y="1371600"/>
            <a:ext cx="38100" cy="38100"/>
          </a:xfrm>
          <a:prstGeom prst="rect">
            <a:avLst/>
          </a:prstGeom>
          <a:solidFill>
            <a:srgbClr val="50658E"/>
          </a:solidFill>
          <a:ln>
            <a:noFill/>
          </a:ln>
        </p:spPr>
      </p:sp>
      <p:sp>
        <p:nvSpPr>
          <p:cNvPr id="52" name="wm.library-whiteboard.001.003.005"/>
          <p:cNvSpPr/>
          <p:nvPr/>
        </p:nvSpPr>
        <p:spPr>
          <a:xfrm>
            <a:off x="7581900" y="1600200"/>
            <a:ext cx="38100" cy="38100"/>
          </a:xfrm>
          <a:prstGeom prst="rect">
            <a:avLst/>
          </a:prstGeom>
          <a:solidFill>
            <a:srgbClr val="50658E"/>
          </a:solidFill>
          <a:ln>
            <a:noFill/>
          </a:ln>
        </p:spPr>
      </p:sp>
      <p:sp>
        <p:nvSpPr>
          <p:cNvPr id="53" name="wm.library-whiteboard.001.003.006"/>
          <p:cNvSpPr/>
          <p:nvPr/>
        </p:nvSpPr>
        <p:spPr>
          <a:xfrm>
            <a:off x="7581900" y="1828800"/>
            <a:ext cx="38100" cy="38100"/>
          </a:xfrm>
          <a:prstGeom prst="rect">
            <a:avLst/>
          </a:prstGeom>
          <a:solidFill>
            <a:srgbClr val="50658E"/>
          </a:solidFill>
          <a:ln>
            <a:noFill/>
          </a:ln>
        </p:spPr>
      </p:sp>
      <p:sp>
        <p:nvSpPr>
          <p:cNvPr id="54" name="wm.library-whiteboard.001.003.007"/>
          <p:cNvSpPr/>
          <p:nvPr/>
        </p:nvSpPr>
        <p:spPr>
          <a:xfrm>
            <a:off x="7581900" y="2057400"/>
            <a:ext cx="38100" cy="38100"/>
          </a:xfrm>
          <a:prstGeom prst="rect">
            <a:avLst/>
          </a:prstGeom>
          <a:solidFill>
            <a:srgbClr val="50658E"/>
          </a:solidFill>
          <a:ln>
            <a:noFill/>
          </a:ln>
        </p:spPr>
      </p:sp>
      <p:sp>
        <p:nvSpPr>
          <p:cNvPr id="55" name="wm.library-whiteboard.001.003.008"/>
          <p:cNvSpPr/>
          <p:nvPr/>
        </p:nvSpPr>
        <p:spPr>
          <a:xfrm>
            <a:off x="7581900" y="2286000"/>
            <a:ext cx="38100" cy="38100"/>
          </a:xfrm>
          <a:prstGeom prst="rect">
            <a:avLst/>
          </a:prstGeom>
          <a:solidFill>
            <a:srgbClr val="50658E"/>
          </a:solidFill>
          <a:ln>
            <a:noFill/>
          </a:ln>
        </p:spPr>
      </p:sp>
      <p:sp>
        <p:nvSpPr>
          <p:cNvPr id="56" name="wm.library-whiteboard.001.003.009"/>
          <p:cNvSpPr/>
          <p:nvPr/>
        </p:nvSpPr>
        <p:spPr>
          <a:xfrm>
            <a:off x="7581900" y="2514600"/>
            <a:ext cx="38100" cy="38100"/>
          </a:xfrm>
          <a:prstGeom prst="rect">
            <a:avLst/>
          </a:prstGeom>
          <a:solidFill>
            <a:srgbClr val="50658E"/>
          </a:solidFill>
          <a:ln>
            <a:noFill/>
          </a:ln>
        </p:spPr>
      </p:sp>
      <p:sp>
        <p:nvSpPr>
          <p:cNvPr id="57" name="wm.library-whiteboard.001.003.010"/>
          <p:cNvSpPr/>
          <p:nvPr/>
        </p:nvSpPr>
        <p:spPr>
          <a:xfrm>
            <a:off x="7581900" y="2743200"/>
            <a:ext cx="38100" cy="38100"/>
          </a:xfrm>
          <a:prstGeom prst="rect">
            <a:avLst/>
          </a:prstGeom>
          <a:solidFill>
            <a:srgbClr val="50658E"/>
          </a:solidFill>
          <a:ln>
            <a:noFill/>
          </a:ln>
        </p:spPr>
      </p:sp>
      <p:sp>
        <p:nvSpPr>
          <p:cNvPr id="58" name="wm.library-whiteboard.001.003.011"/>
          <p:cNvSpPr/>
          <p:nvPr/>
        </p:nvSpPr>
        <p:spPr>
          <a:xfrm>
            <a:off x="7581900" y="2971800"/>
            <a:ext cx="38100" cy="38100"/>
          </a:xfrm>
          <a:prstGeom prst="rect">
            <a:avLst/>
          </a:prstGeom>
          <a:solidFill>
            <a:srgbClr val="50658E"/>
          </a:solidFill>
          <a:ln>
            <a:noFill/>
          </a:ln>
        </p:spPr>
      </p:sp>
      <p:sp>
        <p:nvSpPr>
          <p:cNvPr id="59" name="wm.library-whiteboard.001.003.012"/>
          <p:cNvSpPr/>
          <p:nvPr/>
        </p:nvSpPr>
        <p:spPr>
          <a:xfrm>
            <a:off x="7581900" y="3200400"/>
            <a:ext cx="38100" cy="38100"/>
          </a:xfrm>
          <a:prstGeom prst="rect">
            <a:avLst/>
          </a:prstGeom>
          <a:solidFill>
            <a:srgbClr val="50658E"/>
          </a:solidFill>
          <a:ln>
            <a:noFill/>
          </a:ln>
        </p:spPr>
      </p:sp>
      <p:sp>
        <p:nvSpPr>
          <p:cNvPr id="60" name="wm.library-whiteboard.001.003.013"/>
          <p:cNvSpPr/>
          <p:nvPr/>
        </p:nvSpPr>
        <p:spPr>
          <a:xfrm>
            <a:off x="7581900" y="3429000"/>
            <a:ext cx="38100" cy="38100"/>
          </a:xfrm>
          <a:prstGeom prst="rect">
            <a:avLst/>
          </a:prstGeom>
          <a:solidFill>
            <a:srgbClr val="50658E"/>
          </a:solidFill>
          <a:ln>
            <a:noFill/>
          </a:ln>
        </p:spPr>
      </p:sp>
      <p:sp>
        <p:nvSpPr>
          <p:cNvPr id="61" name="wm.library-whiteboard.001.003.014"/>
          <p:cNvSpPr/>
          <p:nvPr/>
        </p:nvSpPr>
        <p:spPr>
          <a:xfrm>
            <a:off x="7581900" y="3657600"/>
            <a:ext cx="38100" cy="38100"/>
          </a:xfrm>
          <a:prstGeom prst="rect">
            <a:avLst/>
          </a:prstGeom>
          <a:solidFill>
            <a:srgbClr val="50658E"/>
          </a:solidFill>
          <a:ln>
            <a:noFill/>
          </a:ln>
        </p:spPr>
      </p:sp>
      <p:sp>
        <p:nvSpPr>
          <p:cNvPr id="62" name="wm.library-whiteboard.001.003.015"/>
          <p:cNvSpPr/>
          <p:nvPr/>
        </p:nvSpPr>
        <p:spPr>
          <a:xfrm>
            <a:off x="7581900" y="3886200"/>
            <a:ext cx="38100" cy="38100"/>
          </a:xfrm>
          <a:prstGeom prst="rect">
            <a:avLst/>
          </a:prstGeom>
          <a:solidFill>
            <a:srgbClr val="50658E"/>
          </a:solidFill>
          <a:ln>
            <a:noFill/>
          </a:ln>
        </p:spPr>
      </p:sp>
      <p:sp>
        <p:nvSpPr>
          <p:cNvPr id="63" name="wm.library-whiteboard.001.003.016"/>
          <p:cNvSpPr/>
          <p:nvPr/>
        </p:nvSpPr>
        <p:spPr>
          <a:xfrm>
            <a:off x="7581900" y="4114800"/>
            <a:ext cx="38100" cy="38100"/>
          </a:xfrm>
          <a:prstGeom prst="rect">
            <a:avLst/>
          </a:prstGeom>
          <a:solidFill>
            <a:srgbClr val="50658E"/>
          </a:solidFill>
          <a:ln>
            <a:noFill/>
          </a:ln>
        </p:spPr>
      </p:sp>
      <p:sp>
        <p:nvSpPr>
          <p:cNvPr id="64" name="wm.library-whiteboard.001.003.017"/>
          <p:cNvSpPr/>
          <p:nvPr/>
        </p:nvSpPr>
        <p:spPr>
          <a:xfrm>
            <a:off x="7581900" y="4343400"/>
            <a:ext cx="38100" cy="38100"/>
          </a:xfrm>
          <a:prstGeom prst="rect">
            <a:avLst/>
          </a:prstGeom>
          <a:solidFill>
            <a:srgbClr val="50658E"/>
          </a:solidFill>
          <a:ln>
            <a:noFill/>
          </a:ln>
        </p:spPr>
      </p:sp>
      <p:sp>
        <p:nvSpPr>
          <p:cNvPr id="65" name="wm.library-whiteboard.001.003.018"/>
          <p:cNvSpPr/>
          <p:nvPr/>
        </p:nvSpPr>
        <p:spPr>
          <a:xfrm>
            <a:off x="7581900" y="4572000"/>
            <a:ext cx="38100" cy="38100"/>
          </a:xfrm>
          <a:prstGeom prst="rect">
            <a:avLst/>
          </a:prstGeom>
          <a:solidFill>
            <a:srgbClr val="50658E"/>
          </a:solidFill>
          <a:ln>
            <a:noFill/>
          </a:ln>
        </p:spPr>
      </p:sp>
      <p:sp>
        <p:nvSpPr>
          <p:cNvPr id="66" name="wm.library-whiteboard.001.003.019"/>
          <p:cNvSpPr/>
          <p:nvPr/>
        </p:nvSpPr>
        <p:spPr>
          <a:xfrm>
            <a:off x="7581900" y="4800600"/>
            <a:ext cx="38100" cy="38100"/>
          </a:xfrm>
          <a:prstGeom prst="rect">
            <a:avLst/>
          </a:prstGeom>
          <a:solidFill>
            <a:srgbClr val="50658E"/>
          </a:solidFill>
          <a:ln>
            <a:noFill/>
          </a:ln>
        </p:spPr>
      </p:sp>
      <p:sp>
        <p:nvSpPr>
          <p:cNvPr id="67" name="wm.library-whiteboard.001.003.020"/>
          <p:cNvSpPr/>
          <p:nvPr/>
        </p:nvSpPr>
        <p:spPr>
          <a:xfrm>
            <a:off x="7581900" y="5029200"/>
            <a:ext cx="38100" cy="38100"/>
          </a:xfrm>
          <a:prstGeom prst="rect">
            <a:avLst/>
          </a:prstGeom>
          <a:solidFill>
            <a:srgbClr val="50658E"/>
          </a:solidFill>
          <a:ln>
            <a:noFill/>
          </a:ln>
        </p:spPr>
      </p:sp>
      <p:sp>
        <p:nvSpPr>
          <p:cNvPr id="68" name="wm.library-whiteboard.001.003.021"/>
          <p:cNvSpPr/>
          <p:nvPr/>
        </p:nvSpPr>
        <p:spPr>
          <a:xfrm>
            <a:off x="7581900" y="5257800"/>
            <a:ext cx="38100" cy="38100"/>
          </a:xfrm>
          <a:prstGeom prst="rect">
            <a:avLst/>
          </a:prstGeom>
          <a:solidFill>
            <a:srgbClr val="50658E"/>
          </a:solidFill>
          <a:ln>
            <a:noFill/>
          </a:ln>
        </p:spPr>
      </p:sp>
      <p:sp>
        <p:nvSpPr>
          <p:cNvPr id="69" name="wm.library-whiteboard.001.003.022"/>
          <p:cNvSpPr/>
          <p:nvPr/>
        </p:nvSpPr>
        <p:spPr>
          <a:xfrm>
            <a:off x="7581900" y="5486400"/>
            <a:ext cx="38100" cy="38100"/>
          </a:xfrm>
          <a:prstGeom prst="rect">
            <a:avLst/>
          </a:prstGeom>
          <a:solidFill>
            <a:srgbClr val="50658E"/>
          </a:solidFill>
          <a:ln>
            <a:noFill/>
          </a:ln>
        </p:spPr>
      </p:sp>
      <p:sp>
        <p:nvSpPr>
          <p:cNvPr id="70" name="wm.library-whiteboard.001.003.023"/>
          <p:cNvSpPr/>
          <p:nvPr/>
        </p:nvSpPr>
        <p:spPr>
          <a:xfrm>
            <a:off x="7581900" y="5715000"/>
            <a:ext cx="38100" cy="38100"/>
          </a:xfrm>
          <a:prstGeom prst="rect">
            <a:avLst/>
          </a:prstGeom>
          <a:solidFill>
            <a:srgbClr val="50658E"/>
          </a:solidFill>
          <a:ln>
            <a:noFill/>
          </a:ln>
        </p:spPr>
      </p:sp>
      <p:sp>
        <p:nvSpPr>
          <p:cNvPr id="71" name="wm.library-whiteboard.001.004.001"/>
          <p:cNvSpPr/>
          <p:nvPr/>
        </p:nvSpPr>
        <p:spPr>
          <a:xfrm>
            <a:off x="7810500" y="685800"/>
            <a:ext cx="38100" cy="38100"/>
          </a:xfrm>
          <a:prstGeom prst="rect">
            <a:avLst/>
          </a:prstGeom>
          <a:solidFill>
            <a:srgbClr val="50658E"/>
          </a:solidFill>
          <a:ln>
            <a:noFill/>
          </a:ln>
        </p:spPr>
      </p:sp>
      <p:sp>
        <p:nvSpPr>
          <p:cNvPr id="72" name="wm.library-whiteboard.001.004.002"/>
          <p:cNvSpPr/>
          <p:nvPr/>
        </p:nvSpPr>
        <p:spPr>
          <a:xfrm>
            <a:off x="7810500" y="914400"/>
            <a:ext cx="38100" cy="38100"/>
          </a:xfrm>
          <a:prstGeom prst="rect">
            <a:avLst/>
          </a:prstGeom>
          <a:solidFill>
            <a:srgbClr val="50658E"/>
          </a:solidFill>
          <a:ln>
            <a:noFill/>
          </a:ln>
        </p:spPr>
      </p:sp>
      <p:sp>
        <p:nvSpPr>
          <p:cNvPr id="73" name="wm.library-whiteboard.001.004.003"/>
          <p:cNvSpPr/>
          <p:nvPr/>
        </p:nvSpPr>
        <p:spPr>
          <a:xfrm>
            <a:off x="7810500" y="1143000"/>
            <a:ext cx="38100" cy="38100"/>
          </a:xfrm>
          <a:prstGeom prst="rect">
            <a:avLst/>
          </a:prstGeom>
          <a:solidFill>
            <a:srgbClr val="50658E"/>
          </a:solidFill>
          <a:ln>
            <a:noFill/>
          </a:ln>
        </p:spPr>
      </p:sp>
      <p:sp>
        <p:nvSpPr>
          <p:cNvPr id="74" name="wm.library-whiteboard.001.004.004"/>
          <p:cNvSpPr/>
          <p:nvPr/>
        </p:nvSpPr>
        <p:spPr>
          <a:xfrm>
            <a:off x="7810500" y="1371600"/>
            <a:ext cx="38100" cy="38100"/>
          </a:xfrm>
          <a:prstGeom prst="rect">
            <a:avLst/>
          </a:prstGeom>
          <a:solidFill>
            <a:srgbClr val="50658E"/>
          </a:solidFill>
          <a:ln>
            <a:noFill/>
          </a:ln>
        </p:spPr>
      </p:sp>
      <p:sp>
        <p:nvSpPr>
          <p:cNvPr id="75" name="wm.library-whiteboard.001.004.005"/>
          <p:cNvSpPr/>
          <p:nvPr/>
        </p:nvSpPr>
        <p:spPr>
          <a:xfrm>
            <a:off x="7810500" y="1600200"/>
            <a:ext cx="38100" cy="38100"/>
          </a:xfrm>
          <a:prstGeom prst="rect">
            <a:avLst/>
          </a:prstGeom>
          <a:solidFill>
            <a:srgbClr val="50658E"/>
          </a:solidFill>
          <a:ln>
            <a:noFill/>
          </a:ln>
        </p:spPr>
      </p:sp>
      <p:sp>
        <p:nvSpPr>
          <p:cNvPr id="76" name="wm.library-whiteboard.001.004.006"/>
          <p:cNvSpPr/>
          <p:nvPr/>
        </p:nvSpPr>
        <p:spPr>
          <a:xfrm>
            <a:off x="7810500" y="1828800"/>
            <a:ext cx="38100" cy="38100"/>
          </a:xfrm>
          <a:prstGeom prst="rect">
            <a:avLst/>
          </a:prstGeom>
          <a:solidFill>
            <a:srgbClr val="50658E"/>
          </a:solidFill>
          <a:ln>
            <a:noFill/>
          </a:ln>
        </p:spPr>
      </p:sp>
      <p:sp>
        <p:nvSpPr>
          <p:cNvPr id="77" name="wm.library-whiteboard.001.004.007"/>
          <p:cNvSpPr/>
          <p:nvPr/>
        </p:nvSpPr>
        <p:spPr>
          <a:xfrm>
            <a:off x="7810500" y="2057400"/>
            <a:ext cx="38100" cy="38100"/>
          </a:xfrm>
          <a:prstGeom prst="rect">
            <a:avLst/>
          </a:prstGeom>
          <a:solidFill>
            <a:srgbClr val="50658E"/>
          </a:solidFill>
          <a:ln>
            <a:noFill/>
          </a:ln>
        </p:spPr>
      </p:sp>
      <p:sp>
        <p:nvSpPr>
          <p:cNvPr id="78" name="wm.library-whiteboard.001.004.008"/>
          <p:cNvSpPr/>
          <p:nvPr/>
        </p:nvSpPr>
        <p:spPr>
          <a:xfrm>
            <a:off x="7810500" y="2286000"/>
            <a:ext cx="38100" cy="38100"/>
          </a:xfrm>
          <a:prstGeom prst="rect">
            <a:avLst/>
          </a:prstGeom>
          <a:solidFill>
            <a:srgbClr val="50658E"/>
          </a:solidFill>
          <a:ln>
            <a:noFill/>
          </a:ln>
        </p:spPr>
      </p:sp>
      <p:sp>
        <p:nvSpPr>
          <p:cNvPr id="79" name="wm.library-whiteboard.001.004.009"/>
          <p:cNvSpPr/>
          <p:nvPr/>
        </p:nvSpPr>
        <p:spPr>
          <a:xfrm>
            <a:off x="7810500" y="2514600"/>
            <a:ext cx="38100" cy="38100"/>
          </a:xfrm>
          <a:prstGeom prst="rect">
            <a:avLst/>
          </a:prstGeom>
          <a:solidFill>
            <a:srgbClr val="50658E"/>
          </a:solidFill>
          <a:ln>
            <a:noFill/>
          </a:ln>
        </p:spPr>
      </p:sp>
      <p:sp>
        <p:nvSpPr>
          <p:cNvPr id="80" name="wm.library-whiteboard.001.004.010"/>
          <p:cNvSpPr/>
          <p:nvPr/>
        </p:nvSpPr>
        <p:spPr>
          <a:xfrm>
            <a:off x="7810500" y="2743200"/>
            <a:ext cx="38100" cy="38100"/>
          </a:xfrm>
          <a:prstGeom prst="rect">
            <a:avLst/>
          </a:prstGeom>
          <a:solidFill>
            <a:srgbClr val="50658E"/>
          </a:solidFill>
          <a:ln>
            <a:noFill/>
          </a:ln>
        </p:spPr>
      </p:sp>
      <p:sp>
        <p:nvSpPr>
          <p:cNvPr id="81" name="wm.library-whiteboard.001.004.011"/>
          <p:cNvSpPr/>
          <p:nvPr/>
        </p:nvSpPr>
        <p:spPr>
          <a:xfrm>
            <a:off x="7810500" y="2971800"/>
            <a:ext cx="38100" cy="38100"/>
          </a:xfrm>
          <a:prstGeom prst="rect">
            <a:avLst/>
          </a:prstGeom>
          <a:solidFill>
            <a:srgbClr val="50658E"/>
          </a:solidFill>
          <a:ln>
            <a:noFill/>
          </a:ln>
        </p:spPr>
      </p:sp>
      <p:sp>
        <p:nvSpPr>
          <p:cNvPr id="82" name="wm.library-whiteboard.001.004.012"/>
          <p:cNvSpPr/>
          <p:nvPr/>
        </p:nvSpPr>
        <p:spPr>
          <a:xfrm>
            <a:off x="7810500" y="3200400"/>
            <a:ext cx="38100" cy="38100"/>
          </a:xfrm>
          <a:prstGeom prst="rect">
            <a:avLst/>
          </a:prstGeom>
          <a:solidFill>
            <a:srgbClr val="50658E"/>
          </a:solidFill>
          <a:ln>
            <a:noFill/>
          </a:ln>
        </p:spPr>
      </p:sp>
      <p:sp>
        <p:nvSpPr>
          <p:cNvPr id="83" name="wm.library-whiteboard.001.004.013"/>
          <p:cNvSpPr/>
          <p:nvPr/>
        </p:nvSpPr>
        <p:spPr>
          <a:xfrm>
            <a:off x="7810500" y="3429000"/>
            <a:ext cx="38100" cy="38100"/>
          </a:xfrm>
          <a:prstGeom prst="rect">
            <a:avLst/>
          </a:prstGeom>
          <a:solidFill>
            <a:srgbClr val="50658E"/>
          </a:solidFill>
          <a:ln>
            <a:noFill/>
          </a:ln>
        </p:spPr>
      </p:sp>
      <p:sp>
        <p:nvSpPr>
          <p:cNvPr id="84" name="wm.library-whiteboard.001.004.014"/>
          <p:cNvSpPr/>
          <p:nvPr/>
        </p:nvSpPr>
        <p:spPr>
          <a:xfrm>
            <a:off x="7810500" y="3657600"/>
            <a:ext cx="38100" cy="38100"/>
          </a:xfrm>
          <a:prstGeom prst="rect">
            <a:avLst/>
          </a:prstGeom>
          <a:solidFill>
            <a:srgbClr val="50658E"/>
          </a:solidFill>
          <a:ln>
            <a:noFill/>
          </a:ln>
        </p:spPr>
      </p:sp>
      <p:sp>
        <p:nvSpPr>
          <p:cNvPr id="85" name="wm.library-whiteboard.001.004.015"/>
          <p:cNvSpPr/>
          <p:nvPr/>
        </p:nvSpPr>
        <p:spPr>
          <a:xfrm>
            <a:off x="7810500" y="3886200"/>
            <a:ext cx="38100" cy="38100"/>
          </a:xfrm>
          <a:prstGeom prst="rect">
            <a:avLst/>
          </a:prstGeom>
          <a:solidFill>
            <a:srgbClr val="50658E"/>
          </a:solidFill>
          <a:ln>
            <a:noFill/>
          </a:ln>
        </p:spPr>
      </p:sp>
      <p:sp>
        <p:nvSpPr>
          <p:cNvPr id="86" name="wm.library-whiteboard.001.004.016"/>
          <p:cNvSpPr/>
          <p:nvPr/>
        </p:nvSpPr>
        <p:spPr>
          <a:xfrm>
            <a:off x="7810500" y="4114800"/>
            <a:ext cx="38100" cy="38100"/>
          </a:xfrm>
          <a:prstGeom prst="rect">
            <a:avLst/>
          </a:prstGeom>
          <a:solidFill>
            <a:srgbClr val="50658E"/>
          </a:solidFill>
          <a:ln>
            <a:noFill/>
          </a:ln>
        </p:spPr>
      </p:sp>
      <p:sp>
        <p:nvSpPr>
          <p:cNvPr id="87" name="wm.library-whiteboard.001.004.017"/>
          <p:cNvSpPr/>
          <p:nvPr/>
        </p:nvSpPr>
        <p:spPr>
          <a:xfrm>
            <a:off x="7810500" y="4343400"/>
            <a:ext cx="38100" cy="38100"/>
          </a:xfrm>
          <a:prstGeom prst="rect">
            <a:avLst/>
          </a:prstGeom>
          <a:solidFill>
            <a:srgbClr val="50658E"/>
          </a:solidFill>
          <a:ln>
            <a:noFill/>
          </a:ln>
        </p:spPr>
      </p:sp>
      <p:sp>
        <p:nvSpPr>
          <p:cNvPr id="88" name="wm.library-whiteboard.001.004.018"/>
          <p:cNvSpPr/>
          <p:nvPr/>
        </p:nvSpPr>
        <p:spPr>
          <a:xfrm>
            <a:off x="7810500" y="4572000"/>
            <a:ext cx="38100" cy="38100"/>
          </a:xfrm>
          <a:prstGeom prst="rect">
            <a:avLst/>
          </a:prstGeom>
          <a:solidFill>
            <a:srgbClr val="50658E"/>
          </a:solidFill>
          <a:ln>
            <a:noFill/>
          </a:ln>
        </p:spPr>
      </p:sp>
      <p:sp>
        <p:nvSpPr>
          <p:cNvPr id="89" name="wm.library-whiteboard.001.004.019"/>
          <p:cNvSpPr/>
          <p:nvPr/>
        </p:nvSpPr>
        <p:spPr>
          <a:xfrm>
            <a:off x="7810500" y="4800600"/>
            <a:ext cx="38100" cy="38100"/>
          </a:xfrm>
          <a:prstGeom prst="rect">
            <a:avLst/>
          </a:prstGeom>
          <a:solidFill>
            <a:srgbClr val="50658E"/>
          </a:solidFill>
          <a:ln>
            <a:noFill/>
          </a:ln>
        </p:spPr>
      </p:sp>
      <p:sp>
        <p:nvSpPr>
          <p:cNvPr id="90" name="wm.library-whiteboard.001.004.020"/>
          <p:cNvSpPr/>
          <p:nvPr/>
        </p:nvSpPr>
        <p:spPr>
          <a:xfrm>
            <a:off x="7810500" y="5029200"/>
            <a:ext cx="38100" cy="38100"/>
          </a:xfrm>
          <a:prstGeom prst="rect">
            <a:avLst/>
          </a:prstGeom>
          <a:solidFill>
            <a:srgbClr val="50658E"/>
          </a:solidFill>
          <a:ln>
            <a:noFill/>
          </a:ln>
        </p:spPr>
      </p:sp>
      <p:sp>
        <p:nvSpPr>
          <p:cNvPr id="91" name="wm.library-whiteboard.001.004.021"/>
          <p:cNvSpPr/>
          <p:nvPr/>
        </p:nvSpPr>
        <p:spPr>
          <a:xfrm>
            <a:off x="7810500" y="5257800"/>
            <a:ext cx="38100" cy="38100"/>
          </a:xfrm>
          <a:prstGeom prst="rect">
            <a:avLst/>
          </a:prstGeom>
          <a:solidFill>
            <a:srgbClr val="50658E"/>
          </a:solidFill>
          <a:ln>
            <a:noFill/>
          </a:ln>
        </p:spPr>
      </p:sp>
      <p:sp>
        <p:nvSpPr>
          <p:cNvPr id="92" name="wm.library-whiteboard.001.004.022"/>
          <p:cNvSpPr/>
          <p:nvPr/>
        </p:nvSpPr>
        <p:spPr>
          <a:xfrm>
            <a:off x="7810500" y="5486400"/>
            <a:ext cx="38100" cy="38100"/>
          </a:xfrm>
          <a:prstGeom prst="rect">
            <a:avLst/>
          </a:prstGeom>
          <a:solidFill>
            <a:srgbClr val="50658E"/>
          </a:solidFill>
          <a:ln>
            <a:noFill/>
          </a:ln>
        </p:spPr>
      </p:sp>
      <p:sp>
        <p:nvSpPr>
          <p:cNvPr id="93" name="wm.library-whiteboard.001.004.023"/>
          <p:cNvSpPr/>
          <p:nvPr/>
        </p:nvSpPr>
        <p:spPr>
          <a:xfrm>
            <a:off x="7810500" y="5715000"/>
            <a:ext cx="38100" cy="38100"/>
          </a:xfrm>
          <a:prstGeom prst="rect">
            <a:avLst/>
          </a:prstGeom>
          <a:solidFill>
            <a:srgbClr val="50658E"/>
          </a:solidFill>
          <a:ln>
            <a:noFill/>
          </a:ln>
        </p:spPr>
      </p:sp>
      <p:sp>
        <p:nvSpPr>
          <p:cNvPr id="94" name="wm.library-whiteboard.001.005.001"/>
          <p:cNvSpPr/>
          <p:nvPr/>
        </p:nvSpPr>
        <p:spPr>
          <a:xfrm>
            <a:off x="8039100" y="685800"/>
            <a:ext cx="38100" cy="38100"/>
          </a:xfrm>
          <a:prstGeom prst="rect">
            <a:avLst/>
          </a:prstGeom>
          <a:solidFill>
            <a:srgbClr val="50658E"/>
          </a:solidFill>
          <a:ln>
            <a:noFill/>
          </a:ln>
        </p:spPr>
      </p:sp>
      <p:sp>
        <p:nvSpPr>
          <p:cNvPr id="95" name="wm.library-whiteboard.001.005.002"/>
          <p:cNvSpPr/>
          <p:nvPr/>
        </p:nvSpPr>
        <p:spPr>
          <a:xfrm>
            <a:off x="8039100" y="914400"/>
            <a:ext cx="38100" cy="38100"/>
          </a:xfrm>
          <a:prstGeom prst="rect">
            <a:avLst/>
          </a:prstGeom>
          <a:solidFill>
            <a:srgbClr val="50658E"/>
          </a:solidFill>
          <a:ln>
            <a:noFill/>
          </a:ln>
        </p:spPr>
      </p:sp>
      <p:sp>
        <p:nvSpPr>
          <p:cNvPr id="96" name="wm.library-whiteboard.001.005.003"/>
          <p:cNvSpPr/>
          <p:nvPr/>
        </p:nvSpPr>
        <p:spPr>
          <a:xfrm>
            <a:off x="8039100" y="1143000"/>
            <a:ext cx="38100" cy="38100"/>
          </a:xfrm>
          <a:prstGeom prst="rect">
            <a:avLst/>
          </a:prstGeom>
          <a:solidFill>
            <a:srgbClr val="50658E"/>
          </a:solidFill>
          <a:ln>
            <a:noFill/>
          </a:ln>
        </p:spPr>
      </p:sp>
      <p:sp>
        <p:nvSpPr>
          <p:cNvPr id="97" name="wm.library-whiteboard.001.005.004"/>
          <p:cNvSpPr/>
          <p:nvPr/>
        </p:nvSpPr>
        <p:spPr>
          <a:xfrm>
            <a:off x="8039100" y="1371600"/>
            <a:ext cx="38100" cy="38100"/>
          </a:xfrm>
          <a:prstGeom prst="rect">
            <a:avLst/>
          </a:prstGeom>
          <a:solidFill>
            <a:srgbClr val="50658E"/>
          </a:solidFill>
          <a:ln>
            <a:noFill/>
          </a:ln>
        </p:spPr>
      </p:sp>
      <p:sp>
        <p:nvSpPr>
          <p:cNvPr id="98" name="wm.library-whiteboard.001.005.005"/>
          <p:cNvSpPr/>
          <p:nvPr/>
        </p:nvSpPr>
        <p:spPr>
          <a:xfrm>
            <a:off x="8039100" y="1600200"/>
            <a:ext cx="38100" cy="38100"/>
          </a:xfrm>
          <a:prstGeom prst="rect">
            <a:avLst/>
          </a:prstGeom>
          <a:solidFill>
            <a:srgbClr val="50658E"/>
          </a:solidFill>
          <a:ln>
            <a:noFill/>
          </a:ln>
        </p:spPr>
      </p:sp>
      <p:sp>
        <p:nvSpPr>
          <p:cNvPr id="99" name="wm.library-whiteboard.001.005.006"/>
          <p:cNvSpPr/>
          <p:nvPr/>
        </p:nvSpPr>
        <p:spPr>
          <a:xfrm>
            <a:off x="8039100" y="1828800"/>
            <a:ext cx="38100" cy="38100"/>
          </a:xfrm>
          <a:prstGeom prst="rect">
            <a:avLst/>
          </a:prstGeom>
          <a:solidFill>
            <a:srgbClr val="50658E"/>
          </a:solidFill>
          <a:ln>
            <a:noFill/>
          </a:ln>
        </p:spPr>
      </p:sp>
      <p:sp>
        <p:nvSpPr>
          <p:cNvPr id="100" name="wm.library-whiteboard.001.005.007"/>
          <p:cNvSpPr/>
          <p:nvPr/>
        </p:nvSpPr>
        <p:spPr>
          <a:xfrm>
            <a:off x="8039100" y="2057400"/>
            <a:ext cx="38100" cy="38100"/>
          </a:xfrm>
          <a:prstGeom prst="rect">
            <a:avLst/>
          </a:prstGeom>
          <a:solidFill>
            <a:srgbClr val="50658E"/>
          </a:solidFill>
          <a:ln>
            <a:noFill/>
          </a:ln>
        </p:spPr>
      </p:sp>
      <p:sp>
        <p:nvSpPr>
          <p:cNvPr id="101" name="wm.library-whiteboard.001.005.008"/>
          <p:cNvSpPr/>
          <p:nvPr/>
        </p:nvSpPr>
        <p:spPr>
          <a:xfrm>
            <a:off x="8039100" y="2286000"/>
            <a:ext cx="38100" cy="38100"/>
          </a:xfrm>
          <a:prstGeom prst="rect">
            <a:avLst/>
          </a:prstGeom>
          <a:solidFill>
            <a:srgbClr val="50658E"/>
          </a:solidFill>
          <a:ln>
            <a:noFill/>
          </a:ln>
        </p:spPr>
      </p:sp>
      <p:sp>
        <p:nvSpPr>
          <p:cNvPr id="102" name="wm.library-whiteboard.001.005.009"/>
          <p:cNvSpPr/>
          <p:nvPr/>
        </p:nvSpPr>
        <p:spPr>
          <a:xfrm>
            <a:off x="8039100" y="2514600"/>
            <a:ext cx="38100" cy="38100"/>
          </a:xfrm>
          <a:prstGeom prst="rect">
            <a:avLst/>
          </a:prstGeom>
          <a:solidFill>
            <a:srgbClr val="50658E"/>
          </a:solidFill>
          <a:ln>
            <a:noFill/>
          </a:ln>
        </p:spPr>
      </p:sp>
      <p:sp>
        <p:nvSpPr>
          <p:cNvPr id="103" name="wm.library-whiteboard.001.005.010"/>
          <p:cNvSpPr/>
          <p:nvPr/>
        </p:nvSpPr>
        <p:spPr>
          <a:xfrm>
            <a:off x="8039100" y="2743200"/>
            <a:ext cx="38100" cy="38100"/>
          </a:xfrm>
          <a:prstGeom prst="rect">
            <a:avLst/>
          </a:prstGeom>
          <a:solidFill>
            <a:srgbClr val="50658E"/>
          </a:solidFill>
          <a:ln>
            <a:noFill/>
          </a:ln>
        </p:spPr>
      </p:sp>
      <p:sp>
        <p:nvSpPr>
          <p:cNvPr id="104" name="wm.library-whiteboard.001.005.011"/>
          <p:cNvSpPr/>
          <p:nvPr/>
        </p:nvSpPr>
        <p:spPr>
          <a:xfrm>
            <a:off x="8039100" y="2971800"/>
            <a:ext cx="38100" cy="38100"/>
          </a:xfrm>
          <a:prstGeom prst="rect">
            <a:avLst/>
          </a:prstGeom>
          <a:solidFill>
            <a:srgbClr val="50658E"/>
          </a:solidFill>
          <a:ln>
            <a:noFill/>
          </a:ln>
        </p:spPr>
      </p:sp>
      <p:sp>
        <p:nvSpPr>
          <p:cNvPr id="105" name="wm.library-whiteboard.001.005.012"/>
          <p:cNvSpPr/>
          <p:nvPr/>
        </p:nvSpPr>
        <p:spPr>
          <a:xfrm>
            <a:off x="8039100" y="3200400"/>
            <a:ext cx="38100" cy="38100"/>
          </a:xfrm>
          <a:prstGeom prst="rect">
            <a:avLst/>
          </a:prstGeom>
          <a:solidFill>
            <a:srgbClr val="50658E"/>
          </a:solidFill>
          <a:ln>
            <a:noFill/>
          </a:ln>
        </p:spPr>
      </p:sp>
      <p:sp>
        <p:nvSpPr>
          <p:cNvPr id="106" name="wm.library-whiteboard.001.005.013"/>
          <p:cNvSpPr/>
          <p:nvPr/>
        </p:nvSpPr>
        <p:spPr>
          <a:xfrm>
            <a:off x="8039100" y="3429000"/>
            <a:ext cx="38100" cy="38100"/>
          </a:xfrm>
          <a:prstGeom prst="rect">
            <a:avLst/>
          </a:prstGeom>
          <a:solidFill>
            <a:srgbClr val="50658E"/>
          </a:solidFill>
          <a:ln>
            <a:noFill/>
          </a:ln>
        </p:spPr>
      </p:sp>
      <p:sp>
        <p:nvSpPr>
          <p:cNvPr id="107" name="wm.library-whiteboard.001.005.014"/>
          <p:cNvSpPr/>
          <p:nvPr/>
        </p:nvSpPr>
        <p:spPr>
          <a:xfrm>
            <a:off x="8039100" y="3657600"/>
            <a:ext cx="38100" cy="38100"/>
          </a:xfrm>
          <a:prstGeom prst="rect">
            <a:avLst/>
          </a:prstGeom>
          <a:solidFill>
            <a:srgbClr val="50658E"/>
          </a:solidFill>
          <a:ln>
            <a:noFill/>
          </a:ln>
        </p:spPr>
      </p:sp>
      <p:sp>
        <p:nvSpPr>
          <p:cNvPr id="108" name="wm.library-whiteboard.001.005.015"/>
          <p:cNvSpPr/>
          <p:nvPr/>
        </p:nvSpPr>
        <p:spPr>
          <a:xfrm>
            <a:off x="8039100" y="3886200"/>
            <a:ext cx="38100" cy="38100"/>
          </a:xfrm>
          <a:prstGeom prst="rect">
            <a:avLst/>
          </a:prstGeom>
          <a:solidFill>
            <a:srgbClr val="50658E"/>
          </a:solidFill>
          <a:ln>
            <a:noFill/>
          </a:ln>
        </p:spPr>
      </p:sp>
      <p:sp>
        <p:nvSpPr>
          <p:cNvPr id="109" name="wm.library-whiteboard.001.005.016"/>
          <p:cNvSpPr/>
          <p:nvPr/>
        </p:nvSpPr>
        <p:spPr>
          <a:xfrm>
            <a:off x="8039100" y="4114800"/>
            <a:ext cx="38100" cy="38100"/>
          </a:xfrm>
          <a:prstGeom prst="rect">
            <a:avLst/>
          </a:prstGeom>
          <a:solidFill>
            <a:srgbClr val="50658E"/>
          </a:solidFill>
          <a:ln>
            <a:noFill/>
          </a:ln>
        </p:spPr>
      </p:sp>
      <p:sp>
        <p:nvSpPr>
          <p:cNvPr id="110" name="wm.library-whiteboard.001.005.017"/>
          <p:cNvSpPr/>
          <p:nvPr/>
        </p:nvSpPr>
        <p:spPr>
          <a:xfrm>
            <a:off x="8039100" y="4343400"/>
            <a:ext cx="38100" cy="38100"/>
          </a:xfrm>
          <a:prstGeom prst="rect">
            <a:avLst/>
          </a:prstGeom>
          <a:solidFill>
            <a:srgbClr val="50658E"/>
          </a:solidFill>
          <a:ln>
            <a:noFill/>
          </a:ln>
        </p:spPr>
      </p:sp>
      <p:sp>
        <p:nvSpPr>
          <p:cNvPr id="111" name="wm.library-whiteboard.001.005.018"/>
          <p:cNvSpPr/>
          <p:nvPr/>
        </p:nvSpPr>
        <p:spPr>
          <a:xfrm>
            <a:off x="8039100" y="4572000"/>
            <a:ext cx="38100" cy="38100"/>
          </a:xfrm>
          <a:prstGeom prst="rect">
            <a:avLst/>
          </a:prstGeom>
          <a:solidFill>
            <a:srgbClr val="50658E"/>
          </a:solidFill>
          <a:ln>
            <a:noFill/>
          </a:ln>
        </p:spPr>
      </p:sp>
      <p:sp>
        <p:nvSpPr>
          <p:cNvPr id="112" name="wm.library-whiteboard.001.005.019"/>
          <p:cNvSpPr/>
          <p:nvPr/>
        </p:nvSpPr>
        <p:spPr>
          <a:xfrm>
            <a:off x="8039100" y="4800600"/>
            <a:ext cx="38100" cy="38100"/>
          </a:xfrm>
          <a:prstGeom prst="rect">
            <a:avLst/>
          </a:prstGeom>
          <a:solidFill>
            <a:srgbClr val="50658E"/>
          </a:solidFill>
          <a:ln>
            <a:noFill/>
          </a:ln>
        </p:spPr>
      </p:sp>
      <p:sp>
        <p:nvSpPr>
          <p:cNvPr id="113" name="wm.library-whiteboard.001.005.020"/>
          <p:cNvSpPr/>
          <p:nvPr/>
        </p:nvSpPr>
        <p:spPr>
          <a:xfrm>
            <a:off x="8039100" y="5029200"/>
            <a:ext cx="38100" cy="38100"/>
          </a:xfrm>
          <a:prstGeom prst="rect">
            <a:avLst/>
          </a:prstGeom>
          <a:solidFill>
            <a:srgbClr val="50658E"/>
          </a:solidFill>
          <a:ln>
            <a:noFill/>
          </a:ln>
        </p:spPr>
      </p:sp>
      <p:sp>
        <p:nvSpPr>
          <p:cNvPr id="114" name="wm.library-whiteboard.001.005.021"/>
          <p:cNvSpPr/>
          <p:nvPr/>
        </p:nvSpPr>
        <p:spPr>
          <a:xfrm>
            <a:off x="8039100" y="5257800"/>
            <a:ext cx="38100" cy="38100"/>
          </a:xfrm>
          <a:prstGeom prst="rect">
            <a:avLst/>
          </a:prstGeom>
          <a:solidFill>
            <a:srgbClr val="50658E"/>
          </a:solidFill>
          <a:ln>
            <a:noFill/>
          </a:ln>
        </p:spPr>
      </p:sp>
      <p:sp>
        <p:nvSpPr>
          <p:cNvPr id="115" name="wm.library-whiteboard.001.005.022"/>
          <p:cNvSpPr/>
          <p:nvPr/>
        </p:nvSpPr>
        <p:spPr>
          <a:xfrm>
            <a:off x="8039100" y="5486400"/>
            <a:ext cx="38100" cy="38100"/>
          </a:xfrm>
          <a:prstGeom prst="rect">
            <a:avLst/>
          </a:prstGeom>
          <a:solidFill>
            <a:srgbClr val="50658E"/>
          </a:solidFill>
          <a:ln>
            <a:noFill/>
          </a:ln>
        </p:spPr>
      </p:sp>
      <p:sp>
        <p:nvSpPr>
          <p:cNvPr id="116" name="wm.library-whiteboard.001.005.023"/>
          <p:cNvSpPr/>
          <p:nvPr/>
        </p:nvSpPr>
        <p:spPr>
          <a:xfrm>
            <a:off x="8039100" y="5715000"/>
            <a:ext cx="38100" cy="38100"/>
          </a:xfrm>
          <a:prstGeom prst="rect">
            <a:avLst/>
          </a:prstGeom>
          <a:solidFill>
            <a:srgbClr val="50658E"/>
          </a:solidFill>
          <a:ln>
            <a:noFill/>
          </a:ln>
        </p:spPr>
      </p:sp>
      <p:sp>
        <p:nvSpPr>
          <p:cNvPr id="117" name="wm.library-whiteboard.001.006.001"/>
          <p:cNvSpPr/>
          <p:nvPr/>
        </p:nvSpPr>
        <p:spPr>
          <a:xfrm>
            <a:off x="8267700" y="685800"/>
            <a:ext cx="38100" cy="38100"/>
          </a:xfrm>
          <a:prstGeom prst="rect">
            <a:avLst/>
          </a:prstGeom>
          <a:solidFill>
            <a:srgbClr val="50658E"/>
          </a:solidFill>
          <a:ln>
            <a:noFill/>
          </a:ln>
        </p:spPr>
      </p:sp>
      <p:sp>
        <p:nvSpPr>
          <p:cNvPr id="118" name="wm.library-whiteboard.001.006.002"/>
          <p:cNvSpPr/>
          <p:nvPr/>
        </p:nvSpPr>
        <p:spPr>
          <a:xfrm>
            <a:off x="8267700" y="914400"/>
            <a:ext cx="38100" cy="38100"/>
          </a:xfrm>
          <a:prstGeom prst="rect">
            <a:avLst/>
          </a:prstGeom>
          <a:solidFill>
            <a:srgbClr val="50658E"/>
          </a:solidFill>
          <a:ln>
            <a:noFill/>
          </a:ln>
        </p:spPr>
      </p:sp>
      <p:sp>
        <p:nvSpPr>
          <p:cNvPr id="119" name="wm.library-whiteboard.001.006.003"/>
          <p:cNvSpPr/>
          <p:nvPr/>
        </p:nvSpPr>
        <p:spPr>
          <a:xfrm>
            <a:off x="8267700" y="1143000"/>
            <a:ext cx="38100" cy="38100"/>
          </a:xfrm>
          <a:prstGeom prst="rect">
            <a:avLst/>
          </a:prstGeom>
          <a:solidFill>
            <a:srgbClr val="50658E"/>
          </a:solidFill>
          <a:ln>
            <a:noFill/>
          </a:ln>
        </p:spPr>
      </p:sp>
      <p:sp>
        <p:nvSpPr>
          <p:cNvPr id="120" name="wm.library-whiteboard.001.006.004"/>
          <p:cNvSpPr/>
          <p:nvPr/>
        </p:nvSpPr>
        <p:spPr>
          <a:xfrm>
            <a:off x="8267700" y="1371600"/>
            <a:ext cx="38100" cy="38100"/>
          </a:xfrm>
          <a:prstGeom prst="rect">
            <a:avLst/>
          </a:prstGeom>
          <a:solidFill>
            <a:srgbClr val="50658E"/>
          </a:solidFill>
          <a:ln>
            <a:noFill/>
          </a:ln>
        </p:spPr>
      </p:sp>
      <p:sp>
        <p:nvSpPr>
          <p:cNvPr id="121" name="wm.library-whiteboard.001.006.005"/>
          <p:cNvSpPr/>
          <p:nvPr/>
        </p:nvSpPr>
        <p:spPr>
          <a:xfrm>
            <a:off x="8267700" y="1600200"/>
            <a:ext cx="38100" cy="38100"/>
          </a:xfrm>
          <a:prstGeom prst="rect">
            <a:avLst/>
          </a:prstGeom>
          <a:solidFill>
            <a:srgbClr val="50658E"/>
          </a:solidFill>
          <a:ln>
            <a:noFill/>
          </a:ln>
        </p:spPr>
      </p:sp>
      <p:sp>
        <p:nvSpPr>
          <p:cNvPr id="122" name="wm.library-whiteboard.001.006.006"/>
          <p:cNvSpPr/>
          <p:nvPr/>
        </p:nvSpPr>
        <p:spPr>
          <a:xfrm>
            <a:off x="8267700" y="1828800"/>
            <a:ext cx="38100" cy="38100"/>
          </a:xfrm>
          <a:prstGeom prst="rect">
            <a:avLst/>
          </a:prstGeom>
          <a:solidFill>
            <a:srgbClr val="50658E"/>
          </a:solidFill>
          <a:ln>
            <a:noFill/>
          </a:ln>
        </p:spPr>
      </p:sp>
      <p:sp>
        <p:nvSpPr>
          <p:cNvPr id="123" name="wm.library-whiteboard.001.006.007"/>
          <p:cNvSpPr/>
          <p:nvPr/>
        </p:nvSpPr>
        <p:spPr>
          <a:xfrm>
            <a:off x="8267700" y="2057400"/>
            <a:ext cx="38100" cy="38100"/>
          </a:xfrm>
          <a:prstGeom prst="rect">
            <a:avLst/>
          </a:prstGeom>
          <a:solidFill>
            <a:srgbClr val="50658E"/>
          </a:solidFill>
          <a:ln>
            <a:noFill/>
          </a:ln>
        </p:spPr>
      </p:sp>
      <p:sp>
        <p:nvSpPr>
          <p:cNvPr id="124" name="wm.library-whiteboard.001.006.008"/>
          <p:cNvSpPr/>
          <p:nvPr/>
        </p:nvSpPr>
        <p:spPr>
          <a:xfrm>
            <a:off x="8267700" y="2286000"/>
            <a:ext cx="38100" cy="38100"/>
          </a:xfrm>
          <a:prstGeom prst="rect">
            <a:avLst/>
          </a:prstGeom>
          <a:solidFill>
            <a:srgbClr val="50658E"/>
          </a:solidFill>
          <a:ln>
            <a:noFill/>
          </a:ln>
        </p:spPr>
      </p:sp>
      <p:sp>
        <p:nvSpPr>
          <p:cNvPr id="125" name="wm.library-whiteboard.001.006.009"/>
          <p:cNvSpPr/>
          <p:nvPr/>
        </p:nvSpPr>
        <p:spPr>
          <a:xfrm>
            <a:off x="8267700" y="2514600"/>
            <a:ext cx="38100" cy="38100"/>
          </a:xfrm>
          <a:prstGeom prst="rect">
            <a:avLst/>
          </a:prstGeom>
          <a:solidFill>
            <a:srgbClr val="50658E"/>
          </a:solidFill>
          <a:ln>
            <a:noFill/>
          </a:ln>
        </p:spPr>
      </p:sp>
      <p:sp>
        <p:nvSpPr>
          <p:cNvPr id="126" name="wm.library-whiteboard.001.006.010"/>
          <p:cNvSpPr/>
          <p:nvPr/>
        </p:nvSpPr>
        <p:spPr>
          <a:xfrm>
            <a:off x="8267700" y="2743200"/>
            <a:ext cx="38100" cy="38100"/>
          </a:xfrm>
          <a:prstGeom prst="rect">
            <a:avLst/>
          </a:prstGeom>
          <a:solidFill>
            <a:srgbClr val="50658E"/>
          </a:solidFill>
          <a:ln>
            <a:noFill/>
          </a:ln>
        </p:spPr>
      </p:sp>
      <p:sp>
        <p:nvSpPr>
          <p:cNvPr id="127" name="wm.library-whiteboard.001.006.011"/>
          <p:cNvSpPr/>
          <p:nvPr/>
        </p:nvSpPr>
        <p:spPr>
          <a:xfrm>
            <a:off x="8267700" y="2971800"/>
            <a:ext cx="38100" cy="38100"/>
          </a:xfrm>
          <a:prstGeom prst="rect">
            <a:avLst/>
          </a:prstGeom>
          <a:solidFill>
            <a:srgbClr val="50658E"/>
          </a:solidFill>
          <a:ln>
            <a:noFill/>
          </a:ln>
        </p:spPr>
      </p:sp>
      <p:sp>
        <p:nvSpPr>
          <p:cNvPr id="128" name="wm.library-whiteboard.001.006.012"/>
          <p:cNvSpPr/>
          <p:nvPr/>
        </p:nvSpPr>
        <p:spPr>
          <a:xfrm>
            <a:off x="8267700" y="3200400"/>
            <a:ext cx="38100" cy="38100"/>
          </a:xfrm>
          <a:prstGeom prst="rect">
            <a:avLst/>
          </a:prstGeom>
          <a:solidFill>
            <a:srgbClr val="50658E"/>
          </a:solidFill>
          <a:ln>
            <a:noFill/>
          </a:ln>
        </p:spPr>
      </p:sp>
      <p:sp>
        <p:nvSpPr>
          <p:cNvPr id="129" name="wm.library-whiteboard.001.006.013"/>
          <p:cNvSpPr/>
          <p:nvPr/>
        </p:nvSpPr>
        <p:spPr>
          <a:xfrm>
            <a:off x="8267700" y="3429000"/>
            <a:ext cx="38100" cy="38100"/>
          </a:xfrm>
          <a:prstGeom prst="rect">
            <a:avLst/>
          </a:prstGeom>
          <a:solidFill>
            <a:srgbClr val="50658E"/>
          </a:solidFill>
          <a:ln>
            <a:noFill/>
          </a:ln>
        </p:spPr>
      </p:sp>
      <p:sp>
        <p:nvSpPr>
          <p:cNvPr id="130" name="wm.library-whiteboard.001.006.014"/>
          <p:cNvSpPr/>
          <p:nvPr/>
        </p:nvSpPr>
        <p:spPr>
          <a:xfrm>
            <a:off x="8267700" y="3657600"/>
            <a:ext cx="38100" cy="38100"/>
          </a:xfrm>
          <a:prstGeom prst="rect">
            <a:avLst/>
          </a:prstGeom>
          <a:solidFill>
            <a:srgbClr val="50658E"/>
          </a:solidFill>
          <a:ln>
            <a:noFill/>
          </a:ln>
        </p:spPr>
      </p:sp>
      <p:sp>
        <p:nvSpPr>
          <p:cNvPr id="131" name="wm.library-whiteboard.001.006.015"/>
          <p:cNvSpPr/>
          <p:nvPr/>
        </p:nvSpPr>
        <p:spPr>
          <a:xfrm>
            <a:off x="8267700" y="3886200"/>
            <a:ext cx="38100" cy="38100"/>
          </a:xfrm>
          <a:prstGeom prst="rect">
            <a:avLst/>
          </a:prstGeom>
          <a:solidFill>
            <a:srgbClr val="50658E"/>
          </a:solidFill>
          <a:ln>
            <a:noFill/>
          </a:ln>
        </p:spPr>
      </p:sp>
      <p:sp>
        <p:nvSpPr>
          <p:cNvPr id="132" name="wm.library-whiteboard.001.006.016"/>
          <p:cNvSpPr/>
          <p:nvPr/>
        </p:nvSpPr>
        <p:spPr>
          <a:xfrm>
            <a:off x="8267700" y="4114800"/>
            <a:ext cx="38100" cy="38100"/>
          </a:xfrm>
          <a:prstGeom prst="rect">
            <a:avLst/>
          </a:prstGeom>
          <a:solidFill>
            <a:srgbClr val="50658E"/>
          </a:solidFill>
          <a:ln>
            <a:noFill/>
          </a:ln>
        </p:spPr>
      </p:sp>
      <p:sp>
        <p:nvSpPr>
          <p:cNvPr id="133" name="wm.library-whiteboard.001.006.017"/>
          <p:cNvSpPr/>
          <p:nvPr/>
        </p:nvSpPr>
        <p:spPr>
          <a:xfrm>
            <a:off x="8267700" y="4343400"/>
            <a:ext cx="38100" cy="38100"/>
          </a:xfrm>
          <a:prstGeom prst="rect">
            <a:avLst/>
          </a:prstGeom>
          <a:solidFill>
            <a:srgbClr val="50658E"/>
          </a:solidFill>
          <a:ln>
            <a:noFill/>
          </a:ln>
        </p:spPr>
      </p:sp>
      <p:sp>
        <p:nvSpPr>
          <p:cNvPr id="134" name="wm.library-whiteboard.001.006.018"/>
          <p:cNvSpPr/>
          <p:nvPr/>
        </p:nvSpPr>
        <p:spPr>
          <a:xfrm>
            <a:off x="8267700" y="4572000"/>
            <a:ext cx="38100" cy="38100"/>
          </a:xfrm>
          <a:prstGeom prst="rect">
            <a:avLst/>
          </a:prstGeom>
          <a:solidFill>
            <a:srgbClr val="50658E"/>
          </a:solidFill>
          <a:ln>
            <a:noFill/>
          </a:ln>
        </p:spPr>
      </p:sp>
      <p:sp>
        <p:nvSpPr>
          <p:cNvPr id="135" name="wm.library-whiteboard.001.006.019"/>
          <p:cNvSpPr/>
          <p:nvPr/>
        </p:nvSpPr>
        <p:spPr>
          <a:xfrm>
            <a:off x="8267700" y="4800600"/>
            <a:ext cx="38100" cy="38100"/>
          </a:xfrm>
          <a:prstGeom prst="rect">
            <a:avLst/>
          </a:prstGeom>
          <a:solidFill>
            <a:srgbClr val="50658E"/>
          </a:solidFill>
          <a:ln>
            <a:noFill/>
          </a:ln>
        </p:spPr>
      </p:sp>
      <p:sp>
        <p:nvSpPr>
          <p:cNvPr id="136" name="wm.library-whiteboard.001.006.020"/>
          <p:cNvSpPr/>
          <p:nvPr/>
        </p:nvSpPr>
        <p:spPr>
          <a:xfrm>
            <a:off x="8267700" y="5029200"/>
            <a:ext cx="38100" cy="38100"/>
          </a:xfrm>
          <a:prstGeom prst="rect">
            <a:avLst/>
          </a:prstGeom>
          <a:solidFill>
            <a:srgbClr val="50658E"/>
          </a:solidFill>
          <a:ln>
            <a:noFill/>
          </a:ln>
        </p:spPr>
      </p:sp>
      <p:sp>
        <p:nvSpPr>
          <p:cNvPr id="137" name="wm.library-whiteboard.001.006.021"/>
          <p:cNvSpPr/>
          <p:nvPr/>
        </p:nvSpPr>
        <p:spPr>
          <a:xfrm>
            <a:off x="8267700" y="5257800"/>
            <a:ext cx="38100" cy="38100"/>
          </a:xfrm>
          <a:prstGeom prst="rect">
            <a:avLst/>
          </a:prstGeom>
          <a:solidFill>
            <a:srgbClr val="50658E"/>
          </a:solidFill>
          <a:ln>
            <a:noFill/>
          </a:ln>
        </p:spPr>
      </p:sp>
      <p:sp>
        <p:nvSpPr>
          <p:cNvPr id="138" name="wm.library-whiteboard.001.006.022"/>
          <p:cNvSpPr/>
          <p:nvPr/>
        </p:nvSpPr>
        <p:spPr>
          <a:xfrm>
            <a:off x="8267700" y="5486400"/>
            <a:ext cx="38100" cy="38100"/>
          </a:xfrm>
          <a:prstGeom prst="rect">
            <a:avLst/>
          </a:prstGeom>
          <a:solidFill>
            <a:srgbClr val="50658E"/>
          </a:solidFill>
          <a:ln>
            <a:noFill/>
          </a:ln>
        </p:spPr>
      </p:sp>
      <p:sp>
        <p:nvSpPr>
          <p:cNvPr id="139" name="wm.library-whiteboard.001.006.023"/>
          <p:cNvSpPr/>
          <p:nvPr/>
        </p:nvSpPr>
        <p:spPr>
          <a:xfrm>
            <a:off x="8267700" y="5715000"/>
            <a:ext cx="38100" cy="38100"/>
          </a:xfrm>
          <a:prstGeom prst="rect">
            <a:avLst/>
          </a:prstGeom>
          <a:solidFill>
            <a:srgbClr val="50658E"/>
          </a:solidFill>
          <a:ln>
            <a:noFill/>
          </a:ln>
        </p:spPr>
      </p:sp>
      <p:sp>
        <p:nvSpPr>
          <p:cNvPr id="140" name="wm.library-whiteboard.001.007.001"/>
          <p:cNvSpPr/>
          <p:nvPr/>
        </p:nvSpPr>
        <p:spPr>
          <a:xfrm>
            <a:off x="8496300" y="685800"/>
            <a:ext cx="38100" cy="38100"/>
          </a:xfrm>
          <a:prstGeom prst="rect">
            <a:avLst/>
          </a:prstGeom>
          <a:solidFill>
            <a:srgbClr val="50658E"/>
          </a:solidFill>
          <a:ln>
            <a:noFill/>
          </a:ln>
        </p:spPr>
      </p:sp>
      <p:sp>
        <p:nvSpPr>
          <p:cNvPr id="141" name="wm.library-whiteboard.001.007.002"/>
          <p:cNvSpPr/>
          <p:nvPr/>
        </p:nvSpPr>
        <p:spPr>
          <a:xfrm>
            <a:off x="8496300" y="914400"/>
            <a:ext cx="38100" cy="38100"/>
          </a:xfrm>
          <a:prstGeom prst="rect">
            <a:avLst/>
          </a:prstGeom>
          <a:solidFill>
            <a:srgbClr val="50658E"/>
          </a:solidFill>
          <a:ln>
            <a:noFill/>
          </a:ln>
        </p:spPr>
      </p:sp>
      <p:sp>
        <p:nvSpPr>
          <p:cNvPr id="142" name="wm.library-whiteboard.001.007.003"/>
          <p:cNvSpPr/>
          <p:nvPr/>
        </p:nvSpPr>
        <p:spPr>
          <a:xfrm>
            <a:off x="8496300" y="1143000"/>
            <a:ext cx="38100" cy="38100"/>
          </a:xfrm>
          <a:prstGeom prst="rect">
            <a:avLst/>
          </a:prstGeom>
          <a:solidFill>
            <a:srgbClr val="50658E"/>
          </a:solidFill>
          <a:ln>
            <a:noFill/>
          </a:ln>
        </p:spPr>
      </p:sp>
      <p:sp>
        <p:nvSpPr>
          <p:cNvPr id="143" name="wm.library-whiteboard.001.007.004"/>
          <p:cNvSpPr/>
          <p:nvPr/>
        </p:nvSpPr>
        <p:spPr>
          <a:xfrm>
            <a:off x="8496300" y="1371600"/>
            <a:ext cx="38100" cy="38100"/>
          </a:xfrm>
          <a:prstGeom prst="rect">
            <a:avLst/>
          </a:prstGeom>
          <a:solidFill>
            <a:srgbClr val="50658E"/>
          </a:solidFill>
          <a:ln>
            <a:noFill/>
          </a:ln>
        </p:spPr>
      </p:sp>
      <p:sp>
        <p:nvSpPr>
          <p:cNvPr id="144" name="wm.library-whiteboard.001.007.005"/>
          <p:cNvSpPr/>
          <p:nvPr/>
        </p:nvSpPr>
        <p:spPr>
          <a:xfrm>
            <a:off x="8496300" y="1600200"/>
            <a:ext cx="38100" cy="38100"/>
          </a:xfrm>
          <a:prstGeom prst="rect">
            <a:avLst/>
          </a:prstGeom>
          <a:solidFill>
            <a:srgbClr val="50658E"/>
          </a:solidFill>
          <a:ln>
            <a:noFill/>
          </a:ln>
        </p:spPr>
      </p:sp>
      <p:sp>
        <p:nvSpPr>
          <p:cNvPr id="145" name="wm.library-whiteboard.001.007.006"/>
          <p:cNvSpPr/>
          <p:nvPr/>
        </p:nvSpPr>
        <p:spPr>
          <a:xfrm>
            <a:off x="8496300" y="1828800"/>
            <a:ext cx="38100" cy="38100"/>
          </a:xfrm>
          <a:prstGeom prst="rect">
            <a:avLst/>
          </a:prstGeom>
          <a:solidFill>
            <a:srgbClr val="50658E"/>
          </a:solidFill>
          <a:ln>
            <a:noFill/>
          </a:ln>
        </p:spPr>
      </p:sp>
      <p:sp>
        <p:nvSpPr>
          <p:cNvPr id="146" name="wm.library-whiteboard.001.007.007"/>
          <p:cNvSpPr/>
          <p:nvPr/>
        </p:nvSpPr>
        <p:spPr>
          <a:xfrm>
            <a:off x="8496300" y="2057400"/>
            <a:ext cx="38100" cy="38100"/>
          </a:xfrm>
          <a:prstGeom prst="rect">
            <a:avLst/>
          </a:prstGeom>
          <a:solidFill>
            <a:srgbClr val="50658E"/>
          </a:solidFill>
          <a:ln>
            <a:noFill/>
          </a:ln>
        </p:spPr>
      </p:sp>
      <p:sp>
        <p:nvSpPr>
          <p:cNvPr id="147" name="wm.library-whiteboard.001.007.008"/>
          <p:cNvSpPr/>
          <p:nvPr/>
        </p:nvSpPr>
        <p:spPr>
          <a:xfrm>
            <a:off x="8496300" y="2286000"/>
            <a:ext cx="38100" cy="38100"/>
          </a:xfrm>
          <a:prstGeom prst="rect">
            <a:avLst/>
          </a:prstGeom>
          <a:solidFill>
            <a:srgbClr val="50658E"/>
          </a:solidFill>
          <a:ln>
            <a:noFill/>
          </a:ln>
        </p:spPr>
      </p:sp>
      <p:sp>
        <p:nvSpPr>
          <p:cNvPr id="148" name="wm.library-whiteboard.001.007.009"/>
          <p:cNvSpPr/>
          <p:nvPr/>
        </p:nvSpPr>
        <p:spPr>
          <a:xfrm>
            <a:off x="8496300" y="2514600"/>
            <a:ext cx="38100" cy="38100"/>
          </a:xfrm>
          <a:prstGeom prst="rect">
            <a:avLst/>
          </a:prstGeom>
          <a:solidFill>
            <a:srgbClr val="50658E"/>
          </a:solidFill>
          <a:ln>
            <a:noFill/>
          </a:ln>
        </p:spPr>
      </p:sp>
      <p:sp>
        <p:nvSpPr>
          <p:cNvPr id="149" name="wm.library-whiteboard.001.007.010"/>
          <p:cNvSpPr/>
          <p:nvPr/>
        </p:nvSpPr>
        <p:spPr>
          <a:xfrm>
            <a:off x="8496300" y="2743200"/>
            <a:ext cx="38100" cy="38100"/>
          </a:xfrm>
          <a:prstGeom prst="rect">
            <a:avLst/>
          </a:prstGeom>
          <a:solidFill>
            <a:srgbClr val="50658E"/>
          </a:solidFill>
          <a:ln>
            <a:noFill/>
          </a:ln>
        </p:spPr>
      </p:sp>
      <p:sp>
        <p:nvSpPr>
          <p:cNvPr id="150" name="wm.library-whiteboard.001.007.011"/>
          <p:cNvSpPr/>
          <p:nvPr/>
        </p:nvSpPr>
        <p:spPr>
          <a:xfrm>
            <a:off x="8496300" y="2971800"/>
            <a:ext cx="38100" cy="38100"/>
          </a:xfrm>
          <a:prstGeom prst="rect">
            <a:avLst/>
          </a:prstGeom>
          <a:solidFill>
            <a:srgbClr val="50658E"/>
          </a:solidFill>
          <a:ln>
            <a:noFill/>
          </a:ln>
        </p:spPr>
      </p:sp>
      <p:sp>
        <p:nvSpPr>
          <p:cNvPr id="151" name="wm.library-whiteboard.001.007.012"/>
          <p:cNvSpPr/>
          <p:nvPr/>
        </p:nvSpPr>
        <p:spPr>
          <a:xfrm>
            <a:off x="8496300" y="3200400"/>
            <a:ext cx="38100" cy="38100"/>
          </a:xfrm>
          <a:prstGeom prst="rect">
            <a:avLst/>
          </a:prstGeom>
          <a:solidFill>
            <a:srgbClr val="50658E"/>
          </a:solidFill>
          <a:ln>
            <a:noFill/>
          </a:ln>
        </p:spPr>
      </p:sp>
      <p:sp>
        <p:nvSpPr>
          <p:cNvPr id="152" name="wm.library-whiteboard.001.007.013"/>
          <p:cNvSpPr/>
          <p:nvPr/>
        </p:nvSpPr>
        <p:spPr>
          <a:xfrm>
            <a:off x="8496300" y="3429000"/>
            <a:ext cx="38100" cy="38100"/>
          </a:xfrm>
          <a:prstGeom prst="rect">
            <a:avLst/>
          </a:prstGeom>
          <a:solidFill>
            <a:srgbClr val="50658E"/>
          </a:solidFill>
          <a:ln>
            <a:noFill/>
          </a:ln>
        </p:spPr>
      </p:sp>
      <p:sp>
        <p:nvSpPr>
          <p:cNvPr id="153" name="wm.library-whiteboard.001.007.014"/>
          <p:cNvSpPr/>
          <p:nvPr/>
        </p:nvSpPr>
        <p:spPr>
          <a:xfrm>
            <a:off x="8496300" y="3657600"/>
            <a:ext cx="38100" cy="38100"/>
          </a:xfrm>
          <a:prstGeom prst="rect">
            <a:avLst/>
          </a:prstGeom>
          <a:solidFill>
            <a:srgbClr val="50658E"/>
          </a:solidFill>
          <a:ln>
            <a:noFill/>
          </a:ln>
        </p:spPr>
      </p:sp>
      <p:sp>
        <p:nvSpPr>
          <p:cNvPr id="154" name="wm.library-whiteboard.001.007.015"/>
          <p:cNvSpPr/>
          <p:nvPr/>
        </p:nvSpPr>
        <p:spPr>
          <a:xfrm>
            <a:off x="8496300" y="3886200"/>
            <a:ext cx="38100" cy="38100"/>
          </a:xfrm>
          <a:prstGeom prst="rect">
            <a:avLst/>
          </a:prstGeom>
          <a:solidFill>
            <a:srgbClr val="50658E"/>
          </a:solidFill>
          <a:ln>
            <a:noFill/>
          </a:ln>
        </p:spPr>
      </p:sp>
      <p:sp>
        <p:nvSpPr>
          <p:cNvPr id="155" name="wm.library-whiteboard.001.007.016"/>
          <p:cNvSpPr/>
          <p:nvPr/>
        </p:nvSpPr>
        <p:spPr>
          <a:xfrm>
            <a:off x="8496300" y="4114800"/>
            <a:ext cx="38100" cy="38100"/>
          </a:xfrm>
          <a:prstGeom prst="rect">
            <a:avLst/>
          </a:prstGeom>
          <a:solidFill>
            <a:srgbClr val="50658E"/>
          </a:solidFill>
          <a:ln>
            <a:noFill/>
          </a:ln>
        </p:spPr>
      </p:sp>
      <p:sp>
        <p:nvSpPr>
          <p:cNvPr id="156" name="wm.library-whiteboard.001.007.017"/>
          <p:cNvSpPr/>
          <p:nvPr/>
        </p:nvSpPr>
        <p:spPr>
          <a:xfrm>
            <a:off x="8496300" y="4343400"/>
            <a:ext cx="38100" cy="38100"/>
          </a:xfrm>
          <a:prstGeom prst="rect">
            <a:avLst/>
          </a:prstGeom>
          <a:solidFill>
            <a:srgbClr val="50658E"/>
          </a:solidFill>
          <a:ln>
            <a:noFill/>
          </a:ln>
        </p:spPr>
      </p:sp>
      <p:sp>
        <p:nvSpPr>
          <p:cNvPr id="157" name="wm.library-whiteboard.001.007.018"/>
          <p:cNvSpPr/>
          <p:nvPr/>
        </p:nvSpPr>
        <p:spPr>
          <a:xfrm>
            <a:off x="8496300" y="4572000"/>
            <a:ext cx="38100" cy="38100"/>
          </a:xfrm>
          <a:prstGeom prst="rect">
            <a:avLst/>
          </a:prstGeom>
          <a:solidFill>
            <a:srgbClr val="50658E"/>
          </a:solidFill>
          <a:ln>
            <a:noFill/>
          </a:ln>
        </p:spPr>
      </p:sp>
      <p:sp>
        <p:nvSpPr>
          <p:cNvPr id="158" name="wm.library-whiteboard.001.007.019"/>
          <p:cNvSpPr/>
          <p:nvPr/>
        </p:nvSpPr>
        <p:spPr>
          <a:xfrm>
            <a:off x="8496300" y="4800600"/>
            <a:ext cx="38100" cy="38100"/>
          </a:xfrm>
          <a:prstGeom prst="rect">
            <a:avLst/>
          </a:prstGeom>
          <a:solidFill>
            <a:srgbClr val="50658E"/>
          </a:solidFill>
          <a:ln>
            <a:noFill/>
          </a:ln>
        </p:spPr>
      </p:sp>
      <p:sp>
        <p:nvSpPr>
          <p:cNvPr id="159" name="wm.library-whiteboard.001.007.020"/>
          <p:cNvSpPr/>
          <p:nvPr/>
        </p:nvSpPr>
        <p:spPr>
          <a:xfrm>
            <a:off x="8496300" y="5029200"/>
            <a:ext cx="38100" cy="38100"/>
          </a:xfrm>
          <a:prstGeom prst="rect">
            <a:avLst/>
          </a:prstGeom>
          <a:solidFill>
            <a:srgbClr val="50658E"/>
          </a:solidFill>
          <a:ln>
            <a:noFill/>
          </a:ln>
        </p:spPr>
      </p:sp>
      <p:sp>
        <p:nvSpPr>
          <p:cNvPr id="160" name="wm.library-whiteboard.001.007.021"/>
          <p:cNvSpPr/>
          <p:nvPr/>
        </p:nvSpPr>
        <p:spPr>
          <a:xfrm>
            <a:off x="8496300" y="5257800"/>
            <a:ext cx="38100" cy="38100"/>
          </a:xfrm>
          <a:prstGeom prst="rect">
            <a:avLst/>
          </a:prstGeom>
          <a:solidFill>
            <a:srgbClr val="50658E"/>
          </a:solidFill>
          <a:ln>
            <a:noFill/>
          </a:ln>
        </p:spPr>
      </p:sp>
      <p:sp>
        <p:nvSpPr>
          <p:cNvPr id="161" name="wm.library-whiteboard.001.007.022"/>
          <p:cNvSpPr/>
          <p:nvPr/>
        </p:nvSpPr>
        <p:spPr>
          <a:xfrm>
            <a:off x="8496300" y="5486400"/>
            <a:ext cx="38100" cy="38100"/>
          </a:xfrm>
          <a:prstGeom prst="rect">
            <a:avLst/>
          </a:prstGeom>
          <a:solidFill>
            <a:srgbClr val="50658E"/>
          </a:solidFill>
          <a:ln>
            <a:noFill/>
          </a:ln>
        </p:spPr>
      </p:sp>
      <p:sp>
        <p:nvSpPr>
          <p:cNvPr id="162" name="wm.library-whiteboard.001.007.023"/>
          <p:cNvSpPr/>
          <p:nvPr/>
        </p:nvSpPr>
        <p:spPr>
          <a:xfrm>
            <a:off x="8496300" y="5715000"/>
            <a:ext cx="38100" cy="38100"/>
          </a:xfrm>
          <a:prstGeom prst="rect">
            <a:avLst/>
          </a:prstGeom>
          <a:solidFill>
            <a:srgbClr val="50658E"/>
          </a:solidFill>
          <a:ln>
            <a:noFill/>
          </a:ln>
        </p:spPr>
      </p:sp>
      <p:sp>
        <p:nvSpPr>
          <p:cNvPr id="163" name="wm.library-whiteboard.001.008.001"/>
          <p:cNvSpPr/>
          <p:nvPr/>
        </p:nvSpPr>
        <p:spPr>
          <a:xfrm>
            <a:off x="8724900" y="685800"/>
            <a:ext cx="38100" cy="38100"/>
          </a:xfrm>
          <a:prstGeom prst="rect">
            <a:avLst/>
          </a:prstGeom>
          <a:solidFill>
            <a:srgbClr val="50658E"/>
          </a:solidFill>
          <a:ln>
            <a:noFill/>
          </a:ln>
        </p:spPr>
      </p:sp>
      <p:sp>
        <p:nvSpPr>
          <p:cNvPr id="164" name="wm.library-whiteboard.001.008.002"/>
          <p:cNvSpPr/>
          <p:nvPr/>
        </p:nvSpPr>
        <p:spPr>
          <a:xfrm>
            <a:off x="8724900" y="914400"/>
            <a:ext cx="38100" cy="38100"/>
          </a:xfrm>
          <a:prstGeom prst="rect">
            <a:avLst/>
          </a:prstGeom>
          <a:solidFill>
            <a:srgbClr val="50658E"/>
          </a:solidFill>
          <a:ln>
            <a:noFill/>
          </a:ln>
        </p:spPr>
      </p:sp>
      <p:sp>
        <p:nvSpPr>
          <p:cNvPr id="165" name="wm.library-whiteboard.001.008.003"/>
          <p:cNvSpPr/>
          <p:nvPr/>
        </p:nvSpPr>
        <p:spPr>
          <a:xfrm>
            <a:off x="8724900" y="1143000"/>
            <a:ext cx="38100" cy="38100"/>
          </a:xfrm>
          <a:prstGeom prst="rect">
            <a:avLst/>
          </a:prstGeom>
          <a:solidFill>
            <a:srgbClr val="50658E"/>
          </a:solidFill>
          <a:ln>
            <a:noFill/>
          </a:ln>
        </p:spPr>
      </p:sp>
      <p:sp>
        <p:nvSpPr>
          <p:cNvPr id="166" name="wm.library-whiteboard.001.008.004"/>
          <p:cNvSpPr/>
          <p:nvPr/>
        </p:nvSpPr>
        <p:spPr>
          <a:xfrm>
            <a:off x="8724900" y="1371600"/>
            <a:ext cx="38100" cy="38100"/>
          </a:xfrm>
          <a:prstGeom prst="rect">
            <a:avLst/>
          </a:prstGeom>
          <a:solidFill>
            <a:srgbClr val="50658E"/>
          </a:solidFill>
          <a:ln>
            <a:noFill/>
          </a:ln>
        </p:spPr>
      </p:sp>
      <p:sp>
        <p:nvSpPr>
          <p:cNvPr id="167" name="wm.library-whiteboard.001.008.005"/>
          <p:cNvSpPr/>
          <p:nvPr/>
        </p:nvSpPr>
        <p:spPr>
          <a:xfrm>
            <a:off x="8724900" y="1600200"/>
            <a:ext cx="38100" cy="38100"/>
          </a:xfrm>
          <a:prstGeom prst="rect">
            <a:avLst/>
          </a:prstGeom>
          <a:solidFill>
            <a:srgbClr val="50658E"/>
          </a:solidFill>
          <a:ln>
            <a:noFill/>
          </a:ln>
        </p:spPr>
      </p:sp>
      <p:sp>
        <p:nvSpPr>
          <p:cNvPr id="168" name="wm.library-whiteboard.001.008.006"/>
          <p:cNvSpPr/>
          <p:nvPr/>
        </p:nvSpPr>
        <p:spPr>
          <a:xfrm>
            <a:off x="8724900" y="1828800"/>
            <a:ext cx="38100" cy="38100"/>
          </a:xfrm>
          <a:prstGeom prst="rect">
            <a:avLst/>
          </a:prstGeom>
          <a:solidFill>
            <a:srgbClr val="50658E"/>
          </a:solidFill>
          <a:ln>
            <a:noFill/>
          </a:ln>
        </p:spPr>
      </p:sp>
      <p:sp>
        <p:nvSpPr>
          <p:cNvPr id="169" name="wm.library-whiteboard.001.008.007"/>
          <p:cNvSpPr/>
          <p:nvPr/>
        </p:nvSpPr>
        <p:spPr>
          <a:xfrm>
            <a:off x="8724900" y="2057400"/>
            <a:ext cx="38100" cy="38100"/>
          </a:xfrm>
          <a:prstGeom prst="rect">
            <a:avLst/>
          </a:prstGeom>
          <a:solidFill>
            <a:srgbClr val="50658E"/>
          </a:solidFill>
          <a:ln>
            <a:noFill/>
          </a:ln>
        </p:spPr>
      </p:sp>
      <p:sp>
        <p:nvSpPr>
          <p:cNvPr id="170" name="wm.library-whiteboard.001.008.008"/>
          <p:cNvSpPr/>
          <p:nvPr/>
        </p:nvSpPr>
        <p:spPr>
          <a:xfrm>
            <a:off x="8724900" y="2286000"/>
            <a:ext cx="38100" cy="38100"/>
          </a:xfrm>
          <a:prstGeom prst="rect">
            <a:avLst/>
          </a:prstGeom>
          <a:solidFill>
            <a:srgbClr val="50658E"/>
          </a:solidFill>
          <a:ln>
            <a:noFill/>
          </a:ln>
        </p:spPr>
      </p:sp>
      <p:sp>
        <p:nvSpPr>
          <p:cNvPr id="171" name="wm.library-whiteboard.001.008.009"/>
          <p:cNvSpPr/>
          <p:nvPr/>
        </p:nvSpPr>
        <p:spPr>
          <a:xfrm>
            <a:off x="8724900" y="2514600"/>
            <a:ext cx="38100" cy="38100"/>
          </a:xfrm>
          <a:prstGeom prst="rect">
            <a:avLst/>
          </a:prstGeom>
          <a:solidFill>
            <a:srgbClr val="50658E"/>
          </a:solidFill>
          <a:ln>
            <a:noFill/>
          </a:ln>
        </p:spPr>
      </p:sp>
      <p:sp>
        <p:nvSpPr>
          <p:cNvPr id="172" name="wm.library-whiteboard.001.008.010"/>
          <p:cNvSpPr/>
          <p:nvPr/>
        </p:nvSpPr>
        <p:spPr>
          <a:xfrm>
            <a:off x="8724900" y="2743200"/>
            <a:ext cx="38100" cy="38100"/>
          </a:xfrm>
          <a:prstGeom prst="rect">
            <a:avLst/>
          </a:prstGeom>
          <a:solidFill>
            <a:srgbClr val="50658E"/>
          </a:solidFill>
          <a:ln>
            <a:noFill/>
          </a:ln>
        </p:spPr>
      </p:sp>
      <p:sp>
        <p:nvSpPr>
          <p:cNvPr id="173" name="wm.library-whiteboard.001.008.011"/>
          <p:cNvSpPr/>
          <p:nvPr/>
        </p:nvSpPr>
        <p:spPr>
          <a:xfrm>
            <a:off x="8724900" y="2971800"/>
            <a:ext cx="38100" cy="38100"/>
          </a:xfrm>
          <a:prstGeom prst="rect">
            <a:avLst/>
          </a:prstGeom>
          <a:solidFill>
            <a:srgbClr val="50658E"/>
          </a:solidFill>
          <a:ln>
            <a:noFill/>
          </a:ln>
        </p:spPr>
      </p:sp>
      <p:sp>
        <p:nvSpPr>
          <p:cNvPr id="174" name="wm.library-whiteboard.001.008.012"/>
          <p:cNvSpPr/>
          <p:nvPr/>
        </p:nvSpPr>
        <p:spPr>
          <a:xfrm>
            <a:off x="8724900" y="3200400"/>
            <a:ext cx="38100" cy="38100"/>
          </a:xfrm>
          <a:prstGeom prst="rect">
            <a:avLst/>
          </a:prstGeom>
          <a:solidFill>
            <a:srgbClr val="50658E"/>
          </a:solidFill>
          <a:ln>
            <a:noFill/>
          </a:ln>
        </p:spPr>
      </p:sp>
      <p:sp>
        <p:nvSpPr>
          <p:cNvPr id="175" name="wm.library-whiteboard.001.008.013"/>
          <p:cNvSpPr/>
          <p:nvPr/>
        </p:nvSpPr>
        <p:spPr>
          <a:xfrm>
            <a:off x="8724900" y="3429000"/>
            <a:ext cx="38100" cy="38100"/>
          </a:xfrm>
          <a:prstGeom prst="rect">
            <a:avLst/>
          </a:prstGeom>
          <a:solidFill>
            <a:srgbClr val="50658E"/>
          </a:solidFill>
          <a:ln>
            <a:noFill/>
          </a:ln>
        </p:spPr>
      </p:sp>
      <p:sp>
        <p:nvSpPr>
          <p:cNvPr id="176" name="wm.library-whiteboard.001.008.014"/>
          <p:cNvSpPr/>
          <p:nvPr/>
        </p:nvSpPr>
        <p:spPr>
          <a:xfrm>
            <a:off x="8724900" y="3657600"/>
            <a:ext cx="38100" cy="38100"/>
          </a:xfrm>
          <a:prstGeom prst="rect">
            <a:avLst/>
          </a:prstGeom>
          <a:solidFill>
            <a:srgbClr val="50658E"/>
          </a:solidFill>
          <a:ln>
            <a:noFill/>
          </a:ln>
        </p:spPr>
      </p:sp>
      <p:sp>
        <p:nvSpPr>
          <p:cNvPr id="177" name="wm.library-whiteboard.001.008.015"/>
          <p:cNvSpPr/>
          <p:nvPr/>
        </p:nvSpPr>
        <p:spPr>
          <a:xfrm>
            <a:off x="8724900" y="3886200"/>
            <a:ext cx="38100" cy="38100"/>
          </a:xfrm>
          <a:prstGeom prst="rect">
            <a:avLst/>
          </a:prstGeom>
          <a:solidFill>
            <a:srgbClr val="50658E"/>
          </a:solidFill>
          <a:ln>
            <a:noFill/>
          </a:ln>
        </p:spPr>
      </p:sp>
      <p:sp>
        <p:nvSpPr>
          <p:cNvPr id="178" name="wm.library-whiteboard.001.008.016"/>
          <p:cNvSpPr/>
          <p:nvPr/>
        </p:nvSpPr>
        <p:spPr>
          <a:xfrm>
            <a:off x="8724900" y="4114800"/>
            <a:ext cx="38100" cy="38100"/>
          </a:xfrm>
          <a:prstGeom prst="rect">
            <a:avLst/>
          </a:prstGeom>
          <a:solidFill>
            <a:srgbClr val="50658E"/>
          </a:solidFill>
          <a:ln>
            <a:noFill/>
          </a:ln>
        </p:spPr>
      </p:sp>
      <p:sp>
        <p:nvSpPr>
          <p:cNvPr id="179" name="wm.library-whiteboard.001.008.017"/>
          <p:cNvSpPr/>
          <p:nvPr/>
        </p:nvSpPr>
        <p:spPr>
          <a:xfrm>
            <a:off x="8724900" y="4343400"/>
            <a:ext cx="38100" cy="38100"/>
          </a:xfrm>
          <a:prstGeom prst="rect">
            <a:avLst/>
          </a:prstGeom>
          <a:solidFill>
            <a:srgbClr val="50658E"/>
          </a:solidFill>
          <a:ln>
            <a:noFill/>
          </a:ln>
        </p:spPr>
      </p:sp>
      <p:sp>
        <p:nvSpPr>
          <p:cNvPr id="180" name="wm.library-whiteboard.001.008.018"/>
          <p:cNvSpPr/>
          <p:nvPr/>
        </p:nvSpPr>
        <p:spPr>
          <a:xfrm>
            <a:off x="8724900" y="4572000"/>
            <a:ext cx="38100" cy="38100"/>
          </a:xfrm>
          <a:prstGeom prst="rect">
            <a:avLst/>
          </a:prstGeom>
          <a:solidFill>
            <a:srgbClr val="50658E"/>
          </a:solidFill>
          <a:ln>
            <a:noFill/>
          </a:ln>
        </p:spPr>
      </p:sp>
      <p:sp>
        <p:nvSpPr>
          <p:cNvPr id="181" name="wm.library-whiteboard.001.008.019"/>
          <p:cNvSpPr/>
          <p:nvPr/>
        </p:nvSpPr>
        <p:spPr>
          <a:xfrm>
            <a:off x="8724900" y="4800600"/>
            <a:ext cx="38100" cy="38100"/>
          </a:xfrm>
          <a:prstGeom prst="rect">
            <a:avLst/>
          </a:prstGeom>
          <a:solidFill>
            <a:srgbClr val="50658E"/>
          </a:solidFill>
          <a:ln>
            <a:noFill/>
          </a:ln>
        </p:spPr>
      </p:sp>
      <p:sp>
        <p:nvSpPr>
          <p:cNvPr id="182" name="wm.library-whiteboard.001.008.020"/>
          <p:cNvSpPr/>
          <p:nvPr/>
        </p:nvSpPr>
        <p:spPr>
          <a:xfrm>
            <a:off x="8724900" y="5029200"/>
            <a:ext cx="38100" cy="38100"/>
          </a:xfrm>
          <a:prstGeom prst="rect">
            <a:avLst/>
          </a:prstGeom>
          <a:solidFill>
            <a:srgbClr val="50658E"/>
          </a:solidFill>
          <a:ln>
            <a:noFill/>
          </a:ln>
        </p:spPr>
      </p:sp>
      <p:sp>
        <p:nvSpPr>
          <p:cNvPr id="183" name="wm.library-whiteboard.001.008.021"/>
          <p:cNvSpPr/>
          <p:nvPr/>
        </p:nvSpPr>
        <p:spPr>
          <a:xfrm>
            <a:off x="8724900" y="5257800"/>
            <a:ext cx="38100" cy="38100"/>
          </a:xfrm>
          <a:prstGeom prst="rect">
            <a:avLst/>
          </a:prstGeom>
          <a:solidFill>
            <a:srgbClr val="50658E"/>
          </a:solidFill>
          <a:ln>
            <a:noFill/>
          </a:ln>
        </p:spPr>
      </p:sp>
      <p:sp>
        <p:nvSpPr>
          <p:cNvPr id="184" name="wm.library-whiteboard.001.008.022"/>
          <p:cNvSpPr/>
          <p:nvPr/>
        </p:nvSpPr>
        <p:spPr>
          <a:xfrm>
            <a:off x="8724900" y="5486400"/>
            <a:ext cx="38100" cy="38100"/>
          </a:xfrm>
          <a:prstGeom prst="rect">
            <a:avLst/>
          </a:prstGeom>
          <a:solidFill>
            <a:srgbClr val="50658E"/>
          </a:solidFill>
          <a:ln>
            <a:noFill/>
          </a:ln>
        </p:spPr>
      </p:sp>
      <p:sp>
        <p:nvSpPr>
          <p:cNvPr id="185" name="wm.library-whiteboard.001.008.023"/>
          <p:cNvSpPr/>
          <p:nvPr/>
        </p:nvSpPr>
        <p:spPr>
          <a:xfrm>
            <a:off x="8724900" y="5715000"/>
            <a:ext cx="38100" cy="38100"/>
          </a:xfrm>
          <a:prstGeom prst="rect">
            <a:avLst/>
          </a:prstGeom>
          <a:solidFill>
            <a:srgbClr val="50658E"/>
          </a:solidFill>
          <a:ln>
            <a:noFill/>
          </a:ln>
        </p:spPr>
      </p:sp>
      <p:sp>
        <p:nvSpPr>
          <p:cNvPr id="186" name="wm.library-whiteboard.001.009.001"/>
          <p:cNvSpPr/>
          <p:nvPr/>
        </p:nvSpPr>
        <p:spPr>
          <a:xfrm>
            <a:off x="8953500" y="685800"/>
            <a:ext cx="38100" cy="38100"/>
          </a:xfrm>
          <a:prstGeom prst="rect">
            <a:avLst/>
          </a:prstGeom>
          <a:solidFill>
            <a:srgbClr val="50658E"/>
          </a:solidFill>
          <a:ln>
            <a:noFill/>
          </a:ln>
        </p:spPr>
      </p:sp>
      <p:sp>
        <p:nvSpPr>
          <p:cNvPr id="187" name="wm.library-whiteboard.001.009.002"/>
          <p:cNvSpPr/>
          <p:nvPr/>
        </p:nvSpPr>
        <p:spPr>
          <a:xfrm>
            <a:off x="8953500" y="914400"/>
            <a:ext cx="38100" cy="38100"/>
          </a:xfrm>
          <a:prstGeom prst="rect">
            <a:avLst/>
          </a:prstGeom>
          <a:solidFill>
            <a:srgbClr val="50658E"/>
          </a:solidFill>
          <a:ln>
            <a:noFill/>
          </a:ln>
        </p:spPr>
      </p:sp>
      <p:sp>
        <p:nvSpPr>
          <p:cNvPr id="188" name="wm.library-whiteboard.001.009.003"/>
          <p:cNvSpPr/>
          <p:nvPr/>
        </p:nvSpPr>
        <p:spPr>
          <a:xfrm>
            <a:off x="8953500" y="1143000"/>
            <a:ext cx="38100" cy="38100"/>
          </a:xfrm>
          <a:prstGeom prst="rect">
            <a:avLst/>
          </a:prstGeom>
          <a:solidFill>
            <a:srgbClr val="50658E"/>
          </a:solidFill>
          <a:ln>
            <a:noFill/>
          </a:ln>
        </p:spPr>
      </p:sp>
      <p:sp>
        <p:nvSpPr>
          <p:cNvPr id="189" name="wm.library-whiteboard.001.009.004"/>
          <p:cNvSpPr/>
          <p:nvPr/>
        </p:nvSpPr>
        <p:spPr>
          <a:xfrm>
            <a:off x="8953500" y="1371600"/>
            <a:ext cx="38100" cy="38100"/>
          </a:xfrm>
          <a:prstGeom prst="rect">
            <a:avLst/>
          </a:prstGeom>
          <a:solidFill>
            <a:srgbClr val="50658E"/>
          </a:solidFill>
          <a:ln>
            <a:noFill/>
          </a:ln>
        </p:spPr>
      </p:sp>
      <p:sp>
        <p:nvSpPr>
          <p:cNvPr id="190" name="wm.library-whiteboard.001.009.005"/>
          <p:cNvSpPr/>
          <p:nvPr/>
        </p:nvSpPr>
        <p:spPr>
          <a:xfrm>
            <a:off x="8953500" y="1600200"/>
            <a:ext cx="38100" cy="38100"/>
          </a:xfrm>
          <a:prstGeom prst="rect">
            <a:avLst/>
          </a:prstGeom>
          <a:solidFill>
            <a:srgbClr val="50658E"/>
          </a:solidFill>
          <a:ln>
            <a:noFill/>
          </a:ln>
        </p:spPr>
      </p:sp>
      <p:sp>
        <p:nvSpPr>
          <p:cNvPr id="191" name="wm.library-whiteboard.001.009.006"/>
          <p:cNvSpPr/>
          <p:nvPr/>
        </p:nvSpPr>
        <p:spPr>
          <a:xfrm>
            <a:off x="8953500" y="1828800"/>
            <a:ext cx="38100" cy="38100"/>
          </a:xfrm>
          <a:prstGeom prst="rect">
            <a:avLst/>
          </a:prstGeom>
          <a:solidFill>
            <a:srgbClr val="50658E"/>
          </a:solidFill>
          <a:ln>
            <a:noFill/>
          </a:ln>
        </p:spPr>
      </p:sp>
      <p:sp>
        <p:nvSpPr>
          <p:cNvPr id="192" name="wm.library-whiteboard.001.009.007"/>
          <p:cNvSpPr/>
          <p:nvPr/>
        </p:nvSpPr>
        <p:spPr>
          <a:xfrm>
            <a:off x="8953500" y="2057400"/>
            <a:ext cx="38100" cy="38100"/>
          </a:xfrm>
          <a:prstGeom prst="rect">
            <a:avLst/>
          </a:prstGeom>
          <a:solidFill>
            <a:srgbClr val="50658E"/>
          </a:solidFill>
          <a:ln>
            <a:noFill/>
          </a:ln>
        </p:spPr>
      </p:sp>
      <p:sp>
        <p:nvSpPr>
          <p:cNvPr id="193" name="wm.library-whiteboard.001.009.008"/>
          <p:cNvSpPr/>
          <p:nvPr/>
        </p:nvSpPr>
        <p:spPr>
          <a:xfrm>
            <a:off x="8953500" y="2286000"/>
            <a:ext cx="38100" cy="38100"/>
          </a:xfrm>
          <a:prstGeom prst="rect">
            <a:avLst/>
          </a:prstGeom>
          <a:solidFill>
            <a:srgbClr val="50658E"/>
          </a:solidFill>
          <a:ln>
            <a:noFill/>
          </a:ln>
        </p:spPr>
      </p:sp>
      <p:sp>
        <p:nvSpPr>
          <p:cNvPr id="194" name="wm.library-whiteboard.001.009.009"/>
          <p:cNvSpPr/>
          <p:nvPr/>
        </p:nvSpPr>
        <p:spPr>
          <a:xfrm>
            <a:off x="8953500" y="2514600"/>
            <a:ext cx="38100" cy="38100"/>
          </a:xfrm>
          <a:prstGeom prst="rect">
            <a:avLst/>
          </a:prstGeom>
          <a:solidFill>
            <a:srgbClr val="50658E"/>
          </a:solidFill>
          <a:ln>
            <a:noFill/>
          </a:ln>
        </p:spPr>
      </p:sp>
      <p:sp>
        <p:nvSpPr>
          <p:cNvPr id="195" name="wm.library-whiteboard.001.009.010"/>
          <p:cNvSpPr/>
          <p:nvPr/>
        </p:nvSpPr>
        <p:spPr>
          <a:xfrm>
            <a:off x="8953500" y="2743200"/>
            <a:ext cx="38100" cy="38100"/>
          </a:xfrm>
          <a:prstGeom prst="rect">
            <a:avLst/>
          </a:prstGeom>
          <a:solidFill>
            <a:srgbClr val="50658E"/>
          </a:solidFill>
          <a:ln>
            <a:noFill/>
          </a:ln>
        </p:spPr>
      </p:sp>
      <p:sp>
        <p:nvSpPr>
          <p:cNvPr id="196" name="wm.library-whiteboard.001.009.011"/>
          <p:cNvSpPr/>
          <p:nvPr/>
        </p:nvSpPr>
        <p:spPr>
          <a:xfrm>
            <a:off x="8953500" y="2971800"/>
            <a:ext cx="38100" cy="38100"/>
          </a:xfrm>
          <a:prstGeom prst="rect">
            <a:avLst/>
          </a:prstGeom>
          <a:solidFill>
            <a:srgbClr val="50658E"/>
          </a:solidFill>
          <a:ln>
            <a:noFill/>
          </a:ln>
        </p:spPr>
      </p:sp>
      <p:sp>
        <p:nvSpPr>
          <p:cNvPr id="197" name="wm.library-whiteboard.001.009.012"/>
          <p:cNvSpPr/>
          <p:nvPr/>
        </p:nvSpPr>
        <p:spPr>
          <a:xfrm>
            <a:off x="8953500" y="3200400"/>
            <a:ext cx="38100" cy="38100"/>
          </a:xfrm>
          <a:prstGeom prst="rect">
            <a:avLst/>
          </a:prstGeom>
          <a:solidFill>
            <a:srgbClr val="50658E"/>
          </a:solidFill>
          <a:ln>
            <a:noFill/>
          </a:ln>
        </p:spPr>
      </p:sp>
      <p:sp>
        <p:nvSpPr>
          <p:cNvPr id="198" name="wm.library-whiteboard.001.009.013"/>
          <p:cNvSpPr/>
          <p:nvPr/>
        </p:nvSpPr>
        <p:spPr>
          <a:xfrm>
            <a:off x="8953500" y="3429000"/>
            <a:ext cx="38100" cy="38100"/>
          </a:xfrm>
          <a:prstGeom prst="rect">
            <a:avLst/>
          </a:prstGeom>
          <a:solidFill>
            <a:srgbClr val="50658E"/>
          </a:solidFill>
          <a:ln>
            <a:noFill/>
          </a:ln>
        </p:spPr>
      </p:sp>
      <p:sp>
        <p:nvSpPr>
          <p:cNvPr id="199" name="wm.library-whiteboard.001.009.014"/>
          <p:cNvSpPr/>
          <p:nvPr/>
        </p:nvSpPr>
        <p:spPr>
          <a:xfrm>
            <a:off x="8953500" y="3657600"/>
            <a:ext cx="38100" cy="38100"/>
          </a:xfrm>
          <a:prstGeom prst="rect">
            <a:avLst/>
          </a:prstGeom>
          <a:solidFill>
            <a:srgbClr val="50658E"/>
          </a:solidFill>
          <a:ln>
            <a:noFill/>
          </a:ln>
        </p:spPr>
      </p:sp>
      <p:sp>
        <p:nvSpPr>
          <p:cNvPr id="200" name="wm.library-whiteboard.001.009.015"/>
          <p:cNvSpPr/>
          <p:nvPr/>
        </p:nvSpPr>
        <p:spPr>
          <a:xfrm>
            <a:off x="8953500" y="3886200"/>
            <a:ext cx="38100" cy="38100"/>
          </a:xfrm>
          <a:prstGeom prst="rect">
            <a:avLst/>
          </a:prstGeom>
          <a:solidFill>
            <a:srgbClr val="50658E"/>
          </a:solidFill>
          <a:ln>
            <a:noFill/>
          </a:ln>
        </p:spPr>
      </p:sp>
      <p:sp>
        <p:nvSpPr>
          <p:cNvPr id="201" name="wm.library-whiteboard.001.009.016"/>
          <p:cNvSpPr/>
          <p:nvPr/>
        </p:nvSpPr>
        <p:spPr>
          <a:xfrm>
            <a:off x="8953500" y="4114800"/>
            <a:ext cx="38100" cy="38100"/>
          </a:xfrm>
          <a:prstGeom prst="rect">
            <a:avLst/>
          </a:prstGeom>
          <a:solidFill>
            <a:srgbClr val="50658E"/>
          </a:solidFill>
          <a:ln>
            <a:noFill/>
          </a:ln>
        </p:spPr>
      </p:sp>
      <p:sp>
        <p:nvSpPr>
          <p:cNvPr id="202" name="wm.library-whiteboard.001.009.017"/>
          <p:cNvSpPr/>
          <p:nvPr/>
        </p:nvSpPr>
        <p:spPr>
          <a:xfrm>
            <a:off x="8953500" y="4343400"/>
            <a:ext cx="38100" cy="38100"/>
          </a:xfrm>
          <a:prstGeom prst="rect">
            <a:avLst/>
          </a:prstGeom>
          <a:solidFill>
            <a:srgbClr val="50658E"/>
          </a:solidFill>
          <a:ln>
            <a:noFill/>
          </a:ln>
        </p:spPr>
      </p:sp>
      <p:sp>
        <p:nvSpPr>
          <p:cNvPr id="203" name="wm.library-whiteboard.001.009.018"/>
          <p:cNvSpPr/>
          <p:nvPr/>
        </p:nvSpPr>
        <p:spPr>
          <a:xfrm>
            <a:off x="8953500" y="4572000"/>
            <a:ext cx="38100" cy="38100"/>
          </a:xfrm>
          <a:prstGeom prst="rect">
            <a:avLst/>
          </a:prstGeom>
          <a:solidFill>
            <a:srgbClr val="50658E"/>
          </a:solidFill>
          <a:ln>
            <a:noFill/>
          </a:ln>
        </p:spPr>
      </p:sp>
      <p:sp>
        <p:nvSpPr>
          <p:cNvPr id="204" name="wm.library-whiteboard.001.009.019"/>
          <p:cNvSpPr/>
          <p:nvPr/>
        </p:nvSpPr>
        <p:spPr>
          <a:xfrm>
            <a:off x="8953500" y="4800600"/>
            <a:ext cx="38100" cy="38100"/>
          </a:xfrm>
          <a:prstGeom prst="rect">
            <a:avLst/>
          </a:prstGeom>
          <a:solidFill>
            <a:srgbClr val="50658E"/>
          </a:solidFill>
          <a:ln>
            <a:noFill/>
          </a:ln>
        </p:spPr>
      </p:sp>
      <p:sp>
        <p:nvSpPr>
          <p:cNvPr id="205" name="wm.library-whiteboard.001.009.020"/>
          <p:cNvSpPr/>
          <p:nvPr/>
        </p:nvSpPr>
        <p:spPr>
          <a:xfrm>
            <a:off x="8953500" y="5029200"/>
            <a:ext cx="38100" cy="38100"/>
          </a:xfrm>
          <a:prstGeom prst="rect">
            <a:avLst/>
          </a:prstGeom>
          <a:solidFill>
            <a:srgbClr val="50658E"/>
          </a:solidFill>
          <a:ln>
            <a:noFill/>
          </a:ln>
        </p:spPr>
      </p:sp>
      <p:sp>
        <p:nvSpPr>
          <p:cNvPr id="206" name="wm.library-whiteboard.001.009.021"/>
          <p:cNvSpPr/>
          <p:nvPr/>
        </p:nvSpPr>
        <p:spPr>
          <a:xfrm>
            <a:off x="8953500" y="5257800"/>
            <a:ext cx="38100" cy="38100"/>
          </a:xfrm>
          <a:prstGeom prst="rect">
            <a:avLst/>
          </a:prstGeom>
          <a:solidFill>
            <a:srgbClr val="50658E"/>
          </a:solidFill>
          <a:ln>
            <a:noFill/>
          </a:ln>
        </p:spPr>
      </p:sp>
      <p:sp>
        <p:nvSpPr>
          <p:cNvPr id="207" name="wm.library-whiteboard.001.009.022"/>
          <p:cNvSpPr/>
          <p:nvPr/>
        </p:nvSpPr>
        <p:spPr>
          <a:xfrm>
            <a:off x="8953500" y="5486400"/>
            <a:ext cx="38100" cy="38100"/>
          </a:xfrm>
          <a:prstGeom prst="rect">
            <a:avLst/>
          </a:prstGeom>
          <a:solidFill>
            <a:srgbClr val="50658E"/>
          </a:solidFill>
          <a:ln>
            <a:noFill/>
          </a:ln>
        </p:spPr>
      </p:sp>
      <p:sp>
        <p:nvSpPr>
          <p:cNvPr id="208" name="wm.library-whiteboard.001.009.023"/>
          <p:cNvSpPr/>
          <p:nvPr/>
        </p:nvSpPr>
        <p:spPr>
          <a:xfrm>
            <a:off x="8953500" y="5715000"/>
            <a:ext cx="38100" cy="38100"/>
          </a:xfrm>
          <a:prstGeom prst="rect">
            <a:avLst/>
          </a:prstGeom>
          <a:solidFill>
            <a:srgbClr val="50658E"/>
          </a:solidFill>
          <a:ln>
            <a:noFill/>
          </a:ln>
        </p:spPr>
      </p:sp>
      <p:sp>
        <p:nvSpPr>
          <p:cNvPr id="209" name="wm.library-whiteboard.001.010.001"/>
          <p:cNvSpPr/>
          <p:nvPr/>
        </p:nvSpPr>
        <p:spPr>
          <a:xfrm>
            <a:off x="9182100" y="685800"/>
            <a:ext cx="38100" cy="38100"/>
          </a:xfrm>
          <a:prstGeom prst="rect">
            <a:avLst/>
          </a:prstGeom>
          <a:solidFill>
            <a:srgbClr val="50658E"/>
          </a:solidFill>
          <a:ln>
            <a:noFill/>
          </a:ln>
        </p:spPr>
      </p:sp>
      <p:sp>
        <p:nvSpPr>
          <p:cNvPr id="210" name="wm.library-whiteboard.001.010.002"/>
          <p:cNvSpPr/>
          <p:nvPr/>
        </p:nvSpPr>
        <p:spPr>
          <a:xfrm>
            <a:off x="9182100" y="914400"/>
            <a:ext cx="38100" cy="38100"/>
          </a:xfrm>
          <a:prstGeom prst="rect">
            <a:avLst/>
          </a:prstGeom>
          <a:solidFill>
            <a:srgbClr val="50658E"/>
          </a:solidFill>
          <a:ln>
            <a:noFill/>
          </a:ln>
        </p:spPr>
      </p:sp>
      <p:sp>
        <p:nvSpPr>
          <p:cNvPr id="211" name="wm.library-whiteboard.001.010.003"/>
          <p:cNvSpPr/>
          <p:nvPr/>
        </p:nvSpPr>
        <p:spPr>
          <a:xfrm>
            <a:off x="9182100" y="1143000"/>
            <a:ext cx="38100" cy="38100"/>
          </a:xfrm>
          <a:prstGeom prst="rect">
            <a:avLst/>
          </a:prstGeom>
          <a:solidFill>
            <a:srgbClr val="50658E"/>
          </a:solidFill>
          <a:ln>
            <a:noFill/>
          </a:ln>
        </p:spPr>
      </p:sp>
      <p:sp>
        <p:nvSpPr>
          <p:cNvPr id="212" name="wm.library-whiteboard.001.010.004"/>
          <p:cNvSpPr/>
          <p:nvPr/>
        </p:nvSpPr>
        <p:spPr>
          <a:xfrm>
            <a:off x="9182100" y="1371600"/>
            <a:ext cx="38100" cy="38100"/>
          </a:xfrm>
          <a:prstGeom prst="rect">
            <a:avLst/>
          </a:prstGeom>
          <a:solidFill>
            <a:srgbClr val="50658E"/>
          </a:solidFill>
          <a:ln>
            <a:noFill/>
          </a:ln>
        </p:spPr>
      </p:sp>
      <p:sp>
        <p:nvSpPr>
          <p:cNvPr id="213" name="wm.library-whiteboard.001.010.005"/>
          <p:cNvSpPr/>
          <p:nvPr/>
        </p:nvSpPr>
        <p:spPr>
          <a:xfrm>
            <a:off x="9182100" y="1600200"/>
            <a:ext cx="38100" cy="38100"/>
          </a:xfrm>
          <a:prstGeom prst="rect">
            <a:avLst/>
          </a:prstGeom>
          <a:solidFill>
            <a:srgbClr val="50658E"/>
          </a:solidFill>
          <a:ln>
            <a:noFill/>
          </a:ln>
        </p:spPr>
      </p:sp>
      <p:sp>
        <p:nvSpPr>
          <p:cNvPr id="214" name="wm.library-whiteboard.001.010.006"/>
          <p:cNvSpPr/>
          <p:nvPr/>
        </p:nvSpPr>
        <p:spPr>
          <a:xfrm>
            <a:off x="9182100" y="1828800"/>
            <a:ext cx="38100" cy="38100"/>
          </a:xfrm>
          <a:prstGeom prst="rect">
            <a:avLst/>
          </a:prstGeom>
          <a:solidFill>
            <a:srgbClr val="50658E"/>
          </a:solidFill>
          <a:ln>
            <a:noFill/>
          </a:ln>
        </p:spPr>
      </p:sp>
      <p:sp>
        <p:nvSpPr>
          <p:cNvPr id="215" name="wm.library-whiteboard.001.010.007"/>
          <p:cNvSpPr/>
          <p:nvPr/>
        </p:nvSpPr>
        <p:spPr>
          <a:xfrm>
            <a:off x="9182100" y="2057400"/>
            <a:ext cx="38100" cy="38100"/>
          </a:xfrm>
          <a:prstGeom prst="rect">
            <a:avLst/>
          </a:prstGeom>
          <a:solidFill>
            <a:srgbClr val="50658E"/>
          </a:solidFill>
          <a:ln>
            <a:noFill/>
          </a:ln>
        </p:spPr>
      </p:sp>
      <p:sp>
        <p:nvSpPr>
          <p:cNvPr id="216" name="wm.library-whiteboard.001.010.008"/>
          <p:cNvSpPr/>
          <p:nvPr/>
        </p:nvSpPr>
        <p:spPr>
          <a:xfrm>
            <a:off x="9182100" y="2286000"/>
            <a:ext cx="38100" cy="38100"/>
          </a:xfrm>
          <a:prstGeom prst="rect">
            <a:avLst/>
          </a:prstGeom>
          <a:solidFill>
            <a:srgbClr val="50658E"/>
          </a:solidFill>
          <a:ln>
            <a:noFill/>
          </a:ln>
        </p:spPr>
      </p:sp>
      <p:sp>
        <p:nvSpPr>
          <p:cNvPr id="217" name="wm.library-whiteboard.001.010.009"/>
          <p:cNvSpPr/>
          <p:nvPr/>
        </p:nvSpPr>
        <p:spPr>
          <a:xfrm>
            <a:off x="9182100" y="2514600"/>
            <a:ext cx="38100" cy="38100"/>
          </a:xfrm>
          <a:prstGeom prst="rect">
            <a:avLst/>
          </a:prstGeom>
          <a:solidFill>
            <a:srgbClr val="50658E"/>
          </a:solidFill>
          <a:ln>
            <a:noFill/>
          </a:ln>
        </p:spPr>
      </p:sp>
      <p:sp>
        <p:nvSpPr>
          <p:cNvPr id="218" name="wm.library-whiteboard.001.010.010"/>
          <p:cNvSpPr/>
          <p:nvPr/>
        </p:nvSpPr>
        <p:spPr>
          <a:xfrm>
            <a:off x="9182100" y="2743200"/>
            <a:ext cx="38100" cy="38100"/>
          </a:xfrm>
          <a:prstGeom prst="rect">
            <a:avLst/>
          </a:prstGeom>
          <a:solidFill>
            <a:srgbClr val="50658E"/>
          </a:solidFill>
          <a:ln>
            <a:noFill/>
          </a:ln>
        </p:spPr>
      </p:sp>
      <p:sp>
        <p:nvSpPr>
          <p:cNvPr id="219" name="wm.library-whiteboard.001.010.011"/>
          <p:cNvSpPr/>
          <p:nvPr/>
        </p:nvSpPr>
        <p:spPr>
          <a:xfrm>
            <a:off x="9182100" y="2971800"/>
            <a:ext cx="38100" cy="38100"/>
          </a:xfrm>
          <a:prstGeom prst="rect">
            <a:avLst/>
          </a:prstGeom>
          <a:solidFill>
            <a:srgbClr val="50658E"/>
          </a:solidFill>
          <a:ln>
            <a:noFill/>
          </a:ln>
        </p:spPr>
      </p:sp>
      <p:sp>
        <p:nvSpPr>
          <p:cNvPr id="220" name="wm.library-whiteboard.001.010.012"/>
          <p:cNvSpPr/>
          <p:nvPr/>
        </p:nvSpPr>
        <p:spPr>
          <a:xfrm>
            <a:off x="9182100" y="3200400"/>
            <a:ext cx="38100" cy="38100"/>
          </a:xfrm>
          <a:prstGeom prst="rect">
            <a:avLst/>
          </a:prstGeom>
          <a:solidFill>
            <a:srgbClr val="50658E"/>
          </a:solidFill>
          <a:ln>
            <a:noFill/>
          </a:ln>
        </p:spPr>
      </p:sp>
      <p:sp>
        <p:nvSpPr>
          <p:cNvPr id="221" name="wm.library-whiteboard.001.010.013"/>
          <p:cNvSpPr/>
          <p:nvPr/>
        </p:nvSpPr>
        <p:spPr>
          <a:xfrm>
            <a:off x="9182100" y="3429000"/>
            <a:ext cx="38100" cy="38100"/>
          </a:xfrm>
          <a:prstGeom prst="rect">
            <a:avLst/>
          </a:prstGeom>
          <a:solidFill>
            <a:srgbClr val="50658E"/>
          </a:solidFill>
          <a:ln>
            <a:noFill/>
          </a:ln>
        </p:spPr>
      </p:sp>
      <p:sp>
        <p:nvSpPr>
          <p:cNvPr id="222" name="wm.library-whiteboard.001.010.014"/>
          <p:cNvSpPr/>
          <p:nvPr/>
        </p:nvSpPr>
        <p:spPr>
          <a:xfrm>
            <a:off x="9182100" y="3657600"/>
            <a:ext cx="38100" cy="38100"/>
          </a:xfrm>
          <a:prstGeom prst="rect">
            <a:avLst/>
          </a:prstGeom>
          <a:solidFill>
            <a:srgbClr val="50658E"/>
          </a:solidFill>
          <a:ln>
            <a:noFill/>
          </a:ln>
        </p:spPr>
      </p:sp>
      <p:sp>
        <p:nvSpPr>
          <p:cNvPr id="223" name="wm.library-whiteboard.001.010.015"/>
          <p:cNvSpPr/>
          <p:nvPr/>
        </p:nvSpPr>
        <p:spPr>
          <a:xfrm>
            <a:off x="9182100" y="3886200"/>
            <a:ext cx="38100" cy="38100"/>
          </a:xfrm>
          <a:prstGeom prst="rect">
            <a:avLst/>
          </a:prstGeom>
          <a:solidFill>
            <a:srgbClr val="50658E"/>
          </a:solidFill>
          <a:ln>
            <a:noFill/>
          </a:ln>
        </p:spPr>
      </p:sp>
      <p:sp>
        <p:nvSpPr>
          <p:cNvPr id="224" name="wm.library-whiteboard.001.010.016"/>
          <p:cNvSpPr/>
          <p:nvPr/>
        </p:nvSpPr>
        <p:spPr>
          <a:xfrm>
            <a:off x="9182100" y="4114800"/>
            <a:ext cx="38100" cy="38100"/>
          </a:xfrm>
          <a:prstGeom prst="rect">
            <a:avLst/>
          </a:prstGeom>
          <a:solidFill>
            <a:srgbClr val="50658E"/>
          </a:solidFill>
          <a:ln>
            <a:noFill/>
          </a:ln>
        </p:spPr>
      </p:sp>
      <p:sp>
        <p:nvSpPr>
          <p:cNvPr id="225" name="wm.library-whiteboard.001.010.017"/>
          <p:cNvSpPr/>
          <p:nvPr/>
        </p:nvSpPr>
        <p:spPr>
          <a:xfrm>
            <a:off x="9182100" y="4343400"/>
            <a:ext cx="38100" cy="38100"/>
          </a:xfrm>
          <a:prstGeom prst="rect">
            <a:avLst/>
          </a:prstGeom>
          <a:solidFill>
            <a:srgbClr val="50658E"/>
          </a:solidFill>
          <a:ln>
            <a:noFill/>
          </a:ln>
        </p:spPr>
      </p:sp>
      <p:sp>
        <p:nvSpPr>
          <p:cNvPr id="226" name="wm.library-whiteboard.001.010.018"/>
          <p:cNvSpPr/>
          <p:nvPr/>
        </p:nvSpPr>
        <p:spPr>
          <a:xfrm>
            <a:off x="9182100" y="4572000"/>
            <a:ext cx="38100" cy="38100"/>
          </a:xfrm>
          <a:prstGeom prst="rect">
            <a:avLst/>
          </a:prstGeom>
          <a:solidFill>
            <a:srgbClr val="50658E"/>
          </a:solidFill>
          <a:ln>
            <a:noFill/>
          </a:ln>
        </p:spPr>
      </p:sp>
      <p:sp>
        <p:nvSpPr>
          <p:cNvPr id="227" name="wm.library-whiteboard.001.010.019"/>
          <p:cNvSpPr/>
          <p:nvPr/>
        </p:nvSpPr>
        <p:spPr>
          <a:xfrm>
            <a:off x="9182100" y="4800600"/>
            <a:ext cx="38100" cy="38100"/>
          </a:xfrm>
          <a:prstGeom prst="rect">
            <a:avLst/>
          </a:prstGeom>
          <a:solidFill>
            <a:srgbClr val="50658E"/>
          </a:solidFill>
          <a:ln>
            <a:noFill/>
          </a:ln>
        </p:spPr>
      </p:sp>
      <p:sp>
        <p:nvSpPr>
          <p:cNvPr id="228" name="wm.library-whiteboard.001.010.020"/>
          <p:cNvSpPr/>
          <p:nvPr/>
        </p:nvSpPr>
        <p:spPr>
          <a:xfrm>
            <a:off x="9182100" y="5029200"/>
            <a:ext cx="38100" cy="38100"/>
          </a:xfrm>
          <a:prstGeom prst="rect">
            <a:avLst/>
          </a:prstGeom>
          <a:solidFill>
            <a:srgbClr val="50658E"/>
          </a:solidFill>
          <a:ln>
            <a:noFill/>
          </a:ln>
        </p:spPr>
      </p:sp>
      <p:sp>
        <p:nvSpPr>
          <p:cNvPr id="229" name="wm.library-whiteboard.001.010.021"/>
          <p:cNvSpPr/>
          <p:nvPr/>
        </p:nvSpPr>
        <p:spPr>
          <a:xfrm>
            <a:off x="9182100" y="5257800"/>
            <a:ext cx="38100" cy="38100"/>
          </a:xfrm>
          <a:prstGeom prst="rect">
            <a:avLst/>
          </a:prstGeom>
          <a:solidFill>
            <a:srgbClr val="50658E"/>
          </a:solidFill>
          <a:ln>
            <a:noFill/>
          </a:ln>
        </p:spPr>
      </p:sp>
      <p:sp>
        <p:nvSpPr>
          <p:cNvPr id="230" name="wm.library-whiteboard.001.010.022"/>
          <p:cNvSpPr/>
          <p:nvPr/>
        </p:nvSpPr>
        <p:spPr>
          <a:xfrm>
            <a:off x="9182100" y="5486400"/>
            <a:ext cx="38100" cy="38100"/>
          </a:xfrm>
          <a:prstGeom prst="rect">
            <a:avLst/>
          </a:prstGeom>
          <a:solidFill>
            <a:srgbClr val="50658E"/>
          </a:solidFill>
          <a:ln>
            <a:noFill/>
          </a:ln>
        </p:spPr>
      </p:sp>
      <p:sp>
        <p:nvSpPr>
          <p:cNvPr id="231" name="wm.library-whiteboard.001.010.023"/>
          <p:cNvSpPr/>
          <p:nvPr/>
        </p:nvSpPr>
        <p:spPr>
          <a:xfrm>
            <a:off x="9182100" y="5715000"/>
            <a:ext cx="38100" cy="38100"/>
          </a:xfrm>
          <a:prstGeom prst="rect">
            <a:avLst/>
          </a:prstGeom>
          <a:solidFill>
            <a:srgbClr val="50658E"/>
          </a:solidFill>
          <a:ln>
            <a:noFill/>
          </a:ln>
        </p:spPr>
      </p:sp>
      <p:sp>
        <p:nvSpPr>
          <p:cNvPr id="232" name="wm.library-whiteboard.001.011.001"/>
          <p:cNvSpPr/>
          <p:nvPr/>
        </p:nvSpPr>
        <p:spPr>
          <a:xfrm>
            <a:off x="9410700" y="685800"/>
            <a:ext cx="38100" cy="38100"/>
          </a:xfrm>
          <a:prstGeom prst="rect">
            <a:avLst/>
          </a:prstGeom>
          <a:solidFill>
            <a:srgbClr val="50658E"/>
          </a:solidFill>
          <a:ln>
            <a:noFill/>
          </a:ln>
        </p:spPr>
      </p:sp>
      <p:sp>
        <p:nvSpPr>
          <p:cNvPr id="233" name="wm.library-whiteboard.001.011.002"/>
          <p:cNvSpPr/>
          <p:nvPr/>
        </p:nvSpPr>
        <p:spPr>
          <a:xfrm>
            <a:off x="9410700" y="914400"/>
            <a:ext cx="38100" cy="38100"/>
          </a:xfrm>
          <a:prstGeom prst="rect">
            <a:avLst/>
          </a:prstGeom>
          <a:solidFill>
            <a:srgbClr val="50658E"/>
          </a:solidFill>
          <a:ln>
            <a:noFill/>
          </a:ln>
        </p:spPr>
      </p:sp>
      <p:sp>
        <p:nvSpPr>
          <p:cNvPr id="234" name="wm.library-whiteboard.001.011.003"/>
          <p:cNvSpPr/>
          <p:nvPr/>
        </p:nvSpPr>
        <p:spPr>
          <a:xfrm>
            <a:off x="9410700" y="1143000"/>
            <a:ext cx="38100" cy="38100"/>
          </a:xfrm>
          <a:prstGeom prst="rect">
            <a:avLst/>
          </a:prstGeom>
          <a:solidFill>
            <a:srgbClr val="50658E"/>
          </a:solidFill>
          <a:ln>
            <a:noFill/>
          </a:ln>
        </p:spPr>
      </p:sp>
      <p:sp>
        <p:nvSpPr>
          <p:cNvPr id="235" name="wm.library-whiteboard.001.011.004"/>
          <p:cNvSpPr/>
          <p:nvPr/>
        </p:nvSpPr>
        <p:spPr>
          <a:xfrm>
            <a:off x="9410700" y="1371600"/>
            <a:ext cx="38100" cy="38100"/>
          </a:xfrm>
          <a:prstGeom prst="rect">
            <a:avLst/>
          </a:prstGeom>
          <a:solidFill>
            <a:srgbClr val="50658E"/>
          </a:solidFill>
          <a:ln>
            <a:noFill/>
          </a:ln>
        </p:spPr>
      </p:sp>
      <p:sp>
        <p:nvSpPr>
          <p:cNvPr id="236" name="wm.library-whiteboard.001.011.005"/>
          <p:cNvSpPr/>
          <p:nvPr/>
        </p:nvSpPr>
        <p:spPr>
          <a:xfrm>
            <a:off x="9410700" y="1600200"/>
            <a:ext cx="38100" cy="38100"/>
          </a:xfrm>
          <a:prstGeom prst="rect">
            <a:avLst/>
          </a:prstGeom>
          <a:solidFill>
            <a:srgbClr val="50658E"/>
          </a:solidFill>
          <a:ln>
            <a:noFill/>
          </a:ln>
        </p:spPr>
      </p:sp>
      <p:sp>
        <p:nvSpPr>
          <p:cNvPr id="237" name="wm.library-whiteboard.001.011.006"/>
          <p:cNvSpPr/>
          <p:nvPr/>
        </p:nvSpPr>
        <p:spPr>
          <a:xfrm>
            <a:off x="9410700" y="1828800"/>
            <a:ext cx="38100" cy="38100"/>
          </a:xfrm>
          <a:prstGeom prst="rect">
            <a:avLst/>
          </a:prstGeom>
          <a:solidFill>
            <a:srgbClr val="50658E"/>
          </a:solidFill>
          <a:ln>
            <a:noFill/>
          </a:ln>
        </p:spPr>
      </p:sp>
      <p:sp>
        <p:nvSpPr>
          <p:cNvPr id="238" name="wm.library-whiteboard.001.011.007"/>
          <p:cNvSpPr/>
          <p:nvPr/>
        </p:nvSpPr>
        <p:spPr>
          <a:xfrm>
            <a:off x="9410700" y="2057400"/>
            <a:ext cx="38100" cy="38100"/>
          </a:xfrm>
          <a:prstGeom prst="rect">
            <a:avLst/>
          </a:prstGeom>
          <a:solidFill>
            <a:srgbClr val="50658E"/>
          </a:solidFill>
          <a:ln>
            <a:noFill/>
          </a:ln>
        </p:spPr>
      </p:sp>
      <p:sp>
        <p:nvSpPr>
          <p:cNvPr id="239" name="wm.library-whiteboard.001.011.008"/>
          <p:cNvSpPr/>
          <p:nvPr/>
        </p:nvSpPr>
        <p:spPr>
          <a:xfrm>
            <a:off x="9410700" y="2286000"/>
            <a:ext cx="38100" cy="38100"/>
          </a:xfrm>
          <a:prstGeom prst="rect">
            <a:avLst/>
          </a:prstGeom>
          <a:solidFill>
            <a:srgbClr val="50658E"/>
          </a:solidFill>
          <a:ln>
            <a:noFill/>
          </a:ln>
        </p:spPr>
      </p:sp>
      <p:sp>
        <p:nvSpPr>
          <p:cNvPr id="240" name="wm.library-whiteboard.001.011.009"/>
          <p:cNvSpPr/>
          <p:nvPr/>
        </p:nvSpPr>
        <p:spPr>
          <a:xfrm>
            <a:off x="9410700" y="2514600"/>
            <a:ext cx="38100" cy="38100"/>
          </a:xfrm>
          <a:prstGeom prst="rect">
            <a:avLst/>
          </a:prstGeom>
          <a:solidFill>
            <a:srgbClr val="50658E"/>
          </a:solidFill>
          <a:ln>
            <a:noFill/>
          </a:ln>
        </p:spPr>
      </p:sp>
      <p:sp>
        <p:nvSpPr>
          <p:cNvPr id="241" name="wm.library-whiteboard.001.011.010"/>
          <p:cNvSpPr/>
          <p:nvPr/>
        </p:nvSpPr>
        <p:spPr>
          <a:xfrm>
            <a:off x="9410700" y="2743200"/>
            <a:ext cx="38100" cy="38100"/>
          </a:xfrm>
          <a:prstGeom prst="rect">
            <a:avLst/>
          </a:prstGeom>
          <a:solidFill>
            <a:srgbClr val="50658E"/>
          </a:solidFill>
          <a:ln>
            <a:noFill/>
          </a:ln>
        </p:spPr>
      </p:sp>
      <p:sp>
        <p:nvSpPr>
          <p:cNvPr id="242" name="wm.library-whiteboard.001.011.011"/>
          <p:cNvSpPr/>
          <p:nvPr/>
        </p:nvSpPr>
        <p:spPr>
          <a:xfrm>
            <a:off x="9410700" y="2971800"/>
            <a:ext cx="38100" cy="38100"/>
          </a:xfrm>
          <a:prstGeom prst="rect">
            <a:avLst/>
          </a:prstGeom>
          <a:solidFill>
            <a:srgbClr val="50658E"/>
          </a:solidFill>
          <a:ln>
            <a:noFill/>
          </a:ln>
        </p:spPr>
      </p:sp>
      <p:sp>
        <p:nvSpPr>
          <p:cNvPr id="243" name="wm.library-whiteboard.001.011.012"/>
          <p:cNvSpPr/>
          <p:nvPr/>
        </p:nvSpPr>
        <p:spPr>
          <a:xfrm>
            <a:off x="9410700" y="3200400"/>
            <a:ext cx="38100" cy="38100"/>
          </a:xfrm>
          <a:prstGeom prst="rect">
            <a:avLst/>
          </a:prstGeom>
          <a:solidFill>
            <a:srgbClr val="50658E"/>
          </a:solidFill>
          <a:ln>
            <a:noFill/>
          </a:ln>
        </p:spPr>
      </p:sp>
      <p:sp>
        <p:nvSpPr>
          <p:cNvPr id="244" name="wm.library-whiteboard.001.011.013"/>
          <p:cNvSpPr/>
          <p:nvPr/>
        </p:nvSpPr>
        <p:spPr>
          <a:xfrm>
            <a:off x="9410700" y="3429000"/>
            <a:ext cx="38100" cy="38100"/>
          </a:xfrm>
          <a:prstGeom prst="rect">
            <a:avLst/>
          </a:prstGeom>
          <a:solidFill>
            <a:srgbClr val="50658E"/>
          </a:solidFill>
          <a:ln>
            <a:noFill/>
          </a:ln>
        </p:spPr>
      </p:sp>
      <p:sp>
        <p:nvSpPr>
          <p:cNvPr id="245" name="wm.library-whiteboard.001.011.014"/>
          <p:cNvSpPr/>
          <p:nvPr/>
        </p:nvSpPr>
        <p:spPr>
          <a:xfrm>
            <a:off x="9410700" y="3657600"/>
            <a:ext cx="38100" cy="38100"/>
          </a:xfrm>
          <a:prstGeom prst="rect">
            <a:avLst/>
          </a:prstGeom>
          <a:solidFill>
            <a:srgbClr val="50658E"/>
          </a:solidFill>
          <a:ln>
            <a:noFill/>
          </a:ln>
        </p:spPr>
      </p:sp>
      <p:sp>
        <p:nvSpPr>
          <p:cNvPr id="246" name="wm.library-whiteboard.001.011.015"/>
          <p:cNvSpPr/>
          <p:nvPr/>
        </p:nvSpPr>
        <p:spPr>
          <a:xfrm>
            <a:off x="9410700" y="3886200"/>
            <a:ext cx="38100" cy="38100"/>
          </a:xfrm>
          <a:prstGeom prst="rect">
            <a:avLst/>
          </a:prstGeom>
          <a:solidFill>
            <a:srgbClr val="50658E"/>
          </a:solidFill>
          <a:ln>
            <a:noFill/>
          </a:ln>
        </p:spPr>
      </p:sp>
      <p:sp>
        <p:nvSpPr>
          <p:cNvPr id="247" name="wm.library-whiteboard.001.011.016"/>
          <p:cNvSpPr/>
          <p:nvPr/>
        </p:nvSpPr>
        <p:spPr>
          <a:xfrm>
            <a:off x="9410700" y="4114800"/>
            <a:ext cx="38100" cy="38100"/>
          </a:xfrm>
          <a:prstGeom prst="rect">
            <a:avLst/>
          </a:prstGeom>
          <a:solidFill>
            <a:srgbClr val="50658E"/>
          </a:solidFill>
          <a:ln>
            <a:noFill/>
          </a:ln>
        </p:spPr>
      </p:sp>
      <p:sp>
        <p:nvSpPr>
          <p:cNvPr id="248" name="wm.library-whiteboard.001.011.017"/>
          <p:cNvSpPr/>
          <p:nvPr/>
        </p:nvSpPr>
        <p:spPr>
          <a:xfrm>
            <a:off x="9410700" y="4343400"/>
            <a:ext cx="38100" cy="38100"/>
          </a:xfrm>
          <a:prstGeom prst="rect">
            <a:avLst/>
          </a:prstGeom>
          <a:solidFill>
            <a:srgbClr val="50658E"/>
          </a:solidFill>
          <a:ln>
            <a:noFill/>
          </a:ln>
        </p:spPr>
      </p:sp>
      <p:sp>
        <p:nvSpPr>
          <p:cNvPr id="249" name="wm.library-whiteboard.001.011.018"/>
          <p:cNvSpPr/>
          <p:nvPr/>
        </p:nvSpPr>
        <p:spPr>
          <a:xfrm>
            <a:off x="9410700" y="4572000"/>
            <a:ext cx="38100" cy="38100"/>
          </a:xfrm>
          <a:prstGeom prst="rect">
            <a:avLst/>
          </a:prstGeom>
          <a:solidFill>
            <a:srgbClr val="50658E"/>
          </a:solidFill>
          <a:ln>
            <a:noFill/>
          </a:ln>
        </p:spPr>
      </p:sp>
      <p:sp>
        <p:nvSpPr>
          <p:cNvPr id="250" name="wm.library-whiteboard.001.011.019"/>
          <p:cNvSpPr/>
          <p:nvPr/>
        </p:nvSpPr>
        <p:spPr>
          <a:xfrm>
            <a:off x="9410700" y="4800600"/>
            <a:ext cx="38100" cy="38100"/>
          </a:xfrm>
          <a:prstGeom prst="rect">
            <a:avLst/>
          </a:prstGeom>
          <a:solidFill>
            <a:srgbClr val="50658E"/>
          </a:solidFill>
          <a:ln>
            <a:noFill/>
          </a:ln>
        </p:spPr>
      </p:sp>
      <p:sp>
        <p:nvSpPr>
          <p:cNvPr id="251" name="wm.library-whiteboard.001.011.020"/>
          <p:cNvSpPr/>
          <p:nvPr/>
        </p:nvSpPr>
        <p:spPr>
          <a:xfrm>
            <a:off x="9410700" y="5029200"/>
            <a:ext cx="38100" cy="38100"/>
          </a:xfrm>
          <a:prstGeom prst="rect">
            <a:avLst/>
          </a:prstGeom>
          <a:solidFill>
            <a:srgbClr val="50658E"/>
          </a:solidFill>
          <a:ln>
            <a:noFill/>
          </a:ln>
        </p:spPr>
      </p:sp>
      <p:sp>
        <p:nvSpPr>
          <p:cNvPr id="252" name="wm.library-whiteboard.001.011.021"/>
          <p:cNvSpPr/>
          <p:nvPr/>
        </p:nvSpPr>
        <p:spPr>
          <a:xfrm>
            <a:off x="9410700" y="5257800"/>
            <a:ext cx="38100" cy="38100"/>
          </a:xfrm>
          <a:prstGeom prst="rect">
            <a:avLst/>
          </a:prstGeom>
          <a:solidFill>
            <a:srgbClr val="50658E"/>
          </a:solidFill>
          <a:ln>
            <a:noFill/>
          </a:ln>
        </p:spPr>
      </p:sp>
      <p:sp>
        <p:nvSpPr>
          <p:cNvPr id="253" name="wm.library-whiteboard.001.011.022"/>
          <p:cNvSpPr/>
          <p:nvPr/>
        </p:nvSpPr>
        <p:spPr>
          <a:xfrm>
            <a:off x="9410700" y="5486400"/>
            <a:ext cx="38100" cy="38100"/>
          </a:xfrm>
          <a:prstGeom prst="rect">
            <a:avLst/>
          </a:prstGeom>
          <a:solidFill>
            <a:srgbClr val="50658E"/>
          </a:solidFill>
          <a:ln>
            <a:noFill/>
          </a:ln>
        </p:spPr>
      </p:sp>
      <p:sp>
        <p:nvSpPr>
          <p:cNvPr id="254" name="wm.library-whiteboard.001.011.023"/>
          <p:cNvSpPr/>
          <p:nvPr/>
        </p:nvSpPr>
        <p:spPr>
          <a:xfrm>
            <a:off x="9410700" y="5715000"/>
            <a:ext cx="38100" cy="38100"/>
          </a:xfrm>
          <a:prstGeom prst="rect">
            <a:avLst/>
          </a:prstGeom>
          <a:solidFill>
            <a:srgbClr val="50658E"/>
          </a:solidFill>
          <a:ln>
            <a:noFill/>
          </a:ln>
        </p:spPr>
      </p:sp>
      <p:sp>
        <p:nvSpPr>
          <p:cNvPr id="255" name="wm.library-whiteboard.001.012.001"/>
          <p:cNvSpPr/>
          <p:nvPr/>
        </p:nvSpPr>
        <p:spPr>
          <a:xfrm>
            <a:off x="9639300" y="685800"/>
            <a:ext cx="38100" cy="38100"/>
          </a:xfrm>
          <a:prstGeom prst="rect">
            <a:avLst/>
          </a:prstGeom>
          <a:solidFill>
            <a:srgbClr val="50658E"/>
          </a:solidFill>
          <a:ln>
            <a:noFill/>
          </a:ln>
        </p:spPr>
      </p:sp>
      <p:sp>
        <p:nvSpPr>
          <p:cNvPr id="256" name="wm.library-whiteboard.001.012.002"/>
          <p:cNvSpPr/>
          <p:nvPr/>
        </p:nvSpPr>
        <p:spPr>
          <a:xfrm>
            <a:off x="9639300" y="914400"/>
            <a:ext cx="38100" cy="38100"/>
          </a:xfrm>
          <a:prstGeom prst="rect">
            <a:avLst/>
          </a:prstGeom>
          <a:solidFill>
            <a:srgbClr val="50658E"/>
          </a:solidFill>
          <a:ln>
            <a:noFill/>
          </a:ln>
        </p:spPr>
      </p:sp>
      <p:sp>
        <p:nvSpPr>
          <p:cNvPr id="257" name="wm.library-whiteboard.001.012.003"/>
          <p:cNvSpPr/>
          <p:nvPr/>
        </p:nvSpPr>
        <p:spPr>
          <a:xfrm>
            <a:off x="9639300" y="1143000"/>
            <a:ext cx="38100" cy="38100"/>
          </a:xfrm>
          <a:prstGeom prst="rect">
            <a:avLst/>
          </a:prstGeom>
          <a:solidFill>
            <a:srgbClr val="50658E"/>
          </a:solidFill>
          <a:ln>
            <a:noFill/>
          </a:ln>
        </p:spPr>
      </p:sp>
      <p:sp>
        <p:nvSpPr>
          <p:cNvPr id="258" name="wm.library-whiteboard.001.012.004"/>
          <p:cNvSpPr/>
          <p:nvPr/>
        </p:nvSpPr>
        <p:spPr>
          <a:xfrm>
            <a:off x="9639300" y="1371600"/>
            <a:ext cx="38100" cy="38100"/>
          </a:xfrm>
          <a:prstGeom prst="rect">
            <a:avLst/>
          </a:prstGeom>
          <a:solidFill>
            <a:srgbClr val="50658E"/>
          </a:solidFill>
          <a:ln>
            <a:noFill/>
          </a:ln>
        </p:spPr>
      </p:sp>
      <p:sp>
        <p:nvSpPr>
          <p:cNvPr id="259" name="wm.library-whiteboard.001.012.005"/>
          <p:cNvSpPr/>
          <p:nvPr/>
        </p:nvSpPr>
        <p:spPr>
          <a:xfrm>
            <a:off x="9639300" y="1600200"/>
            <a:ext cx="38100" cy="38100"/>
          </a:xfrm>
          <a:prstGeom prst="rect">
            <a:avLst/>
          </a:prstGeom>
          <a:solidFill>
            <a:srgbClr val="50658E"/>
          </a:solidFill>
          <a:ln>
            <a:noFill/>
          </a:ln>
        </p:spPr>
      </p:sp>
      <p:sp>
        <p:nvSpPr>
          <p:cNvPr id="260" name="wm.library-whiteboard.001.012.006"/>
          <p:cNvSpPr/>
          <p:nvPr/>
        </p:nvSpPr>
        <p:spPr>
          <a:xfrm>
            <a:off x="9639300" y="1828800"/>
            <a:ext cx="38100" cy="38100"/>
          </a:xfrm>
          <a:prstGeom prst="rect">
            <a:avLst/>
          </a:prstGeom>
          <a:solidFill>
            <a:srgbClr val="50658E"/>
          </a:solidFill>
          <a:ln>
            <a:noFill/>
          </a:ln>
        </p:spPr>
      </p:sp>
      <p:sp>
        <p:nvSpPr>
          <p:cNvPr id="261" name="wm.library-whiteboard.001.012.007"/>
          <p:cNvSpPr/>
          <p:nvPr/>
        </p:nvSpPr>
        <p:spPr>
          <a:xfrm>
            <a:off x="9639300" y="2057400"/>
            <a:ext cx="38100" cy="38100"/>
          </a:xfrm>
          <a:prstGeom prst="rect">
            <a:avLst/>
          </a:prstGeom>
          <a:solidFill>
            <a:srgbClr val="50658E"/>
          </a:solidFill>
          <a:ln>
            <a:noFill/>
          </a:ln>
        </p:spPr>
      </p:sp>
      <p:sp>
        <p:nvSpPr>
          <p:cNvPr id="262" name="wm.library-whiteboard.001.012.008"/>
          <p:cNvSpPr/>
          <p:nvPr/>
        </p:nvSpPr>
        <p:spPr>
          <a:xfrm>
            <a:off x="9639300" y="2286000"/>
            <a:ext cx="38100" cy="38100"/>
          </a:xfrm>
          <a:prstGeom prst="rect">
            <a:avLst/>
          </a:prstGeom>
          <a:solidFill>
            <a:srgbClr val="50658E"/>
          </a:solidFill>
          <a:ln>
            <a:noFill/>
          </a:ln>
        </p:spPr>
      </p:sp>
      <p:sp>
        <p:nvSpPr>
          <p:cNvPr id="263" name="wm.library-whiteboard.001.012.009"/>
          <p:cNvSpPr/>
          <p:nvPr/>
        </p:nvSpPr>
        <p:spPr>
          <a:xfrm>
            <a:off x="9639300" y="2514600"/>
            <a:ext cx="38100" cy="38100"/>
          </a:xfrm>
          <a:prstGeom prst="rect">
            <a:avLst/>
          </a:prstGeom>
          <a:solidFill>
            <a:srgbClr val="50658E"/>
          </a:solidFill>
          <a:ln>
            <a:noFill/>
          </a:ln>
        </p:spPr>
      </p:sp>
      <p:sp>
        <p:nvSpPr>
          <p:cNvPr id="264" name="wm.library-whiteboard.001.012.010"/>
          <p:cNvSpPr/>
          <p:nvPr/>
        </p:nvSpPr>
        <p:spPr>
          <a:xfrm>
            <a:off x="9639300" y="2743200"/>
            <a:ext cx="38100" cy="38100"/>
          </a:xfrm>
          <a:prstGeom prst="rect">
            <a:avLst/>
          </a:prstGeom>
          <a:solidFill>
            <a:srgbClr val="50658E"/>
          </a:solidFill>
          <a:ln>
            <a:noFill/>
          </a:ln>
        </p:spPr>
      </p:sp>
      <p:sp>
        <p:nvSpPr>
          <p:cNvPr id="265" name="wm.library-whiteboard.001.012.011"/>
          <p:cNvSpPr/>
          <p:nvPr/>
        </p:nvSpPr>
        <p:spPr>
          <a:xfrm>
            <a:off x="9639300" y="2971800"/>
            <a:ext cx="38100" cy="38100"/>
          </a:xfrm>
          <a:prstGeom prst="rect">
            <a:avLst/>
          </a:prstGeom>
          <a:solidFill>
            <a:srgbClr val="50658E"/>
          </a:solidFill>
          <a:ln>
            <a:noFill/>
          </a:ln>
        </p:spPr>
      </p:sp>
      <p:sp>
        <p:nvSpPr>
          <p:cNvPr id="266" name="wm.library-whiteboard.001.012.012"/>
          <p:cNvSpPr/>
          <p:nvPr/>
        </p:nvSpPr>
        <p:spPr>
          <a:xfrm>
            <a:off x="9639300" y="3200400"/>
            <a:ext cx="38100" cy="38100"/>
          </a:xfrm>
          <a:prstGeom prst="rect">
            <a:avLst/>
          </a:prstGeom>
          <a:solidFill>
            <a:srgbClr val="50658E"/>
          </a:solidFill>
          <a:ln>
            <a:noFill/>
          </a:ln>
        </p:spPr>
      </p:sp>
      <p:sp>
        <p:nvSpPr>
          <p:cNvPr id="267" name="wm.library-whiteboard.001.012.013"/>
          <p:cNvSpPr/>
          <p:nvPr/>
        </p:nvSpPr>
        <p:spPr>
          <a:xfrm>
            <a:off x="9639300" y="3429000"/>
            <a:ext cx="38100" cy="38100"/>
          </a:xfrm>
          <a:prstGeom prst="rect">
            <a:avLst/>
          </a:prstGeom>
          <a:solidFill>
            <a:srgbClr val="50658E"/>
          </a:solidFill>
          <a:ln>
            <a:noFill/>
          </a:ln>
        </p:spPr>
      </p:sp>
      <p:sp>
        <p:nvSpPr>
          <p:cNvPr id="268" name="wm.library-whiteboard.001.012.014"/>
          <p:cNvSpPr/>
          <p:nvPr/>
        </p:nvSpPr>
        <p:spPr>
          <a:xfrm>
            <a:off x="9639300" y="3657600"/>
            <a:ext cx="38100" cy="38100"/>
          </a:xfrm>
          <a:prstGeom prst="rect">
            <a:avLst/>
          </a:prstGeom>
          <a:solidFill>
            <a:srgbClr val="50658E"/>
          </a:solidFill>
          <a:ln>
            <a:noFill/>
          </a:ln>
        </p:spPr>
      </p:sp>
      <p:sp>
        <p:nvSpPr>
          <p:cNvPr id="269" name="wm.library-whiteboard.001.012.015"/>
          <p:cNvSpPr/>
          <p:nvPr/>
        </p:nvSpPr>
        <p:spPr>
          <a:xfrm>
            <a:off x="9639300" y="3886200"/>
            <a:ext cx="38100" cy="38100"/>
          </a:xfrm>
          <a:prstGeom prst="rect">
            <a:avLst/>
          </a:prstGeom>
          <a:solidFill>
            <a:srgbClr val="50658E"/>
          </a:solidFill>
          <a:ln>
            <a:noFill/>
          </a:ln>
        </p:spPr>
      </p:sp>
      <p:sp>
        <p:nvSpPr>
          <p:cNvPr id="270" name="wm.library-whiteboard.001.012.016"/>
          <p:cNvSpPr/>
          <p:nvPr/>
        </p:nvSpPr>
        <p:spPr>
          <a:xfrm>
            <a:off x="9639300" y="4114800"/>
            <a:ext cx="38100" cy="38100"/>
          </a:xfrm>
          <a:prstGeom prst="rect">
            <a:avLst/>
          </a:prstGeom>
          <a:solidFill>
            <a:srgbClr val="50658E"/>
          </a:solidFill>
          <a:ln>
            <a:noFill/>
          </a:ln>
        </p:spPr>
      </p:sp>
      <p:sp>
        <p:nvSpPr>
          <p:cNvPr id="271" name="wm.library-whiteboard.001.012.017"/>
          <p:cNvSpPr/>
          <p:nvPr/>
        </p:nvSpPr>
        <p:spPr>
          <a:xfrm>
            <a:off x="9639300" y="4343400"/>
            <a:ext cx="38100" cy="38100"/>
          </a:xfrm>
          <a:prstGeom prst="rect">
            <a:avLst/>
          </a:prstGeom>
          <a:solidFill>
            <a:srgbClr val="50658E"/>
          </a:solidFill>
          <a:ln>
            <a:noFill/>
          </a:ln>
        </p:spPr>
      </p:sp>
      <p:sp>
        <p:nvSpPr>
          <p:cNvPr id="272" name="wm.library-whiteboard.001.012.018"/>
          <p:cNvSpPr/>
          <p:nvPr/>
        </p:nvSpPr>
        <p:spPr>
          <a:xfrm>
            <a:off x="9639300" y="4572000"/>
            <a:ext cx="38100" cy="38100"/>
          </a:xfrm>
          <a:prstGeom prst="rect">
            <a:avLst/>
          </a:prstGeom>
          <a:solidFill>
            <a:srgbClr val="50658E"/>
          </a:solidFill>
          <a:ln>
            <a:noFill/>
          </a:ln>
        </p:spPr>
      </p:sp>
      <p:sp>
        <p:nvSpPr>
          <p:cNvPr id="273" name="wm.library-whiteboard.001.012.019"/>
          <p:cNvSpPr/>
          <p:nvPr/>
        </p:nvSpPr>
        <p:spPr>
          <a:xfrm>
            <a:off x="9639300" y="4800600"/>
            <a:ext cx="38100" cy="38100"/>
          </a:xfrm>
          <a:prstGeom prst="rect">
            <a:avLst/>
          </a:prstGeom>
          <a:solidFill>
            <a:srgbClr val="50658E"/>
          </a:solidFill>
          <a:ln>
            <a:noFill/>
          </a:ln>
        </p:spPr>
      </p:sp>
      <p:sp>
        <p:nvSpPr>
          <p:cNvPr id="274" name="wm.library-whiteboard.001.012.020"/>
          <p:cNvSpPr/>
          <p:nvPr/>
        </p:nvSpPr>
        <p:spPr>
          <a:xfrm>
            <a:off x="9639300" y="5029200"/>
            <a:ext cx="38100" cy="38100"/>
          </a:xfrm>
          <a:prstGeom prst="rect">
            <a:avLst/>
          </a:prstGeom>
          <a:solidFill>
            <a:srgbClr val="50658E"/>
          </a:solidFill>
          <a:ln>
            <a:noFill/>
          </a:ln>
        </p:spPr>
      </p:sp>
      <p:sp>
        <p:nvSpPr>
          <p:cNvPr id="275" name="wm.library-whiteboard.001.012.021"/>
          <p:cNvSpPr/>
          <p:nvPr/>
        </p:nvSpPr>
        <p:spPr>
          <a:xfrm>
            <a:off x="9639300" y="5257800"/>
            <a:ext cx="38100" cy="38100"/>
          </a:xfrm>
          <a:prstGeom prst="rect">
            <a:avLst/>
          </a:prstGeom>
          <a:solidFill>
            <a:srgbClr val="50658E"/>
          </a:solidFill>
          <a:ln>
            <a:noFill/>
          </a:ln>
        </p:spPr>
      </p:sp>
      <p:sp>
        <p:nvSpPr>
          <p:cNvPr id="276" name="wm.library-whiteboard.001.012.022"/>
          <p:cNvSpPr/>
          <p:nvPr/>
        </p:nvSpPr>
        <p:spPr>
          <a:xfrm>
            <a:off x="9639300" y="5486400"/>
            <a:ext cx="38100" cy="38100"/>
          </a:xfrm>
          <a:prstGeom prst="rect">
            <a:avLst/>
          </a:prstGeom>
          <a:solidFill>
            <a:srgbClr val="50658E"/>
          </a:solidFill>
          <a:ln>
            <a:noFill/>
          </a:ln>
        </p:spPr>
      </p:sp>
      <p:sp>
        <p:nvSpPr>
          <p:cNvPr id="277" name="wm.library-whiteboard.001.012.023"/>
          <p:cNvSpPr/>
          <p:nvPr/>
        </p:nvSpPr>
        <p:spPr>
          <a:xfrm>
            <a:off x="9639300" y="5715000"/>
            <a:ext cx="38100" cy="38100"/>
          </a:xfrm>
          <a:prstGeom prst="rect">
            <a:avLst/>
          </a:prstGeom>
          <a:solidFill>
            <a:srgbClr val="50658E"/>
          </a:solidFill>
          <a:ln>
            <a:noFill/>
          </a:ln>
        </p:spPr>
      </p:sp>
      <p:sp>
        <p:nvSpPr>
          <p:cNvPr id="278" name="wm.library-whiteboard.001.013.001"/>
          <p:cNvSpPr/>
          <p:nvPr/>
        </p:nvSpPr>
        <p:spPr>
          <a:xfrm>
            <a:off x="9867900" y="685800"/>
            <a:ext cx="38100" cy="38100"/>
          </a:xfrm>
          <a:prstGeom prst="rect">
            <a:avLst/>
          </a:prstGeom>
          <a:solidFill>
            <a:srgbClr val="50658E"/>
          </a:solidFill>
          <a:ln>
            <a:noFill/>
          </a:ln>
        </p:spPr>
      </p:sp>
      <p:sp>
        <p:nvSpPr>
          <p:cNvPr id="279" name="wm.library-whiteboard.001.013.002"/>
          <p:cNvSpPr/>
          <p:nvPr/>
        </p:nvSpPr>
        <p:spPr>
          <a:xfrm>
            <a:off x="9867900" y="914400"/>
            <a:ext cx="38100" cy="38100"/>
          </a:xfrm>
          <a:prstGeom prst="rect">
            <a:avLst/>
          </a:prstGeom>
          <a:solidFill>
            <a:srgbClr val="50658E"/>
          </a:solidFill>
          <a:ln>
            <a:noFill/>
          </a:ln>
        </p:spPr>
      </p:sp>
      <p:sp>
        <p:nvSpPr>
          <p:cNvPr id="280" name="wm.library-whiteboard.001.013.003"/>
          <p:cNvSpPr/>
          <p:nvPr/>
        </p:nvSpPr>
        <p:spPr>
          <a:xfrm>
            <a:off x="9867900" y="1143000"/>
            <a:ext cx="38100" cy="38100"/>
          </a:xfrm>
          <a:prstGeom prst="rect">
            <a:avLst/>
          </a:prstGeom>
          <a:solidFill>
            <a:srgbClr val="50658E"/>
          </a:solidFill>
          <a:ln>
            <a:noFill/>
          </a:ln>
        </p:spPr>
      </p:sp>
      <p:sp>
        <p:nvSpPr>
          <p:cNvPr id="281" name="wm.library-whiteboard.001.013.004"/>
          <p:cNvSpPr/>
          <p:nvPr/>
        </p:nvSpPr>
        <p:spPr>
          <a:xfrm>
            <a:off x="9867900" y="1371600"/>
            <a:ext cx="38100" cy="38100"/>
          </a:xfrm>
          <a:prstGeom prst="rect">
            <a:avLst/>
          </a:prstGeom>
          <a:solidFill>
            <a:srgbClr val="50658E"/>
          </a:solidFill>
          <a:ln>
            <a:noFill/>
          </a:ln>
        </p:spPr>
      </p:sp>
      <p:sp>
        <p:nvSpPr>
          <p:cNvPr id="282" name="wm.library-whiteboard.001.013.005"/>
          <p:cNvSpPr/>
          <p:nvPr/>
        </p:nvSpPr>
        <p:spPr>
          <a:xfrm>
            <a:off x="9867900" y="1600200"/>
            <a:ext cx="38100" cy="38100"/>
          </a:xfrm>
          <a:prstGeom prst="rect">
            <a:avLst/>
          </a:prstGeom>
          <a:solidFill>
            <a:srgbClr val="50658E"/>
          </a:solidFill>
          <a:ln>
            <a:noFill/>
          </a:ln>
        </p:spPr>
      </p:sp>
      <p:sp>
        <p:nvSpPr>
          <p:cNvPr id="283" name="wm.library-whiteboard.001.013.006"/>
          <p:cNvSpPr/>
          <p:nvPr/>
        </p:nvSpPr>
        <p:spPr>
          <a:xfrm>
            <a:off x="9867900" y="1828800"/>
            <a:ext cx="38100" cy="38100"/>
          </a:xfrm>
          <a:prstGeom prst="rect">
            <a:avLst/>
          </a:prstGeom>
          <a:solidFill>
            <a:srgbClr val="50658E"/>
          </a:solidFill>
          <a:ln>
            <a:noFill/>
          </a:ln>
        </p:spPr>
      </p:sp>
      <p:sp>
        <p:nvSpPr>
          <p:cNvPr id="284" name="wm.library-whiteboard.001.013.007"/>
          <p:cNvSpPr/>
          <p:nvPr/>
        </p:nvSpPr>
        <p:spPr>
          <a:xfrm>
            <a:off x="9867900" y="2057400"/>
            <a:ext cx="38100" cy="38100"/>
          </a:xfrm>
          <a:prstGeom prst="rect">
            <a:avLst/>
          </a:prstGeom>
          <a:solidFill>
            <a:srgbClr val="50658E"/>
          </a:solidFill>
          <a:ln>
            <a:noFill/>
          </a:ln>
        </p:spPr>
      </p:sp>
      <p:sp>
        <p:nvSpPr>
          <p:cNvPr id="285" name="wm.library-whiteboard.001.013.008"/>
          <p:cNvSpPr/>
          <p:nvPr/>
        </p:nvSpPr>
        <p:spPr>
          <a:xfrm>
            <a:off x="9867900" y="2286000"/>
            <a:ext cx="38100" cy="38100"/>
          </a:xfrm>
          <a:prstGeom prst="rect">
            <a:avLst/>
          </a:prstGeom>
          <a:solidFill>
            <a:srgbClr val="50658E"/>
          </a:solidFill>
          <a:ln>
            <a:noFill/>
          </a:ln>
        </p:spPr>
      </p:sp>
      <p:sp>
        <p:nvSpPr>
          <p:cNvPr id="286" name="wm.library-whiteboard.001.013.009"/>
          <p:cNvSpPr/>
          <p:nvPr/>
        </p:nvSpPr>
        <p:spPr>
          <a:xfrm>
            <a:off x="9867900" y="2514600"/>
            <a:ext cx="38100" cy="38100"/>
          </a:xfrm>
          <a:prstGeom prst="rect">
            <a:avLst/>
          </a:prstGeom>
          <a:solidFill>
            <a:srgbClr val="50658E"/>
          </a:solidFill>
          <a:ln>
            <a:noFill/>
          </a:ln>
        </p:spPr>
      </p:sp>
      <p:sp>
        <p:nvSpPr>
          <p:cNvPr id="287" name="wm.library-whiteboard.001.013.010"/>
          <p:cNvSpPr/>
          <p:nvPr/>
        </p:nvSpPr>
        <p:spPr>
          <a:xfrm>
            <a:off x="9867900" y="2743200"/>
            <a:ext cx="38100" cy="38100"/>
          </a:xfrm>
          <a:prstGeom prst="rect">
            <a:avLst/>
          </a:prstGeom>
          <a:solidFill>
            <a:srgbClr val="50658E"/>
          </a:solidFill>
          <a:ln>
            <a:noFill/>
          </a:ln>
        </p:spPr>
      </p:sp>
      <p:sp>
        <p:nvSpPr>
          <p:cNvPr id="288" name="wm.library-whiteboard.001.013.011"/>
          <p:cNvSpPr/>
          <p:nvPr/>
        </p:nvSpPr>
        <p:spPr>
          <a:xfrm>
            <a:off x="9867900" y="2971800"/>
            <a:ext cx="38100" cy="38100"/>
          </a:xfrm>
          <a:prstGeom prst="rect">
            <a:avLst/>
          </a:prstGeom>
          <a:solidFill>
            <a:srgbClr val="50658E"/>
          </a:solidFill>
          <a:ln>
            <a:noFill/>
          </a:ln>
        </p:spPr>
      </p:sp>
      <p:sp>
        <p:nvSpPr>
          <p:cNvPr id="289" name="wm.library-whiteboard.001.013.012"/>
          <p:cNvSpPr/>
          <p:nvPr/>
        </p:nvSpPr>
        <p:spPr>
          <a:xfrm>
            <a:off x="9867900" y="3200400"/>
            <a:ext cx="38100" cy="38100"/>
          </a:xfrm>
          <a:prstGeom prst="rect">
            <a:avLst/>
          </a:prstGeom>
          <a:solidFill>
            <a:srgbClr val="50658E"/>
          </a:solidFill>
          <a:ln>
            <a:noFill/>
          </a:ln>
        </p:spPr>
      </p:sp>
      <p:sp>
        <p:nvSpPr>
          <p:cNvPr id="290" name="wm.library-whiteboard.001.013.013"/>
          <p:cNvSpPr/>
          <p:nvPr/>
        </p:nvSpPr>
        <p:spPr>
          <a:xfrm>
            <a:off x="9867900" y="3429000"/>
            <a:ext cx="38100" cy="38100"/>
          </a:xfrm>
          <a:prstGeom prst="rect">
            <a:avLst/>
          </a:prstGeom>
          <a:solidFill>
            <a:srgbClr val="50658E"/>
          </a:solidFill>
          <a:ln>
            <a:noFill/>
          </a:ln>
        </p:spPr>
      </p:sp>
      <p:sp>
        <p:nvSpPr>
          <p:cNvPr id="291" name="wm.library-whiteboard.001.013.014"/>
          <p:cNvSpPr/>
          <p:nvPr/>
        </p:nvSpPr>
        <p:spPr>
          <a:xfrm>
            <a:off x="9867900" y="3657600"/>
            <a:ext cx="38100" cy="38100"/>
          </a:xfrm>
          <a:prstGeom prst="rect">
            <a:avLst/>
          </a:prstGeom>
          <a:solidFill>
            <a:srgbClr val="50658E"/>
          </a:solidFill>
          <a:ln>
            <a:noFill/>
          </a:ln>
        </p:spPr>
      </p:sp>
      <p:sp>
        <p:nvSpPr>
          <p:cNvPr id="292" name="wm.library-whiteboard.001.013.015"/>
          <p:cNvSpPr/>
          <p:nvPr/>
        </p:nvSpPr>
        <p:spPr>
          <a:xfrm>
            <a:off x="9867900" y="3886200"/>
            <a:ext cx="38100" cy="38100"/>
          </a:xfrm>
          <a:prstGeom prst="rect">
            <a:avLst/>
          </a:prstGeom>
          <a:solidFill>
            <a:srgbClr val="50658E"/>
          </a:solidFill>
          <a:ln>
            <a:noFill/>
          </a:ln>
        </p:spPr>
      </p:sp>
      <p:sp>
        <p:nvSpPr>
          <p:cNvPr id="293" name="wm.library-whiteboard.001.013.016"/>
          <p:cNvSpPr/>
          <p:nvPr/>
        </p:nvSpPr>
        <p:spPr>
          <a:xfrm>
            <a:off x="9867900" y="4114800"/>
            <a:ext cx="38100" cy="38100"/>
          </a:xfrm>
          <a:prstGeom prst="rect">
            <a:avLst/>
          </a:prstGeom>
          <a:solidFill>
            <a:srgbClr val="50658E"/>
          </a:solidFill>
          <a:ln>
            <a:noFill/>
          </a:ln>
        </p:spPr>
      </p:sp>
      <p:sp>
        <p:nvSpPr>
          <p:cNvPr id="294" name="wm.library-whiteboard.001.013.017"/>
          <p:cNvSpPr/>
          <p:nvPr/>
        </p:nvSpPr>
        <p:spPr>
          <a:xfrm>
            <a:off x="9867900" y="4343400"/>
            <a:ext cx="38100" cy="38100"/>
          </a:xfrm>
          <a:prstGeom prst="rect">
            <a:avLst/>
          </a:prstGeom>
          <a:solidFill>
            <a:srgbClr val="50658E"/>
          </a:solidFill>
          <a:ln>
            <a:noFill/>
          </a:ln>
        </p:spPr>
      </p:sp>
      <p:sp>
        <p:nvSpPr>
          <p:cNvPr id="295" name="wm.library-whiteboard.001.013.018"/>
          <p:cNvSpPr/>
          <p:nvPr/>
        </p:nvSpPr>
        <p:spPr>
          <a:xfrm>
            <a:off x="9867900" y="4572000"/>
            <a:ext cx="38100" cy="38100"/>
          </a:xfrm>
          <a:prstGeom prst="rect">
            <a:avLst/>
          </a:prstGeom>
          <a:solidFill>
            <a:srgbClr val="50658E"/>
          </a:solidFill>
          <a:ln>
            <a:noFill/>
          </a:ln>
        </p:spPr>
      </p:sp>
      <p:sp>
        <p:nvSpPr>
          <p:cNvPr id="296" name="wm.library-whiteboard.001.013.019"/>
          <p:cNvSpPr/>
          <p:nvPr/>
        </p:nvSpPr>
        <p:spPr>
          <a:xfrm>
            <a:off x="9867900" y="4800600"/>
            <a:ext cx="38100" cy="38100"/>
          </a:xfrm>
          <a:prstGeom prst="rect">
            <a:avLst/>
          </a:prstGeom>
          <a:solidFill>
            <a:srgbClr val="50658E"/>
          </a:solidFill>
          <a:ln>
            <a:noFill/>
          </a:ln>
        </p:spPr>
      </p:sp>
      <p:sp>
        <p:nvSpPr>
          <p:cNvPr id="297" name="wm.library-whiteboard.001.013.020"/>
          <p:cNvSpPr/>
          <p:nvPr/>
        </p:nvSpPr>
        <p:spPr>
          <a:xfrm>
            <a:off x="9867900" y="5029200"/>
            <a:ext cx="38100" cy="38100"/>
          </a:xfrm>
          <a:prstGeom prst="rect">
            <a:avLst/>
          </a:prstGeom>
          <a:solidFill>
            <a:srgbClr val="50658E"/>
          </a:solidFill>
          <a:ln>
            <a:noFill/>
          </a:ln>
        </p:spPr>
      </p:sp>
      <p:sp>
        <p:nvSpPr>
          <p:cNvPr id="298" name="wm.library-whiteboard.001.013.021"/>
          <p:cNvSpPr/>
          <p:nvPr/>
        </p:nvSpPr>
        <p:spPr>
          <a:xfrm>
            <a:off x="9867900" y="5257800"/>
            <a:ext cx="38100" cy="38100"/>
          </a:xfrm>
          <a:prstGeom prst="rect">
            <a:avLst/>
          </a:prstGeom>
          <a:solidFill>
            <a:srgbClr val="50658E"/>
          </a:solidFill>
          <a:ln>
            <a:noFill/>
          </a:ln>
        </p:spPr>
      </p:sp>
      <p:sp>
        <p:nvSpPr>
          <p:cNvPr id="299" name="wm.library-whiteboard.001.013.022"/>
          <p:cNvSpPr/>
          <p:nvPr/>
        </p:nvSpPr>
        <p:spPr>
          <a:xfrm>
            <a:off x="9867900" y="5486400"/>
            <a:ext cx="38100" cy="38100"/>
          </a:xfrm>
          <a:prstGeom prst="rect">
            <a:avLst/>
          </a:prstGeom>
          <a:solidFill>
            <a:srgbClr val="50658E"/>
          </a:solidFill>
          <a:ln>
            <a:noFill/>
          </a:ln>
        </p:spPr>
      </p:sp>
      <p:sp>
        <p:nvSpPr>
          <p:cNvPr id="300" name="wm.library-whiteboard.001.013.023"/>
          <p:cNvSpPr/>
          <p:nvPr/>
        </p:nvSpPr>
        <p:spPr>
          <a:xfrm>
            <a:off x="9867900" y="5715000"/>
            <a:ext cx="38100" cy="38100"/>
          </a:xfrm>
          <a:prstGeom prst="rect">
            <a:avLst/>
          </a:prstGeom>
          <a:solidFill>
            <a:srgbClr val="50658E"/>
          </a:solidFill>
          <a:ln>
            <a:noFill/>
          </a:ln>
        </p:spPr>
      </p:sp>
      <p:sp>
        <p:nvSpPr>
          <p:cNvPr id="301" name="wm.library-whiteboard.001.014.001"/>
          <p:cNvSpPr/>
          <p:nvPr/>
        </p:nvSpPr>
        <p:spPr>
          <a:xfrm>
            <a:off x="10096500" y="685800"/>
            <a:ext cx="38100" cy="38100"/>
          </a:xfrm>
          <a:prstGeom prst="rect">
            <a:avLst/>
          </a:prstGeom>
          <a:solidFill>
            <a:srgbClr val="50658E"/>
          </a:solidFill>
          <a:ln>
            <a:noFill/>
          </a:ln>
        </p:spPr>
      </p:sp>
      <p:sp>
        <p:nvSpPr>
          <p:cNvPr id="302" name="wm.library-whiteboard.001.014.002"/>
          <p:cNvSpPr/>
          <p:nvPr/>
        </p:nvSpPr>
        <p:spPr>
          <a:xfrm>
            <a:off x="10096500" y="914400"/>
            <a:ext cx="38100" cy="38100"/>
          </a:xfrm>
          <a:prstGeom prst="rect">
            <a:avLst/>
          </a:prstGeom>
          <a:solidFill>
            <a:srgbClr val="50658E"/>
          </a:solidFill>
          <a:ln>
            <a:noFill/>
          </a:ln>
        </p:spPr>
      </p:sp>
      <p:sp>
        <p:nvSpPr>
          <p:cNvPr id="303" name="wm.library-whiteboard.001.014.003"/>
          <p:cNvSpPr/>
          <p:nvPr/>
        </p:nvSpPr>
        <p:spPr>
          <a:xfrm>
            <a:off x="10096500" y="1143000"/>
            <a:ext cx="38100" cy="38100"/>
          </a:xfrm>
          <a:prstGeom prst="rect">
            <a:avLst/>
          </a:prstGeom>
          <a:solidFill>
            <a:srgbClr val="50658E"/>
          </a:solidFill>
          <a:ln>
            <a:noFill/>
          </a:ln>
        </p:spPr>
      </p:sp>
      <p:sp>
        <p:nvSpPr>
          <p:cNvPr id="304" name="wm.library-whiteboard.001.014.004"/>
          <p:cNvSpPr/>
          <p:nvPr/>
        </p:nvSpPr>
        <p:spPr>
          <a:xfrm>
            <a:off x="10096500" y="1371600"/>
            <a:ext cx="38100" cy="38100"/>
          </a:xfrm>
          <a:prstGeom prst="rect">
            <a:avLst/>
          </a:prstGeom>
          <a:solidFill>
            <a:srgbClr val="50658E"/>
          </a:solidFill>
          <a:ln>
            <a:noFill/>
          </a:ln>
        </p:spPr>
      </p:sp>
      <p:sp>
        <p:nvSpPr>
          <p:cNvPr id="305" name="wm.library-whiteboard.001.014.005"/>
          <p:cNvSpPr/>
          <p:nvPr/>
        </p:nvSpPr>
        <p:spPr>
          <a:xfrm>
            <a:off x="10096500" y="1600200"/>
            <a:ext cx="38100" cy="38100"/>
          </a:xfrm>
          <a:prstGeom prst="rect">
            <a:avLst/>
          </a:prstGeom>
          <a:solidFill>
            <a:srgbClr val="50658E"/>
          </a:solidFill>
          <a:ln>
            <a:noFill/>
          </a:ln>
        </p:spPr>
      </p:sp>
      <p:sp>
        <p:nvSpPr>
          <p:cNvPr id="306" name="wm.library-whiteboard.001.014.006"/>
          <p:cNvSpPr/>
          <p:nvPr/>
        </p:nvSpPr>
        <p:spPr>
          <a:xfrm>
            <a:off x="10096500" y="1828800"/>
            <a:ext cx="38100" cy="38100"/>
          </a:xfrm>
          <a:prstGeom prst="rect">
            <a:avLst/>
          </a:prstGeom>
          <a:solidFill>
            <a:srgbClr val="50658E"/>
          </a:solidFill>
          <a:ln>
            <a:noFill/>
          </a:ln>
        </p:spPr>
      </p:sp>
      <p:sp>
        <p:nvSpPr>
          <p:cNvPr id="307" name="wm.library-whiteboard.001.014.007"/>
          <p:cNvSpPr/>
          <p:nvPr/>
        </p:nvSpPr>
        <p:spPr>
          <a:xfrm>
            <a:off x="10096500" y="2057400"/>
            <a:ext cx="38100" cy="38100"/>
          </a:xfrm>
          <a:prstGeom prst="rect">
            <a:avLst/>
          </a:prstGeom>
          <a:solidFill>
            <a:srgbClr val="50658E"/>
          </a:solidFill>
          <a:ln>
            <a:noFill/>
          </a:ln>
        </p:spPr>
      </p:sp>
      <p:sp>
        <p:nvSpPr>
          <p:cNvPr id="308" name="wm.library-whiteboard.001.014.008"/>
          <p:cNvSpPr/>
          <p:nvPr/>
        </p:nvSpPr>
        <p:spPr>
          <a:xfrm>
            <a:off x="10096500" y="2286000"/>
            <a:ext cx="38100" cy="38100"/>
          </a:xfrm>
          <a:prstGeom prst="rect">
            <a:avLst/>
          </a:prstGeom>
          <a:solidFill>
            <a:srgbClr val="50658E"/>
          </a:solidFill>
          <a:ln>
            <a:noFill/>
          </a:ln>
        </p:spPr>
      </p:sp>
      <p:sp>
        <p:nvSpPr>
          <p:cNvPr id="309" name="wm.library-whiteboard.001.014.009"/>
          <p:cNvSpPr/>
          <p:nvPr/>
        </p:nvSpPr>
        <p:spPr>
          <a:xfrm>
            <a:off x="10096500" y="2514600"/>
            <a:ext cx="38100" cy="38100"/>
          </a:xfrm>
          <a:prstGeom prst="rect">
            <a:avLst/>
          </a:prstGeom>
          <a:solidFill>
            <a:srgbClr val="50658E"/>
          </a:solidFill>
          <a:ln>
            <a:noFill/>
          </a:ln>
        </p:spPr>
      </p:sp>
      <p:sp>
        <p:nvSpPr>
          <p:cNvPr id="310" name="wm.library-whiteboard.001.014.010"/>
          <p:cNvSpPr/>
          <p:nvPr/>
        </p:nvSpPr>
        <p:spPr>
          <a:xfrm>
            <a:off x="10096500" y="2743200"/>
            <a:ext cx="38100" cy="38100"/>
          </a:xfrm>
          <a:prstGeom prst="rect">
            <a:avLst/>
          </a:prstGeom>
          <a:solidFill>
            <a:srgbClr val="50658E"/>
          </a:solidFill>
          <a:ln>
            <a:noFill/>
          </a:ln>
        </p:spPr>
      </p:sp>
      <p:sp>
        <p:nvSpPr>
          <p:cNvPr id="311" name="wm.library-whiteboard.001.014.011"/>
          <p:cNvSpPr/>
          <p:nvPr/>
        </p:nvSpPr>
        <p:spPr>
          <a:xfrm>
            <a:off x="10096500" y="2971800"/>
            <a:ext cx="38100" cy="38100"/>
          </a:xfrm>
          <a:prstGeom prst="rect">
            <a:avLst/>
          </a:prstGeom>
          <a:solidFill>
            <a:srgbClr val="50658E"/>
          </a:solidFill>
          <a:ln>
            <a:noFill/>
          </a:ln>
        </p:spPr>
      </p:sp>
      <p:sp>
        <p:nvSpPr>
          <p:cNvPr id="312" name="wm.library-whiteboard.001.014.012"/>
          <p:cNvSpPr/>
          <p:nvPr/>
        </p:nvSpPr>
        <p:spPr>
          <a:xfrm>
            <a:off x="10096500" y="3200400"/>
            <a:ext cx="38100" cy="38100"/>
          </a:xfrm>
          <a:prstGeom prst="rect">
            <a:avLst/>
          </a:prstGeom>
          <a:solidFill>
            <a:srgbClr val="50658E"/>
          </a:solidFill>
          <a:ln>
            <a:noFill/>
          </a:ln>
        </p:spPr>
      </p:sp>
      <p:sp>
        <p:nvSpPr>
          <p:cNvPr id="313" name="wm.library-whiteboard.001.014.013"/>
          <p:cNvSpPr/>
          <p:nvPr/>
        </p:nvSpPr>
        <p:spPr>
          <a:xfrm>
            <a:off x="10096500" y="3429000"/>
            <a:ext cx="38100" cy="38100"/>
          </a:xfrm>
          <a:prstGeom prst="rect">
            <a:avLst/>
          </a:prstGeom>
          <a:solidFill>
            <a:srgbClr val="50658E"/>
          </a:solidFill>
          <a:ln>
            <a:noFill/>
          </a:ln>
        </p:spPr>
      </p:sp>
      <p:sp>
        <p:nvSpPr>
          <p:cNvPr id="314" name="wm.library-whiteboard.001.014.014"/>
          <p:cNvSpPr/>
          <p:nvPr/>
        </p:nvSpPr>
        <p:spPr>
          <a:xfrm>
            <a:off x="10096500" y="3657600"/>
            <a:ext cx="38100" cy="38100"/>
          </a:xfrm>
          <a:prstGeom prst="rect">
            <a:avLst/>
          </a:prstGeom>
          <a:solidFill>
            <a:srgbClr val="50658E"/>
          </a:solidFill>
          <a:ln>
            <a:noFill/>
          </a:ln>
        </p:spPr>
      </p:sp>
      <p:sp>
        <p:nvSpPr>
          <p:cNvPr id="315" name="wm.library-whiteboard.001.014.015"/>
          <p:cNvSpPr/>
          <p:nvPr/>
        </p:nvSpPr>
        <p:spPr>
          <a:xfrm>
            <a:off x="10096500" y="3886200"/>
            <a:ext cx="38100" cy="38100"/>
          </a:xfrm>
          <a:prstGeom prst="rect">
            <a:avLst/>
          </a:prstGeom>
          <a:solidFill>
            <a:srgbClr val="50658E"/>
          </a:solidFill>
          <a:ln>
            <a:noFill/>
          </a:ln>
        </p:spPr>
      </p:sp>
      <p:sp>
        <p:nvSpPr>
          <p:cNvPr id="316" name="wm.library-whiteboard.001.014.016"/>
          <p:cNvSpPr/>
          <p:nvPr/>
        </p:nvSpPr>
        <p:spPr>
          <a:xfrm>
            <a:off x="10096500" y="4114800"/>
            <a:ext cx="38100" cy="38100"/>
          </a:xfrm>
          <a:prstGeom prst="rect">
            <a:avLst/>
          </a:prstGeom>
          <a:solidFill>
            <a:srgbClr val="50658E"/>
          </a:solidFill>
          <a:ln>
            <a:noFill/>
          </a:ln>
        </p:spPr>
      </p:sp>
      <p:sp>
        <p:nvSpPr>
          <p:cNvPr id="317" name="wm.library-whiteboard.001.014.017"/>
          <p:cNvSpPr/>
          <p:nvPr/>
        </p:nvSpPr>
        <p:spPr>
          <a:xfrm>
            <a:off x="10096500" y="4343400"/>
            <a:ext cx="38100" cy="38100"/>
          </a:xfrm>
          <a:prstGeom prst="rect">
            <a:avLst/>
          </a:prstGeom>
          <a:solidFill>
            <a:srgbClr val="50658E"/>
          </a:solidFill>
          <a:ln>
            <a:noFill/>
          </a:ln>
        </p:spPr>
      </p:sp>
      <p:sp>
        <p:nvSpPr>
          <p:cNvPr id="318" name="wm.library-whiteboard.001.014.018"/>
          <p:cNvSpPr/>
          <p:nvPr/>
        </p:nvSpPr>
        <p:spPr>
          <a:xfrm>
            <a:off x="10096500" y="4572000"/>
            <a:ext cx="38100" cy="38100"/>
          </a:xfrm>
          <a:prstGeom prst="rect">
            <a:avLst/>
          </a:prstGeom>
          <a:solidFill>
            <a:srgbClr val="50658E"/>
          </a:solidFill>
          <a:ln>
            <a:noFill/>
          </a:ln>
        </p:spPr>
      </p:sp>
      <p:sp>
        <p:nvSpPr>
          <p:cNvPr id="319" name="wm.library-whiteboard.001.014.019"/>
          <p:cNvSpPr/>
          <p:nvPr/>
        </p:nvSpPr>
        <p:spPr>
          <a:xfrm>
            <a:off x="10096500" y="4800600"/>
            <a:ext cx="38100" cy="38100"/>
          </a:xfrm>
          <a:prstGeom prst="rect">
            <a:avLst/>
          </a:prstGeom>
          <a:solidFill>
            <a:srgbClr val="50658E"/>
          </a:solidFill>
          <a:ln>
            <a:noFill/>
          </a:ln>
        </p:spPr>
      </p:sp>
      <p:sp>
        <p:nvSpPr>
          <p:cNvPr id="320" name="wm.library-whiteboard.001.014.020"/>
          <p:cNvSpPr/>
          <p:nvPr/>
        </p:nvSpPr>
        <p:spPr>
          <a:xfrm>
            <a:off x="10096500" y="5029200"/>
            <a:ext cx="38100" cy="38100"/>
          </a:xfrm>
          <a:prstGeom prst="rect">
            <a:avLst/>
          </a:prstGeom>
          <a:solidFill>
            <a:srgbClr val="50658E"/>
          </a:solidFill>
          <a:ln>
            <a:noFill/>
          </a:ln>
        </p:spPr>
      </p:sp>
      <p:sp>
        <p:nvSpPr>
          <p:cNvPr id="321" name="wm.library-whiteboard.001.014.021"/>
          <p:cNvSpPr/>
          <p:nvPr/>
        </p:nvSpPr>
        <p:spPr>
          <a:xfrm>
            <a:off x="10096500" y="5257800"/>
            <a:ext cx="38100" cy="38100"/>
          </a:xfrm>
          <a:prstGeom prst="rect">
            <a:avLst/>
          </a:prstGeom>
          <a:solidFill>
            <a:srgbClr val="50658E"/>
          </a:solidFill>
          <a:ln>
            <a:noFill/>
          </a:ln>
        </p:spPr>
      </p:sp>
      <p:sp>
        <p:nvSpPr>
          <p:cNvPr id="322" name="wm.library-whiteboard.001.014.022"/>
          <p:cNvSpPr/>
          <p:nvPr/>
        </p:nvSpPr>
        <p:spPr>
          <a:xfrm>
            <a:off x="10096500" y="5486400"/>
            <a:ext cx="38100" cy="38100"/>
          </a:xfrm>
          <a:prstGeom prst="rect">
            <a:avLst/>
          </a:prstGeom>
          <a:solidFill>
            <a:srgbClr val="50658E"/>
          </a:solidFill>
          <a:ln>
            <a:noFill/>
          </a:ln>
        </p:spPr>
      </p:sp>
      <p:sp>
        <p:nvSpPr>
          <p:cNvPr id="323" name="wm.library-whiteboard.001.014.023"/>
          <p:cNvSpPr/>
          <p:nvPr/>
        </p:nvSpPr>
        <p:spPr>
          <a:xfrm>
            <a:off x="10096500" y="5715000"/>
            <a:ext cx="38100" cy="38100"/>
          </a:xfrm>
          <a:prstGeom prst="rect">
            <a:avLst/>
          </a:prstGeom>
          <a:solidFill>
            <a:srgbClr val="50658E"/>
          </a:solidFill>
          <a:ln>
            <a:noFill/>
          </a:ln>
        </p:spPr>
      </p:sp>
      <p:sp>
        <p:nvSpPr>
          <p:cNvPr id="324" name="wm.library-whiteboard.001.015.001"/>
          <p:cNvSpPr/>
          <p:nvPr/>
        </p:nvSpPr>
        <p:spPr>
          <a:xfrm>
            <a:off x="10325100" y="685800"/>
            <a:ext cx="38100" cy="38100"/>
          </a:xfrm>
          <a:prstGeom prst="rect">
            <a:avLst/>
          </a:prstGeom>
          <a:solidFill>
            <a:srgbClr val="50658E"/>
          </a:solidFill>
          <a:ln>
            <a:noFill/>
          </a:ln>
        </p:spPr>
      </p:sp>
      <p:sp>
        <p:nvSpPr>
          <p:cNvPr id="325" name="wm.library-whiteboard.001.015.002"/>
          <p:cNvSpPr/>
          <p:nvPr/>
        </p:nvSpPr>
        <p:spPr>
          <a:xfrm>
            <a:off x="10325100" y="914400"/>
            <a:ext cx="38100" cy="38100"/>
          </a:xfrm>
          <a:prstGeom prst="rect">
            <a:avLst/>
          </a:prstGeom>
          <a:solidFill>
            <a:srgbClr val="50658E"/>
          </a:solidFill>
          <a:ln>
            <a:noFill/>
          </a:ln>
        </p:spPr>
      </p:sp>
      <p:sp>
        <p:nvSpPr>
          <p:cNvPr id="326" name="wm.library-whiteboard.001.015.003"/>
          <p:cNvSpPr/>
          <p:nvPr/>
        </p:nvSpPr>
        <p:spPr>
          <a:xfrm>
            <a:off x="10325100" y="1143000"/>
            <a:ext cx="38100" cy="38100"/>
          </a:xfrm>
          <a:prstGeom prst="rect">
            <a:avLst/>
          </a:prstGeom>
          <a:solidFill>
            <a:srgbClr val="50658E"/>
          </a:solidFill>
          <a:ln>
            <a:noFill/>
          </a:ln>
        </p:spPr>
      </p:sp>
      <p:sp>
        <p:nvSpPr>
          <p:cNvPr id="327" name="wm.library-whiteboard.001.015.004"/>
          <p:cNvSpPr/>
          <p:nvPr/>
        </p:nvSpPr>
        <p:spPr>
          <a:xfrm>
            <a:off x="10325100" y="1371600"/>
            <a:ext cx="38100" cy="38100"/>
          </a:xfrm>
          <a:prstGeom prst="rect">
            <a:avLst/>
          </a:prstGeom>
          <a:solidFill>
            <a:srgbClr val="50658E"/>
          </a:solidFill>
          <a:ln>
            <a:noFill/>
          </a:ln>
        </p:spPr>
      </p:sp>
      <p:sp>
        <p:nvSpPr>
          <p:cNvPr id="328" name="wm.library-whiteboard.001.015.005"/>
          <p:cNvSpPr/>
          <p:nvPr/>
        </p:nvSpPr>
        <p:spPr>
          <a:xfrm>
            <a:off x="10325100" y="1600200"/>
            <a:ext cx="38100" cy="38100"/>
          </a:xfrm>
          <a:prstGeom prst="rect">
            <a:avLst/>
          </a:prstGeom>
          <a:solidFill>
            <a:srgbClr val="50658E"/>
          </a:solidFill>
          <a:ln>
            <a:noFill/>
          </a:ln>
        </p:spPr>
      </p:sp>
      <p:sp>
        <p:nvSpPr>
          <p:cNvPr id="329" name="wm.library-whiteboard.001.015.006"/>
          <p:cNvSpPr/>
          <p:nvPr/>
        </p:nvSpPr>
        <p:spPr>
          <a:xfrm>
            <a:off x="10325100" y="1828800"/>
            <a:ext cx="38100" cy="38100"/>
          </a:xfrm>
          <a:prstGeom prst="rect">
            <a:avLst/>
          </a:prstGeom>
          <a:solidFill>
            <a:srgbClr val="50658E"/>
          </a:solidFill>
          <a:ln>
            <a:noFill/>
          </a:ln>
        </p:spPr>
      </p:sp>
      <p:sp>
        <p:nvSpPr>
          <p:cNvPr id="330" name="wm.library-whiteboard.001.015.007"/>
          <p:cNvSpPr/>
          <p:nvPr/>
        </p:nvSpPr>
        <p:spPr>
          <a:xfrm>
            <a:off x="10325100" y="2057400"/>
            <a:ext cx="38100" cy="38100"/>
          </a:xfrm>
          <a:prstGeom prst="rect">
            <a:avLst/>
          </a:prstGeom>
          <a:solidFill>
            <a:srgbClr val="50658E"/>
          </a:solidFill>
          <a:ln>
            <a:noFill/>
          </a:ln>
        </p:spPr>
      </p:sp>
      <p:sp>
        <p:nvSpPr>
          <p:cNvPr id="331" name="wm.library-whiteboard.001.015.008"/>
          <p:cNvSpPr/>
          <p:nvPr/>
        </p:nvSpPr>
        <p:spPr>
          <a:xfrm>
            <a:off x="10325100" y="2286000"/>
            <a:ext cx="38100" cy="38100"/>
          </a:xfrm>
          <a:prstGeom prst="rect">
            <a:avLst/>
          </a:prstGeom>
          <a:solidFill>
            <a:srgbClr val="50658E"/>
          </a:solidFill>
          <a:ln>
            <a:noFill/>
          </a:ln>
        </p:spPr>
      </p:sp>
      <p:sp>
        <p:nvSpPr>
          <p:cNvPr id="332" name="wm.library-whiteboard.001.015.009"/>
          <p:cNvSpPr/>
          <p:nvPr/>
        </p:nvSpPr>
        <p:spPr>
          <a:xfrm>
            <a:off x="10325100" y="2514600"/>
            <a:ext cx="38100" cy="38100"/>
          </a:xfrm>
          <a:prstGeom prst="rect">
            <a:avLst/>
          </a:prstGeom>
          <a:solidFill>
            <a:srgbClr val="50658E"/>
          </a:solidFill>
          <a:ln>
            <a:noFill/>
          </a:ln>
        </p:spPr>
      </p:sp>
      <p:sp>
        <p:nvSpPr>
          <p:cNvPr id="333" name="wm.library-whiteboard.001.015.010"/>
          <p:cNvSpPr/>
          <p:nvPr/>
        </p:nvSpPr>
        <p:spPr>
          <a:xfrm>
            <a:off x="10325100" y="2743200"/>
            <a:ext cx="38100" cy="38100"/>
          </a:xfrm>
          <a:prstGeom prst="rect">
            <a:avLst/>
          </a:prstGeom>
          <a:solidFill>
            <a:srgbClr val="50658E"/>
          </a:solidFill>
          <a:ln>
            <a:noFill/>
          </a:ln>
        </p:spPr>
      </p:sp>
      <p:sp>
        <p:nvSpPr>
          <p:cNvPr id="334" name="wm.library-whiteboard.001.015.011"/>
          <p:cNvSpPr/>
          <p:nvPr/>
        </p:nvSpPr>
        <p:spPr>
          <a:xfrm>
            <a:off x="10325100" y="2971800"/>
            <a:ext cx="38100" cy="38100"/>
          </a:xfrm>
          <a:prstGeom prst="rect">
            <a:avLst/>
          </a:prstGeom>
          <a:solidFill>
            <a:srgbClr val="50658E"/>
          </a:solidFill>
          <a:ln>
            <a:noFill/>
          </a:ln>
        </p:spPr>
      </p:sp>
      <p:sp>
        <p:nvSpPr>
          <p:cNvPr id="335" name="wm.library-whiteboard.001.015.012"/>
          <p:cNvSpPr/>
          <p:nvPr/>
        </p:nvSpPr>
        <p:spPr>
          <a:xfrm>
            <a:off x="10325100" y="3200400"/>
            <a:ext cx="38100" cy="38100"/>
          </a:xfrm>
          <a:prstGeom prst="rect">
            <a:avLst/>
          </a:prstGeom>
          <a:solidFill>
            <a:srgbClr val="50658E"/>
          </a:solidFill>
          <a:ln>
            <a:noFill/>
          </a:ln>
        </p:spPr>
      </p:sp>
      <p:sp>
        <p:nvSpPr>
          <p:cNvPr id="336" name="wm.library-whiteboard.001.015.013"/>
          <p:cNvSpPr/>
          <p:nvPr/>
        </p:nvSpPr>
        <p:spPr>
          <a:xfrm>
            <a:off x="10325100" y="3429000"/>
            <a:ext cx="38100" cy="38100"/>
          </a:xfrm>
          <a:prstGeom prst="rect">
            <a:avLst/>
          </a:prstGeom>
          <a:solidFill>
            <a:srgbClr val="50658E"/>
          </a:solidFill>
          <a:ln>
            <a:noFill/>
          </a:ln>
        </p:spPr>
      </p:sp>
      <p:sp>
        <p:nvSpPr>
          <p:cNvPr id="337" name="wm.library-whiteboard.001.015.014"/>
          <p:cNvSpPr/>
          <p:nvPr/>
        </p:nvSpPr>
        <p:spPr>
          <a:xfrm>
            <a:off x="10325100" y="3657600"/>
            <a:ext cx="38100" cy="38100"/>
          </a:xfrm>
          <a:prstGeom prst="rect">
            <a:avLst/>
          </a:prstGeom>
          <a:solidFill>
            <a:srgbClr val="50658E"/>
          </a:solidFill>
          <a:ln>
            <a:noFill/>
          </a:ln>
        </p:spPr>
      </p:sp>
      <p:sp>
        <p:nvSpPr>
          <p:cNvPr id="338" name="wm.library-whiteboard.001.015.015"/>
          <p:cNvSpPr/>
          <p:nvPr/>
        </p:nvSpPr>
        <p:spPr>
          <a:xfrm>
            <a:off x="10325100" y="3886200"/>
            <a:ext cx="38100" cy="38100"/>
          </a:xfrm>
          <a:prstGeom prst="rect">
            <a:avLst/>
          </a:prstGeom>
          <a:solidFill>
            <a:srgbClr val="50658E"/>
          </a:solidFill>
          <a:ln>
            <a:noFill/>
          </a:ln>
        </p:spPr>
      </p:sp>
      <p:sp>
        <p:nvSpPr>
          <p:cNvPr id="339" name="wm.library-whiteboard.001.015.016"/>
          <p:cNvSpPr/>
          <p:nvPr/>
        </p:nvSpPr>
        <p:spPr>
          <a:xfrm>
            <a:off x="10325100" y="4114800"/>
            <a:ext cx="38100" cy="38100"/>
          </a:xfrm>
          <a:prstGeom prst="rect">
            <a:avLst/>
          </a:prstGeom>
          <a:solidFill>
            <a:srgbClr val="50658E"/>
          </a:solidFill>
          <a:ln>
            <a:noFill/>
          </a:ln>
        </p:spPr>
      </p:sp>
      <p:sp>
        <p:nvSpPr>
          <p:cNvPr id="340" name="wm.library-whiteboard.001.015.017"/>
          <p:cNvSpPr/>
          <p:nvPr/>
        </p:nvSpPr>
        <p:spPr>
          <a:xfrm>
            <a:off x="10325100" y="4343400"/>
            <a:ext cx="38100" cy="38100"/>
          </a:xfrm>
          <a:prstGeom prst="rect">
            <a:avLst/>
          </a:prstGeom>
          <a:solidFill>
            <a:srgbClr val="50658E"/>
          </a:solidFill>
          <a:ln>
            <a:noFill/>
          </a:ln>
        </p:spPr>
      </p:sp>
      <p:sp>
        <p:nvSpPr>
          <p:cNvPr id="341" name="wm.library-whiteboard.001.015.018"/>
          <p:cNvSpPr/>
          <p:nvPr/>
        </p:nvSpPr>
        <p:spPr>
          <a:xfrm>
            <a:off x="10325100" y="4572000"/>
            <a:ext cx="38100" cy="38100"/>
          </a:xfrm>
          <a:prstGeom prst="rect">
            <a:avLst/>
          </a:prstGeom>
          <a:solidFill>
            <a:srgbClr val="50658E"/>
          </a:solidFill>
          <a:ln>
            <a:noFill/>
          </a:ln>
        </p:spPr>
      </p:sp>
      <p:sp>
        <p:nvSpPr>
          <p:cNvPr id="342" name="wm.library-whiteboard.001.015.019"/>
          <p:cNvSpPr/>
          <p:nvPr/>
        </p:nvSpPr>
        <p:spPr>
          <a:xfrm>
            <a:off x="10325100" y="4800600"/>
            <a:ext cx="38100" cy="38100"/>
          </a:xfrm>
          <a:prstGeom prst="rect">
            <a:avLst/>
          </a:prstGeom>
          <a:solidFill>
            <a:srgbClr val="50658E"/>
          </a:solidFill>
          <a:ln>
            <a:noFill/>
          </a:ln>
        </p:spPr>
      </p:sp>
      <p:sp>
        <p:nvSpPr>
          <p:cNvPr id="343" name="wm.library-whiteboard.001.015.020"/>
          <p:cNvSpPr/>
          <p:nvPr/>
        </p:nvSpPr>
        <p:spPr>
          <a:xfrm>
            <a:off x="10325100" y="5029200"/>
            <a:ext cx="38100" cy="38100"/>
          </a:xfrm>
          <a:prstGeom prst="rect">
            <a:avLst/>
          </a:prstGeom>
          <a:solidFill>
            <a:srgbClr val="50658E"/>
          </a:solidFill>
          <a:ln>
            <a:noFill/>
          </a:ln>
        </p:spPr>
      </p:sp>
      <p:sp>
        <p:nvSpPr>
          <p:cNvPr id="344" name="wm.library-whiteboard.001.015.021"/>
          <p:cNvSpPr/>
          <p:nvPr/>
        </p:nvSpPr>
        <p:spPr>
          <a:xfrm>
            <a:off x="10325100" y="5257800"/>
            <a:ext cx="38100" cy="38100"/>
          </a:xfrm>
          <a:prstGeom prst="rect">
            <a:avLst/>
          </a:prstGeom>
          <a:solidFill>
            <a:srgbClr val="50658E"/>
          </a:solidFill>
          <a:ln>
            <a:noFill/>
          </a:ln>
        </p:spPr>
      </p:sp>
      <p:sp>
        <p:nvSpPr>
          <p:cNvPr id="345" name="wm.library-whiteboard.001.015.022"/>
          <p:cNvSpPr/>
          <p:nvPr/>
        </p:nvSpPr>
        <p:spPr>
          <a:xfrm>
            <a:off x="10325100" y="5486400"/>
            <a:ext cx="38100" cy="38100"/>
          </a:xfrm>
          <a:prstGeom prst="rect">
            <a:avLst/>
          </a:prstGeom>
          <a:solidFill>
            <a:srgbClr val="50658E"/>
          </a:solidFill>
          <a:ln>
            <a:noFill/>
          </a:ln>
        </p:spPr>
      </p:sp>
      <p:sp>
        <p:nvSpPr>
          <p:cNvPr id="346" name="wm.library-whiteboard.001.015.023"/>
          <p:cNvSpPr/>
          <p:nvPr/>
        </p:nvSpPr>
        <p:spPr>
          <a:xfrm>
            <a:off x="10325100" y="5715000"/>
            <a:ext cx="38100" cy="38100"/>
          </a:xfrm>
          <a:prstGeom prst="rect">
            <a:avLst/>
          </a:prstGeom>
          <a:solidFill>
            <a:srgbClr val="50658E"/>
          </a:solidFill>
          <a:ln>
            <a:noFill/>
          </a:ln>
        </p:spPr>
      </p:sp>
      <p:sp>
        <p:nvSpPr>
          <p:cNvPr id="347" name="wm.library-whiteboard.001.016.001"/>
          <p:cNvSpPr/>
          <p:nvPr/>
        </p:nvSpPr>
        <p:spPr>
          <a:xfrm>
            <a:off x="10553700" y="685800"/>
            <a:ext cx="38100" cy="38100"/>
          </a:xfrm>
          <a:prstGeom prst="rect">
            <a:avLst/>
          </a:prstGeom>
          <a:solidFill>
            <a:srgbClr val="50658E"/>
          </a:solidFill>
          <a:ln>
            <a:noFill/>
          </a:ln>
        </p:spPr>
      </p:sp>
      <p:sp>
        <p:nvSpPr>
          <p:cNvPr id="348" name="wm.library-whiteboard.001.016.002"/>
          <p:cNvSpPr/>
          <p:nvPr/>
        </p:nvSpPr>
        <p:spPr>
          <a:xfrm>
            <a:off x="10553700" y="914400"/>
            <a:ext cx="38100" cy="38100"/>
          </a:xfrm>
          <a:prstGeom prst="rect">
            <a:avLst/>
          </a:prstGeom>
          <a:solidFill>
            <a:srgbClr val="50658E"/>
          </a:solidFill>
          <a:ln>
            <a:noFill/>
          </a:ln>
        </p:spPr>
      </p:sp>
      <p:sp>
        <p:nvSpPr>
          <p:cNvPr id="349" name="wm.library-whiteboard.001.016.003"/>
          <p:cNvSpPr/>
          <p:nvPr/>
        </p:nvSpPr>
        <p:spPr>
          <a:xfrm>
            <a:off x="10553700" y="1143000"/>
            <a:ext cx="38100" cy="38100"/>
          </a:xfrm>
          <a:prstGeom prst="rect">
            <a:avLst/>
          </a:prstGeom>
          <a:solidFill>
            <a:srgbClr val="50658E"/>
          </a:solidFill>
          <a:ln>
            <a:noFill/>
          </a:ln>
        </p:spPr>
      </p:sp>
      <p:sp>
        <p:nvSpPr>
          <p:cNvPr id="350" name="wm.library-whiteboard.001.016.004"/>
          <p:cNvSpPr/>
          <p:nvPr/>
        </p:nvSpPr>
        <p:spPr>
          <a:xfrm>
            <a:off x="10553700" y="1371600"/>
            <a:ext cx="38100" cy="38100"/>
          </a:xfrm>
          <a:prstGeom prst="rect">
            <a:avLst/>
          </a:prstGeom>
          <a:solidFill>
            <a:srgbClr val="50658E"/>
          </a:solidFill>
          <a:ln>
            <a:noFill/>
          </a:ln>
        </p:spPr>
      </p:sp>
      <p:sp>
        <p:nvSpPr>
          <p:cNvPr id="351" name="wm.library-whiteboard.001.016.005"/>
          <p:cNvSpPr/>
          <p:nvPr/>
        </p:nvSpPr>
        <p:spPr>
          <a:xfrm>
            <a:off x="10553700" y="1600200"/>
            <a:ext cx="38100" cy="38100"/>
          </a:xfrm>
          <a:prstGeom prst="rect">
            <a:avLst/>
          </a:prstGeom>
          <a:solidFill>
            <a:srgbClr val="50658E"/>
          </a:solidFill>
          <a:ln>
            <a:noFill/>
          </a:ln>
        </p:spPr>
      </p:sp>
      <p:sp>
        <p:nvSpPr>
          <p:cNvPr id="352" name="wm.library-whiteboard.001.016.006"/>
          <p:cNvSpPr/>
          <p:nvPr/>
        </p:nvSpPr>
        <p:spPr>
          <a:xfrm>
            <a:off x="10553700" y="1828800"/>
            <a:ext cx="38100" cy="38100"/>
          </a:xfrm>
          <a:prstGeom prst="rect">
            <a:avLst/>
          </a:prstGeom>
          <a:solidFill>
            <a:srgbClr val="50658E"/>
          </a:solidFill>
          <a:ln>
            <a:noFill/>
          </a:ln>
        </p:spPr>
      </p:sp>
      <p:sp>
        <p:nvSpPr>
          <p:cNvPr id="353" name="wm.library-whiteboard.001.016.007"/>
          <p:cNvSpPr/>
          <p:nvPr/>
        </p:nvSpPr>
        <p:spPr>
          <a:xfrm>
            <a:off x="10553700" y="2057400"/>
            <a:ext cx="38100" cy="38100"/>
          </a:xfrm>
          <a:prstGeom prst="rect">
            <a:avLst/>
          </a:prstGeom>
          <a:solidFill>
            <a:srgbClr val="50658E"/>
          </a:solidFill>
          <a:ln>
            <a:noFill/>
          </a:ln>
        </p:spPr>
      </p:sp>
      <p:sp>
        <p:nvSpPr>
          <p:cNvPr id="354" name="wm.library-whiteboard.001.016.008"/>
          <p:cNvSpPr/>
          <p:nvPr/>
        </p:nvSpPr>
        <p:spPr>
          <a:xfrm>
            <a:off x="10553700" y="2286000"/>
            <a:ext cx="38100" cy="38100"/>
          </a:xfrm>
          <a:prstGeom prst="rect">
            <a:avLst/>
          </a:prstGeom>
          <a:solidFill>
            <a:srgbClr val="50658E"/>
          </a:solidFill>
          <a:ln>
            <a:noFill/>
          </a:ln>
        </p:spPr>
      </p:sp>
      <p:sp>
        <p:nvSpPr>
          <p:cNvPr id="355" name="wm.library-whiteboard.001.016.009"/>
          <p:cNvSpPr/>
          <p:nvPr/>
        </p:nvSpPr>
        <p:spPr>
          <a:xfrm>
            <a:off x="10553700" y="2514600"/>
            <a:ext cx="38100" cy="38100"/>
          </a:xfrm>
          <a:prstGeom prst="rect">
            <a:avLst/>
          </a:prstGeom>
          <a:solidFill>
            <a:srgbClr val="50658E"/>
          </a:solidFill>
          <a:ln>
            <a:noFill/>
          </a:ln>
        </p:spPr>
      </p:sp>
      <p:sp>
        <p:nvSpPr>
          <p:cNvPr id="356" name="wm.library-whiteboard.001.016.010"/>
          <p:cNvSpPr/>
          <p:nvPr/>
        </p:nvSpPr>
        <p:spPr>
          <a:xfrm>
            <a:off x="10553700" y="2743200"/>
            <a:ext cx="38100" cy="38100"/>
          </a:xfrm>
          <a:prstGeom prst="rect">
            <a:avLst/>
          </a:prstGeom>
          <a:solidFill>
            <a:srgbClr val="50658E"/>
          </a:solidFill>
          <a:ln>
            <a:noFill/>
          </a:ln>
        </p:spPr>
      </p:sp>
      <p:sp>
        <p:nvSpPr>
          <p:cNvPr id="357" name="wm.library-whiteboard.001.016.011"/>
          <p:cNvSpPr/>
          <p:nvPr/>
        </p:nvSpPr>
        <p:spPr>
          <a:xfrm>
            <a:off x="10553700" y="2971800"/>
            <a:ext cx="38100" cy="38100"/>
          </a:xfrm>
          <a:prstGeom prst="rect">
            <a:avLst/>
          </a:prstGeom>
          <a:solidFill>
            <a:srgbClr val="50658E"/>
          </a:solidFill>
          <a:ln>
            <a:noFill/>
          </a:ln>
        </p:spPr>
      </p:sp>
      <p:sp>
        <p:nvSpPr>
          <p:cNvPr id="358" name="wm.library-whiteboard.001.016.012"/>
          <p:cNvSpPr/>
          <p:nvPr/>
        </p:nvSpPr>
        <p:spPr>
          <a:xfrm>
            <a:off x="10553700" y="3200400"/>
            <a:ext cx="38100" cy="38100"/>
          </a:xfrm>
          <a:prstGeom prst="rect">
            <a:avLst/>
          </a:prstGeom>
          <a:solidFill>
            <a:srgbClr val="50658E"/>
          </a:solidFill>
          <a:ln>
            <a:noFill/>
          </a:ln>
        </p:spPr>
      </p:sp>
      <p:sp>
        <p:nvSpPr>
          <p:cNvPr id="359" name="wm.library-whiteboard.001.016.013"/>
          <p:cNvSpPr/>
          <p:nvPr/>
        </p:nvSpPr>
        <p:spPr>
          <a:xfrm>
            <a:off x="10553700" y="3429000"/>
            <a:ext cx="38100" cy="38100"/>
          </a:xfrm>
          <a:prstGeom prst="rect">
            <a:avLst/>
          </a:prstGeom>
          <a:solidFill>
            <a:srgbClr val="50658E"/>
          </a:solidFill>
          <a:ln>
            <a:noFill/>
          </a:ln>
        </p:spPr>
      </p:sp>
      <p:sp>
        <p:nvSpPr>
          <p:cNvPr id="360" name="wm.library-whiteboard.001.016.014"/>
          <p:cNvSpPr/>
          <p:nvPr/>
        </p:nvSpPr>
        <p:spPr>
          <a:xfrm>
            <a:off x="10553700" y="3657600"/>
            <a:ext cx="38100" cy="38100"/>
          </a:xfrm>
          <a:prstGeom prst="rect">
            <a:avLst/>
          </a:prstGeom>
          <a:solidFill>
            <a:srgbClr val="50658E"/>
          </a:solidFill>
          <a:ln>
            <a:noFill/>
          </a:ln>
        </p:spPr>
      </p:sp>
      <p:sp>
        <p:nvSpPr>
          <p:cNvPr id="361" name="wm.library-whiteboard.001.016.015"/>
          <p:cNvSpPr/>
          <p:nvPr/>
        </p:nvSpPr>
        <p:spPr>
          <a:xfrm>
            <a:off x="10553700" y="3886200"/>
            <a:ext cx="38100" cy="38100"/>
          </a:xfrm>
          <a:prstGeom prst="rect">
            <a:avLst/>
          </a:prstGeom>
          <a:solidFill>
            <a:srgbClr val="50658E"/>
          </a:solidFill>
          <a:ln>
            <a:noFill/>
          </a:ln>
        </p:spPr>
      </p:sp>
      <p:sp>
        <p:nvSpPr>
          <p:cNvPr id="362" name="wm.library-whiteboard.001.016.016"/>
          <p:cNvSpPr/>
          <p:nvPr/>
        </p:nvSpPr>
        <p:spPr>
          <a:xfrm>
            <a:off x="10553700" y="4114800"/>
            <a:ext cx="38100" cy="38100"/>
          </a:xfrm>
          <a:prstGeom prst="rect">
            <a:avLst/>
          </a:prstGeom>
          <a:solidFill>
            <a:srgbClr val="50658E"/>
          </a:solidFill>
          <a:ln>
            <a:noFill/>
          </a:ln>
        </p:spPr>
      </p:sp>
      <p:sp>
        <p:nvSpPr>
          <p:cNvPr id="363" name="wm.library-whiteboard.001.016.017"/>
          <p:cNvSpPr/>
          <p:nvPr/>
        </p:nvSpPr>
        <p:spPr>
          <a:xfrm>
            <a:off x="10553700" y="4343400"/>
            <a:ext cx="38100" cy="38100"/>
          </a:xfrm>
          <a:prstGeom prst="rect">
            <a:avLst/>
          </a:prstGeom>
          <a:solidFill>
            <a:srgbClr val="50658E"/>
          </a:solidFill>
          <a:ln>
            <a:noFill/>
          </a:ln>
        </p:spPr>
      </p:sp>
      <p:sp>
        <p:nvSpPr>
          <p:cNvPr id="364" name="wm.library-whiteboard.001.016.018"/>
          <p:cNvSpPr/>
          <p:nvPr/>
        </p:nvSpPr>
        <p:spPr>
          <a:xfrm>
            <a:off x="10553700" y="4572000"/>
            <a:ext cx="38100" cy="38100"/>
          </a:xfrm>
          <a:prstGeom prst="rect">
            <a:avLst/>
          </a:prstGeom>
          <a:solidFill>
            <a:srgbClr val="50658E"/>
          </a:solidFill>
          <a:ln>
            <a:noFill/>
          </a:ln>
        </p:spPr>
      </p:sp>
      <p:sp>
        <p:nvSpPr>
          <p:cNvPr id="365" name="wm.library-whiteboard.001.016.019"/>
          <p:cNvSpPr/>
          <p:nvPr/>
        </p:nvSpPr>
        <p:spPr>
          <a:xfrm>
            <a:off x="10553700" y="4800600"/>
            <a:ext cx="38100" cy="38100"/>
          </a:xfrm>
          <a:prstGeom prst="rect">
            <a:avLst/>
          </a:prstGeom>
          <a:solidFill>
            <a:srgbClr val="50658E"/>
          </a:solidFill>
          <a:ln>
            <a:noFill/>
          </a:ln>
        </p:spPr>
      </p:sp>
      <p:sp>
        <p:nvSpPr>
          <p:cNvPr id="366" name="wm.library-whiteboard.001.016.020"/>
          <p:cNvSpPr/>
          <p:nvPr/>
        </p:nvSpPr>
        <p:spPr>
          <a:xfrm>
            <a:off x="10553700" y="5029200"/>
            <a:ext cx="38100" cy="38100"/>
          </a:xfrm>
          <a:prstGeom prst="rect">
            <a:avLst/>
          </a:prstGeom>
          <a:solidFill>
            <a:srgbClr val="50658E"/>
          </a:solidFill>
          <a:ln>
            <a:noFill/>
          </a:ln>
        </p:spPr>
      </p:sp>
      <p:sp>
        <p:nvSpPr>
          <p:cNvPr id="367" name="wm.library-whiteboard.001.016.021"/>
          <p:cNvSpPr/>
          <p:nvPr/>
        </p:nvSpPr>
        <p:spPr>
          <a:xfrm>
            <a:off x="10553700" y="5257800"/>
            <a:ext cx="38100" cy="38100"/>
          </a:xfrm>
          <a:prstGeom prst="rect">
            <a:avLst/>
          </a:prstGeom>
          <a:solidFill>
            <a:srgbClr val="50658E"/>
          </a:solidFill>
          <a:ln>
            <a:noFill/>
          </a:ln>
        </p:spPr>
      </p:sp>
      <p:sp>
        <p:nvSpPr>
          <p:cNvPr id="368" name="wm.library-whiteboard.001.016.022"/>
          <p:cNvSpPr/>
          <p:nvPr/>
        </p:nvSpPr>
        <p:spPr>
          <a:xfrm>
            <a:off x="10553700" y="5486400"/>
            <a:ext cx="38100" cy="38100"/>
          </a:xfrm>
          <a:prstGeom prst="rect">
            <a:avLst/>
          </a:prstGeom>
          <a:solidFill>
            <a:srgbClr val="50658E"/>
          </a:solidFill>
          <a:ln>
            <a:noFill/>
          </a:ln>
        </p:spPr>
      </p:sp>
      <p:sp>
        <p:nvSpPr>
          <p:cNvPr id="369" name="wm.library-whiteboard.001.016.023"/>
          <p:cNvSpPr/>
          <p:nvPr/>
        </p:nvSpPr>
        <p:spPr>
          <a:xfrm>
            <a:off x="10553700" y="5715000"/>
            <a:ext cx="38100" cy="38100"/>
          </a:xfrm>
          <a:prstGeom prst="rect">
            <a:avLst/>
          </a:prstGeom>
          <a:solidFill>
            <a:srgbClr val="50658E"/>
          </a:solidFill>
          <a:ln>
            <a:noFill/>
          </a:ln>
        </p:spPr>
      </p:sp>
      <p:sp>
        <p:nvSpPr>
          <p:cNvPr id="370" name="wm.library-whiteboard.001.017.001"/>
          <p:cNvSpPr/>
          <p:nvPr/>
        </p:nvSpPr>
        <p:spPr>
          <a:xfrm>
            <a:off x="10782300" y="685800"/>
            <a:ext cx="38100" cy="38100"/>
          </a:xfrm>
          <a:prstGeom prst="rect">
            <a:avLst/>
          </a:prstGeom>
          <a:solidFill>
            <a:srgbClr val="50658E"/>
          </a:solidFill>
          <a:ln>
            <a:noFill/>
          </a:ln>
        </p:spPr>
      </p:sp>
      <p:sp>
        <p:nvSpPr>
          <p:cNvPr id="371" name="wm.library-whiteboard.001.017.002"/>
          <p:cNvSpPr/>
          <p:nvPr/>
        </p:nvSpPr>
        <p:spPr>
          <a:xfrm>
            <a:off x="10782300" y="914400"/>
            <a:ext cx="38100" cy="38100"/>
          </a:xfrm>
          <a:prstGeom prst="rect">
            <a:avLst/>
          </a:prstGeom>
          <a:solidFill>
            <a:srgbClr val="50658E"/>
          </a:solidFill>
          <a:ln>
            <a:noFill/>
          </a:ln>
        </p:spPr>
      </p:sp>
      <p:sp>
        <p:nvSpPr>
          <p:cNvPr id="372" name="wm.library-whiteboard.001.017.003"/>
          <p:cNvSpPr/>
          <p:nvPr/>
        </p:nvSpPr>
        <p:spPr>
          <a:xfrm>
            <a:off x="10782300" y="1143000"/>
            <a:ext cx="38100" cy="38100"/>
          </a:xfrm>
          <a:prstGeom prst="rect">
            <a:avLst/>
          </a:prstGeom>
          <a:solidFill>
            <a:srgbClr val="50658E"/>
          </a:solidFill>
          <a:ln>
            <a:noFill/>
          </a:ln>
        </p:spPr>
      </p:sp>
      <p:sp>
        <p:nvSpPr>
          <p:cNvPr id="373" name="wm.library-whiteboard.001.017.004"/>
          <p:cNvSpPr/>
          <p:nvPr/>
        </p:nvSpPr>
        <p:spPr>
          <a:xfrm>
            <a:off x="10782300" y="1371600"/>
            <a:ext cx="38100" cy="38100"/>
          </a:xfrm>
          <a:prstGeom prst="rect">
            <a:avLst/>
          </a:prstGeom>
          <a:solidFill>
            <a:srgbClr val="50658E"/>
          </a:solidFill>
          <a:ln>
            <a:noFill/>
          </a:ln>
        </p:spPr>
      </p:sp>
      <p:sp>
        <p:nvSpPr>
          <p:cNvPr id="374" name="wm.library-whiteboard.001.017.005"/>
          <p:cNvSpPr/>
          <p:nvPr/>
        </p:nvSpPr>
        <p:spPr>
          <a:xfrm>
            <a:off x="10782300" y="1600200"/>
            <a:ext cx="38100" cy="38100"/>
          </a:xfrm>
          <a:prstGeom prst="rect">
            <a:avLst/>
          </a:prstGeom>
          <a:solidFill>
            <a:srgbClr val="50658E"/>
          </a:solidFill>
          <a:ln>
            <a:noFill/>
          </a:ln>
        </p:spPr>
      </p:sp>
      <p:sp>
        <p:nvSpPr>
          <p:cNvPr id="375" name="wm.library-whiteboard.001.017.006"/>
          <p:cNvSpPr/>
          <p:nvPr/>
        </p:nvSpPr>
        <p:spPr>
          <a:xfrm>
            <a:off x="10782300" y="1828800"/>
            <a:ext cx="38100" cy="38100"/>
          </a:xfrm>
          <a:prstGeom prst="rect">
            <a:avLst/>
          </a:prstGeom>
          <a:solidFill>
            <a:srgbClr val="50658E"/>
          </a:solidFill>
          <a:ln>
            <a:noFill/>
          </a:ln>
        </p:spPr>
      </p:sp>
      <p:sp>
        <p:nvSpPr>
          <p:cNvPr id="376" name="wm.library-whiteboard.001.017.007"/>
          <p:cNvSpPr/>
          <p:nvPr/>
        </p:nvSpPr>
        <p:spPr>
          <a:xfrm>
            <a:off x="10782300" y="2057400"/>
            <a:ext cx="38100" cy="38100"/>
          </a:xfrm>
          <a:prstGeom prst="rect">
            <a:avLst/>
          </a:prstGeom>
          <a:solidFill>
            <a:srgbClr val="50658E"/>
          </a:solidFill>
          <a:ln>
            <a:noFill/>
          </a:ln>
        </p:spPr>
      </p:sp>
      <p:sp>
        <p:nvSpPr>
          <p:cNvPr id="377" name="wm.library-whiteboard.001.017.008"/>
          <p:cNvSpPr/>
          <p:nvPr/>
        </p:nvSpPr>
        <p:spPr>
          <a:xfrm>
            <a:off x="10782300" y="2286000"/>
            <a:ext cx="38100" cy="38100"/>
          </a:xfrm>
          <a:prstGeom prst="rect">
            <a:avLst/>
          </a:prstGeom>
          <a:solidFill>
            <a:srgbClr val="50658E"/>
          </a:solidFill>
          <a:ln>
            <a:noFill/>
          </a:ln>
        </p:spPr>
      </p:sp>
      <p:sp>
        <p:nvSpPr>
          <p:cNvPr id="378" name="wm.library-whiteboard.001.017.009"/>
          <p:cNvSpPr/>
          <p:nvPr/>
        </p:nvSpPr>
        <p:spPr>
          <a:xfrm>
            <a:off x="10782300" y="2514600"/>
            <a:ext cx="38100" cy="38100"/>
          </a:xfrm>
          <a:prstGeom prst="rect">
            <a:avLst/>
          </a:prstGeom>
          <a:solidFill>
            <a:srgbClr val="50658E"/>
          </a:solidFill>
          <a:ln>
            <a:noFill/>
          </a:ln>
        </p:spPr>
      </p:sp>
      <p:sp>
        <p:nvSpPr>
          <p:cNvPr id="379" name="wm.library-whiteboard.001.017.010"/>
          <p:cNvSpPr/>
          <p:nvPr/>
        </p:nvSpPr>
        <p:spPr>
          <a:xfrm>
            <a:off x="10782300" y="2743200"/>
            <a:ext cx="38100" cy="38100"/>
          </a:xfrm>
          <a:prstGeom prst="rect">
            <a:avLst/>
          </a:prstGeom>
          <a:solidFill>
            <a:srgbClr val="50658E"/>
          </a:solidFill>
          <a:ln>
            <a:noFill/>
          </a:ln>
        </p:spPr>
      </p:sp>
      <p:sp>
        <p:nvSpPr>
          <p:cNvPr id="380" name="wm.library-whiteboard.001.017.011"/>
          <p:cNvSpPr/>
          <p:nvPr/>
        </p:nvSpPr>
        <p:spPr>
          <a:xfrm>
            <a:off x="10782300" y="2971800"/>
            <a:ext cx="38100" cy="38100"/>
          </a:xfrm>
          <a:prstGeom prst="rect">
            <a:avLst/>
          </a:prstGeom>
          <a:solidFill>
            <a:srgbClr val="50658E"/>
          </a:solidFill>
          <a:ln>
            <a:noFill/>
          </a:ln>
        </p:spPr>
      </p:sp>
      <p:sp>
        <p:nvSpPr>
          <p:cNvPr id="381" name="wm.library-whiteboard.001.017.012"/>
          <p:cNvSpPr/>
          <p:nvPr/>
        </p:nvSpPr>
        <p:spPr>
          <a:xfrm>
            <a:off x="10782300" y="3200400"/>
            <a:ext cx="38100" cy="38100"/>
          </a:xfrm>
          <a:prstGeom prst="rect">
            <a:avLst/>
          </a:prstGeom>
          <a:solidFill>
            <a:srgbClr val="50658E"/>
          </a:solidFill>
          <a:ln>
            <a:noFill/>
          </a:ln>
        </p:spPr>
      </p:sp>
      <p:sp>
        <p:nvSpPr>
          <p:cNvPr id="382" name="wm.library-whiteboard.001.017.013"/>
          <p:cNvSpPr/>
          <p:nvPr/>
        </p:nvSpPr>
        <p:spPr>
          <a:xfrm>
            <a:off x="10782300" y="3429000"/>
            <a:ext cx="38100" cy="38100"/>
          </a:xfrm>
          <a:prstGeom prst="rect">
            <a:avLst/>
          </a:prstGeom>
          <a:solidFill>
            <a:srgbClr val="50658E"/>
          </a:solidFill>
          <a:ln>
            <a:noFill/>
          </a:ln>
        </p:spPr>
      </p:sp>
      <p:sp>
        <p:nvSpPr>
          <p:cNvPr id="383" name="wm.library-whiteboard.001.017.014"/>
          <p:cNvSpPr/>
          <p:nvPr/>
        </p:nvSpPr>
        <p:spPr>
          <a:xfrm>
            <a:off x="10782300" y="3657600"/>
            <a:ext cx="38100" cy="38100"/>
          </a:xfrm>
          <a:prstGeom prst="rect">
            <a:avLst/>
          </a:prstGeom>
          <a:solidFill>
            <a:srgbClr val="50658E"/>
          </a:solidFill>
          <a:ln>
            <a:noFill/>
          </a:ln>
        </p:spPr>
      </p:sp>
      <p:sp>
        <p:nvSpPr>
          <p:cNvPr id="384" name="wm.library-whiteboard.001.017.015"/>
          <p:cNvSpPr/>
          <p:nvPr/>
        </p:nvSpPr>
        <p:spPr>
          <a:xfrm>
            <a:off x="10782300" y="3886200"/>
            <a:ext cx="38100" cy="38100"/>
          </a:xfrm>
          <a:prstGeom prst="rect">
            <a:avLst/>
          </a:prstGeom>
          <a:solidFill>
            <a:srgbClr val="50658E"/>
          </a:solidFill>
          <a:ln>
            <a:noFill/>
          </a:ln>
        </p:spPr>
      </p:sp>
      <p:sp>
        <p:nvSpPr>
          <p:cNvPr id="385" name="wm.library-whiteboard.001.017.016"/>
          <p:cNvSpPr/>
          <p:nvPr/>
        </p:nvSpPr>
        <p:spPr>
          <a:xfrm>
            <a:off x="10782300" y="4114800"/>
            <a:ext cx="38100" cy="38100"/>
          </a:xfrm>
          <a:prstGeom prst="rect">
            <a:avLst/>
          </a:prstGeom>
          <a:solidFill>
            <a:srgbClr val="50658E"/>
          </a:solidFill>
          <a:ln>
            <a:noFill/>
          </a:ln>
        </p:spPr>
      </p:sp>
      <p:sp>
        <p:nvSpPr>
          <p:cNvPr id="386" name="wm.library-whiteboard.001.017.017"/>
          <p:cNvSpPr/>
          <p:nvPr/>
        </p:nvSpPr>
        <p:spPr>
          <a:xfrm>
            <a:off x="10782300" y="4343400"/>
            <a:ext cx="38100" cy="38100"/>
          </a:xfrm>
          <a:prstGeom prst="rect">
            <a:avLst/>
          </a:prstGeom>
          <a:solidFill>
            <a:srgbClr val="50658E"/>
          </a:solidFill>
          <a:ln>
            <a:noFill/>
          </a:ln>
        </p:spPr>
      </p:sp>
      <p:sp>
        <p:nvSpPr>
          <p:cNvPr id="387" name="wm.library-whiteboard.001.017.018"/>
          <p:cNvSpPr/>
          <p:nvPr/>
        </p:nvSpPr>
        <p:spPr>
          <a:xfrm>
            <a:off x="10782300" y="4572000"/>
            <a:ext cx="38100" cy="38100"/>
          </a:xfrm>
          <a:prstGeom prst="rect">
            <a:avLst/>
          </a:prstGeom>
          <a:solidFill>
            <a:srgbClr val="50658E"/>
          </a:solidFill>
          <a:ln>
            <a:noFill/>
          </a:ln>
        </p:spPr>
      </p:sp>
      <p:sp>
        <p:nvSpPr>
          <p:cNvPr id="388" name="wm.library-whiteboard.001.017.019"/>
          <p:cNvSpPr/>
          <p:nvPr/>
        </p:nvSpPr>
        <p:spPr>
          <a:xfrm>
            <a:off x="10782300" y="4800600"/>
            <a:ext cx="38100" cy="38100"/>
          </a:xfrm>
          <a:prstGeom prst="rect">
            <a:avLst/>
          </a:prstGeom>
          <a:solidFill>
            <a:srgbClr val="50658E"/>
          </a:solidFill>
          <a:ln>
            <a:noFill/>
          </a:ln>
        </p:spPr>
      </p:sp>
      <p:sp>
        <p:nvSpPr>
          <p:cNvPr id="389" name="wm.library-whiteboard.001.017.020"/>
          <p:cNvSpPr/>
          <p:nvPr/>
        </p:nvSpPr>
        <p:spPr>
          <a:xfrm>
            <a:off x="10782300" y="5029200"/>
            <a:ext cx="38100" cy="38100"/>
          </a:xfrm>
          <a:prstGeom prst="rect">
            <a:avLst/>
          </a:prstGeom>
          <a:solidFill>
            <a:srgbClr val="50658E"/>
          </a:solidFill>
          <a:ln>
            <a:noFill/>
          </a:ln>
        </p:spPr>
      </p:sp>
      <p:sp>
        <p:nvSpPr>
          <p:cNvPr id="390" name="wm.library-whiteboard.001.017.021"/>
          <p:cNvSpPr/>
          <p:nvPr/>
        </p:nvSpPr>
        <p:spPr>
          <a:xfrm>
            <a:off x="10782300" y="5257800"/>
            <a:ext cx="38100" cy="38100"/>
          </a:xfrm>
          <a:prstGeom prst="rect">
            <a:avLst/>
          </a:prstGeom>
          <a:solidFill>
            <a:srgbClr val="50658E"/>
          </a:solidFill>
          <a:ln>
            <a:noFill/>
          </a:ln>
        </p:spPr>
      </p:sp>
      <p:sp>
        <p:nvSpPr>
          <p:cNvPr id="391" name="wm.library-whiteboard.001.017.022"/>
          <p:cNvSpPr/>
          <p:nvPr/>
        </p:nvSpPr>
        <p:spPr>
          <a:xfrm>
            <a:off x="10782300" y="5486400"/>
            <a:ext cx="38100" cy="38100"/>
          </a:xfrm>
          <a:prstGeom prst="rect">
            <a:avLst/>
          </a:prstGeom>
          <a:solidFill>
            <a:srgbClr val="50658E"/>
          </a:solidFill>
          <a:ln>
            <a:noFill/>
          </a:ln>
        </p:spPr>
      </p:sp>
      <p:sp>
        <p:nvSpPr>
          <p:cNvPr id="392" name="wm.library-whiteboard.001.017.023"/>
          <p:cNvSpPr/>
          <p:nvPr/>
        </p:nvSpPr>
        <p:spPr>
          <a:xfrm>
            <a:off x="10782300" y="5715000"/>
            <a:ext cx="38100" cy="38100"/>
          </a:xfrm>
          <a:prstGeom prst="rect">
            <a:avLst/>
          </a:prstGeom>
          <a:solidFill>
            <a:srgbClr val="50658E"/>
          </a:solidFill>
          <a:ln>
            <a:noFill/>
          </a:ln>
        </p:spPr>
      </p:sp>
      <p:sp>
        <p:nvSpPr>
          <p:cNvPr id="393" name="wm.library-whiteboard.001.018.001"/>
          <p:cNvSpPr/>
          <p:nvPr/>
        </p:nvSpPr>
        <p:spPr>
          <a:xfrm>
            <a:off x="11010900" y="685800"/>
            <a:ext cx="38100" cy="38100"/>
          </a:xfrm>
          <a:prstGeom prst="rect">
            <a:avLst/>
          </a:prstGeom>
          <a:solidFill>
            <a:srgbClr val="50658E"/>
          </a:solidFill>
          <a:ln>
            <a:noFill/>
          </a:ln>
        </p:spPr>
      </p:sp>
      <p:sp>
        <p:nvSpPr>
          <p:cNvPr id="394" name="wm.library-whiteboard.001.018.002"/>
          <p:cNvSpPr/>
          <p:nvPr/>
        </p:nvSpPr>
        <p:spPr>
          <a:xfrm>
            <a:off x="11010900" y="914400"/>
            <a:ext cx="38100" cy="38100"/>
          </a:xfrm>
          <a:prstGeom prst="rect">
            <a:avLst/>
          </a:prstGeom>
          <a:solidFill>
            <a:srgbClr val="50658E"/>
          </a:solidFill>
          <a:ln>
            <a:noFill/>
          </a:ln>
        </p:spPr>
      </p:sp>
      <p:sp>
        <p:nvSpPr>
          <p:cNvPr id="395" name="wm.library-whiteboard.001.018.003"/>
          <p:cNvSpPr/>
          <p:nvPr/>
        </p:nvSpPr>
        <p:spPr>
          <a:xfrm>
            <a:off x="11010900" y="1143000"/>
            <a:ext cx="38100" cy="38100"/>
          </a:xfrm>
          <a:prstGeom prst="rect">
            <a:avLst/>
          </a:prstGeom>
          <a:solidFill>
            <a:srgbClr val="50658E"/>
          </a:solidFill>
          <a:ln>
            <a:noFill/>
          </a:ln>
        </p:spPr>
      </p:sp>
      <p:sp>
        <p:nvSpPr>
          <p:cNvPr id="396" name="wm.library-whiteboard.001.018.004"/>
          <p:cNvSpPr/>
          <p:nvPr/>
        </p:nvSpPr>
        <p:spPr>
          <a:xfrm>
            <a:off x="11010900" y="1371600"/>
            <a:ext cx="38100" cy="38100"/>
          </a:xfrm>
          <a:prstGeom prst="rect">
            <a:avLst/>
          </a:prstGeom>
          <a:solidFill>
            <a:srgbClr val="50658E"/>
          </a:solidFill>
          <a:ln>
            <a:noFill/>
          </a:ln>
        </p:spPr>
      </p:sp>
      <p:sp>
        <p:nvSpPr>
          <p:cNvPr id="397" name="wm.library-whiteboard.001.018.005"/>
          <p:cNvSpPr/>
          <p:nvPr/>
        </p:nvSpPr>
        <p:spPr>
          <a:xfrm>
            <a:off x="11010900" y="1600200"/>
            <a:ext cx="38100" cy="38100"/>
          </a:xfrm>
          <a:prstGeom prst="rect">
            <a:avLst/>
          </a:prstGeom>
          <a:solidFill>
            <a:srgbClr val="50658E"/>
          </a:solidFill>
          <a:ln>
            <a:noFill/>
          </a:ln>
        </p:spPr>
      </p:sp>
      <p:sp>
        <p:nvSpPr>
          <p:cNvPr id="398" name="wm.library-whiteboard.001.018.006"/>
          <p:cNvSpPr/>
          <p:nvPr/>
        </p:nvSpPr>
        <p:spPr>
          <a:xfrm>
            <a:off x="11010900" y="1828800"/>
            <a:ext cx="38100" cy="38100"/>
          </a:xfrm>
          <a:prstGeom prst="rect">
            <a:avLst/>
          </a:prstGeom>
          <a:solidFill>
            <a:srgbClr val="50658E"/>
          </a:solidFill>
          <a:ln>
            <a:noFill/>
          </a:ln>
        </p:spPr>
      </p:sp>
      <p:sp>
        <p:nvSpPr>
          <p:cNvPr id="399" name="wm.library-whiteboard.001.018.007"/>
          <p:cNvSpPr/>
          <p:nvPr/>
        </p:nvSpPr>
        <p:spPr>
          <a:xfrm>
            <a:off x="11010900" y="2057400"/>
            <a:ext cx="38100" cy="38100"/>
          </a:xfrm>
          <a:prstGeom prst="rect">
            <a:avLst/>
          </a:prstGeom>
          <a:solidFill>
            <a:srgbClr val="50658E"/>
          </a:solidFill>
          <a:ln>
            <a:noFill/>
          </a:ln>
        </p:spPr>
      </p:sp>
      <p:sp>
        <p:nvSpPr>
          <p:cNvPr id="400" name="wm.library-whiteboard.001.018.008"/>
          <p:cNvSpPr/>
          <p:nvPr/>
        </p:nvSpPr>
        <p:spPr>
          <a:xfrm>
            <a:off x="11010900" y="2286000"/>
            <a:ext cx="38100" cy="38100"/>
          </a:xfrm>
          <a:prstGeom prst="rect">
            <a:avLst/>
          </a:prstGeom>
          <a:solidFill>
            <a:srgbClr val="50658E"/>
          </a:solidFill>
          <a:ln>
            <a:noFill/>
          </a:ln>
        </p:spPr>
      </p:sp>
      <p:sp>
        <p:nvSpPr>
          <p:cNvPr id="401" name="wm.library-whiteboard.001.018.009"/>
          <p:cNvSpPr/>
          <p:nvPr/>
        </p:nvSpPr>
        <p:spPr>
          <a:xfrm>
            <a:off x="11010900" y="2514600"/>
            <a:ext cx="38100" cy="38100"/>
          </a:xfrm>
          <a:prstGeom prst="rect">
            <a:avLst/>
          </a:prstGeom>
          <a:solidFill>
            <a:srgbClr val="50658E"/>
          </a:solidFill>
          <a:ln>
            <a:noFill/>
          </a:ln>
        </p:spPr>
      </p:sp>
      <p:sp>
        <p:nvSpPr>
          <p:cNvPr id="402" name="wm.library-whiteboard.001.018.010"/>
          <p:cNvSpPr/>
          <p:nvPr/>
        </p:nvSpPr>
        <p:spPr>
          <a:xfrm>
            <a:off x="11010900" y="2743200"/>
            <a:ext cx="38100" cy="38100"/>
          </a:xfrm>
          <a:prstGeom prst="rect">
            <a:avLst/>
          </a:prstGeom>
          <a:solidFill>
            <a:srgbClr val="50658E"/>
          </a:solidFill>
          <a:ln>
            <a:noFill/>
          </a:ln>
        </p:spPr>
      </p:sp>
      <p:sp>
        <p:nvSpPr>
          <p:cNvPr id="403" name="wm.library-whiteboard.001.018.011"/>
          <p:cNvSpPr/>
          <p:nvPr/>
        </p:nvSpPr>
        <p:spPr>
          <a:xfrm>
            <a:off x="11010900" y="2971800"/>
            <a:ext cx="38100" cy="38100"/>
          </a:xfrm>
          <a:prstGeom prst="rect">
            <a:avLst/>
          </a:prstGeom>
          <a:solidFill>
            <a:srgbClr val="50658E"/>
          </a:solidFill>
          <a:ln>
            <a:noFill/>
          </a:ln>
        </p:spPr>
      </p:sp>
      <p:sp>
        <p:nvSpPr>
          <p:cNvPr id="404" name="wm.library-whiteboard.001.018.012"/>
          <p:cNvSpPr/>
          <p:nvPr/>
        </p:nvSpPr>
        <p:spPr>
          <a:xfrm>
            <a:off x="11010900" y="3200400"/>
            <a:ext cx="38100" cy="38100"/>
          </a:xfrm>
          <a:prstGeom prst="rect">
            <a:avLst/>
          </a:prstGeom>
          <a:solidFill>
            <a:srgbClr val="50658E"/>
          </a:solidFill>
          <a:ln>
            <a:noFill/>
          </a:ln>
        </p:spPr>
      </p:sp>
      <p:sp>
        <p:nvSpPr>
          <p:cNvPr id="405" name="wm.library-whiteboard.001.018.013"/>
          <p:cNvSpPr/>
          <p:nvPr/>
        </p:nvSpPr>
        <p:spPr>
          <a:xfrm>
            <a:off x="11010900" y="3429000"/>
            <a:ext cx="38100" cy="38100"/>
          </a:xfrm>
          <a:prstGeom prst="rect">
            <a:avLst/>
          </a:prstGeom>
          <a:solidFill>
            <a:srgbClr val="50658E"/>
          </a:solidFill>
          <a:ln>
            <a:noFill/>
          </a:ln>
        </p:spPr>
      </p:sp>
      <p:sp>
        <p:nvSpPr>
          <p:cNvPr id="406" name="wm.library-whiteboard.001.018.014"/>
          <p:cNvSpPr/>
          <p:nvPr/>
        </p:nvSpPr>
        <p:spPr>
          <a:xfrm>
            <a:off x="11010900" y="3657600"/>
            <a:ext cx="38100" cy="38100"/>
          </a:xfrm>
          <a:prstGeom prst="rect">
            <a:avLst/>
          </a:prstGeom>
          <a:solidFill>
            <a:srgbClr val="50658E"/>
          </a:solidFill>
          <a:ln>
            <a:noFill/>
          </a:ln>
        </p:spPr>
      </p:sp>
      <p:sp>
        <p:nvSpPr>
          <p:cNvPr id="407" name="wm.library-whiteboard.001.018.015"/>
          <p:cNvSpPr/>
          <p:nvPr/>
        </p:nvSpPr>
        <p:spPr>
          <a:xfrm>
            <a:off x="11010900" y="3886200"/>
            <a:ext cx="38100" cy="38100"/>
          </a:xfrm>
          <a:prstGeom prst="rect">
            <a:avLst/>
          </a:prstGeom>
          <a:solidFill>
            <a:srgbClr val="50658E"/>
          </a:solidFill>
          <a:ln>
            <a:noFill/>
          </a:ln>
        </p:spPr>
      </p:sp>
      <p:sp>
        <p:nvSpPr>
          <p:cNvPr id="408" name="wm.library-whiteboard.001.018.016"/>
          <p:cNvSpPr/>
          <p:nvPr/>
        </p:nvSpPr>
        <p:spPr>
          <a:xfrm>
            <a:off x="11010900" y="4114800"/>
            <a:ext cx="38100" cy="38100"/>
          </a:xfrm>
          <a:prstGeom prst="rect">
            <a:avLst/>
          </a:prstGeom>
          <a:solidFill>
            <a:srgbClr val="50658E"/>
          </a:solidFill>
          <a:ln>
            <a:noFill/>
          </a:ln>
        </p:spPr>
      </p:sp>
      <p:sp>
        <p:nvSpPr>
          <p:cNvPr id="409" name="wm.library-whiteboard.001.018.017"/>
          <p:cNvSpPr/>
          <p:nvPr/>
        </p:nvSpPr>
        <p:spPr>
          <a:xfrm>
            <a:off x="11010900" y="4343400"/>
            <a:ext cx="38100" cy="38100"/>
          </a:xfrm>
          <a:prstGeom prst="rect">
            <a:avLst/>
          </a:prstGeom>
          <a:solidFill>
            <a:srgbClr val="50658E"/>
          </a:solidFill>
          <a:ln>
            <a:noFill/>
          </a:ln>
        </p:spPr>
      </p:sp>
      <p:sp>
        <p:nvSpPr>
          <p:cNvPr id="410" name="wm.library-whiteboard.001.018.018"/>
          <p:cNvSpPr/>
          <p:nvPr/>
        </p:nvSpPr>
        <p:spPr>
          <a:xfrm>
            <a:off x="11010900" y="4572000"/>
            <a:ext cx="38100" cy="38100"/>
          </a:xfrm>
          <a:prstGeom prst="rect">
            <a:avLst/>
          </a:prstGeom>
          <a:solidFill>
            <a:srgbClr val="50658E"/>
          </a:solidFill>
          <a:ln>
            <a:noFill/>
          </a:ln>
        </p:spPr>
      </p:sp>
      <p:sp>
        <p:nvSpPr>
          <p:cNvPr id="411" name="wm.library-whiteboard.001.018.019"/>
          <p:cNvSpPr/>
          <p:nvPr/>
        </p:nvSpPr>
        <p:spPr>
          <a:xfrm>
            <a:off x="11010900" y="4800600"/>
            <a:ext cx="38100" cy="38100"/>
          </a:xfrm>
          <a:prstGeom prst="rect">
            <a:avLst/>
          </a:prstGeom>
          <a:solidFill>
            <a:srgbClr val="50658E"/>
          </a:solidFill>
          <a:ln>
            <a:noFill/>
          </a:ln>
        </p:spPr>
      </p:sp>
      <p:sp>
        <p:nvSpPr>
          <p:cNvPr id="412" name="wm.library-whiteboard.001.018.020"/>
          <p:cNvSpPr/>
          <p:nvPr/>
        </p:nvSpPr>
        <p:spPr>
          <a:xfrm>
            <a:off x="11010900" y="5029200"/>
            <a:ext cx="38100" cy="38100"/>
          </a:xfrm>
          <a:prstGeom prst="rect">
            <a:avLst/>
          </a:prstGeom>
          <a:solidFill>
            <a:srgbClr val="50658E"/>
          </a:solidFill>
          <a:ln>
            <a:noFill/>
          </a:ln>
        </p:spPr>
      </p:sp>
      <p:sp>
        <p:nvSpPr>
          <p:cNvPr id="413" name="wm.library-whiteboard.001.018.021"/>
          <p:cNvSpPr/>
          <p:nvPr/>
        </p:nvSpPr>
        <p:spPr>
          <a:xfrm>
            <a:off x="11010900" y="5257800"/>
            <a:ext cx="38100" cy="38100"/>
          </a:xfrm>
          <a:prstGeom prst="rect">
            <a:avLst/>
          </a:prstGeom>
          <a:solidFill>
            <a:srgbClr val="50658E"/>
          </a:solidFill>
          <a:ln>
            <a:noFill/>
          </a:ln>
        </p:spPr>
      </p:sp>
      <p:sp>
        <p:nvSpPr>
          <p:cNvPr id="414" name="wm.library-whiteboard.001.018.022"/>
          <p:cNvSpPr/>
          <p:nvPr/>
        </p:nvSpPr>
        <p:spPr>
          <a:xfrm>
            <a:off x="11010900" y="5486400"/>
            <a:ext cx="38100" cy="38100"/>
          </a:xfrm>
          <a:prstGeom prst="rect">
            <a:avLst/>
          </a:prstGeom>
          <a:solidFill>
            <a:srgbClr val="50658E"/>
          </a:solidFill>
          <a:ln>
            <a:noFill/>
          </a:ln>
        </p:spPr>
      </p:sp>
      <p:sp>
        <p:nvSpPr>
          <p:cNvPr id="415" name="wm.library-whiteboard.001.018.023"/>
          <p:cNvSpPr/>
          <p:nvPr/>
        </p:nvSpPr>
        <p:spPr>
          <a:xfrm>
            <a:off x="11010900" y="5715000"/>
            <a:ext cx="38100" cy="38100"/>
          </a:xfrm>
          <a:prstGeom prst="rect">
            <a:avLst/>
          </a:prstGeom>
          <a:solidFill>
            <a:srgbClr val="50658E"/>
          </a:solidFill>
          <a:ln>
            <a:noFill/>
          </a:ln>
        </p:spPr>
      </p:sp>
      <p:sp>
        <p:nvSpPr>
          <p:cNvPr id="416" name="wm.library-whiteboard.001.019.001"/>
          <p:cNvSpPr/>
          <p:nvPr/>
        </p:nvSpPr>
        <p:spPr>
          <a:xfrm>
            <a:off x="11239500" y="685800"/>
            <a:ext cx="38100" cy="38100"/>
          </a:xfrm>
          <a:prstGeom prst="rect">
            <a:avLst/>
          </a:prstGeom>
          <a:solidFill>
            <a:srgbClr val="50658E"/>
          </a:solidFill>
          <a:ln>
            <a:noFill/>
          </a:ln>
        </p:spPr>
      </p:sp>
      <p:sp>
        <p:nvSpPr>
          <p:cNvPr id="417" name="wm.library-whiteboard.001.019.002"/>
          <p:cNvSpPr/>
          <p:nvPr/>
        </p:nvSpPr>
        <p:spPr>
          <a:xfrm>
            <a:off x="11239500" y="914400"/>
            <a:ext cx="38100" cy="38100"/>
          </a:xfrm>
          <a:prstGeom prst="rect">
            <a:avLst/>
          </a:prstGeom>
          <a:solidFill>
            <a:srgbClr val="50658E"/>
          </a:solidFill>
          <a:ln>
            <a:noFill/>
          </a:ln>
        </p:spPr>
      </p:sp>
      <p:sp>
        <p:nvSpPr>
          <p:cNvPr id="418" name="wm.library-whiteboard.001.019.003"/>
          <p:cNvSpPr/>
          <p:nvPr/>
        </p:nvSpPr>
        <p:spPr>
          <a:xfrm>
            <a:off x="11239500" y="1143000"/>
            <a:ext cx="38100" cy="38100"/>
          </a:xfrm>
          <a:prstGeom prst="rect">
            <a:avLst/>
          </a:prstGeom>
          <a:solidFill>
            <a:srgbClr val="50658E"/>
          </a:solidFill>
          <a:ln>
            <a:noFill/>
          </a:ln>
        </p:spPr>
      </p:sp>
      <p:sp>
        <p:nvSpPr>
          <p:cNvPr id="419" name="wm.library-whiteboard.001.019.004"/>
          <p:cNvSpPr/>
          <p:nvPr/>
        </p:nvSpPr>
        <p:spPr>
          <a:xfrm>
            <a:off x="11239500" y="1371600"/>
            <a:ext cx="38100" cy="38100"/>
          </a:xfrm>
          <a:prstGeom prst="rect">
            <a:avLst/>
          </a:prstGeom>
          <a:solidFill>
            <a:srgbClr val="50658E"/>
          </a:solidFill>
          <a:ln>
            <a:noFill/>
          </a:ln>
        </p:spPr>
      </p:sp>
      <p:sp>
        <p:nvSpPr>
          <p:cNvPr id="420" name="wm.library-whiteboard.001.019.005"/>
          <p:cNvSpPr/>
          <p:nvPr/>
        </p:nvSpPr>
        <p:spPr>
          <a:xfrm>
            <a:off x="11239500" y="1600200"/>
            <a:ext cx="38100" cy="38100"/>
          </a:xfrm>
          <a:prstGeom prst="rect">
            <a:avLst/>
          </a:prstGeom>
          <a:solidFill>
            <a:srgbClr val="50658E"/>
          </a:solidFill>
          <a:ln>
            <a:noFill/>
          </a:ln>
        </p:spPr>
      </p:sp>
      <p:sp>
        <p:nvSpPr>
          <p:cNvPr id="421" name="wm.library-whiteboard.001.019.006"/>
          <p:cNvSpPr/>
          <p:nvPr/>
        </p:nvSpPr>
        <p:spPr>
          <a:xfrm>
            <a:off x="11239500" y="1828800"/>
            <a:ext cx="38100" cy="38100"/>
          </a:xfrm>
          <a:prstGeom prst="rect">
            <a:avLst/>
          </a:prstGeom>
          <a:solidFill>
            <a:srgbClr val="50658E"/>
          </a:solidFill>
          <a:ln>
            <a:noFill/>
          </a:ln>
        </p:spPr>
      </p:sp>
      <p:sp>
        <p:nvSpPr>
          <p:cNvPr id="422" name="wm.library-whiteboard.001.019.007"/>
          <p:cNvSpPr/>
          <p:nvPr/>
        </p:nvSpPr>
        <p:spPr>
          <a:xfrm>
            <a:off x="11239500" y="2057400"/>
            <a:ext cx="38100" cy="38100"/>
          </a:xfrm>
          <a:prstGeom prst="rect">
            <a:avLst/>
          </a:prstGeom>
          <a:solidFill>
            <a:srgbClr val="50658E"/>
          </a:solidFill>
          <a:ln>
            <a:noFill/>
          </a:ln>
        </p:spPr>
      </p:sp>
      <p:sp>
        <p:nvSpPr>
          <p:cNvPr id="423" name="wm.library-whiteboard.001.019.008"/>
          <p:cNvSpPr/>
          <p:nvPr/>
        </p:nvSpPr>
        <p:spPr>
          <a:xfrm>
            <a:off x="11239500" y="2286000"/>
            <a:ext cx="38100" cy="38100"/>
          </a:xfrm>
          <a:prstGeom prst="rect">
            <a:avLst/>
          </a:prstGeom>
          <a:solidFill>
            <a:srgbClr val="50658E"/>
          </a:solidFill>
          <a:ln>
            <a:noFill/>
          </a:ln>
        </p:spPr>
      </p:sp>
      <p:sp>
        <p:nvSpPr>
          <p:cNvPr id="424" name="wm.library-whiteboard.001.019.009"/>
          <p:cNvSpPr/>
          <p:nvPr/>
        </p:nvSpPr>
        <p:spPr>
          <a:xfrm>
            <a:off x="11239500" y="2514600"/>
            <a:ext cx="38100" cy="38100"/>
          </a:xfrm>
          <a:prstGeom prst="rect">
            <a:avLst/>
          </a:prstGeom>
          <a:solidFill>
            <a:srgbClr val="50658E"/>
          </a:solidFill>
          <a:ln>
            <a:noFill/>
          </a:ln>
        </p:spPr>
      </p:sp>
      <p:sp>
        <p:nvSpPr>
          <p:cNvPr id="425" name="wm.library-whiteboard.001.019.010"/>
          <p:cNvSpPr/>
          <p:nvPr/>
        </p:nvSpPr>
        <p:spPr>
          <a:xfrm>
            <a:off x="11239500" y="2743200"/>
            <a:ext cx="38100" cy="38100"/>
          </a:xfrm>
          <a:prstGeom prst="rect">
            <a:avLst/>
          </a:prstGeom>
          <a:solidFill>
            <a:srgbClr val="50658E"/>
          </a:solidFill>
          <a:ln>
            <a:noFill/>
          </a:ln>
        </p:spPr>
      </p:sp>
      <p:sp>
        <p:nvSpPr>
          <p:cNvPr id="426" name="wm.library-whiteboard.001.019.011"/>
          <p:cNvSpPr/>
          <p:nvPr/>
        </p:nvSpPr>
        <p:spPr>
          <a:xfrm>
            <a:off x="11239500" y="2971800"/>
            <a:ext cx="38100" cy="38100"/>
          </a:xfrm>
          <a:prstGeom prst="rect">
            <a:avLst/>
          </a:prstGeom>
          <a:solidFill>
            <a:srgbClr val="50658E"/>
          </a:solidFill>
          <a:ln>
            <a:noFill/>
          </a:ln>
        </p:spPr>
      </p:sp>
      <p:sp>
        <p:nvSpPr>
          <p:cNvPr id="427" name="wm.library-whiteboard.001.019.012"/>
          <p:cNvSpPr/>
          <p:nvPr/>
        </p:nvSpPr>
        <p:spPr>
          <a:xfrm>
            <a:off x="11239500" y="3200400"/>
            <a:ext cx="38100" cy="38100"/>
          </a:xfrm>
          <a:prstGeom prst="rect">
            <a:avLst/>
          </a:prstGeom>
          <a:solidFill>
            <a:srgbClr val="50658E"/>
          </a:solidFill>
          <a:ln>
            <a:noFill/>
          </a:ln>
        </p:spPr>
      </p:sp>
      <p:sp>
        <p:nvSpPr>
          <p:cNvPr id="428" name="wm.library-whiteboard.001.019.013"/>
          <p:cNvSpPr/>
          <p:nvPr/>
        </p:nvSpPr>
        <p:spPr>
          <a:xfrm>
            <a:off x="11239500" y="3429000"/>
            <a:ext cx="38100" cy="38100"/>
          </a:xfrm>
          <a:prstGeom prst="rect">
            <a:avLst/>
          </a:prstGeom>
          <a:solidFill>
            <a:srgbClr val="50658E"/>
          </a:solidFill>
          <a:ln>
            <a:noFill/>
          </a:ln>
        </p:spPr>
      </p:sp>
      <p:sp>
        <p:nvSpPr>
          <p:cNvPr id="429" name="wm.library-whiteboard.001.019.014"/>
          <p:cNvSpPr/>
          <p:nvPr/>
        </p:nvSpPr>
        <p:spPr>
          <a:xfrm>
            <a:off x="11239500" y="3657600"/>
            <a:ext cx="38100" cy="38100"/>
          </a:xfrm>
          <a:prstGeom prst="rect">
            <a:avLst/>
          </a:prstGeom>
          <a:solidFill>
            <a:srgbClr val="50658E"/>
          </a:solidFill>
          <a:ln>
            <a:noFill/>
          </a:ln>
        </p:spPr>
      </p:sp>
      <p:sp>
        <p:nvSpPr>
          <p:cNvPr id="430" name="wm.library-whiteboard.001.019.015"/>
          <p:cNvSpPr/>
          <p:nvPr/>
        </p:nvSpPr>
        <p:spPr>
          <a:xfrm>
            <a:off x="11239500" y="3886200"/>
            <a:ext cx="38100" cy="38100"/>
          </a:xfrm>
          <a:prstGeom prst="rect">
            <a:avLst/>
          </a:prstGeom>
          <a:solidFill>
            <a:srgbClr val="50658E"/>
          </a:solidFill>
          <a:ln>
            <a:noFill/>
          </a:ln>
        </p:spPr>
      </p:sp>
      <p:sp>
        <p:nvSpPr>
          <p:cNvPr id="431" name="wm.library-whiteboard.001.019.016"/>
          <p:cNvSpPr/>
          <p:nvPr/>
        </p:nvSpPr>
        <p:spPr>
          <a:xfrm>
            <a:off x="11239500" y="4114800"/>
            <a:ext cx="38100" cy="38100"/>
          </a:xfrm>
          <a:prstGeom prst="rect">
            <a:avLst/>
          </a:prstGeom>
          <a:solidFill>
            <a:srgbClr val="50658E"/>
          </a:solidFill>
          <a:ln>
            <a:noFill/>
          </a:ln>
        </p:spPr>
      </p:sp>
      <p:sp>
        <p:nvSpPr>
          <p:cNvPr id="432" name="wm.library-whiteboard.001.019.017"/>
          <p:cNvSpPr/>
          <p:nvPr/>
        </p:nvSpPr>
        <p:spPr>
          <a:xfrm>
            <a:off x="11239500" y="4343400"/>
            <a:ext cx="38100" cy="38100"/>
          </a:xfrm>
          <a:prstGeom prst="rect">
            <a:avLst/>
          </a:prstGeom>
          <a:solidFill>
            <a:srgbClr val="50658E"/>
          </a:solidFill>
          <a:ln>
            <a:noFill/>
          </a:ln>
        </p:spPr>
      </p:sp>
      <p:sp>
        <p:nvSpPr>
          <p:cNvPr id="433" name="wm.library-whiteboard.001.019.018"/>
          <p:cNvSpPr/>
          <p:nvPr/>
        </p:nvSpPr>
        <p:spPr>
          <a:xfrm>
            <a:off x="11239500" y="4572000"/>
            <a:ext cx="38100" cy="38100"/>
          </a:xfrm>
          <a:prstGeom prst="rect">
            <a:avLst/>
          </a:prstGeom>
          <a:solidFill>
            <a:srgbClr val="50658E"/>
          </a:solidFill>
          <a:ln>
            <a:noFill/>
          </a:ln>
        </p:spPr>
      </p:sp>
      <p:sp>
        <p:nvSpPr>
          <p:cNvPr id="434" name="wm.library-whiteboard.001.019.019"/>
          <p:cNvSpPr/>
          <p:nvPr/>
        </p:nvSpPr>
        <p:spPr>
          <a:xfrm>
            <a:off x="11239500" y="4800600"/>
            <a:ext cx="38100" cy="38100"/>
          </a:xfrm>
          <a:prstGeom prst="rect">
            <a:avLst/>
          </a:prstGeom>
          <a:solidFill>
            <a:srgbClr val="50658E"/>
          </a:solidFill>
          <a:ln>
            <a:noFill/>
          </a:ln>
        </p:spPr>
      </p:sp>
      <p:sp>
        <p:nvSpPr>
          <p:cNvPr id="435" name="wm.library-whiteboard.001.019.020"/>
          <p:cNvSpPr/>
          <p:nvPr/>
        </p:nvSpPr>
        <p:spPr>
          <a:xfrm>
            <a:off x="11239500" y="5029200"/>
            <a:ext cx="38100" cy="38100"/>
          </a:xfrm>
          <a:prstGeom prst="rect">
            <a:avLst/>
          </a:prstGeom>
          <a:solidFill>
            <a:srgbClr val="50658E"/>
          </a:solidFill>
          <a:ln>
            <a:noFill/>
          </a:ln>
        </p:spPr>
      </p:sp>
      <p:sp>
        <p:nvSpPr>
          <p:cNvPr id="436" name="wm.library-whiteboard.001.019.021"/>
          <p:cNvSpPr/>
          <p:nvPr/>
        </p:nvSpPr>
        <p:spPr>
          <a:xfrm>
            <a:off x="11239500" y="5257800"/>
            <a:ext cx="38100" cy="38100"/>
          </a:xfrm>
          <a:prstGeom prst="rect">
            <a:avLst/>
          </a:prstGeom>
          <a:solidFill>
            <a:srgbClr val="50658E"/>
          </a:solidFill>
          <a:ln>
            <a:noFill/>
          </a:ln>
        </p:spPr>
      </p:sp>
      <p:sp>
        <p:nvSpPr>
          <p:cNvPr id="437" name="wm.library-whiteboard.001.019.022"/>
          <p:cNvSpPr/>
          <p:nvPr/>
        </p:nvSpPr>
        <p:spPr>
          <a:xfrm>
            <a:off x="11239500" y="5486400"/>
            <a:ext cx="38100" cy="38100"/>
          </a:xfrm>
          <a:prstGeom prst="rect">
            <a:avLst/>
          </a:prstGeom>
          <a:solidFill>
            <a:srgbClr val="50658E"/>
          </a:solidFill>
          <a:ln>
            <a:noFill/>
          </a:ln>
        </p:spPr>
      </p:sp>
      <p:sp>
        <p:nvSpPr>
          <p:cNvPr id="438" name="wm.library-whiteboard.001.019.023"/>
          <p:cNvSpPr/>
          <p:nvPr/>
        </p:nvSpPr>
        <p:spPr>
          <a:xfrm>
            <a:off x="11239500" y="5715000"/>
            <a:ext cx="38100" cy="38100"/>
          </a:xfrm>
          <a:prstGeom prst="rect">
            <a:avLst/>
          </a:prstGeom>
          <a:solidFill>
            <a:srgbClr val="50658E"/>
          </a:solidFill>
          <a:ln>
            <a:noFill/>
          </a:ln>
        </p:spPr>
      </p:sp>
      <p:sp>
        <p:nvSpPr>
          <p:cNvPr id="439" name="wm.library-whiteboard.001.020.001"/>
          <p:cNvSpPr/>
          <p:nvPr/>
        </p:nvSpPr>
        <p:spPr>
          <a:xfrm>
            <a:off x="11468100" y="685800"/>
            <a:ext cx="38100" cy="38100"/>
          </a:xfrm>
          <a:prstGeom prst="rect">
            <a:avLst/>
          </a:prstGeom>
          <a:solidFill>
            <a:srgbClr val="50658E"/>
          </a:solidFill>
          <a:ln>
            <a:noFill/>
          </a:ln>
        </p:spPr>
      </p:sp>
      <p:sp>
        <p:nvSpPr>
          <p:cNvPr id="440" name="wm.library-whiteboard.001.020.002"/>
          <p:cNvSpPr/>
          <p:nvPr/>
        </p:nvSpPr>
        <p:spPr>
          <a:xfrm>
            <a:off x="11468100" y="914400"/>
            <a:ext cx="38100" cy="38100"/>
          </a:xfrm>
          <a:prstGeom prst="rect">
            <a:avLst/>
          </a:prstGeom>
          <a:solidFill>
            <a:srgbClr val="50658E"/>
          </a:solidFill>
          <a:ln>
            <a:noFill/>
          </a:ln>
        </p:spPr>
      </p:sp>
      <p:sp>
        <p:nvSpPr>
          <p:cNvPr id="441" name="wm.library-whiteboard.001.020.003"/>
          <p:cNvSpPr/>
          <p:nvPr/>
        </p:nvSpPr>
        <p:spPr>
          <a:xfrm>
            <a:off x="11468100" y="1143000"/>
            <a:ext cx="38100" cy="38100"/>
          </a:xfrm>
          <a:prstGeom prst="rect">
            <a:avLst/>
          </a:prstGeom>
          <a:solidFill>
            <a:srgbClr val="50658E"/>
          </a:solidFill>
          <a:ln>
            <a:noFill/>
          </a:ln>
        </p:spPr>
      </p:sp>
      <p:sp>
        <p:nvSpPr>
          <p:cNvPr id="442" name="wm.library-whiteboard.001.020.004"/>
          <p:cNvSpPr/>
          <p:nvPr/>
        </p:nvSpPr>
        <p:spPr>
          <a:xfrm>
            <a:off x="11468100" y="1371600"/>
            <a:ext cx="38100" cy="38100"/>
          </a:xfrm>
          <a:prstGeom prst="rect">
            <a:avLst/>
          </a:prstGeom>
          <a:solidFill>
            <a:srgbClr val="50658E"/>
          </a:solidFill>
          <a:ln>
            <a:noFill/>
          </a:ln>
        </p:spPr>
      </p:sp>
      <p:sp>
        <p:nvSpPr>
          <p:cNvPr id="443" name="wm.library-whiteboard.001.020.005"/>
          <p:cNvSpPr/>
          <p:nvPr/>
        </p:nvSpPr>
        <p:spPr>
          <a:xfrm>
            <a:off x="11468100" y="1600200"/>
            <a:ext cx="38100" cy="38100"/>
          </a:xfrm>
          <a:prstGeom prst="rect">
            <a:avLst/>
          </a:prstGeom>
          <a:solidFill>
            <a:srgbClr val="50658E"/>
          </a:solidFill>
          <a:ln>
            <a:noFill/>
          </a:ln>
        </p:spPr>
      </p:sp>
      <p:sp>
        <p:nvSpPr>
          <p:cNvPr id="444" name="wm.library-whiteboard.001.020.006"/>
          <p:cNvSpPr/>
          <p:nvPr/>
        </p:nvSpPr>
        <p:spPr>
          <a:xfrm>
            <a:off x="11468100" y="1828800"/>
            <a:ext cx="38100" cy="38100"/>
          </a:xfrm>
          <a:prstGeom prst="rect">
            <a:avLst/>
          </a:prstGeom>
          <a:solidFill>
            <a:srgbClr val="50658E"/>
          </a:solidFill>
          <a:ln>
            <a:noFill/>
          </a:ln>
        </p:spPr>
      </p:sp>
      <p:sp>
        <p:nvSpPr>
          <p:cNvPr id="445" name="wm.library-whiteboard.001.020.007"/>
          <p:cNvSpPr/>
          <p:nvPr/>
        </p:nvSpPr>
        <p:spPr>
          <a:xfrm>
            <a:off x="11468100" y="2057400"/>
            <a:ext cx="38100" cy="38100"/>
          </a:xfrm>
          <a:prstGeom prst="rect">
            <a:avLst/>
          </a:prstGeom>
          <a:solidFill>
            <a:srgbClr val="50658E"/>
          </a:solidFill>
          <a:ln>
            <a:noFill/>
          </a:ln>
        </p:spPr>
      </p:sp>
      <p:sp>
        <p:nvSpPr>
          <p:cNvPr id="446" name="wm.library-whiteboard.001.020.008"/>
          <p:cNvSpPr/>
          <p:nvPr/>
        </p:nvSpPr>
        <p:spPr>
          <a:xfrm>
            <a:off x="11468100" y="2286000"/>
            <a:ext cx="38100" cy="38100"/>
          </a:xfrm>
          <a:prstGeom prst="rect">
            <a:avLst/>
          </a:prstGeom>
          <a:solidFill>
            <a:srgbClr val="50658E"/>
          </a:solidFill>
          <a:ln>
            <a:noFill/>
          </a:ln>
        </p:spPr>
      </p:sp>
      <p:sp>
        <p:nvSpPr>
          <p:cNvPr id="447" name="wm.library-whiteboard.001.020.009"/>
          <p:cNvSpPr/>
          <p:nvPr/>
        </p:nvSpPr>
        <p:spPr>
          <a:xfrm>
            <a:off x="11468100" y="2514600"/>
            <a:ext cx="38100" cy="38100"/>
          </a:xfrm>
          <a:prstGeom prst="rect">
            <a:avLst/>
          </a:prstGeom>
          <a:solidFill>
            <a:srgbClr val="50658E"/>
          </a:solidFill>
          <a:ln>
            <a:noFill/>
          </a:ln>
        </p:spPr>
      </p:sp>
      <p:sp>
        <p:nvSpPr>
          <p:cNvPr id="448" name="wm.library-whiteboard.001.020.010"/>
          <p:cNvSpPr/>
          <p:nvPr/>
        </p:nvSpPr>
        <p:spPr>
          <a:xfrm>
            <a:off x="11468100" y="2743200"/>
            <a:ext cx="38100" cy="38100"/>
          </a:xfrm>
          <a:prstGeom prst="rect">
            <a:avLst/>
          </a:prstGeom>
          <a:solidFill>
            <a:srgbClr val="50658E"/>
          </a:solidFill>
          <a:ln>
            <a:noFill/>
          </a:ln>
        </p:spPr>
      </p:sp>
      <p:sp>
        <p:nvSpPr>
          <p:cNvPr id="449" name="wm.library-whiteboard.001.020.011"/>
          <p:cNvSpPr/>
          <p:nvPr/>
        </p:nvSpPr>
        <p:spPr>
          <a:xfrm>
            <a:off x="11468100" y="2971800"/>
            <a:ext cx="38100" cy="38100"/>
          </a:xfrm>
          <a:prstGeom prst="rect">
            <a:avLst/>
          </a:prstGeom>
          <a:solidFill>
            <a:srgbClr val="50658E"/>
          </a:solidFill>
          <a:ln>
            <a:noFill/>
          </a:ln>
        </p:spPr>
      </p:sp>
      <p:sp>
        <p:nvSpPr>
          <p:cNvPr id="450" name="wm.library-whiteboard.001.020.012"/>
          <p:cNvSpPr/>
          <p:nvPr/>
        </p:nvSpPr>
        <p:spPr>
          <a:xfrm>
            <a:off x="11468100" y="3200400"/>
            <a:ext cx="38100" cy="38100"/>
          </a:xfrm>
          <a:prstGeom prst="rect">
            <a:avLst/>
          </a:prstGeom>
          <a:solidFill>
            <a:srgbClr val="50658E"/>
          </a:solidFill>
          <a:ln>
            <a:noFill/>
          </a:ln>
        </p:spPr>
      </p:sp>
      <p:sp>
        <p:nvSpPr>
          <p:cNvPr id="451" name="wm.library-whiteboard.001.020.013"/>
          <p:cNvSpPr/>
          <p:nvPr/>
        </p:nvSpPr>
        <p:spPr>
          <a:xfrm>
            <a:off x="11468100" y="3429000"/>
            <a:ext cx="38100" cy="38100"/>
          </a:xfrm>
          <a:prstGeom prst="rect">
            <a:avLst/>
          </a:prstGeom>
          <a:solidFill>
            <a:srgbClr val="50658E"/>
          </a:solidFill>
          <a:ln>
            <a:noFill/>
          </a:ln>
        </p:spPr>
      </p:sp>
      <p:sp>
        <p:nvSpPr>
          <p:cNvPr id="452" name="wm.library-whiteboard.001.020.014"/>
          <p:cNvSpPr/>
          <p:nvPr/>
        </p:nvSpPr>
        <p:spPr>
          <a:xfrm>
            <a:off x="11468100" y="3657600"/>
            <a:ext cx="38100" cy="38100"/>
          </a:xfrm>
          <a:prstGeom prst="rect">
            <a:avLst/>
          </a:prstGeom>
          <a:solidFill>
            <a:srgbClr val="50658E"/>
          </a:solidFill>
          <a:ln>
            <a:noFill/>
          </a:ln>
        </p:spPr>
      </p:sp>
      <p:sp>
        <p:nvSpPr>
          <p:cNvPr id="453" name="wm.library-whiteboard.001.020.015"/>
          <p:cNvSpPr/>
          <p:nvPr/>
        </p:nvSpPr>
        <p:spPr>
          <a:xfrm>
            <a:off x="11468100" y="3886200"/>
            <a:ext cx="38100" cy="38100"/>
          </a:xfrm>
          <a:prstGeom prst="rect">
            <a:avLst/>
          </a:prstGeom>
          <a:solidFill>
            <a:srgbClr val="50658E"/>
          </a:solidFill>
          <a:ln>
            <a:noFill/>
          </a:ln>
        </p:spPr>
      </p:sp>
      <p:sp>
        <p:nvSpPr>
          <p:cNvPr id="454" name="wm.library-whiteboard.001.020.016"/>
          <p:cNvSpPr/>
          <p:nvPr/>
        </p:nvSpPr>
        <p:spPr>
          <a:xfrm>
            <a:off x="11468100" y="4114800"/>
            <a:ext cx="38100" cy="38100"/>
          </a:xfrm>
          <a:prstGeom prst="rect">
            <a:avLst/>
          </a:prstGeom>
          <a:solidFill>
            <a:srgbClr val="50658E"/>
          </a:solidFill>
          <a:ln>
            <a:noFill/>
          </a:ln>
        </p:spPr>
      </p:sp>
      <p:sp>
        <p:nvSpPr>
          <p:cNvPr id="455" name="wm.library-whiteboard.001.020.017"/>
          <p:cNvSpPr/>
          <p:nvPr/>
        </p:nvSpPr>
        <p:spPr>
          <a:xfrm>
            <a:off x="11468100" y="4343400"/>
            <a:ext cx="38100" cy="38100"/>
          </a:xfrm>
          <a:prstGeom prst="rect">
            <a:avLst/>
          </a:prstGeom>
          <a:solidFill>
            <a:srgbClr val="50658E"/>
          </a:solidFill>
          <a:ln>
            <a:noFill/>
          </a:ln>
        </p:spPr>
      </p:sp>
      <p:sp>
        <p:nvSpPr>
          <p:cNvPr id="456" name="wm.library-whiteboard.001.020.018"/>
          <p:cNvSpPr/>
          <p:nvPr/>
        </p:nvSpPr>
        <p:spPr>
          <a:xfrm>
            <a:off x="11468100" y="4572000"/>
            <a:ext cx="38100" cy="38100"/>
          </a:xfrm>
          <a:prstGeom prst="rect">
            <a:avLst/>
          </a:prstGeom>
          <a:solidFill>
            <a:srgbClr val="50658E"/>
          </a:solidFill>
          <a:ln>
            <a:noFill/>
          </a:ln>
        </p:spPr>
      </p:sp>
      <p:sp>
        <p:nvSpPr>
          <p:cNvPr id="457" name="wm.library-whiteboard.001.020.019"/>
          <p:cNvSpPr/>
          <p:nvPr/>
        </p:nvSpPr>
        <p:spPr>
          <a:xfrm>
            <a:off x="11468100" y="4800600"/>
            <a:ext cx="38100" cy="38100"/>
          </a:xfrm>
          <a:prstGeom prst="rect">
            <a:avLst/>
          </a:prstGeom>
          <a:solidFill>
            <a:srgbClr val="50658E"/>
          </a:solidFill>
          <a:ln>
            <a:noFill/>
          </a:ln>
        </p:spPr>
      </p:sp>
      <p:sp>
        <p:nvSpPr>
          <p:cNvPr id="458" name="wm.library-whiteboard.001.020.020"/>
          <p:cNvSpPr/>
          <p:nvPr/>
        </p:nvSpPr>
        <p:spPr>
          <a:xfrm>
            <a:off x="11468100" y="5029200"/>
            <a:ext cx="38100" cy="38100"/>
          </a:xfrm>
          <a:prstGeom prst="rect">
            <a:avLst/>
          </a:prstGeom>
          <a:solidFill>
            <a:srgbClr val="50658E"/>
          </a:solidFill>
          <a:ln>
            <a:noFill/>
          </a:ln>
        </p:spPr>
      </p:sp>
      <p:sp>
        <p:nvSpPr>
          <p:cNvPr id="459" name="wm.library-whiteboard.001.020.021"/>
          <p:cNvSpPr/>
          <p:nvPr/>
        </p:nvSpPr>
        <p:spPr>
          <a:xfrm>
            <a:off x="11468100" y="5257800"/>
            <a:ext cx="38100" cy="38100"/>
          </a:xfrm>
          <a:prstGeom prst="rect">
            <a:avLst/>
          </a:prstGeom>
          <a:solidFill>
            <a:srgbClr val="50658E"/>
          </a:solidFill>
          <a:ln>
            <a:noFill/>
          </a:ln>
        </p:spPr>
      </p:sp>
      <p:sp>
        <p:nvSpPr>
          <p:cNvPr id="460" name="wm.library-whiteboard.001.020.022"/>
          <p:cNvSpPr/>
          <p:nvPr/>
        </p:nvSpPr>
        <p:spPr>
          <a:xfrm>
            <a:off x="11468100" y="5486400"/>
            <a:ext cx="38100" cy="38100"/>
          </a:xfrm>
          <a:prstGeom prst="rect">
            <a:avLst/>
          </a:prstGeom>
          <a:solidFill>
            <a:srgbClr val="50658E"/>
          </a:solidFill>
          <a:ln>
            <a:noFill/>
          </a:ln>
        </p:spPr>
      </p:sp>
      <p:sp>
        <p:nvSpPr>
          <p:cNvPr id="461" name="wm.library-whiteboard.001.020.023"/>
          <p:cNvSpPr/>
          <p:nvPr/>
        </p:nvSpPr>
        <p:spPr>
          <a:xfrm>
            <a:off x="11468100" y="5715000"/>
            <a:ext cx="38100" cy="38100"/>
          </a:xfrm>
          <a:prstGeom prst="rect">
            <a:avLst/>
          </a:prstGeom>
          <a:solidFill>
            <a:srgbClr val="50658E"/>
          </a:solidFill>
          <a:ln>
            <a:noFill/>
          </a:ln>
        </p:spPr>
      </p:sp>
      <p:sp>
        <p:nvSpPr>
          <p:cNvPr id="46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33</a:t>
            </a:fld>
            <a:endParaRPr lang="en-US" sz="700" spc="0" kern="0" b="0" i="0" dirty="0">
              <a:solidFill>
                <a:srgbClr val="FFFFFF"/>
              </a:solidFill>
              <a:latin typeface="IBM Plex Mono SemiBold"/>
              <a:ea typeface="IBM Plex Mono SemiBold"/>
              <a:cs typeface="IBM Plex Mono SemiBold"/>
            </a:endParaRPr>
          </a:p>
        </p:txBody>
      </p:sp>
      <p:grpSp>
        <p:nvGrpSpPr>
          <p:cNvPr id="468" name="node01"/>
          <p:cNvGrpSpPr/>
          <p:nvPr/>
        </p:nvGrpSpPr>
        <p:grpSpPr>
          <a:xfrm>
            <a:off x="6438900" y="1600200"/>
            <a:ext cx="3429000" cy="3429000"/>
            <a:chOff x="6438900" y="1600200"/>
            <a:chExt cx="3429000" cy="3429000"/>
          </a:xfrm>
        </p:grpSpPr>
        <p:pic>
          <p:nvPicPr>
            <p:cNvPr id="465" name="node01.image" descr="project:source-image32; canonical SHA256=3778f239f6d32794508911208c8533388b96a93b8d7f6bd6233e2893fa925d10">    </p:cNvPr>
            <p:cNvPicPr>
              <a:picLocks noChangeAspect="1"/>
            </p:cNvPicPr>
            <p:nvPr/>
          </p:nvPicPr>
          <p:blipFill>
            <a:blip r:embed="rId1"/>
            <a:srcRect l="140" r="140" t="0" b="0"/>
            <a:stretch/>
          </p:blipFill>
          <p:spPr>
            <a:xfrm>
              <a:off x="6438900" y="1600200"/>
              <a:ext cx="3429000" cy="3429000"/>
            </a:xfrm>
            <a:prstGeom prst="rect">
              <a:avLst/>
            </a:prstGeom>
          </p:spPr>
        </p:pic>
      </p:grpSp>
      <p:grpSp>
        <p:nvGrpSpPr>
          <p:cNvPr id="469" name="node02"/>
          <p:cNvGrpSpPr/>
          <p:nvPr/>
        </p:nvGrpSpPr>
        <p:grpSpPr>
          <a:xfrm>
            <a:off x="723900" y="2743200"/>
            <a:ext cx="5486400" cy="152400"/>
            <a:chOff x="723900" y="2743200"/>
            <a:chExt cx="5486400" cy="152400"/>
          </a:xfrm>
        </p:grpSpPr>
        <p:sp>
          <p:nvSpPr>
            <p:cNvPr id="466" name="node02.text"/>
            <p:cNvSpPr/>
            <p:nvPr/>
          </p:nvSpPr>
          <p:spPr>
            <a:xfrm>
              <a:off x="723900" y="2743200"/>
              <a:ext cx="54864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IMPLEMENTATION TEMPLATES</a:t>
              </a:r>
              <a:endParaRPr lang="en-US" sz="1000" spc="80" kern="0" b="0" i="0" dirty="0">
                <a:solidFill>
                  <a:srgbClr val="F900D3"/>
                </a:solidFill>
                <a:latin typeface="IBM Plex Mono SemiBold"/>
                <a:ea typeface="IBM Plex Mono SemiBold"/>
                <a:cs typeface="IBM Plex Mono SemiBold"/>
              </a:endParaRPr>
            </a:p>
          </p:txBody>
        </p:sp>
      </p:grpSp>
      <p:grpSp>
        <p:nvGrpSpPr>
          <p:cNvPr id="470" name="node03"/>
          <p:cNvGrpSpPr/>
          <p:nvPr/>
        </p:nvGrpSpPr>
        <p:grpSpPr>
          <a:xfrm>
            <a:off x="723900" y="2971800"/>
            <a:ext cx="5486400" cy="1524000"/>
            <a:chOff x="723900" y="2971800"/>
            <a:chExt cx="5486400" cy="1524000"/>
          </a:xfrm>
        </p:grpSpPr>
        <p:sp>
          <p:nvSpPr>
            <p:cNvPr id="467" name="node03.text"/>
            <p:cNvSpPr/>
            <p:nvPr/>
          </p:nvSpPr>
          <p:spPr>
            <a:xfrm>
              <a:off x="723900" y="2971800"/>
              <a:ext cx="5486400" cy="1524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Briefs, plans and</a:t>
              </a:r>
              <a:endParaRPr lang="en-US" sz="5400" spc="-135" kern="0" b="0" i="0" dirty="0">
                <a:solidFill>
                  <a:srgbClr val="FFFFFF"/>
                </a:solidFill>
                <a:latin typeface="IBM Plex Sans SemiBold"/>
                <a:ea typeface="IBM Plex Sans SemiBold"/>
                <a:cs typeface="IBM Plex Sans SemiBold"/>
              </a:endParaRPr>
            </a:p>
            <a:p>
              <a:pPr algn="l" indent="0" marL="0">
                <a:lnSpc>
                  <a:spcPts val="6000"/>
                </a:lnSpc>
                <a:buNone/>
              </a:pPr>
              <a:r>
                <a:rPr lang="en-US" sz="5400" spc="-135" kern="0" b="0" i="0" dirty="0">
                  <a:solidFill>
                    <a:srgbClr val="FFFFFF"/>
                  </a:solidFill>
                  <a:latin typeface="IBM Plex Sans SemiBold"/>
                  <a:ea typeface="IBM Plex Sans SemiBold"/>
                  <a:cs typeface="IBM Plex Sans SemiBold"/>
                </a:rPr>
                <a:t>working decisions</a:t>
              </a:r>
              <a:endParaRPr lang="en-US" sz="5400" spc="-135"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dxc-03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IMPLEMENTATION TEMPLATES · PROPOSED; VALIDATE THE WORKING PILOTS WITH DXC</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artifacts turn definition into decisions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34</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013200"/>
            <a:chOff x="723900" y="1600200"/>
            <a:chExt cx="10744200" cy="4013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1828800"/>
                  <a:gridCol w="1828800"/>
                  <a:gridCol w="2514600"/>
                  <a:gridCol w="2743200"/>
                  <a:gridCol w="182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ARTIFACT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PDLC STAGE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NAMED DECISION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FIRST PILOT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Opportunity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Identify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leader: worth defining?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 PGB</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PRD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Approve direction and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PRD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Feature brief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 + Eng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Product/Eng/QA: ready to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epic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Technical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Reviewers: ready to execute?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AI spec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 UAT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 Eng; Product UAT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readiness evidence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Recon MVP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 GTM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 Optimize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 + functional leads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Named decider: Go / Revise / Hold / Stop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Recon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dxc-035">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IMPLEMENTATION TEMPLATES · SEQUENTIAL AND PARALLEL WORK</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Artifacts open at a stage and close with a decision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35</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013200"/>
            <a:chOff x="723900" y="1600200"/>
            <a:chExt cx="10744200" cy="4013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685800"/>
                  <a:gridCol w="2438400"/>
                  <a:gridCol w="1676400"/>
                  <a:gridCol w="1600200"/>
                  <a:gridCol w="2514600"/>
                  <a:gridCol w="182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REF</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WORKING ARTIFACT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REVIEWER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PDLC STAGE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NAMED DECISION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CONCORD GATE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Opportunity Brief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leader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Identify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Is the problem worth defining?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Concept/Strategy · G0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Brief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leader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Approve direction and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Design/Viability · G1/G2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Feature Brief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 / QA or Design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Ready to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Design/Viability →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Technical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Engineering + reviewers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Ready to execute?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 · G4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 QA / UAT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Product accepts UAT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evidence supports readiness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Parallel · Beta / Pilot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Initial Release / GTM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Named decision-maker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Define→Optimize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Go, Revise, Hold or Stop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Parallel · G5 launch / G6 review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 assistance today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Human review required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Recon agents; QA uses Claude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Agent is paused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Working rules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Engineering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All six stages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Approve, Revise, Hold or Stop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Link systems; own/date unknowns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dxc-036">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36</a:t>
            </a:fld>
            <a:endParaRPr lang="en-US" sz="700" spc="0" kern="0" b="0" i="0" dirty="0">
              <a:solidFill>
                <a:srgbClr val="070154"/>
              </a:solidFill>
              <a:latin typeface="IBM Plex Mono SemiBold"/>
              <a:ea typeface="IBM Plex Mono SemiBold"/>
              <a:cs typeface="IBM Plex Mono SemiBold"/>
            </a:endParaRPr>
          </a:p>
        </p:txBody>
      </p:sp>
      <p:grpSp>
        <p:nvGrpSpPr>
          <p:cNvPr id="12" name="ownership"/>
          <p:cNvGrpSpPr/>
          <p:nvPr/>
        </p:nvGrpSpPr>
        <p:grpSpPr>
          <a:xfrm>
            <a:off x="723900" y="2057400"/>
            <a:ext cx="10744200" cy="3213100"/>
            <a:chOff x="723900" y="2057400"/>
            <a:chExt cx="10744200" cy="3213100"/>
          </a:xfrm>
        </p:grpSpPr>
        <p:graphicFrame>
          <p:nvGraphicFramePr>
            <p:cNvPr id="5" name="ownership.native"/>
            <p:cNvGraphicFramePr>
              <a:graphicFrameLocks noGrp="1"/>
            </p:cNvGraphicFramePr>
            <p:nvPr>
              <p:extLst>
                <p:ext uri="{D42A27DB-BD31-4B8C-83A1-F6EECF244321}">
                  <p14:modId xmlns:p14="http://schemas.microsoft.com/office/powerpoint/2010/main" val="1579011935"/>
                </p:ext>
              </p:extLst>
            </p:nvPr>
          </p:nvGraphicFramePr>
          <p:xfrm>
            <a:off x="723900" y="2057400"/>
            <a:ext cx="10744200" cy="3213100"/>
          </p:xfrm>
          <a:graphic>
            <a:graphicData uri="http://schemas.openxmlformats.org/drawingml/2006/table">
              <a:tbl>
                <a:tblPr/>
                <a:tblGrid>
                  <a:gridCol w="2971800"/>
                  <a:gridCol w="1295400"/>
                  <a:gridCol w="1295400"/>
                  <a:gridCol w="1295400"/>
                  <a:gridCol w="1295400"/>
                  <a:gridCol w="1295400"/>
                  <a:gridCol w="1295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ROLE / STAKEHOLDER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OPPORTUNITY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PRODUCT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FEATURE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TECHNICAL PLAN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QA / UAT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RELEASE / GTM</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Manager / Product Lead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Business / Initiative Sponsor</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Owner / Delivery Lead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UX / Design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Engineering Lead / Architect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QA / UAT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Release / Operations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Sales / Customer Success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Leadership</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3" name="legend"/>
          <p:cNvGrpSpPr/>
          <p:nvPr/>
        </p:nvGrpSpPr>
        <p:grpSpPr>
          <a:xfrm>
            <a:off x="723900" y="1600200"/>
            <a:ext cx="10744200" cy="304800"/>
            <a:chOff x="723900" y="1600200"/>
            <a:chExt cx="10744200" cy="304800"/>
          </a:xfrm>
        </p:grpSpPr>
        <p:sp>
          <p:nvSpPr>
            <p:cNvPr id="6" name="legend.text"/>
            <p:cNvSpPr/>
            <p:nvPr/>
          </p:nvSpPr>
          <p:spPr>
            <a:xfrm>
              <a:off x="723900" y="1600200"/>
              <a:ext cx="107442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L · Lead   C · Contribute   A · Approve</a:t>
              </a:r>
              <a:endParaRPr lang="en-US" sz="1200" spc="0" kern="0" b="0" i="0" dirty="0">
                <a:solidFill>
                  <a:srgbClr val="0047FF"/>
                </a:solidFill>
                <a:latin typeface="IBM Plex Sans"/>
                <a:ea typeface="IBM Plex Sans"/>
                <a:cs typeface="IBM Plex Sans"/>
              </a:endParaRPr>
            </a:p>
          </p:txBody>
        </p:sp>
      </p:grpSp>
      <p:grpSp>
        <p:nvGrpSpPr>
          <p:cNvPr id="14" name="readiness"/>
          <p:cNvGrpSpPr/>
          <p:nvPr/>
        </p:nvGrpSpPr>
        <p:grpSpPr>
          <a:xfrm>
            <a:off x="723900" y="5410200"/>
            <a:ext cx="10744200" cy="533400"/>
            <a:chOff x="723900" y="5410200"/>
            <a:chExt cx="10744200" cy="533400"/>
          </a:xfrm>
        </p:grpSpPr>
        <p:sp>
          <p:nvSpPr>
            <p:cNvPr id="7" name="readiness.surface"/>
            <p:cNvSpPr/>
            <p:nvPr/>
          </p:nvSpPr>
          <p:spPr>
            <a:xfrm>
              <a:off x="723900" y="5410200"/>
              <a:ext cx="10744200" cy="533400"/>
            </a:xfrm>
            <a:prstGeom prst="rect">
              <a:avLst/>
            </a:prstGeom>
            <a:solidFill>
              <a:srgbClr val="E8EEF8"/>
            </a:solidFill>
            <a:ln>
              <a:noFill/>
            </a:ln>
          </p:spPr>
        </p:sp>
        <p:sp>
          <p:nvSpPr>
            <p:cNvPr id="8" name="readiness.text"/>
            <p:cNvSpPr/>
            <p:nvPr/>
          </p:nvSpPr>
          <p:spPr>
            <a:xfrm>
              <a:off x="876300" y="54483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coordinates the artifact; contributors shape it; approvers decide readiness. Use these templates as decision points in the work, not documents completed after the fact.</a:t>
              </a:r>
              <a:endParaRPr lang="en-US" sz="1200" spc="0" kern="0" b="0" i="0" dirty="0">
                <a:solidFill>
                  <a:srgbClr val="070154"/>
                </a:solidFill>
                <a:latin typeface="IBM Plex Sans"/>
                <a:ea typeface="IBM Plex Sans"/>
                <a:cs typeface="IBM Plex Sans"/>
              </a:endParaRPr>
            </a:p>
          </p:txBody>
        </p:sp>
      </p:grpSp>
      <p:grpSp>
        <p:nvGrpSpPr>
          <p:cNvPr id="15" name="authored-header"/>
          <p:cNvGrpSpPr/>
          <p:nvPr/>
        </p:nvGrpSpPr>
        <p:grpSpPr>
          <a:xfrm>
            <a:off x="723900" y="685800"/>
            <a:ext cx="9372600" cy="914400"/>
            <a:chOff x="723900" y="685800"/>
            <a:chExt cx="9372600" cy="914400"/>
          </a:xfrm>
        </p:grpSpPr>
        <p:sp>
          <p:nvSpPr>
            <p:cNvPr id="9"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Artifact ownership matrix</a:t>
              </a:r>
              <a:endParaRPr lang="en-US" sz="3200" spc="-64" kern="0" b="0" i="0" dirty="0">
                <a:solidFill>
                  <a:srgbClr val="070154"/>
                </a:solidFill>
                <a:latin typeface="IBM Plex Sans SemiBold"/>
                <a:ea typeface="IBM Plex Sans SemiBold"/>
                <a:cs typeface="IBM Plex Sans SemiBold"/>
              </a:endParaRPr>
            </a:p>
          </p:txBody>
        </p:sp>
      </p:grpSp>
      <p:grpSp>
        <p:nvGrpSpPr>
          <p:cNvPr id="16" name="authored-eyebrow"/>
          <p:cNvGrpSpPr/>
          <p:nvPr/>
        </p:nvGrpSpPr>
        <p:grpSpPr>
          <a:xfrm>
            <a:off x="723900" y="457200"/>
            <a:ext cx="9372600" cy="228600"/>
            <a:chOff x="723900" y="457200"/>
            <a:chExt cx="9372600" cy="228600"/>
          </a:xfrm>
        </p:grpSpPr>
        <p:sp>
          <p:nvSpPr>
            <p:cNvPr id="10"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RECOMMENDED ROLE MODEL</a:t>
              </a:r>
              <a:endParaRPr lang="en-US" sz="1000" spc="80" kern="0" b="0" i="0" dirty="0">
                <a:solidFill>
                  <a:srgbClr val="0047FF"/>
                </a:solidFill>
                <a:latin typeface="IBM Plex Mono SemiBold"/>
                <a:ea typeface="IBM Plex Mono SemiBold"/>
                <a:cs typeface="IBM Plex Mono SemiBold"/>
              </a:endParaRPr>
            </a:p>
          </p:txBody>
        </p:sp>
      </p:grpSp>
      <p:grpSp>
        <p:nvGrpSpPr>
          <p:cNvPr id="17" name="client-brand"/>
          <p:cNvGrpSpPr/>
          <p:nvPr/>
        </p:nvGrpSpPr>
        <p:grpSpPr>
          <a:xfrm>
            <a:off x="10382250" y="457200"/>
            <a:ext cx="1028700" cy="457200"/>
            <a:chOff x="10382250" y="457200"/>
            <a:chExt cx="1028700" cy="457200"/>
          </a:xfrm>
        </p:grpSpPr>
        <p:pic>
          <p:nvPicPr>
            <p:cNvPr id="11"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dxc-037">
    <p:spTree>
      <p:nvGrpSpPr>
        <p:cNvPr id="1" name=""/>
        <p:cNvGrpSpPr/>
        <p:nvPr/>
      </p:nvGrpSpPr>
      <p:grpSpPr>
        <a:xfrm>
          <a:off x="0" y="0"/>
          <a:ext cx="0" cy="0"/>
          <a:chOff x="0" y="0"/>
          <a:chExt cx="0" cy="0"/>
        </a:xfrm>
      </p:grpSpPr>
      <p:sp>
        <p:nvSpPr>
          <p:cNvPr id="2" name="wm.library-whiteboard.001.001.001"/>
          <p:cNvSpPr/>
          <p:nvPr/>
        </p:nvSpPr>
        <p:spPr>
          <a:xfrm>
            <a:off x="7353300" y="914400"/>
            <a:ext cx="38100" cy="38100"/>
          </a:xfrm>
          <a:prstGeom prst="rect">
            <a:avLst/>
          </a:prstGeom>
          <a:solidFill>
            <a:srgbClr val="CED7E6"/>
          </a:solidFill>
          <a:ln>
            <a:noFill/>
          </a:ln>
        </p:spPr>
      </p:sp>
      <p:sp>
        <p:nvSpPr>
          <p:cNvPr id="3" name="wm.library-whiteboard.001.001.002"/>
          <p:cNvSpPr/>
          <p:nvPr/>
        </p:nvSpPr>
        <p:spPr>
          <a:xfrm>
            <a:off x="7353300" y="1143000"/>
            <a:ext cx="38100" cy="38100"/>
          </a:xfrm>
          <a:prstGeom prst="rect">
            <a:avLst/>
          </a:prstGeom>
          <a:solidFill>
            <a:srgbClr val="CED7E6"/>
          </a:solidFill>
          <a:ln>
            <a:noFill/>
          </a:ln>
        </p:spPr>
      </p:sp>
      <p:sp>
        <p:nvSpPr>
          <p:cNvPr id="4" name="wm.library-whiteboard.001.001.003"/>
          <p:cNvSpPr/>
          <p:nvPr/>
        </p:nvSpPr>
        <p:spPr>
          <a:xfrm>
            <a:off x="7353300" y="1371600"/>
            <a:ext cx="38100" cy="38100"/>
          </a:xfrm>
          <a:prstGeom prst="rect">
            <a:avLst/>
          </a:prstGeom>
          <a:solidFill>
            <a:srgbClr val="CED7E6"/>
          </a:solidFill>
          <a:ln>
            <a:noFill/>
          </a:ln>
        </p:spPr>
      </p:sp>
      <p:sp>
        <p:nvSpPr>
          <p:cNvPr id="5" name="wm.library-whiteboard.001.002.001"/>
          <p:cNvSpPr/>
          <p:nvPr/>
        </p:nvSpPr>
        <p:spPr>
          <a:xfrm>
            <a:off x="7581900" y="914400"/>
            <a:ext cx="38100" cy="38100"/>
          </a:xfrm>
          <a:prstGeom prst="rect">
            <a:avLst/>
          </a:prstGeom>
          <a:solidFill>
            <a:srgbClr val="CED7E6"/>
          </a:solidFill>
          <a:ln>
            <a:noFill/>
          </a:ln>
        </p:spPr>
      </p:sp>
      <p:sp>
        <p:nvSpPr>
          <p:cNvPr id="6" name="wm.library-whiteboard.001.002.002"/>
          <p:cNvSpPr/>
          <p:nvPr/>
        </p:nvSpPr>
        <p:spPr>
          <a:xfrm>
            <a:off x="7581900" y="1143000"/>
            <a:ext cx="38100" cy="38100"/>
          </a:xfrm>
          <a:prstGeom prst="rect">
            <a:avLst/>
          </a:prstGeom>
          <a:solidFill>
            <a:srgbClr val="CED7E6"/>
          </a:solidFill>
          <a:ln>
            <a:noFill/>
          </a:ln>
        </p:spPr>
      </p:sp>
      <p:sp>
        <p:nvSpPr>
          <p:cNvPr id="7" name="wm.library-whiteboard.001.002.003"/>
          <p:cNvSpPr/>
          <p:nvPr/>
        </p:nvSpPr>
        <p:spPr>
          <a:xfrm>
            <a:off x="7581900" y="1371600"/>
            <a:ext cx="38100" cy="38100"/>
          </a:xfrm>
          <a:prstGeom prst="rect">
            <a:avLst/>
          </a:prstGeom>
          <a:solidFill>
            <a:srgbClr val="CED7E6"/>
          </a:solidFill>
          <a:ln>
            <a:noFill/>
          </a:ln>
        </p:spPr>
      </p:sp>
      <p:sp>
        <p:nvSpPr>
          <p:cNvPr id="8" name="wm.library-whiteboard.001.003.001"/>
          <p:cNvSpPr/>
          <p:nvPr/>
        </p:nvSpPr>
        <p:spPr>
          <a:xfrm>
            <a:off x="7810500" y="914400"/>
            <a:ext cx="38100" cy="38100"/>
          </a:xfrm>
          <a:prstGeom prst="rect">
            <a:avLst/>
          </a:prstGeom>
          <a:solidFill>
            <a:srgbClr val="CED7E6"/>
          </a:solidFill>
          <a:ln>
            <a:noFill/>
          </a:ln>
        </p:spPr>
      </p:sp>
      <p:sp>
        <p:nvSpPr>
          <p:cNvPr id="9" name="wm.library-whiteboard.001.003.002"/>
          <p:cNvSpPr/>
          <p:nvPr/>
        </p:nvSpPr>
        <p:spPr>
          <a:xfrm>
            <a:off x="7810500" y="1143000"/>
            <a:ext cx="38100" cy="38100"/>
          </a:xfrm>
          <a:prstGeom prst="rect">
            <a:avLst/>
          </a:prstGeom>
          <a:solidFill>
            <a:srgbClr val="CED7E6"/>
          </a:solidFill>
          <a:ln>
            <a:noFill/>
          </a:ln>
        </p:spPr>
      </p:sp>
      <p:sp>
        <p:nvSpPr>
          <p:cNvPr id="10" name="wm.library-whiteboard.001.003.003"/>
          <p:cNvSpPr/>
          <p:nvPr/>
        </p:nvSpPr>
        <p:spPr>
          <a:xfrm>
            <a:off x="7810500" y="1371600"/>
            <a:ext cx="38100" cy="38100"/>
          </a:xfrm>
          <a:prstGeom prst="rect">
            <a:avLst/>
          </a:prstGeom>
          <a:solidFill>
            <a:srgbClr val="CED7E6"/>
          </a:solidFill>
          <a:ln>
            <a:noFill/>
          </a:ln>
        </p:spPr>
      </p:sp>
      <p:sp>
        <p:nvSpPr>
          <p:cNvPr id="11" name="wm.library-whiteboard.001.004.001"/>
          <p:cNvSpPr/>
          <p:nvPr/>
        </p:nvSpPr>
        <p:spPr>
          <a:xfrm>
            <a:off x="8039100" y="914400"/>
            <a:ext cx="38100" cy="38100"/>
          </a:xfrm>
          <a:prstGeom prst="rect">
            <a:avLst/>
          </a:prstGeom>
          <a:solidFill>
            <a:srgbClr val="CED7E6"/>
          </a:solidFill>
          <a:ln>
            <a:noFill/>
          </a:ln>
        </p:spPr>
      </p:sp>
      <p:sp>
        <p:nvSpPr>
          <p:cNvPr id="12" name="wm.library-whiteboard.001.004.002"/>
          <p:cNvSpPr/>
          <p:nvPr/>
        </p:nvSpPr>
        <p:spPr>
          <a:xfrm>
            <a:off x="8039100" y="1143000"/>
            <a:ext cx="38100" cy="38100"/>
          </a:xfrm>
          <a:prstGeom prst="rect">
            <a:avLst/>
          </a:prstGeom>
          <a:solidFill>
            <a:srgbClr val="CED7E6"/>
          </a:solidFill>
          <a:ln>
            <a:noFill/>
          </a:ln>
        </p:spPr>
      </p:sp>
      <p:sp>
        <p:nvSpPr>
          <p:cNvPr id="13" name="wm.library-whiteboard.001.004.003"/>
          <p:cNvSpPr/>
          <p:nvPr/>
        </p:nvSpPr>
        <p:spPr>
          <a:xfrm>
            <a:off x="8039100" y="1371600"/>
            <a:ext cx="38100" cy="38100"/>
          </a:xfrm>
          <a:prstGeom prst="rect">
            <a:avLst/>
          </a:prstGeom>
          <a:solidFill>
            <a:srgbClr val="CED7E6"/>
          </a:solidFill>
          <a:ln>
            <a:noFill/>
          </a:ln>
        </p:spPr>
      </p:sp>
      <p:sp>
        <p:nvSpPr>
          <p:cNvPr id="14" name="wm.library-whiteboard.001.005.001"/>
          <p:cNvSpPr/>
          <p:nvPr/>
        </p:nvSpPr>
        <p:spPr>
          <a:xfrm>
            <a:off x="8267700" y="914400"/>
            <a:ext cx="38100" cy="38100"/>
          </a:xfrm>
          <a:prstGeom prst="rect">
            <a:avLst/>
          </a:prstGeom>
          <a:solidFill>
            <a:srgbClr val="CED7E6"/>
          </a:solidFill>
          <a:ln>
            <a:noFill/>
          </a:ln>
        </p:spPr>
      </p:sp>
      <p:sp>
        <p:nvSpPr>
          <p:cNvPr id="15" name="wm.library-whiteboard.001.005.002"/>
          <p:cNvSpPr/>
          <p:nvPr/>
        </p:nvSpPr>
        <p:spPr>
          <a:xfrm>
            <a:off x="8267700" y="1143000"/>
            <a:ext cx="38100" cy="38100"/>
          </a:xfrm>
          <a:prstGeom prst="rect">
            <a:avLst/>
          </a:prstGeom>
          <a:solidFill>
            <a:srgbClr val="CED7E6"/>
          </a:solidFill>
          <a:ln>
            <a:noFill/>
          </a:ln>
        </p:spPr>
      </p:sp>
      <p:sp>
        <p:nvSpPr>
          <p:cNvPr id="16" name="wm.library-whiteboard.001.005.003"/>
          <p:cNvSpPr/>
          <p:nvPr/>
        </p:nvSpPr>
        <p:spPr>
          <a:xfrm>
            <a:off x="8267700" y="1371600"/>
            <a:ext cx="38100" cy="38100"/>
          </a:xfrm>
          <a:prstGeom prst="rect">
            <a:avLst/>
          </a:prstGeom>
          <a:solidFill>
            <a:srgbClr val="CED7E6"/>
          </a:solidFill>
          <a:ln>
            <a:noFill/>
          </a:ln>
        </p:spPr>
      </p:sp>
      <p:sp>
        <p:nvSpPr>
          <p:cNvPr id="17" name="wm.library-whiteboard.001.006.001"/>
          <p:cNvSpPr/>
          <p:nvPr/>
        </p:nvSpPr>
        <p:spPr>
          <a:xfrm>
            <a:off x="8496300" y="914400"/>
            <a:ext cx="38100" cy="38100"/>
          </a:xfrm>
          <a:prstGeom prst="rect">
            <a:avLst/>
          </a:prstGeom>
          <a:solidFill>
            <a:srgbClr val="CED7E6"/>
          </a:solidFill>
          <a:ln>
            <a:noFill/>
          </a:ln>
        </p:spPr>
      </p:sp>
      <p:sp>
        <p:nvSpPr>
          <p:cNvPr id="18" name="wm.library-whiteboard.001.006.002"/>
          <p:cNvSpPr/>
          <p:nvPr/>
        </p:nvSpPr>
        <p:spPr>
          <a:xfrm>
            <a:off x="8496300" y="1143000"/>
            <a:ext cx="38100" cy="38100"/>
          </a:xfrm>
          <a:prstGeom prst="rect">
            <a:avLst/>
          </a:prstGeom>
          <a:solidFill>
            <a:srgbClr val="CED7E6"/>
          </a:solidFill>
          <a:ln>
            <a:noFill/>
          </a:ln>
        </p:spPr>
      </p:sp>
      <p:sp>
        <p:nvSpPr>
          <p:cNvPr id="19" name="wm.library-whiteboard.001.006.003"/>
          <p:cNvSpPr/>
          <p:nvPr/>
        </p:nvSpPr>
        <p:spPr>
          <a:xfrm>
            <a:off x="8496300" y="1371600"/>
            <a:ext cx="38100" cy="38100"/>
          </a:xfrm>
          <a:prstGeom prst="rect">
            <a:avLst/>
          </a:prstGeom>
          <a:solidFill>
            <a:srgbClr val="CED7E6"/>
          </a:solidFill>
          <a:ln>
            <a:noFill/>
          </a:ln>
        </p:spPr>
      </p:sp>
      <p:sp>
        <p:nvSpPr>
          <p:cNvPr id="20" name="wm.library-whiteboard.001.007.001"/>
          <p:cNvSpPr/>
          <p:nvPr/>
        </p:nvSpPr>
        <p:spPr>
          <a:xfrm>
            <a:off x="8724900" y="914400"/>
            <a:ext cx="38100" cy="38100"/>
          </a:xfrm>
          <a:prstGeom prst="rect">
            <a:avLst/>
          </a:prstGeom>
          <a:solidFill>
            <a:srgbClr val="CED7E6"/>
          </a:solidFill>
          <a:ln>
            <a:noFill/>
          </a:ln>
        </p:spPr>
      </p:sp>
      <p:sp>
        <p:nvSpPr>
          <p:cNvPr id="21" name="wm.library-whiteboard.001.007.002"/>
          <p:cNvSpPr/>
          <p:nvPr/>
        </p:nvSpPr>
        <p:spPr>
          <a:xfrm>
            <a:off x="8724900" y="1143000"/>
            <a:ext cx="38100" cy="38100"/>
          </a:xfrm>
          <a:prstGeom prst="rect">
            <a:avLst/>
          </a:prstGeom>
          <a:solidFill>
            <a:srgbClr val="CED7E6"/>
          </a:solidFill>
          <a:ln>
            <a:noFill/>
          </a:ln>
        </p:spPr>
      </p:sp>
      <p:sp>
        <p:nvSpPr>
          <p:cNvPr id="22" name="wm.library-whiteboard.001.007.003"/>
          <p:cNvSpPr/>
          <p:nvPr/>
        </p:nvSpPr>
        <p:spPr>
          <a:xfrm>
            <a:off x="8724900" y="1371600"/>
            <a:ext cx="38100" cy="38100"/>
          </a:xfrm>
          <a:prstGeom prst="rect">
            <a:avLst/>
          </a:prstGeom>
          <a:solidFill>
            <a:srgbClr val="CED7E6"/>
          </a:solidFill>
          <a:ln>
            <a:noFill/>
          </a:ln>
        </p:spPr>
      </p:sp>
      <p:sp>
        <p:nvSpPr>
          <p:cNvPr id="23" name="wm.library-whiteboard.001.008.001"/>
          <p:cNvSpPr/>
          <p:nvPr/>
        </p:nvSpPr>
        <p:spPr>
          <a:xfrm>
            <a:off x="8953500" y="914400"/>
            <a:ext cx="38100" cy="38100"/>
          </a:xfrm>
          <a:prstGeom prst="rect">
            <a:avLst/>
          </a:prstGeom>
          <a:solidFill>
            <a:srgbClr val="CED7E6"/>
          </a:solidFill>
          <a:ln>
            <a:noFill/>
          </a:ln>
        </p:spPr>
      </p:sp>
      <p:sp>
        <p:nvSpPr>
          <p:cNvPr id="24" name="wm.library-whiteboard.001.008.002"/>
          <p:cNvSpPr/>
          <p:nvPr/>
        </p:nvSpPr>
        <p:spPr>
          <a:xfrm>
            <a:off x="8953500" y="1143000"/>
            <a:ext cx="38100" cy="38100"/>
          </a:xfrm>
          <a:prstGeom prst="rect">
            <a:avLst/>
          </a:prstGeom>
          <a:solidFill>
            <a:srgbClr val="CED7E6"/>
          </a:solidFill>
          <a:ln>
            <a:noFill/>
          </a:ln>
        </p:spPr>
      </p:sp>
      <p:sp>
        <p:nvSpPr>
          <p:cNvPr id="25" name="wm.library-whiteboard.001.008.003"/>
          <p:cNvSpPr/>
          <p:nvPr/>
        </p:nvSpPr>
        <p:spPr>
          <a:xfrm>
            <a:off x="8953500" y="1371600"/>
            <a:ext cx="38100" cy="38100"/>
          </a:xfrm>
          <a:prstGeom prst="rect">
            <a:avLst/>
          </a:prstGeom>
          <a:solidFill>
            <a:srgbClr val="CED7E6"/>
          </a:solidFill>
          <a:ln>
            <a:noFill/>
          </a:ln>
        </p:spPr>
      </p:sp>
      <p:sp>
        <p:nvSpPr>
          <p:cNvPr id="26" name="wm.library-whiteboard.001.009.001"/>
          <p:cNvSpPr/>
          <p:nvPr/>
        </p:nvSpPr>
        <p:spPr>
          <a:xfrm>
            <a:off x="9182100" y="914400"/>
            <a:ext cx="38100" cy="38100"/>
          </a:xfrm>
          <a:prstGeom prst="rect">
            <a:avLst/>
          </a:prstGeom>
          <a:solidFill>
            <a:srgbClr val="CED7E6"/>
          </a:solidFill>
          <a:ln>
            <a:noFill/>
          </a:ln>
        </p:spPr>
      </p:sp>
      <p:sp>
        <p:nvSpPr>
          <p:cNvPr id="27" name="wm.library-whiteboard.001.009.002"/>
          <p:cNvSpPr/>
          <p:nvPr/>
        </p:nvSpPr>
        <p:spPr>
          <a:xfrm>
            <a:off x="9182100" y="1143000"/>
            <a:ext cx="38100" cy="38100"/>
          </a:xfrm>
          <a:prstGeom prst="rect">
            <a:avLst/>
          </a:prstGeom>
          <a:solidFill>
            <a:srgbClr val="CED7E6"/>
          </a:solidFill>
          <a:ln>
            <a:noFill/>
          </a:ln>
        </p:spPr>
      </p:sp>
      <p:sp>
        <p:nvSpPr>
          <p:cNvPr id="28" name="wm.library-whiteboard.001.009.003"/>
          <p:cNvSpPr/>
          <p:nvPr/>
        </p:nvSpPr>
        <p:spPr>
          <a:xfrm>
            <a:off x="9182100" y="1371600"/>
            <a:ext cx="38100" cy="38100"/>
          </a:xfrm>
          <a:prstGeom prst="rect">
            <a:avLst/>
          </a:prstGeom>
          <a:solidFill>
            <a:srgbClr val="CED7E6"/>
          </a:solidFill>
          <a:ln>
            <a:noFill/>
          </a:ln>
        </p:spPr>
      </p:sp>
      <p:sp>
        <p:nvSpPr>
          <p:cNvPr id="29" name="wm.library-whiteboard.001.010.001"/>
          <p:cNvSpPr/>
          <p:nvPr/>
        </p:nvSpPr>
        <p:spPr>
          <a:xfrm>
            <a:off x="9410700" y="914400"/>
            <a:ext cx="38100" cy="38100"/>
          </a:xfrm>
          <a:prstGeom prst="rect">
            <a:avLst/>
          </a:prstGeom>
          <a:solidFill>
            <a:srgbClr val="CED7E6"/>
          </a:solidFill>
          <a:ln>
            <a:noFill/>
          </a:ln>
        </p:spPr>
      </p:sp>
      <p:sp>
        <p:nvSpPr>
          <p:cNvPr id="30" name="wm.library-whiteboard.001.010.002"/>
          <p:cNvSpPr/>
          <p:nvPr/>
        </p:nvSpPr>
        <p:spPr>
          <a:xfrm>
            <a:off x="9410700" y="1143000"/>
            <a:ext cx="38100" cy="38100"/>
          </a:xfrm>
          <a:prstGeom prst="rect">
            <a:avLst/>
          </a:prstGeom>
          <a:solidFill>
            <a:srgbClr val="CED7E6"/>
          </a:solidFill>
          <a:ln>
            <a:noFill/>
          </a:ln>
        </p:spPr>
      </p:sp>
      <p:sp>
        <p:nvSpPr>
          <p:cNvPr id="31" name="wm.library-whiteboard.001.010.003"/>
          <p:cNvSpPr/>
          <p:nvPr/>
        </p:nvSpPr>
        <p:spPr>
          <a:xfrm>
            <a:off x="9410700" y="1371600"/>
            <a:ext cx="38100" cy="38100"/>
          </a:xfrm>
          <a:prstGeom prst="rect">
            <a:avLst/>
          </a:prstGeom>
          <a:solidFill>
            <a:srgbClr val="CED7E6"/>
          </a:solidFill>
          <a:ln>
            <a:noFill/>
          </a:ln>
        </p:spPr>
      </p:sp>
      <p:sp>
        <p:nvSpPr>
          <p:cNvPr id="32" name="wm.library-whiteboard.001.011.001"/>
          <p:cNvSpPr/>
          <p:nvPr/>
        </p:nvSpPr>
        <p:spPr>
          <a:xfrm>
            <a:off x="9639300" y="914400"/>
            <a:ext cx="38100" cy="38100"/>
          </a:xfrm>
          <a:prstGeom prst="rect">
            <a:avLst/>
          </a:prstGeom>
          <a:solidFill>
            <a:srgbClr val="CED7E6"/>
          </a:solidFill>
          <a:ln>
            <a:noFill/>
          </a:ln>
        </p:spPr>
      </p:sp>
      <p:sp>
        <p:nvSpPr>
          <p:cNvPr id="33" name="wm.library-whiteboard.001.011.002"/>
          <p:cNvSpPr/>
          <p:nvPr/>
        </p:nvSpPr>
        <p:spPr>
          <a:xfrm>
            <a:off x="9639300" y="1143000"/>
            <a:ext cx="38100" cy="38100"/>
          </a:xfrm>
          <a:prstGeom prst="rect">
            <a:avLst/>
          </a:prstGeom>
          <a:solidFill>
            <a:srgbClr val="CED7E6"/>
          </a:solidFill>
          <a:ln>
            <a:noFill/>
          </a:ln>
        </p:spPr>
      </p:sp>
      <p:sp>
        <p:nvSpPr>
          <p:cNvPr id="34" name="wm.library-whiteboard.001.011.003"/>
          <p:cNvSpPr/>
          <p:nvPr/>
        </p:nvSpPr>
        <p:spPr>
          <a:xfrm>
            <a:off x="9639300" y="1371600"/>
            <a:ext cx="38100" cy="38100"/>
          </a:xfrm>
          <a:prstGeom prst="rect">
            <a:avLst/>
          </a:prstGeom>
          <a:solidFill>
            <a:srgbClr val="CED7E6"/>
          </a:solidFill>
          <a:ln>
            <a:noFill/>
          </a:ln>
        </p:spPr>
      </p:sp>
      <p:sp>
        <p:nvSpPr>
          <p:cNvPr id="35" name="wm.library-whiteboard.001.012.001"/>
          <p:cNvSpPr/>
          <p:nvPr/>
        </p:nvSpPr>
        <p:spPr>
          <a:xfrm>
            <a:off x="9867900" y="914400"/>
            <a:ext cx="38100" cy="38100"/>
          </a:xfrm>
          <a:prstGeom prst="rect">
            <a:avLst/>
          </a:prstGeom>
          <a:solidFill>
            <a:srgbClr val="CED7E6"/>
          </a:solidFill>
          <a:ln>
            <a:noFill/>
          </a:ln>
        </p:spPr>
      </p:sp>
      <p:sp>
        <p:nvSpPr>
          <p:cNvPr id="36" name="wm.library-whiteboard.001.012.002"/>
          <p:cNvSpPr/>
          <p:nvPr/>
        </p:nvSpPr>
        <p:spPr>
          <a:xfrm>
            <a:off x="9867900" y="1143000"/>
            <a:ext cx="38100" cy="38100"/>
          </a:xfrm>
          <a:prstGeom prst="rect">
            <a:avLst/>
          </a:prstGeom>
          <a:solidFill>
            <a:srgbClr val="CED7E6"/>
          </a:solidFill>
          <a:ln>
            <a:noFill/>
          </a:ln>
        </p:spPr>
      </p:sp>
      <p:sp>
        <p:nvSpPr>
          <p:cNvPr id="37" name="wm.library-whiteboard.001.012.003"/>
          <p:cNvSpPr/>
          <p:nvPr/>
        </p:nvSpPr>
        <p:spPr>
          <a:xfrm>
            <a:off x="9867900" y="1371600"/>
            <a:ext cx="38100" cy="38100"/>
          </a:xfrm>
          <a:prstGeom prst="rect">
            <a:avLst/>
          </a:prstGeom>
          <a:solidFill>
            <a:srgbClr val="CED7E6"/>
          </a:solidFill>
          <a:ln>
            <a:noFill/>
          </a:ln>
        </p:spPr>
      </p:sp>
      <p:sp>
        <p:nvSpPr>
          <p:cNvPr id="38" name="wm.library-whiteboard.001.013.001"/>
          <p:cNvSpPr/>
          <p:nvPr/>
        </p:nvSpPr>
        <p:spPr>
          <a:xfrm>
            <a:off x="10096500" y="914400"/>
            <a:ext cx="38100" cy="38100"/>
          </a:xfrm>
          <a:prstGeom prst="rect">
            <a:avLst/>
          </a:prstGeom>
          <a:solidFill>
            <a:srgbClr val="CED7E6"/>
          </a:solidFill>
          <a:ln>
            <a:noFill/>
          </a:ln>
        </p:spPr>
      </p:sp>
      <p:sp>
        <p:nvSpPr>
          <p:cNvPr id="39" name="wm.library-whiteboard.001.013.002"/>
          <p:cNvSpPr/>
          <p:nvPr/>
        </p:nvSpPr>
        <p:spPr>
          <a:xfrm>
            <a:off x="10096500" y="1143000"/>
            <a:ext cx="38100" cy="38100"/>
          </a:xfrm>
          <a:prstGeom prst="rect">
            <a:avLst/>
          </a:prstGeom>
          <a:solidFill>
            <a:srgbClr val="CED7E6"/>
          </a:solidFill>
          <a:ln>
            <a:noFill/>
          </a:ln>
        </p:spPr>
      </p:sp>
      <p:sp>
        <p:nvSpPr>
          <p:cNvPr id="40" name="wm.library-whiteboard.001.013.003"/>
          <p:cNvSpPr/>
          <p:nvPr/>
        </p:nvSpPr>
        <p:spPr>
          <a:xfrm>
            <a:off x="10096500" y="1371600"/>
            <a:ext cx="38100" cy="38100"/>
          </a:xfrm>
          <a:prstGeom prst="rect">
            <a:avLst/>
          </a:prstGeom>
          <a:solidFill>
            <a:srgbClr val="CED7E6"/>
          </a:solidFill>
          <a:ln>
            <a:noFill/>
          </a:ln>
        </p:spPr>
      </p:sp>
      <p:sp>
        <p:nvSpPr>
          <p:cNvPr id="41" name="wm.library-whiteboard.001.014.001"/>
          <p:cNvSpPr/>
          <p:nvPr/>
        </p:nvSpPr>
        <p:spPr>
          <a:xfrm>
            <a:off x="10325100" y="914400"/>
            <a:ext cx="38100" cy="38100"/>
          </a:xfrm>
          <a:prstGeom prst="rect">
            <a:avLst/>
          </a:prstGeom>
          <a:solidFill>
            <a:srgbClr val="CED7E6"/>
          </a:solidFill>
          <a:ln>
            <a:noFill/>
          </a:ln>
        </p:spPr>
      </p:sp>
      <p:sp>
        <p:nvSpPr>
          <p:cNvPr id="42" name="wm.library-whiteboard.001.014.002"/>
          <p:cNvSpPr/>
          <p:nvPr/>
        </p:nvSpPr>
        <p:spPr>
          <a:xfrm>
            <a:off x="10325100" y="1143000"/>
            <a:ext cx="38100" cy="38100"/>
          </a:xfrm>
          <a:prstGeom prst="rect">
            <a:avLst/>
          </a:prstGeom>
          <a:solidFill>
            <a:srgbClr val="CED7E6"/>
          </a:solidFill>
          <a:ln>
            <a:noFill/>
          </a:ln>
        </p:spPr>
      </p:sp>
      <p:sp>
        <p:nvSpPr>
          <p:cNvPr id="43" name="wm.library-whiteboard.001.014.003"/>
          <p:cNvSpPr/>
          <p:nvPr/>
        </p:nvSpPr>
        <p:spPr>
          <a:xfrm>
            <a:off x="10325100" y="1371600"/>
            <a:ext cx="38100" cy="38100"/>
          </a:xfrm>
          <a:prstGeom prst="rect">
            <a:avLst/>
          </a:prstGeom>
          <a:solidFill>
            <a:srgbClr val="CED7E6"/>
          </a:solidFill>
          <a:ln>
            <a:noFill/>
          </a:ln>
        </p:spPr>
      </p:sp>
      <p:sp>
        <p:nvSpPr>
          <p:cNvPr id="44" name="wm.library-whiteboard.001.015.001"/>
          <p:cNvSpPr/>
          <p:nvPr/>
        </p:nvSpPr>
        <p:spPr>
          <a:xfrm>
            <a:off x="10553700" y="914400"/>
            <a:ext cx="38100" cy="38100"/>
          </a:xfrm>
          <a:prstGeom prst="rect">
            <a:avLst/>
          </a:prstGeom>
          <a:solidFill>
            <a:srgbClr val="CED7E6"/>
          </a:solidFill>
          <a:ln>
            <a:noFill/>
          </a:ln>
        </p:spPr>
      </p:sp>
      <p:sp>
        <p:nvSpPr>
          <p:cNvPr id="45" name="wm.library-whiteboard.001.015.002"/>
          <p:cNvSpPr/>
          <p:nvPr/>
        </p:nvSpPr>
        <p:spPr>
          <a:xfrm>
            <a:off x="10553700" y="1143000"/>
            <a:ext cx="38100" cy="38100"/>
          </a:xfrm>
          <a:prstGeom prst="rect">
            <a:avLst/>
          </a:prstGeom>
          <a:solidFill>
            <a:srgbClr val="CED7E6"/>
          </a:solidFill>
          <a:ln>
            <a:noFill/>
          </a:ln>
        </p:spPr>
      </p:sp>
      <p:sp>
        <p:nvSpPr>
          <p:cNvPr id="46" name="wm.library-whiteboard.001.015.003"/>
          <p:cNvSpPr/>
          <p:nvPr/>
        </p:nvSpPr>
        <p:spPr>
          <a:xfrm>
            <a:off x="10553700" y="1371600"/>
            <a:ext cx="38100" cy="38100"/>
          </a:xfrm>
          <a:prstGeom prst="rect">
            <a:avLst/>
          </a:prstGeom>
          <a:solidFill>
            <a:srgbClr val="CED7E6"/>
          </a:solidFill>
          <a:ln>
            <a:noFill/>
          </a:ln>
        </p:spPr>
      </p:sp>
      <p:sp>
        <p:nvSpPr>
          <p:cNvPr id="47" name="wm.library-whiteboard.001.016.001"/>
          <p:cNvSpPr/>
          <p:nvPr/>
        </p:nvSpPr>
        <p:spPr>
          <a:xfrm>
            <a:off x="10782300" y="914400"/>
            <a:ext cx="38100" cy="38100"/>
          </a:xfrm>
          <a:prstGeom prst="rect">
            <a:avLst/>
          </a:prstGeom>
          <a:solidFill>
            <a:srgbClr val="CED7E6"/>
          </a:solidFill>
          <a:ln>
            <a:noFill/>
          </a:ln>
        </p:spPr>
      </p:sp>
      <p:sp>
        <p:nvSpPr>
          <p:cNvPr id="48" name="wm.library-whiteboard.001.016.002"/>
          <p:cNvSpPr/>
          <p:nvPr/>
        </p:nvSpPr>
        <p:spPr>
          <a:xfrm>
            <a:off x="10782300" y="1143000"/>
            <a:ext cx="38100" cy="38100"/>
          </a:xfrm>
          <a:prstGeom prst="rect">
            <a:avLst/>
          </a:prstGeom>
          <a:solidFill>
            <a:srgbClr val="CED7E6"/>
          </a:solidFill>
          <a:ln>
            <a:noFill/>
          </a:ln>
        </p:spPr>
      </p:sp>
      <p:sp>
        <p:nvSpPr>
          <p:cNvPr id="49" name="wm.library-whiteboard.001.016.003"/>
          <p:cNvSpPr/>
          <p:nvPr/>
        </p:nvSpPr>
        <p:spPr>
          <a:xfrm>
            <a:off x="10782300" y="1371600"/>
            <a:ext cx="38100" cy="38100"/>
          </a:xfrm>
          <a:prstGeom prst="rect">
            <a:avLst/>
          </a:prstGeom>
          <a:solidFill>
            <a:srgbClr val="CED7E6"/>
          </a:solidFill>
          <a:ln>
            <a:noFill/>
          </a:ln>
        </p:spPr>
      </p:sp>
      <p:sp>
        <p:nvSpPr>
          <p:cNvPr id="50" name="wm.library-whiteboard.001.017.001"/>
          <p:cNvSpPr/>
          <p:nvPr/>
        </p:nvSpPr>
        <p:spPr>
          <a:xfrm>
            <a:off x="11010900" y="914400"/>
            <a:ext cx="38100" cy="38100"/>
          </a:xfrm>
          <a:prstGeom prst="rect">
            <a:avLst/>
          </a:prstGeom>
          <a:solidFill>
            <a:srgbClr val="CED7E6"/>
          </a:solidFill>
          <a:ln>
            <a:noFill/>
          </a:ln>
        </p:spPr>
      </p:sp>
      <p:sp>
        <p:nvSpPr>
          <p:cNvPr id="51" name="wm.library-whiteboard.001.017.002"/>
          <p:cNvSpPr/>
          <p:nvPr/>
        </p:nvSpPr>
        <p:spPr>
          <a:xfrm>
            <a:off x="11010900" y="1143000"/>
            <a:ext cx="38100" cy="38100"/>
          </a:xfrm>
          <a:prstGeom prst="rect">
            <a:avLst/>
          </a:prstGeom>
          <a:solidFill>
            <a:srgbClr val="CED7E6"/>
          </a:solidFill>
          <a:ln>
            <a:noFill/>
          </a:ln>
        </p:spPr>
      </p:sp>
      <p:sp>
        <p:nvSpPr>
          <p:cNvPr id="52" name="wm.library-whiteboard.001.017.003"/>
          <p:cNvSpPr/>
          <p:nvPr/>
        </p:nvSpPr>
        <p:spPr>
          <a:xfrm>
            <a:off x="11010900" y="1371600"/>
            <a:ext cx="38100" cy="38100"/>
          </a:xfrm>
          <a:prstGeom prst="rect">
            <a:avLst/>
          </a:prstGeom>
          <a:solidFill>
            <a:srgbClr val="CED7E6"/>
          </a:solidFill>
          <a:ln>
            <a:noFill/>
          </a:ln>
        </p:spPr>
      </p:sp>
      <p:sp>
        <p:nvSpPr>
          <p:cNvPr id="53" name="wm.library-whiteboard.001.018.001"/>
          <p:cNvSpPr/>
          <p:nvPr/>
        </p:nvSpPr>
        <p:spPr>
          <a:xfrm>
            <a:off x="11239500" y="914400"/>
            <a:ext cx="38100" cy="38100"/>
          </a:xfrm>
          <a:prstGeom prst="rect">
            <a:avLst/>
          </a:prstGeom>
          <a:solidFill>
            <a:srgbClr val="CED7E6"/>
          </a:solidFill>
          <a:ln>
            <a:noFill/>
          </a:ln>
        </p:spPr>
      </p:sp>
      <p:sp>
        <p:nvSpPr>
          <p:cNvPr id="54" name="wm.library-whiteboard.001.018.002"/>
          <p:cNvSpPr/>
          <p:nvPr/>
        </p:nvSpPr>
        <p:spPr>
          <a:xfrm>
            <a:off x="11239500" y="1143000"/>
            <a:ext cx="38100" cy="38100"/>
          </a:xfrm>
          <a:prstGeom prst="rect">
            <a:avLst/>
          </a:prstGeom>
          <a:solidFill>
            <a:srgbClr val="CED7E6"/>
          </a:solidFill>
          <a:ln>
            <a:noFill/>
          </a:ln>
        </p:spPr>
      </p:sp>
      <p:sp>
        <p:nvSpPr>
          <p:cNvPr id="55" name="wm.library-whiteboard.001.018.003"/>
          <p:cNvSpPr/>
          <p:nvPr/>
        </p:nvSpPr>
        <p:spPr>
          <a:xfrm>
            <a:off x="11239500" y="1371600"/>
            <a:ext cx="38100" cy="38100"/>
          </a:xfrm>
          <a:prstGeom prst="rect">
            <a:avLst/>
          </a:prstGeom>
          <a:solidFill>
            <a:srgbClr val="CED7E6"/>
          </a:solidFill>
          <a:ln>
            <a:noFill/>
          </a:ln>
        </p:spPr>
      </p:sp>
      <p:sp>
        <p:nvSpPr>
          <p:cNvPr id="56" name="wm.library-whiteboard.001.019.001"/>
          <p:cNvSpPr/>
          <p:nvPr/>
        </p:nvSpPr>
        <p:spPr>
          <a:xfrm>
            <a:off x="11468100" y="914400"/>
            <a:ext cx="38100" cy="38100"/>
          </a:xfrm>
          <a:prstGeom prst="rect">
            <a:avLst/>
          </a:prstGeom>
          <a:solidFill>
            <a:srgbClr val="CED7E6"/>
          </a:solidFill>
          <a:ln>
            <a:noFill/>
          </a:ln>
        </p:spPr>
      </p:sp>
      <p:sp>
        <p:nvSpPr>
          <p:cNvPr id="57" name="wm.library-whiteboard.001.019.002"/>
          <p:cNvSpPr/>
          <p:nvPr/>
        </p:nvSpPr>
        <p:spPr>
          <a:xfrm>
            <a:off x="11468100" y="1143000"/>
            <a:ext cx="38100" cy="38100"/>
          </a:xfrm>
          <a:prstGeom prst="rect">
            <a:avLst/>
          </a:prstGeom>
          <a:solidFill>
            <a:srgbClr val="CED7E6"/>
          </a:solidFill>
          <a:ln>
            <a:noFill/>
          </a:ln>
        </p:spPr>
      </p:sp>
      <p:sp>
        <p:nvSpPr>
          <p:cNvPr id="58" name="wm.library-whiteboard.001.019.003"/>
          <p:cNvSpPr/>
          <p:nvPr/>
        </p:nvSpPr>
        <p:spPr>
          <a:xfrm>
            <a:off x="11468100" y="1371600"/>
            <a:ext cx="38100" cy="38100"/>
          </a:xfrm>
          <a:prstGeom prst="rect">
            <a:avLst/>
          </a:prstGeom>
          <a:solidFill>
            <a:srgbClr val="CED7E6"/>
          </a:solidFill>
          <a:ln>
            <a:noFill/>
          </a:ln>
        </p:spPr>
      </p:sp>
      <p:sp>
        <p:nvSpPr>
          <p:cNvPr id="59" name="wm.library-whiteboard.002.001.001"/>
          <p:cNvSpPr/>
          <p:nvPr/>
        </p:nvSpPr>
        <p:spPr>
          <a:xfrm>
            <a:off x="7353300" y="5486400"/>
            <a:ext cx="38100" cy="38100"/>
          </a:xfrm>
          <a:prstGeom prst="rect">
            <a:avLst/>
          </a:prstGeom>
          <a:solidFill>
            <a:srgbClr val="CED7E6"/>
          </a:solidFill>
          <a:ln>
            <a:noFill/>
          </a:ln>
        </p:spPr>
      </p:sp>
      <p:sp>
        <p:nvSpPr>
          <p:cNvPr id="60" name="wm.library-whiteboard.002.001.002"/>
          <p:cNvSpPr/>
          <p:nvPr/>
        </p:nvSpPr>
        <p:spPr>
          <a:xfrm>
            <a:off x="7353300" y="5715000"/>
            <a:ext cx="38100" cy="38100"/>
          </a:xfrm>
          <a:prstGeom prst="rect">
            <a:avLst/>
          </a:prstGeom>
          <a:solidFill>
            <a:srgbClr val="CED7E6"/>
          </a:solidFill>
          <a:ln>
            <a:noFill/>
          </a:ln>
        </p:spPr>
      </p:sp>
      <p:sp>
        <p:nvSpPr>
          <p:cNvPr id="61" name="wm.library-whiteboard.002.001.003"/>
          <p:cNvSpPr/>
          <p:nvPr/>
        </p:nvSpPr>
        <p:spPr>
          <a:xfrm>
            <a:off x="7353300" y="5943600"/>
            <a:ext cx="38100" cy="38100"/>
          </a:xfrm>
          <a:prstGeom prst="rect">
            <a:avLst/>
          </a:prstGeom>
          <a:solidFill>
            <a:srgbClr val="CED7E6"/>
          </a:solidFill>
          <a:ln>
            <a:noFill/>
          </a:ln>
        </p:spPr>
      </p:sp>
      <p:sp>
        <p:nvSpPr>
          <p:cNvPr id="62" name="wm.library-whiteboard.002.002.001"/>
          <p:cNvSpPr/>
          <p:nvPr/>
        </p:nvSpPr>
        <p:spPr>
          <a:xfrm>
            <a:off x="7581900" y="5486400"/>
            <a:ext cx="38100" cy="38100"/>
          </a:xfrm>
          <a:prstGeom prst="rect">
            <a:avLst/>
          </a:prstGeom>
          <a:solidFill>
            <a:srgbClr val="CED7E6"/>
          </a:solidFill>
          <a:ln>
            <a:noFill/>
          </a:ln>
        </p:spPr>
      </p:sp>
      <p:sp>
        <p:nvSpPr>
          <p:cNvPr id="63" name="wm.library-whiteboard.002.002.002"/>
          <p:cNvSpPr/>
          <p:nvPr/>
        </p:nvSpPr>
        <p:spPr>
          <a:xfrm>
            <a:off x="7581900" y="5715000"/>
            <a:ext cx="38100" cy="38100"/>
          </a:xfrm>
          <a:prstGeom prst="rect">
            <a:avLst/>
          </a:prstGeom>
          <a:solidFill>
            <a:srgbClr val="CED7E6"/>
          </a:solidFill>
          <a:ln>
            <a:noFill/>
          </a:ln>
        </p:spPr>
      </p:sp>
      <p:sp>
        <p:nvSpPr>
          <p:cNvPr id="64" name="wm.library-whiteboard.002.002.003"/>
          <p:cNvSpPr/>
          <p:nvPr/>
        </p:nvSpPr>
        <p:spPr>
          <a:xfrm>
            <a:off x="7581900" y="5943600"/>
            <a:ext cx="38100" cy="38100"/>
          </a:xfrm>
          <a:prstGeom prst="rect">
            <a:avLst/>
          </a:prstGeom>
          <a:solidFill>
            <a:srgbClr val="CED7E6"/>
          </a:solidFill>
          <a:ln>
            <a:noFill/>
          </a:ln>
        </p:spPr>
      </p:sp>
      <p:sp>
        <p:nvSpPr>
          <p:cNvPr id="65" name="wm.library-whiteboard.002.003.001"/>
          <p:cNvSpPr/>
          <p:nvPr/>
        </p:nvSpPr>
        <p:spPr>
          <a:xfrm>
            <a:off x="7810500" y="5486400"/>
            <a:ext cx="38100" cy="38100"/>
          </a:xfrm>
          <a:prstGeom prst="rect">
            <a:avLst/>
          </a:prstGeom>
          <a:solidFill>
            <a:srgbClr val="CED7E6"/>
          </a:solidFill>
          <a:ln>
            <a:noFill/>
          </a:ln>
        </p:spPr>
      </p:sp>
      <p:sp>
        <p:nvSpPr>
          <p:cNvPr id="66" name="wm.library-whiteboard.002.003.002"/>
          <p:cNvSpPr/>
          <p:nvPr/>
        </p:nvSpPr>
        <p:spPr>
          <a:xfrm>
            <a:off x="7810500" y="5715000"/>
            <a:ext cx="38100" cy="38100"/>
          </a:xfrm>
          <a:prstGeom prst="rect">
            <a:avLst/>
          </a:prstGeom>
          <a:solidFill>
            <a:srgbClr val="CED7E6"/>
          </a:solidFill>
          <a:ln>
            <a:noFill/>
          </a:ln>
        </p:spPr>
      </p:sp>
      <p:sp>
        <p:nvSpPr>
          <p:cNvPr id="67" name="wm.library-whiteboard.002.003.003"/>
          <p:cNvSpPr/>
          <p:nvPr/>
        </p:nvSpPr>
        <p:spPr>
          <a:xfrm>
            <a:off x="7810500" y="5943600"/>
            <a:ext cx="38100" cy="38100"/>
          </a:xfrm>
          <a:prstGeom prst="rect">
            <a:avLst/>
          </a:prstGeom>
          <a:solidFill>
            <a:srgbClr val="CED7E6"/>
          </a:solidFill>
          <a:ln>
            <a:noFill/>
          </a:ln>
        </p:spPr>
      </p:sp>
      <p:sp>
        <p:nvSpPr>
          <p:cNvPr id="68" name="wm.library-whiteboard.002.004.001"/>
          <p:cNvSpPr/>
          <p:nvPr/>
        </p:nvSpPr>
        <p:spPr>
          <a:xfrm>
            <a:off x="8039100" y="5486400"/>
            <a:ext cx="38100" cy="38100"/>
          </a:xfrm>
          <a:prstGeom prst="rect">
            <a:avLst/>
          </a:prstGeom>
          <a:solidFill>
            <a:srgbClr val="CED7E6"/>
          </a:solidFill>
          <a:ln>
            <a:noFill/>
          </a:ln>
        </p:spPr>
      </p:sp>
      <p:sp>
        <p:nvSpPr>
          <p:cNvPr id="69" name="wm.library-whiteboard.002.004.002"/>
          <p:cNvSpPr/>
          <p:nvPr/>
        </p:nvSpPr>
        <p:spPr>
          <a:xfrm>
            <a:off x="8039100" y="5715000"/>
            <a:ext cx="38100" cy="38100"/>
          </a:xfrm>
          <a:prstGeom prst="rect">
            <a:avLst/>
          </a:prstGeom>
          <a:solidFill>
            <a:srgbClr val="CED7E6"/>
          </a:solidFill>
          <a:ln>
            <a:noFill/>
          </a:ln>
        </p:spPr>
      </p:sp>
      <p:sp>
        <p:nvSpPr>
          <p:cNvPr id="70" name="wm.library-whiteboard.002.004.003"/>
          <p:cNvSpPr/>
          <p:nvPr/>
        </p:nvSpPr>
        <p:spPr>
          <a:xfrm>
            <a:off x="8039100" y="5943600"/>
            <a:ext cx="38100" cy="38100"/>
          </a:xfrm>
          <a:prstGeom prst="rect">
            <a:avLst/>
          </a:prstGeom>
          <a:solidFill>
            <a:srgbClr val="CED7E6"/>
          </a:solidFill>
          <a:ln>
            <a:noFill/>
          </a:ln>
        </p:spPr>
      </p:sp>
      <p:sp>
        <p:nvSpPr>
          <p:cNvPr id="71" name="wm.library-whiteboard.002.005.001"/>
          <p:cNvSpPr/>
          <p:nvPr/>
        </p:nvSpPr>
        <p:spPr>
          <a:xfrm>
            <a:off x="8267700" y="5486400"/>
            <a:ext cx="38100" cy="38100"/>
          </a:xfrm>
          <a:prstGeom prst="rect">
            <a:avLst/>
          </a:prstGeom>
          <a:solidFill>
            <a:srgbClr val="CED7E6"/>
          </a:solidFill>
          <a:ln>
            <a:noFill/>
          </a:ln>
        </p:spPr>
      </p:sp>
      <p:sp>
        <p:nvSpPr>
          <p:cNvPr id="72" name="wm.library-whiteboard.002.005.002"/>
          <p:cNvSpPr/>
          <p:nvPr/>
        </p:nvSpPr>
        <p:spPr>
          <a:xfrm>
            <a:off x="8267700" y="5715000"/>
            <a:ext cx="38100" cy="38100"/>
          </a:xfrm>
          <a:prstGeom prst="rect">
            <a:avLst/>
          </a:prstGeom>
          <a:solidFill>
            <a:srgbClr val="CED7E6"/>
          </a:solidFill>
          <a:ln>
            <a:noFill/>
          </a:ln>
        </p:spPr>
      </p:sp>
      <p:sp>
        <p:nvSpPr>
          <p:cNvPr id="73" name="wm.library-whiteboard.002.005.003"/>
          <p:cNvSpPr/>
          <p:nvPr/>
        </p:nvSpPr>
        <p:spPr>
          <a:xfrm>
            <a:off x="8267700" y="5943600"/>
            <a:ext cx="38100" cy="38100"/>
          </a:xfrm>
          <a:prstGeom prst="rect">
            <a:avLst/>
          </a:prstGeom>
          <a:solidFill>
            <a:srgbClr val="CED7E6"/>
          </a:solidFill>
          <a:ln>
            <a:noFill/>
          </a:ln>
        </p:spPr>
      </p:sp>
      <p:sp>
        <p:nvSpPr>
          <p:cNvPr id="74" name="wm.library-whiteboard.002.006.001"/>
          <p:cNvSpPr/>
          <p:nvPr/>
        </p:nvSpPr>
        <p:spPr>
          <a:xfrm>
            <a:off x="8496300" y="5486400"/>
            <a:ext cx="38100" cy="38100"/>
          </a:xfrm>
          <a:prstGeom prst="rect">
            <a:avLst/>
          </a:prstGeom>
          <a:solidFill>
            <a:srgbClr val="CED7E6"/>
          </a:solidFill>
          <a:ln>
            <a:noFill/>
          </a:ln>
        </p:spPr>
      </p:sp>
      <p:sp>
        <p:nvSpPr>
          <p:cNvPr id="75" name="wm.library-whiteboard.002.006.002"/>
          <p:cNvSpPr/>
          <p:nvPr/>
        </p:nvSpPr>
        <p:spPr>
          <a:xfrm>
            <a:off x="8496300" y="5715000"/>
            <a:ext cx="38100" cy="38100"/>
          </a:xfrm>
          <a:prstGeom prst="rect">
            <a:avLst/>
          </a:prstGeom>
          <a:solidFill>
            <a:srgbClr val="CED7E6"/>
          </a:solidFill>
          <a:ln>
            <a:noFill/>
          </a:ln>
        </p:spPr>
      </p:sp>
      <p:sp>
        <p:nvSpPr>
          <p:cNvPr id="76" name="wm.library-whiteboard.002.006.003"/>
          <p:cNvSpPr/>
          <p:nvPr/>
        </p:nvSpPr>
        <p:spPr>
          <a:xfrm>
            <a:off x="8496300" y="5943600"/>
            <a:ext cx="38100" cy="38100"/>
          </a:xfrm>
          <a:prstGeom prst="rect">
            <a:avLst/>
          </a:prstGeom>
          <a:solidFill>
            <a:srgbClr val="CED7E6"/>
          </a:solidFill>
          <a:ln>
            <a:noFill/>
          </a:ln>
        </p:spPr>
      </p:sp>
      <p:sp>
        <p:nvSpPr>
          <p:cNvPr id="77" name="wm.library-whiteboard.002.007.001"/>
          <p:cNvSpPr/>
          <p:nvPr/>
        </p:nvSpPr>
        <p:spPr>
          <a:xfrm>
            <a:off x="8724900" y="5486400"/>
            <a:ext cx="38100" cy="38100"/>
          </a:xfrm>
          <a:prstGeom prst="rect">
            <a:avLst/>
          </a:prstGeom>
          <a:solidFill>
            <a:srgbClr val="CED7E6"/>
          </a:solidFill>
          <a:ln>
            <a:noFill/>
          </a:ln>
        </p:spPr>
      </p:sp>
      <p:sp>
        <p:nvSpPr>
          <p:cNvPr id="78" name="wm.library-whiteboard.002.007.002"/>
          <p:cNvSpPr/>
          <p:nvPr/>
        </p:nvSpPr>
        <p:spPr>
          <a:xfrm>
            <a:off x="8724900" y="5715000"/>
            <a:ext cx="38100" cy="38100"/>
          </a:xfrm>
          <a:prstGeom prst="rect">
            <a:avLst/>
          </a:prstGeom>
          <a:solidFill>
            <a:srgbClr val="CED7E6"/>
          </a:solidFill>
          <a:ln>
            <a:noFill/>
          </a:ln>
        </p:spPr>
      </p:sp>
      <p:sp>
        <p:nvSpPr>
          <p:cNvPr id="79" name="wm.library-whiteboard.002.007.003"/>
          <p:cNvSpPr/>
          <p:nvPr/>
        </p:nvSpPr>
        <p:spPr>
          <a:xfrm>
            <a:off x="8724900" y="5943600"/>
            <a:ext cx="38100" cy="38100"/>
          </a:xfrm>
          <a:prstGeom prst="rect">
            <a:avLst/>
          </a:prstGeom>
          <a:solidFill>
            <a:srgbClr val="CED7E6"/>
          </a:solidFill>
          <a:ln>
            <a:noFill/>
          </a:ln>
        </p:spPr>
      </p:sp>
      <p:sp>
        <p:nvSpPr>
          <p:cNvPr id="80" name="wm.library-whiteboard.002.008.001"/>
          <p:cNvSpPr/>
          <p:nvPr/>
        </p:nvSpPr>
        <p:spPr>
          <a:xfrm>
            <a:off x="8953500" y="5486400"/>
            <a:ext cx="38100" cy="38100"/>
          </a:xfrm>
          <a:prstGeom prst="rect">
            <a:avLst/>
          </a:prstGeom>
          <a:solidFill>
            <a:srgbClr val="CED7E6"/>
          </a:solidFill>
          <a:ln>
            <a:noFill/>
          </a:ln>
        </p:spPr>
      </p:sp>
      <p:sp>
        <p:nvSpPr>
          <p:cNvPr id="81" name="wm.library-whiteboard.002.008.002"/>
          <p:cNvSpPr/>
          <p:nvPr/>
        </p:nvSpPr>
        <p:spPr>
          <a:xfrm>
            <a:off x="8953500" y="5715000"/>
            <a:ext cx="38100" cy="38100"/>
          </a:xfrm>
          <a:prstGeom prst="rect">
            <a:avLst/>
          </a:prstGeom>
          <a:solidFill>
            <a:srgbClr val="CED7E6"/>
          </a:solidFill>
          <a:ln>
            <a:noFill/>
          </a:ln>
        </p:spPr>
      </p:sp>
      <p:sp>
        <p:nvSpPr>
          <p:cNvPr id="82" name="wm.library-whiteboard.002.008.003"/>
          <p:cNvSpPr/>
          <p:nvPr/>
        </p:nvSpPr>
        <p:spPr>
          <a:xfrm>
            <a:off x="8953500" y="5943600"/>
            <a:ext cx="38100" cy="38100"/>
          </a:xfrm>
          <a:prstGeom prst="rect">
            <a:avLst/>
          </a:prstGeom>
          <a:solidFill>
            <a:srgbClr val="CED7E6"/>
          </a:solidFill>
          <a:ln>
            <a:noFill/>
          </a:ln>
        </p:spPr>
      </p:sp>
      <p:sp>
        <p:nvSpPr>
          <p:cNvPr id="83" name="wm.library-whiteboard.002.009.001"/>
          <p:cNvSpPr/>
          <p:nvPr/>
        </p:nvSpPr>
        <p:spPr>
          <a:xfrm>
            <a:off x="9182100" y="5486400"/>
            <a:ext cx="38100" cy="38100"/>
          </a:xfrm>
          <a:prstGeom prst="rect">
            <a:avLst/>
          </a:prstGeom>
          <a:solidFill>
            <a:srgbClr val="CED7E6"/>
          </a:solidFill>
          <a:ln>
            <a:noFill/>
          </a:ln>
        </p:spPr>
      </p:sp>
      <p:sp>
        <p:nvSpPr>
          <p:cNvPr id="84" name="wm.library-whiteboard.002.009.002"/>
          <p:cNvSpPr/>
          <p:nvPr/>
        </p:nvSpPr>
        <p:spPr>
          <a:xfrm>
            <a:off x="9182100" y="5715000"/>
            <a:ext cx="38100" cy="38100"/>
          </a:xfrm>
          <a:prstGeom prst="rect">
            <a:avLst/>
          </a:prstGeom>
          <a:solidFill>
            <a:srgbClr val="CED7E6"/>
          </a:solidFill>
          <a:ln>
            <a:noFill/>
          </a:ln>
        </p:spPr>
      </p:sp>
      <p:sp>
        <p:nvSpPr>
          <p:cNvPr id="85" name="wm.library-whiteboard.002.009.003"/>
          <p:cNvSpPr/>
          <p:nvPr/>
        </p:nvSpPr>
        <p:spPr>
          <a:xfrm>
            <a:off x="9182100" y="5943600"/>
            <a:ext cx="38100" cy="38100"/>
          </a:xfrm>
          <a:prstGeom prst="rect">
            <a:avLst/>
          </a:prstGeom>
          <a:solidFill>
            <a:srgbClr val="CED7E6"/>
          </a:solidFill>
          <a:ln>
            <a:noFill/>
          </a:ln>
        </p:spPr>
      </p:sp>
      <p:sp>
        <p:nvSpPr>
          <p:cNvPr id="86" name="wm.library-whiteboard.002.010.001"/>
          <p:cNvSpPr/>
          <p:nvPr/>
        </p:nvSpPr>
        <p:spPr>
          <a:xfrm>
            <a:off x="9410700" y="5486400"/>
            <a:ext cx="38100" cy="38100"/>
          </a:xfrm>
          <a:prstGeom prst="rect">
            <a:avLst/>
          </a:prstGeom>
          <a:solidFill>
            <a:srgbClr val="CED7E6"/>
          </a:solidFill>
          <a:ln>
            <a:noFill/>
          </a:ln>
        </p:spPr>
      </p:sp>
      <p:sp>
        <p:nvSpPr>
          <p:cNvPr id="87" name="wm.library-whiteboard.002.010.002"/>
          <p:cNvSpPr/>
          <p:nvPr/>
        </p:nvSpPr>
        <p:spPr>
          <a:xfrm>
            <a:off x="9410700" y="5715000"/>
            <a:ext cx="38100" cy="38100"/>
          </a:xfrm>
          <a:prstGeom prst="rect">
            <a:avLst/>
          </a:prstGeom>
          <a:solidFill>
            <a:srgbClr val="CED7E6"/>
          </a:solidFill>
          <a:ln>
            <a:noFill/>
          </a:ln>
        </p:spPr>
      </p:sp>
      <p:sp>
        <p:nvSpPr>
          <p:cNvPr id="88" name="wm.library-whiteboard.002.010.003"/>
          <p:cNvSpPr/>
          <p:nvPr/>
        </p:nvSpPr>
        <p:spPr>
          <a:xfrm>
            <a:off x="9410700" y="5943600"/>
            <a:ext cx="38100" cy="38100"/>
          </a:xfrm>
          <a:prstGeom prst="rect">
            <a:avLst/>
          </a:prstGeom>
          <a:solidFill>
            <a:srgbClr val="CED7E6"/>
          </a:solidFill>
          <a:ln>
            <a:noFill/>
          </a:ln>
        </p:spPr>
      </p:sp>
      <p:sp>
        <p:nvSpPr>
          <p:cNvPr id="89" name="wm.library-whiteboard.002.011.001"/>
          <p:cNvSpPr/>
          <p:nvPr/>
        </p:nvSpPr>
        <p:spPr>
          <a:xfrm>
            <a:off x="9639300" y="5486400"/>
            <a:ext cx="38100" cy="38100"/>
          </a:xfrm>
          <a:prstGeom prst="rect">
            <a:avLst/>
          </a:prstGeom>
          <a:solidFill>
            <a:srgbClr val="CED7E6"/>
          </a:solidFill>
          <a:ln>
            <a:noFill/>
          </a:ln>
        </p:spPr>
      </p:sp>
      <p:sp>
        <p:nvSpPr>
          <p:cNvPr id="90" name="wm.library-whiteboard.002.011.002"/>
          <p:cNvSpPr/>
          <p:nvPr/>
        </p:nvSpPr>
        <p:spPr>
          <a:xfrm>
            <a:off x="9639300" y="5715000"/>
            <a:ext cx="38100" cy="38100"/>
          </a:xfrm>
          <a:prstGeom prst="rect">
            <a:avLst/>
          </a:prstGeom>
          <a:solidFill>
            <a:srgbClr val="CED7E6"/>
          </a:solidFill>
          <a:ln>
            <a:noFill/>
          </a:ln>
        </p:spPr>
      </p:sp>
      <p:sp>
        <p:nvSpPr>
          <p:cNvPr id="91" name="wm.library-whiteboard.002.011.003"/>
          <p:cNvSpPr/>
          <p:nvPr/>
        </p:nvSpPr>
        <p:spPr>
          <a:xfrm>
            <a:off x="9639300" y="5943600"/>
            <a:ext cx="38100" cy="38100"/>
          </a:xfrm>
          <a:prstGeom prst="rect">
            <a:avLst/>
          </a:prstGeom>
          <a:solidFill>
            <a:srgbClr val="CED7E6"/>
          </a:solidFill>
          <a:ln>
            <a:noFill/>
          </a:ln>
        </p:spPr>
      </p:sp>
      <p:sp>
        <p:nvSpPr>
          <p:cNvPr id="92" name="wm.library-whiteboard.002.012.001"/>
          <p:cNvSpPr/>
          <p:nvPr/>
        </p:nvSpPr>
        <p:spPr>
          <a:xfrm>
            <a:off x="9867900" y="5486400"/>
            <a:ext cx="38100" cy="38100"/>
          </a:xfrm>
          <a:prstGeom prst="rect">
            <a:avLst/>
          </a:prstGeom>
          <a:solidFill>
            <a:srgbClr val="CED7E6"/>
          </a:solidFill>
          <a:ln>
            <a:noFill/>
          </a:ln>
        </p:spPr>
      </p:sp>
      <p:sp>
        <p:nvSpPr>
          <p:cNvPr id="93" name="wm.library-whiteboard.002.012.002"/>
          <p:cNvSpPr/>
          <p:nvPr/>
        </p:nvSpPr>
        <p:spPr>
          <a:xfrm>
            <a:off x="9867900" y="5715000"/>
            <a:ext cx="38100" cy="38100"/>
          </a:xfrm>
          <a:prstGeom prst="rect">
            <a:avLst/>
          </a:prstGeom>
          <a:solidFill>
            <a:srgbClr val="CED7E6"/>
          </a:solidFill>
          <a:ln>
            <a:noFill/>
          </a:ln>
        </p:spPr>
      </p:sp>
      <p:sp>
        <p:nvSpPr>
          <p:cNvPr id="94" name="wm.library-whiteboard.002.012.003"/>
          <p:cNvSpPr/>
          <p:nvPr/>
        </p:nvSpPr>
        <p:spPr>
          <a:xfrm>
            <a:off x="9867900" y="5943600"/>
            <a:ext cx="38100" cy="38100"/>
          </a:xfrm>
          <a:prstGeom prst="rect">
            <a:avLst/>
          </a:prstGeom>
          <a:solidFill>
            <a:srgbClr val="CED7E6"/>
          </a:solidFill>
          <a:ln>
            <a:noFill/>
          </a:ln>
        </p:spPr>
      </p:sp>
      <p:sp>
        <p:nvSpPr>
          <p:cNvPr id="95" name="wm.library-whiteboard.002.013.001"/>
          <p:cNvSpPr/>
          <p:nvPr/>
        </p:nvSpPr>
        <p:spPr>
          <a:xfrm>
            <a:off x="10096500" y="5486400"/>
            <a:ext cx="38100" cy="38100"/>
          </a:xfrm>
          <a:prstGeom prst="rect">
            <a:avLst/>
          </a:prstGeom>
          <a:solidFill>
            <a:srgbClr val="CED7E6"/>
          </a:solidFill>
          <a:ln>
            <a:noFill/>
          </a:ln>
        </p:spPr>
      </p:sp>
      <p:sp>
        <p:nvSpPr>
          <p:cNvPr id="96" name="wm.library-whiteboard.002.013.002"/>
          <p:cNvSpPr/>
          <p:nvPr/>
        </p:nvSpPr>
        <p:spPr>
          <a:xfrm>
            <a:off x="10096500" y="5715000"/>
            <a:ext cx="38100" cy="38100"/>
          </a:xfrm>
          <a:prstGeom prst="rect">
            <a:avLst/>
          </a:prstGeom>
          <a:solidFill>
            <a:srgbClr val="CED7E6"/>
          </a:solidFill>
          <a:ln>
            <a:noFill/>
          </a:ln>
        </p:spPr>
      </p:sp>
      <p:sp>
        <p:nvSpPr>
          <p:cNvPr id="97" name="wm.library-whiteboard.002.013.003"/>
          <p:cNvSpPr/>
          <p:nvPr/>
        </p:nvSpPr>
        <p:spPr>
          <a:xfrm>
            <a:off x="10096500" y="5943600"/>
            <a:ext cx="38100" cy="38100"/>
          </a:xfrm>
          <a:prstGeom prst="rect">
            <a:avLst/>
          </a:prstGeom>
          <a:solidFill>
            <a:srgbClr val="CED7E6"/>
          </a:solidFill>
          <a:ln>
            <a:noFill/>
          </a:ln>
        </p:spPr>
      </p:sp>
      <p:sp>
        <p:nvSpPr>
          <p:cNvPr id="98" name="wm.library-whiteboard.002.014.001"/>
          <p:cNvSpPr/>
          <p:nvPr/>
        </p:nvSpPr>
        <p:spPr>
          <a:xfrm>
            <a:off x="10325100" y="5486400"/>
            <a:ext cx="38100" cy="38100"/>
          </a:xfrm>
          <a:prstGeom prst="rect">
            <a:avLst/>
          </a:prstGeom>
          <a:solidFill>
            <a:srgbClr val="CED7E6"/>
          </a:solidFill>
          <a:ln>
            <a:noFill/>
          </a:ln>
        </p:spPr>
      </p:sp>
      <p:sp>
        <p:nvSpPr>
          <p:cNvPr id="99" name="wm.library-whiteboard.002.014.002"/>
          <p:cNvSpPr/>
          <p:nvPr/>
        </p:nvSpPr>
        <p:spPr>
          <a:xfrm>
            <a:off x="10325100" y="5715000"/>
            <a:ext cx="38100" cy="38100"/>
          </a:xfrm>
          <a:prstGeom prst="rect">
            <a:avLst/>
          </a:prstGeom>
          <a:solidFill>
            <a:srgbClr val="CED7E6"/>
          </a:solidFill>
          <a:ln>
            <a:noFill/>
          </a:ln>
        </p:spPr>
      </p:sp>
      <p:sp>
        <p:nvSpPr>
          <p:cNvPr id="100" name="wm.library-whiteboard.002.014.003"/>
          <p:cNvSpPr/>
          <p:nvPr/>
        </p:nvSpPr>
        <p:spPr>
          <a:xfrm>
            <a:off x="10325100" y="5943600"/>
            <a:ext cx="38100" cy="38100"/>
          </a:xfrm>
          <a:prstGeom prst="rect">
            <a:avLst/>
          </a:prstGeom>
          <a:solidFill>
            <a:srgbClr val="CED7E6"/>
          </a:solidFill>
          <a:ln>
            <a:noFill/>
          </a:ln>
        </p:spPr>
      </p:sp>
      <p:sp>
        <p:nvSpPr>
          <p:cNvPr id="101" name="wm.library-whiteboard.002.015.001"/>
          <p:cNvSpPr/>
          <p:nvPr/>
        </p:nvSpPr>
        <p:spPr>
          <a:xfrm>
            <a:off x="10553700" y="5486400"/>
            <a:ext cx="38100" cy="38100"/>
          </a:xfrm>
          <a:prstGeom prst="rect">
            <a:avLst/>
          </a:prstGeom>
          <a:solidFill>
            <a:srgbClr val="CED7E6"/>
          </a:solidFill>
          <a:ln>
            <a:noFill/>
          </a:ln>
        </p:spPr>
      </p:sp>
      <p:sp>
        <p:nvSpPr>
          <p:cNvPr id="102" name="wm.library-whiteboard.002.015.002"/>
          <p:cNvSpPr/>
          <p:nvPr/>
        </p:nvSpPr>
        <p:spPr>
          <a:xfrm>
            <a:off x="10553700" y="5715000"/>
            <a:ext cx="38100" cy="38100"/>
          </a:xfrm>
          <a:prstGeom prst="rect">
            <a:avLst/>
          </a:prstGeom>
          <a:solidFill>
            <a:srgbClr val="CED7E6"/>
          </a:solidFill>
          <a:ln>
            <a:noFill/>
          </a:ln>
        </p:spPr>
      </p:sp>
      <p:sp>
        <p:nvSpPr>
          <p:cNvPr id="103" name="wm.library-whiteboard.002.015.003"/>
          <p:cNvSpPr/>
          <p:nvPr/>
        </p:nvSpPr>
        <p:spPr>
          <a:xfrm>
            <a:off x="10553700" y="5943600"/>
            <a:ext cx="38100" cy="38100"/>
          </a:xfrm>
          <a:prstGeom prst="rect">
            <a:avLst/>
          </a:prstGeom>
          <a:solidFill>
            <a:srgbClr val="CED7E6"/>
          </a:solidFill>
          <a:ln>
            <a:noFill/>
          </a:ln>
        </p:spPr>
      </p:sp>
      <p:sp>
        <p:nvSpPr>
          <p:cNvPr id="104" name="wm.library-whiteboard.002.016.001"/>
          <p:cNvSpPr/>
          <p:nvPr/>
        </p:nvSpPr>
        <p:spPr>
          <a:xfrm>
            <a:off x="10782300" y="5486400"/>
            <a:ext cx="38100" cy="38100"/>
          </a:xfrm>
          <a:prstGeom prst="rect">
            <a:avLst/>
          </a:prstGeom>
          <a:solidFill>
            <a:srgbClr val="CED7E6"/>
          </a:solidFill>
          <a:ln>
            <a:noFill/>
          </a:ln>
        </p:spPr>
      </p:sp>
      <p:sp>
        <p:nvSpPr>
          <p:cNvPr id="105" name="wm.library-whiteboard.002.016.002"/>
          <p:cNvSpPr/>
          <p:nvPr/>
        </p:nvSpPr>
        <p:spPr>
          <a:xfrm>
            <a:off x="10782300" y="5715000"/>
            <a:ext cx="38100" cy="38100"/>
          </a:xfrm>
          <a:prstGeom prst="rect">
            <a:avLst/>
          </a:prstGeom>
          <a:solidFill>
            <a:srgbClr val="CED7E6"/>
          </a:solidFill>
          <a:ln>
            <a:noFill/>
          </a:ln>
        </p:spPr>
      </p:sp>
      <p:sp>
        <p:nvSpPr>
          <p:cNvPr id="106" name="wm.library-whiteboard.002.016.003"/>
          <p:cNvSpPr/>
          <p:nvPr/>
        </p:nvSpPr>
        <p:spPr>
          <a:xfrm>
            <a:off x="10782300" y="5943600"/>
            <a:ext cx="38100" cy="38100"/>
          </a:xfrm>
          <a:prstGeom prst="rect">
            <a:avLst/>
          </a:prstGeom>
          <a:solidFill>
            <a:srgbClr val="CED7E6"/>
          </a:solidFill>
          <a:ln>
            <a:noFill/>
          </a:ln>
        </p:spPr>
      </p:sp>
      <p:sp>
        <p:nvSpPr>
          <p:cNvPr id="107" name="wm.library-whiteboard.002.017.001"/>
          <p:cNvSpPr/>
          <p:nvPr/>
        </p:nvSpPr>
        <p:spPr>
          <a:xfrm>
            <a:off x="11010900" y="5486400"/>
            <a:ext cx="38100" cy="38100"/>
          </a:xfrm>
          <a:prstGeom prst="rect">
            <a:avLst/>
          </a:prstGeom>
          <a:solidFill>
            <a:srgbClr val="CED7E6"/>
          </a:solidFill>
          <a:ln>
            <a:noFill/>
          </a:ln>
        </p:spPr>
      </p:sp>
      <p:sp>
        <p:nvSpPr>
          <p:cNvPr id="108" name="wm.library-whiteboard.002.017.002"/>
          <p:cNvSpPr/>
          <p:nvPr/>
        </p:nvSpPr>
        <p:spPr>
          <a:xfrm>
            <a:off x="11010900" y="5715000"/>
            <a:ext cx="38100" cy="38100"/>
          </a:xfrm>
          <a:prstGeom prst="rect">
            <a:avLst/>
          </a:prstGeom>
          <a:solidFill>
            <a:srgbClr val="CED7E6"/>
          </a:solidFill>
          <a:ln>
            <a:noFill/>
          </a:ln>
        </p:spPr>
      </p:sp>
      <p:sp>
        <p:nvSpPr>
          <p:cNvPr id="109" name="wm.library-whiteboard.002.017.003"/>
          <p:cNvSpPr/>
          <p:nvPr/>
        </p:nvSpPr>
        <p:spPr>
          <a:xfrm>
            <a:off x="11010900" y="5943600"/>
            <a:ext cx="38100" cy="38100"/>
          </a:xfrm>
          <a:prstGeom prst="rect">
            <a:avLst/>
          </a:prstGeom>
          <a:solidFill>
            <a:srgbClr val="CED7E6"/>
          </a:solidFill>
          <a:ln>
            <a:noFill/>
          </a:ln>
        </p:spPr>
      </p:sp>
      <p:sp>
        <p:nvSpPr>
          <p:cNvPr id="110" name="wm.library-whiteboard.002.018.001"/>
          <p:cNvSpPr/>
          <p:nvPr/>
        </p:nvSpPr>
        <p:spPr>
          <a:xfrm>
            <a:off x="11239500" y="5486400"/>
            <a:ext cx="38100" cy="38100"/>
          </a:xfrm>
          <a:prstGeom prst="rect">
            <a:avLst/>
          </a:prstGeom>
          <a:solidFill>
            <a:srgbClr val="CED7E6"/>
          </a:solidFill>
          <a:ln>
            <a:noFill/>
          </a:ln>
        </p:spPr>
      </p:sp>
      <p:sp>
        <p:nvSpPr>
          <p:cNvPr id="111" name="wm.library-whiteboard.002.018.002"/>
          <p:cNvSpPr/>
          <p:nvPr/>
        </p:nvSpPr>
        <p:spPr>
          <a:xfrm>
            <a:off x="11239500" y="5715000"/>
            <a:ext cx="38100" cy="38100"/>
          </a:xfrm>
          <a:prstGeom prst="rect">
            <a:avLst/>
          </a:prstGeom>
          <a:solidFill>
            <a:srgbClr val="CED7E6"/>
          </a:solidFill>
          <a:ln>
            <a:noFill/>
          </a:ln>
        </p:spPr>
      </p:sp>
      <p:sp>
        <p:nvSpPr>
          <p:cNvPr id="112" name="wm.library-whiteboard.002.018.003"/>
          <p:cNvSpPr/>
          <p:nvPr/>
        </p:nvSpPr>
        <p:spPr>
          <a:xfrm>
            <a:off x="11239500" y="5943600"/>
            <a:ext cx="38100" cy="38100"/>
          </a:xfrm>
          <a:prstGeom prst="rect">
            <a:avLst/>
          </a:prstGeom>
          <a:solidFill>
            <a:srgbClr val="CED7E6"/>
          </a:solidFill>
          <a:ln>
            <a:noFill/>
          </a:ln>
        </p:spPr>
      </p:sp>
      <p:sp>
        <p:nvSpPr>
          <p:cNvPr id="113" name="wm.library-whiteboard.002.019.001"/>
          <p:cNvSpPr/>
          <p:nvPr/>
        </p:nvSpPr>
        <p:spPr>
          <a:xfrm>
            <a:off x="11468100" y="5486400"/>
            <a:ext cx="38100" cy="38100"/>
          </a:xfrm>
          <a:prstGeom prst="rect">
            <a:avLst/>
          </a:prstGeom>
          <a:solidFill>
            <a:srgbClr val="CED7E6"/>
          </a:solidFill>
          <a:ln>
            <a:noFill/>
          </a:ln>
        </p:spPr>
      </p:sp>
      <p:sp>
        <p:nvSpPr>
          <p:cNvPr id="114" name="wm.library-whiteboard.002.019.002"/>
          <p:cNvSpPr/>
          <p:nvPr/>
        </p:nvSpPr>
        <p:spPr>
          <a:xfrm>
            <a:off x="11468100" y="5715000"/>
            <a:ext cx="38100" cy="38100"/>
          </a:xfrm>
          <a:prstGeom prst="rect">
            <a:avLst/>
          </a:prstGeom>
          <a:solidFill>
            <a:srgbClr val="CED7E6"/>
          </a:solidFill>
          <a:ln>
            <a:noFill/>
          </a:ln>
        </p:spPr>
      </p:sp>
      <p:sp>
        <p:nvSpPr>
          <p:cNvPr id="115" name="wm.library-whiteboard.002.019.003"/>
          <p:cNvSpPr/>
          <p:nvPr/>
        </p:nvSpPr>
        <p:spPr>
          <a:xfrm>
            <a:off x="11468100" y="5943600"/>
            <a:ext cx="38100" cy="38100"/>
          </a:xfrm>
          <a:prstGeom prst="rect">
            <a:avLst/>
          </a:prstGeom>
          <a:solidFill>
            <a:srgbClr val="CED7E6"/>
          </a:solidFill>
          <a:ln>
            <a:noFill/>
          </a:ln>
        </p:spPr>
      </p:sp>
      <p:sp>
        <p:nvSpPr>
          <p:cNvPr id="118"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37</a:t>
            </a:fld>
            <a:endParaRPr lang="en-US" sz="700" spc="0" kern="0" b="0" i="0" dirty="0">
              <a:solidFill>
                <a:srgbClr val="070154"/>
              </a:solidFill>
              <a:latin typeface="IBM Plex Mono SemiBold"/>
              <a:ea typeface="IBM Plex Mono SemiBold"/>
              <a:cs typeface="IBM Plex Mono SemiBold"/>
            </a:endParaRPr>
          </a:p>
        </p:txBody>
      </p:sp>
      <p:grpSp>
        <p:nvGrpSpPr>
          <p:cNvPr id="125" name="node01"/>
          <p:cNvGrpSpPr/>
          <p:nvPr/>
        </p:nvGrpSpPr>
        <p:grpSpPr>
          <a:xfrm>
            <a:off x="0" y="914400"/>
            <a:ext cx="7124700" cy="5029200"/>
            <a:chOff x="0" y="914400"/>
            <a:chExt cx="7124700" cy="5029200"/>
          </a:xfrm>
        </p:grpSpPr>
        <p:sp>
          <p:nvSpPr>
            <p:cNvPr id="119" name="node01.surface"/>
            <p:cNvSpPr/>
            <p:nvPr/>
          </p:nvSpPr>
          <p:spPr>
            <a:xfrm>
              <a:off x="0" y="914400"/>
              <a:ext cx="7124700" cy="5029200"/>
            </a:xfrm>
            <a:prstGeom prst="rect">
              <a:avLst/>
            </a:prstGeom>
            <a:solidFill>
              <a:srgbClr val="070154"/>
            </a:solidFill>
            <a:ln>
              <a:noFill/>
            </a:ln>
          </p:spPr>
        </p:sp>
      </p:grpSp>
      <p:sp>
        <p:nvSpPr>
          <p:cNvPr id="120" name="node02"/>
          <p:cNvSpPr/>
          <p:nvPr/>
        </p:nvSpPr>
        <p:spPr>
          <a:xfrm>
            <a:off x="7048500" y="914400"/>
            <a:ext cx="76200" cy="5029200"/>
          </a:xfrm>
          <a:prstGeom prst="rect">
            <a:avLst/>
          </a:prstGeom>
          <a:solidFill>
            <a:srgbClr val="F900D3"/>
          </a:solidFill>
          <a:ln>
            <a:noFill/>
          </a:ln>
        </p:spPr>
      </p:sp>
      <p:grpSp>
        <p:nvGrpSpPr>
          <p:cNvPr id="126" name="node03"/>
          <p:cNvGrpSpPr/>
          <p:nvPr/>
        </p:nvGrpSpPr>
        <p:grpSpPr>
          <a:xfrm>
            <a:off x="723900" y="1371600"/>
            <a:ext cx="5257800" cy="152400"/>
            <a:chOff x="723900" y="1371600"/>
            <a:chExt cx="5257800" cy="152400"/>
          </a:xfrm>
        </p:grpSpPr>
        <p:sp>
          <p:nvSpPr>
            <p:cNvPr id="121" name="node03.text"/>
            <p:cNvSpPr/>
            <p:nvPr/>
          </p:nvSpPr>
          <p:spPr>
            <a:xfrm>
              <a:off x="723900" y="1371600"/>
              <a:ext cx="5257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PRODUCT AND R&amp;D</a:t>
              </a:r>
              <a:endParaRPr lang="en-US" sz="1000" spc="80" kern="0" b="0" i="0" dirty="0">
                <a:solidFill>
                  <a:srgbClr val="F900D3"/>
                </a:solidFill>
                <a:latin typeface="IBM Plex Mono SemiBold"/>
                <a:ea typeface="IBM Plex Mono SemiBold"/>
                <a:cs typeface="IBM Plex Mono SemiBold"/>
              </a:endParaRPr>
            </a:p>
          </p:txBody>
        </p:sp>
      </p:grpSp>
      <p:grpSp>
        <p:nvGrpSpPr>
          <p:cNvPr id="127" name="node04"/>
          <p:cNvGrpSpPr/>
          <p:nvPr/>
        </p:nvGrpSpPr>
        <p:grpSpPr>
          <a:xfrm>
            <a:off x="723900" y="1600200"/>
            <a:ext cx="2514600" cy="762000"/>
            <a:chOff x="723900" y="1600200"/>
            <a:chExt cx="2514600" cy="762000"/>
          </a:xfrm>
        </p:grpSpPr>
        <p:sp>
          <p:nvSpPr>
            <p:cNvPr id="122" name="node04.text"/>
            <p:cNvSpPr/>
            <p:nvPr/>
          </p:nvSpPr>
          <p:spPr>
            <a:xfrm>
              <a:off x="723900" y="1600200"/>
              <a:ext cx="2514600" cy="762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03</a:t>
              </a:r>
              <a:endParaRPr lang="en-US" sz="5400" spc="-135" kern="0" b="0" i="0" dirty="0">
                <a:solidFill>
                  <a:srgbClr val="FFFFFF"/>
                </a:solidFill>
                <a:latin typeface="IBM Plex Sans SemiBold"/>
                <a:ea typeface="IBM Plex Sans SemiBold"/>
                <a:cs typeface="IBM Plex Sans SemiBold"/>
              </a:endParaRPr>
            </a:p>
          </p:txBody>
        </p:sp>
      </p:grpSp>
      <p:grpSp>
        <p:nvGrpSpPr>
          <p:cNvPr id="128" name="node05"/>
          <p:cNvGrpSpPr/>
          <p:nvPr/>
        </p:nvGrpSpPr>
        <p:grpSpPr>
          <a:xfrm>
            <a:off x="723900" y="4343400"/>
            <a:ext cx="5943600" cy="457200"/>
            <a:chOff x="723900" y="4343400"/>
            <a:chExt cx="5943600" cy="457200"/>
          </a:xfrm>
        </p:grpSpPr>
        <p:sp>
          <p:nvSpPr>
            <p:cNvPr id="123" name="node05.text"/>
            <p:cNvSpPr/>
            <p:nvPr/>
          </p:nvSpPr>
          <p:spPr>
            <a:xfrm>
              <a:off x="723900" y="4343400"/>
              <a:ext cx="5943600" cy="4572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Recommended next phase</a:t>
              </a:r>
              <a:endParaRPr lang="en-US" sz="3200" spc="-64" kern="0" b="0" i="0" dirty="0">
                <a:solidFill>
                  <a:srgbClr val="FFFFFF"/>
                </a:solidFill>
                <a:latin typeface="IBM Plex Sans SemiBold"/>
                <a:ea typeface="IBM Plex Sans SemiBold"/>
                <a:cs typeface="IBM Plex Sans SemiBold"/>
              </a:endParaRPr>
            </a:p>
          </p:txBody>
        </p:sp>
      </p:grpSp>
      <p:grpSp>
        <p:nvGrpSpPr>
          <p:cNvPr id="129" name="node06"/>
          <p:cNvGrpSpPr/>
          <p:nvPr/>
        </p:nvGrpSpPr>
        <p:grpSpPr>
          <a:xfrm>
            <a:off x="7353300" y="1600200"/>
            <a:ext cx="4114800" cy="3657600"/>
            <a:chOff x="7353300" y="1600200"/>
            <a:chExt cx="4114800" cy="3657600"/>
          </a:xfrm>
        </p:grpSpPr>
        <p:pic>
          <p:nvPicPr>
            <p:cNvPr id="124" name="node06.image" descr="project:source-image32; canonical SHA256=3778f239f6d32794508911208c8533388b96a93b8d7f6bd6233e2893fa925d10">    </p:cNvPr>
            <p:cNvPicPr>
              <a:picLocks noChangeAspect="1"/>
            </p:cNvPicPr>
            <p:nvPr/>
          </p:nvPicPr>
          <p:blipFill>
            <a:blip r:embed="rId1"/>
            <a:srcRect l="0" r="0" t="4344" b="6516"/>
            <a:stretch/>
          </p:blipFill>
          <p:spPr>
            <a:xfrm>
              <a:off x="7353300" y="1600200"/>
              <a:ext cx="4114800" cy="3657600"/>
            </a:xfrm>
            <a:prstGeom prst="rect">
              <a:avLst/>
            </a:prstGeom>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dxc-03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STRATEGY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Product strategy spike</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DentalXChange working deck · proposed next phase</a:t>
            </a:r>
            <a:endParaRPr lang="en-US" sz="900" spc="0" kern="0" b="0" i="0" dirty="0">
              <a:solidFill>
                <a:srgbClr val="50658E"/>
              </a:solidFill>
              <a:latin typeface="IBM Plex Sans"/>
              <a:ea typeface="IBM Plex Sans"/>
              <a:cs typeface="IBM Plex Sans"/>
            </a:endParaRPr>
          </a:p>
        </p:txBody>
      </p:sp>
      <p:sp>
        <p:nvSpPr>
          <p:cNvPr id="7" name="nav.section-01"/>
          <p:cNvSpPr/>
          <p:nvPr/>
        </p:nvSpPr>
        <p:spPr>
          <a:xfrm>
            <a:off x="266700" y="457200"/>
            <a:ext cx="228600" cy="1314450"/>
          </a:xfrm>
          <a:prstGeom prst="rect">
            <a:avLst/>
          </a:prstGeom>
          <a:solidFill>
            <a:srgbClr val="E8EEF8"/>
          </a:solidFill>
          <a:ln>
            <a:noFill/>
          </a:ln>
        </p:spPr>
      </p:sp>
      <p:sp>
        <p:nvSpPr>
          <p:cNvPr id="8"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EVIDENCE</a:t>
            </a:r>
            <a:endParaRPr lang="en-US" sz="800" spc="80" kern="0" b="0" i="0" dirty="0">
              <a:solidFill>
                <a:srgbClr val="50658E"/>
              </a:solidFill>
              <a:latin typeface="IBM Plex Mono SemiBold"/>
              <a:ea typeface="IBM Plex Mono SemiBold"/>
              <a:cs typeface="IBM Plex Mono SemiBold"/>
            </a:endParaRPr>
          </a:p>
        </p:txBody>
      </p:sp>
      <p:sp>
        <p:nvSpPr>
          <p:cNvPr id="9" name="nav.section-02"/>
          <p:cNvSpPr/>
          <p:nvPr/>
        </p:nvSpPr>
        <p:spPr>
          <a:xfrm>
            <a:off x="266700" y="1847850"/>
            <a:ext cx="228600" cy="1314450"/>
          </a:xfrm>
          <a:prstGeom prst="rect">
            <a:avLst/>
          </a:prstGeom>
          <a:solidFill>
            <a:srgbClr val="E8EEF8"/>
          </a:solidFill>
          <a:ln>
            <a:noFill/>
          </a:ln>
        </p:spPr>
      </p:sp>
      <p:sp>
        <p:nvSpPr>
          <p:cNvPr id="10"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STRATEGY</a:t>
            </a:r>
            <a:endParaRPr lang="en-US" sz="800" spc="80" kern="0" b="0" i="0" dirty="0">
              <a:solidFill>
                <a:srgbClr val="50658E"/>
              </a:solidFill>
              <a:latin typeface="IBM Plex Mono SemiBold"/>
              <a:ea typeface="IBM Plex Mono SemiBold"/>
              <a:cs typeface="IBM Plex Mono SemiBold"/>
            </a:endParaRPr>
          </a:p>
        </p:txBody>
      </p:sp>
      <p:sp>
        <p:nvSpPr>
          <p:cNvPr id="11" name="nav.section-03"/>
          <p:cNvSpPr/>
          <p:nvPr/>
        </p:nvSpPr>
        <p:spPr>
          <a:xfrm>
            <a:off x="266700" y="3238500"/>
            <a:ext cx="228600" cy="1314450"/>
          </a:xfrm>
          <a:prstGeom prst="rect">
            <a:avLst/>
          </a:prstGeom>
          <a:solidFill>
            <a:srgbClr val="E8EEF8"/>
          </a:solidFill>
          <a:ln>
            <a:noFill/>
          </a:ln>
        </p:spPr>
      </p:sp>
      <p:sp>
        <p:nvSpPr>
          <p:cNvPr id="12"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PRIORITIES</a:t>
            </a:r>
            <a:endParaRPr lang="en-US" sz="800" spc="80" kern="0" b="0" i="0" dirty="0">
              <a:solidFill>
                <a:srgbClr val="50658E"/>
              </a:solidFill>
              <a:latin typeface="IBM Plex Mono SemiBold"/>
              <a:ea typeface="IBM Plex Mono SemiBold"/>
              <a:cs typeface="IBM Plex Mono SemiBold"/>
            </a:endParaRPr>
          </a:p>
        </p:txBody>
      </p:sp>
      <p:sp>
        <p:nvSpPr>
          <p:cNvPr id="13" name="nav.section-04"/>
          <p:cNvSpPr/>
          <p:nvPr/>
        </p:nvSpPr>
        <p:spPr>
          <a:xfrm>
            <a:off x="266700" y="4629150"/>
            <a:ext cx="228600" cy="1314450"/>
          </a:xfrm>
          <a:prstGeom prst="rect">
            <a:avLst/>
          </a:prstGeom>
          <a:solidFill>
            <a:srgbClr val="070154"/>
          </a:solidFill>
          <a:ln>
            <a:noFill/>
          </a:ln>
        </p:spPr>
      </p:sp>
      <p:sp>
        <p:nvSpPr>
          <p:cNvPr id="14"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ROADMAP</a:t>
            </a:r>
            <a:endParaRPr lang="en-US" sz="800" spc="80" kern="0" b="0" i="0" dirty="0">
              <a:solidFill>
                <a:srgbClr val="FFFFFF"/>
              </a:solidFill>
              <a:latin typeface="IBM Plex Mono SemiBold"/>
              <a:ea typeface="IBM Plex Mono SemiBold"/>
              <a:cs typeface="IBM Plex Mono SemiBold"/>
            </a:endParaRPr>
          </a:p>
        </p:txBody>
      </p:sp>
      <p:sp>
        <p:nvSpPr>
          <p:cNvPr id="1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38</a:t>
            </a:fld>
            <a:endParaRPr lang="en-US" sz="700" spc="0" kern="0" b="0" i="0" dirty="0">
              <a:solidFill>
                <a:srgbClr val="070154"/>
              </a:solidFill>
              <a:latin typeface="IBM Plex Mono SemiBold"/>
              <a:ea typeface="IBM Plex Mono SemiBold"/>
              <a:cs typeface="IBM Plex Mono SemiBold"/>
            </a:endParaRPr>
          </a:p>
        </p:txBody>
      </p:sp>
      <p:grpSp>
        <p:nvGrpSpPr>
          <p:cNvPr id="66" name="node01"/>
          <p:cNvGrpSpPr/>
          <p:nvPr/>
        </p:nvGrpSpPr>
        <p:grpSpPr>
          <a:xfrm>
            <a:off x="723900" y="1600200"/>
            <a:ext cx="10744200" cy="152400"/>
            <a:chOff x="723900" y="1600200"/>
            <a:chExt cx="10744200" cy="152400"/>
          </a:xfrm>
        </p:grpSpPr>
        <p:sp>
          <p:nvSpPr>
            <p:cNvPr id="16" name="node01.text"/>
            <p:cNvSpPr/>
            <p:nvPr/>
          </p:nvSpPr>
          <p:spPr>
            <a:xfrm>
              <a:off x="723900" y="16002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OUTCOME</a:t>
              </a:r>
              <a:endParaRPr lang="en-US" sz="900" spc="54" kern="0" b="0" i="0" dirty="0">
                <a:solidFill>
                  <a:srgbClr val="0047FF"/>
                </a:solidFill>
                <a:latin typeface="IBM Plex Mono Medium"/>
                <a:ea typeface="IBM Plex Mono Medium"/>
                <a:cs typeface="IBM Plex Mono Medium"/>
              </a:endParaRPr>
            </a:p>
          </p:txBody>
        </p:sp>
      </p:grpSp>
      <p:grpSp>
        <p:nvGrpSpPr>
          <p:cNvPr id="67" name="node02"/>
          <p:cNvGrpSpPr/>
          <p:nvPr/>
        </p:nvGrpSpPr>
        <p:grpSpPr>
          <a:xfrm>
            <a:off x="723900" y="1828800"/>
            <a:ext cx="10744200" cy="266700"/>
            <a:chOff x="723900" y="1828800"/>
            <a:chExt cx="10744200" cy="266700"/>
          </a:xfrm>
        </p:grpSpPr>
        <p:sp>
          <p:nvSpPr>
            <p:cNvPr id="17" name="node02.text"/>
            <p:cNvSpPr/>
            <p:nvPr/>
          </p:nvSpPr>
          <p:spPr>
            <a:xfrm>
              <a:off x="723900" y="1828800"/>
              <a:ext cx="1074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Clear product strategy and an executable six-month roadmap</a:t>
              </a:r>
              <a:endParaRPr lang="en-US" sz="1400" spc="0" kern="0" b="0" i="0" dirty="0">
                <a:solidFill>
                  <a:srgbClr val="50658E"/>
                </a:solidFill>
                <a:latin typeface="IBM Plex Sans"/>
                <a:ea typeface="IBM Plex Sans"/>
                <a:cs typeface="IBM Plex Sans"/>
              </a:endParaRPr>
            </a:p>
          </p:txBody>
        </p:sp>
      </p:grpSp>
      <p:grpSp>
        <p:nvGrpSpPr>
          <p:cNvPr id="68" name="node03"/>
          <p:cNvGrpSpPr/>
          <p:nvPr/>
        </p:nvGrpSpPr>
        <p:grpSpPr>
          <a:xfrm>
            <a:off x="723900" y="2743200"/>
            <a:ext cx="10744200" cy="152400"/>
            <a:chOff x="723900" y="2743200"/>
            <a:chExt cx="10744200" cy="152400"/>
          </a:xfrm>
        </p:grpSpPr>
        <p:sp>
          <p:nvSpPr>
            <p:cNvPr id="18" name="node03.text"/>
            <p:cNvSpPr/>
            <p:nvPr/>
          </p:nvSpPr>
          <p:spPr>
            <a:xfrm>
              <a:off x="723900" y="27432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KEY ACTIVITIES · FOUR-WEEK SPIKE</a:t>
              </a:r>
              <a:endParaRPr lang="en-US" sz="900" spc="54" kern="0" b="0" i="0" dirty="0">
                <a:solidFill>
                  <a:srgbClr val="0047FF"/>
                </a:solidFill>
                <a:latin typeface="IBM Plex Mono Medium"/>
                <a:ea typeface="IBM Plex Mono Medium"/>
                <a:cs typeface="IBM Plex Mono Medium"/>
              </a:endParaRPr>
            </a:p>
          </p:txBody>
        </p:sp>
      </p:grpSp>
      <p:sp>
        <p:nvSpPr>
          <p:cNvPr id="19" name="node04"/>
          <p:cNvSpPr/>
          <p:nvPr/>
        </p:nvSpPr>
        <p:spPr>
          <a:xfrm>
            <a:off x="723900" y="3009900"/>
            <a:ext cx="2514600" cy="12700"/>
          </a:xfrm>
          <a:prstGeom prst="rect">
            <a:avLst/>
          </a:prstGeom>
          <a:solidFill>
            <a:srgbClr val="CED7E6"/>
          </a:solidFill>
          <a:ln>
            <a:noFill/>
          </a:ln>
        </p:spPr>
      </p:sp>
      <p:grpSp>
        <p:nvGrpSpPr>
          <p:cNvPr id="69" name="node05"/>
          <p:cNvGrpSpPr/>
          <p:nvPr/>
        </p:nvGrpSpPr>
        <p:grpSpPr>
          <a:xfrm>
            <a:off x="723900" y="3124200"/>
            <a:ext cx="2514600" cy="152400"/>
            <a:chOff x="723900" y="3124200"/>
            <a:chExt cx="2514600" cy="152400"/>
          </a:xfrm>
        </p:grpSpPr>
        <p:sp>
          <p:nvSpPr>
            <p:cNvPr id="20" name="node05.text"/>
            <p:cNvSpPr/>
            <p:nvPr/>
          </p:nvSpPr>
          <p:spPr>
            <a:xfrm>
              <a:off x="7239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EVIDENCE</a:t>
              </a:r>
              <a:endParaRPr lang="en-US" sz="900" spc="54" kern="0" b="0" i="0" dirty="0">
                <a:solidFill>
                  <a:srgbClr val="0047FF"/>
                </a:solidFill>
                <a:latin typeface="IBM Plex Mono Medium"/>
                <a:ea typeface="IBM Plex Mono Medium"/>
                <a:cs typeface="IBM Plex Mono Medium"/>
              </a:endParaRPr>
            </a:p>
          </p:txBody>
        </p:sp>
      </p:grpSp>
      <p:grpSp>
        <p:nvGrpSpPr>
          <p:cNvPr id="70" name="node06"/>
          <p:cNvGrpSpPr/>
          <p:nvPr/>
        </p:nvGrpSpPr>
        <p:grpSpPr>
          <a:xfrm>
            <a:off x="723900" y="3352800"/>
            <a:ext cx="2514600" cy="304800"/>
            <a:chOff x="723900" y="3352800"/>
            <a:chExt cx="2514600" cy="304800"/>
          </a:xfrm>
        </p:grpSpPr>
        <p:sp>
          <p:nvSpPr>
            <p:cNvPr id="21" name="node06.text"/>
            <p:cNvSpPr/>
            <p:nvPr/>
          </p:nvSpPr>
          <p:spPr>
            <a:xfrm>
              <a:off x="7239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Evidence</a:t>
              </a:r>
              <a:endParaRPr lang="en-US" sz="1800" spc="-18" kern="0" b="0" i="0" dirty="0">
                <a:solidFill>
                  <a:srgbClr val="070154"/>
                </a:solidFill>
                <a:latin typeface="IBM Plex Sans SemiBold"/>
                <a:ea typeface="IBM Plex Sans SemiBold"/>
                <a:cs typeface="IBM Plex Sans SemiBold"/>
              </a:endParaRPr>
            </a:p>
          </p:txBody>
        </p:sp>
      </p:grpSp>
      <p:grpSp>
        <p:nvGrpSpPr>
          <p:cNvPr id="71" name="node07"/>
          <p:cNvGrpSpPr/>
          <p:nvPr/>
        </p:nvGrpSpPr>
        <p:grpSpPr>
          <a:xfrm>
            <a:off x="723900" y="3695700"/>
            <a:ext cx="2514600" cy="762000"/>
            <a:chOff x="723900" y="3695700"/>
            <a:chExt cx="2514600" cy="762000"/>
          </a:xfrm>
        </p:grpSpPr>
        <p:sp>
          <p:nvSpPr>
            <p:cNvPr id="22" name="node07.example-001.bullet"/>
            <p:cNvSpPr/>
            <p:nvPr/>
          </p:nvSpPr>
          <p:spPr>
            <a:xfrm>
              <a:off x="723900" y="3784600"/>
              <a:ext cx="38100" cy="38100"/>
            </a:xfrm>
            <a:prstGeom prst="rect">
              <a:avLst/>
            </a:prstGeom>
            <a:solidFill>
              <a:srgbClr val="070154"/>
            </a:solidFill>
            <a:ln>
              <a:noFill/>
            </a:ln>
          </p:spPr>
        </p:sp>
        <p:sp>
          <p:nvSpPr>
            <p:cNvPr id="23" name="node07.example-001.text"/>
            <p:cNvSpPr/>
            <p:nvPr/>
          </p:nvSpPr>
          <p:spPr>
            <a:xfrm>
              <a:off x="876300" y="3695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customer needs</a:t>
              </a:r>
              <a:endParaRPr lang="en-US" sz="1200" spc="0" kern="0" b="0" i="0" dirty="0">
                <a:solidFill>
                  <a:srgbClr val="070154"/>
                </a:solidFill>
                <a:latin typeface="IBM Plex Sans"/>
                <a:ea typeface="IBM Plex Sans"/>
                <a:cs typeface="IBM Plex Sans"/>
              </a:endParaRPr>
            </a:p>
          </p:txBody>
        </p:sp>
        <p:sp>
          <p:nvSpPr>
            <p:cNvPr id="24" name="node07.example-002.bullet"/>
            <p:cNvSpPr/>
            <p:nvPr/>
          </p:nvSpPr>
          <p:spPr>
            <a:xfrm>
              <a:off x="723900" y="4051300"/>
              <a:ext cx="38100" cy="38100"/>
            </a:xfrm>
            <a:prstGeom prst="rect">
              <a:avLst/>
            </a:prstGeom>
            <a:solidFill>
              <a:srgbClr val="070154"/>
            </a:solidFill>
            <a:ln>
              <a:noFill/>
            </a:ln>
          </p:spPr>
        </p:sp>
        <p:sp>
          <p:nvSpPr>
            <p:cNvPr id="25" name="node07.example-002.text"/>
            <p:cNvSpPr/>
            <p:nvPr/>
          </p:nvSpPr>
          <p:spPr>
            <a:xfrm>
              <a:off x="876300" y="3962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product performance</a:t>
              </a:r>
              <a:endParaRPr lang="en-US" sz="1200" spc="0" kern="0" b="0" i="0" dirty="0">
                <a:solidFill>
                  <a:srgbClr val="070154"/>
                </a:solidFill>
                <a:latin typeface="IBM Plex Sans"/>
                <a:ea typeface="IBM Plex Sans"/>
                <a:cs typeface="IBM Plex Sans"/>
              </a:endParaRPr>
            </a:p>
          </p:txBody>
        </p:sp>
        <p:sp>
          <p:nvSpPr>
            <p:cNvPr id="26" name="node07.example-003.bullet"/>
            <p:cNvSpPr/>
            <p:nvPr/>
          </p:nvSpPr>
          <p:spPr>
            <a:xfrm>
              <a:off x="723900" y="4318000"/>
              <a:ext cx="38100" cy="38100"/>
            </a:xfrm>
            <a:prstGeom prst="rect">
              <a:avLst/>
            </a:prstGeom>
            <a:solidFill>
              <a:srgbClr val="070154"/>
            </a:solidFill>
            <a:ln>
              <a:noFill/>
            </a:ln>
          </p:spPr>
        </p:sp>
        <p:sp>
          <p:nvSpPr>
            <p:cNvPr id="27" name="node07.example-003.text"/>
            <p:cNvSpPr/>
            <p:nvPr/>
          </p:nvSpPr>
          <p:spPr>
            <a:xfrm>
              <a:off x="8763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business priorities</a:t>
              </a:r>
              <a:endParaRPr lang="en-US" sz="1200" spc="0" kern="0" b="0" i="0" dirty="0">
                <a:solidFill>
                  <a:srgbClr val="070154"/>
                </a:solidFill>
                <a:latin typeface="IBM Plex Sans"/>
                <a:ea typeface="IBM Plex Sans"/>
                <a:cs typeface="IBM Plex Sans"/>
              </a:endParaRPr>
            </a:p>
          </p:txBody>
        </p:sp>
      </p:grpSp>
      <p:sp>
        <p:nvSpPr>
          <p:cNvPr id="28" name="node08"/>
          <p:cNvSpPr/>
          <p:nvPr/>
        </p:nvSpPr>
        <p:spPr>
          <a:xfrm>
            <a:off x="3467100" y="3009900"/>
            <a:ext cx="2514600" cy="12700"/>
          </a:xfrm>
          <a:prstGeom prst="rect">
            <a:avLst/>
          </a:prstGeom>
          <a:solidFill>
            <a:srgbClr val="CED7E6"/>
          </a:solidFill>
          <a:ln>
            <a:noFill/>
          </a:ln>
        </p:spPr>
      </p:sp>
      <p:grpSp>
        <p:nvGrpSpPr>
          <p:cNvPr id="72" name="node09"/>
          <p:cNvGrpSpPr/>
          <p:nvPr/>
        </p:nvGrpSpPr>
        <p:grpSpPr>
          <a:xfrm>
            <a:off x="3467100" y="3124200"/>
            <a:ext cx="2514600" cy="152400"/>
            <a:chOff x="3467100" y="3124200"/>
            <a:chExt cx="2514600" cy="152400"/>
          </a:xfrm>
        </p:grpSpPr>
        <p:sp>
          <p:nvSpPr>
            <p:cNvPr id="29" name="node09.text"/>
            <p:cNvSpPr/>
            <p:nvPr/>
          </p:nvSpPr>
          <p:spPr>
            <a:xfrm>
              <a:off x="34671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STRATEGY</a:t>
              </a:r>
              <a:endParaRPr lang="en-US" sz="900" spc="54" kern="0" b="0" i="0" dirty="0">
                <a:solidFill>
                  <a:srgbClr val="0047FF"/>
                </a:solidFill>
                <a:latin typeface="IBM Plex Mono Medium"/>
                <a:ea typeface="IBM Plex Mono Medium"/>
                <a:cs typeface="IBM Plex Mono Medium"/>
              </a:endParaRPr>
            </a:p>
          </p:txBody>
        </p:sp>
      </p:grpSp>
      <p:grpSp>
        <p:nvGrpSpPr>
          <p:cNvPr id="73" name="node10"/>
          <p:cNvGrpSpPr/>
          <p:nvPr/>
        </p:nvGrpSpPr>
        <p:grpSpPr>
          <a:xfrm>
            <a:off x="3467100" y="3352800"/>
            <a:ext cx="2514600" cy="304800"/>
            <a:chOff x="3467100" y="3352800"/>
            <a:chExt cx="2514600" cy="304800"/>
          </a:xfrm>
        </p:grpSpPr>
        <p:sp>
          <p:nvSpPr>
            <p:cNvPr id="30" name="node10.text"/>
            <p:cNvSpPr/>
            <p:nvPr/>
          </p:nvSpPr>
          <p:spPr>
            <a:xfrm>
              <a:off x="34671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Strategy</a:t>
              </a:r>
              <a:endParaRPr lang="en-US" sz="1800" spc="-18" kern="0" b="0" i="0" dirty="0">
                <a:solidFill>
                  <a:srgbClr val="070154"/>
                </a:solidFill>
                <a:latin typeface="IBM Plex Sans SemiBold"/>
                <a:ea typeface="IBM Plex Sans SemiBold"/>
                <a:cs typeface="IBM Plex Sans SemiBold"/>
              </a:endParaRPr>
            </a:p>
          </p:txBody>
        </p:sp>
      </p:grpSp>
      <p:grpSp>
        <p:nvGrpSpPr>
          <p:cNvPr id="74" name="node11"/>
          <p:cNvGrpSpPr/>
          <p:nvPr/>
        </p:nvGrpSpPr>
        <p:grpSpPr>
          <a:xfrm>
            <a:off x="3467100" y="3695700"/>
            <a:ext cx="2514600" cy="762000"/>
            <a:chOff x="3467100" y="3695700"/>
            <a:chExt cx="2514600" cy="762000"/>
          </a:xfrm>
        </p:grpSpPr>
        <p:sp>
          <p:nvSpPr>
            <p:cNvPr id="31" name="node11.example-001.bullet"/>
            <p:cNvSpPr/>
            <p:nvPr/>
          </p:nvSpPr>
          <p:spPr>
            <a:xfrm>
              <a:off x="3467100" y="3784600"/>
              <a:ext cx="38100" cy="38100"/>
            </a:xfrm>
            <a:prstGeom prst="rect">
              <a:avLst/>
            </a:prstGeom>
            <a:solidFill>
              <a:srgbClr val="070154"/>
            </a:solidFill>
            <a:ln>
              <a:noFill/>
            </a:ln>
          </p:spPr>
        </p:sp>
        <p:sp>
          <p:nvSpPr>
            <p:cNvPr id="32" name="node11.example-001.text"/>
            <p:cNvSpPr/>
            <p:nvPr/>
          </p:nvSpPr>
          <p:spPr>
            <a:xfrm>
              <a:off x="3619500" y="3695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Prepare a strategy workshop</a:t>
              </a:r>
              <a:endParaRPr lang="en-US" sz="1200" spc="0" kern="0" b="0" i="0" dirty="0">
                <a:solidFill>
                  <a:srgbClr val="070154"/>
                </a:solidFill>
                <a:latin typeface="IBM Plex Sans"/>
                <a:ea typeface="IBM Plex Sans"/>
                <a:cs typeface="IBM Plex Sans"/>
              </a:endParaRPr>
            </a:p>
          </p:txBody>
        </p:sp>
        <p:sp>
          <p:nvSpPr>
            <p:cNvPr id="33" name="node11.example-002.bullet"/>
            <p:cNvSpPr/>
            <p:nvPr/>
          </p:nvSpPr>
          <p:spPr>
            <a:xfrm>
              <a:off x="3467100" y="4051300"/>
              <a:ext cx="38100" cy="38100"/>
            </a:xfrm>
            <a:prstGeom prst="rect">
              <a:avLst/>
            </a:prstGeom>
            <a:solidFill>
              <a:srgbClr val="070154"/>
            </a:solidFill>
            <a:ln>
              <a:noFill/>
            </a:ln>
          </p:spPr>
        </p:sp>
        <p:sp>
          <p:nvSpPr>
            <p:cNvPr id="34" name="node11.example-002.text"/>
            <p:cNvSpPr/>
            <p:nvPr/>
          </p:nvSpPr>
          <p:spPr>
            <a:xfrm>
              <a:off x="3619500" y="3962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Facilitate with product leaders</a:t>
              </a:r>
              <a:endParaRPr lang="en-US" sz="1200" spc="0" kern="0" b="0" i="0" dirty="0">
                <a:solidFill>
                  <a:srgbClr val="070154"/>
                </a:solidFill>
                <a:latin typeface="IBM Plex Sans"/>
                <a:ea typeface="IBM Plex Sans"/>
                <a:cs typeface="IBM Plex Sans"/>
              </a:endParaRPr>
            </a:p>
          </p:txBody>
        </p:sp>
        <p:sp>
          <p:nvSpPr>
            <p:cNvPr id="35" name="node11.example-003.bullet"/>
            <p:cNvSpPr/>
            <p:nvPr/>
          </p:nvSpPr>
          <p:spPr>
            <a:xfrm>
              <a:off x="3467100" y="4318000"/>
              <a:ext cx="38100" cy="38100"/>
            </a:xfrm>
            <a:prstGeom prst="rect">
              <a:avLst/>
            </a:prstGeom>
            <a:solidFill>
              <a:srgbClr val="070154"/>
            </a:solidFill>
            <a:ln>
              <a:noFill/>
            </a:ln>
          </p:spPr>
        </p:sp>
        <p:sp>
          <p:nvSpPr>
            <p:cNvPr id="36" name="node11.example-003.text"/>
            <p:cNvSpPr/>
            <p:nvPr/>
          </p:nvSpPr>
          <p:spPr>
            <a:xfrm>
              <a:off x="36195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Align on product strategy</a:t>
              </a:r>
              <a:endParaRPr lang="en-US" sz="1200" spc="0" kern="0" b="0" i="0" dirty="0">
                <a:solidFill>
                  <a:srgbClr val="070154"/>
                </a:solidFill>
                <a:latin typeface="IBM Plex Sans"/>
                <a:ea typeface="IBM Plex Sans"/>
                <a:cs typeface="IBM Plex Sans"/>
              </a:endParaRPr>
            </a:p>
          </p:txBody>
        </p:sp>
      </p:grpSp>
      <p:sp>
        <p:nvSpPr>
          <p:cNvPr id="37" name="node12"/>
          <p:cNvSpPr/>
          <p:nvPr/>
        </p:nvSpPr>
        <p:spPr>
          <a:xfrm>
            <a:off x="6210300" y="3009900"/>
            <a:ext cx="2514600" cy="12700"/>
          </a:xfrm>
          <a:prstGeom prst="rect">
            <a:avLst/>
          </a:prstGeom>
          <a:solidFill>
            <a:srgbClr val="CED7E6"/>
          </a:solidFill>
          <a:ln>
            <a:noFill/>
          </a:ln>
        </p:spPr>
      </p:sp>
      <p:grpSp>
        <p:nvGrpSpPr>
          <p:cNvPr id="75" name="node13"/>
          <p:cNvGrpSpPr/>
          <p:nvPr/>
        </p:nvGrpSpPr>
        <p:grpSpPr>
          <a:xfrm>
            <a:off x="6210300" y="3124200"/>
            <a:ext cx="2514600" cy="152400"/>
            <a:chOff x="6210300" y="3124200"/>
            <a:chExt cx="2514600" cy="152400"/>
          </a:xfrm>
        </p:grpSpPr>
        <p:sp>
          <p:nvSpPr>
            <p:cNvPr id="38" name="node13.text"/>
            <p:cNvSpPr/>
            <p:nvPr/>
          </p:nvSpPr>
          <p:spPr>
            <a:xfrm>
              <a:off x="62103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PRIORITIES</a:t>
              </a:r>
              <a:endParaRPr lang="en-US" sz="900" spc="54" kern="0" b="0" i="0" dirty="0">
                <a:solidFill>
                  <a:srgbClr val="0047FF"/>
                </a:solidFill>
                <a:latin typeface="IBM Plex Mono Medium"/>
                <a:ea typeface="IBM Plex Mono Medium"/>
                <a:cs typeface="IBM Plex Mono Medium"/>
              </a:endParaRPr>
            </a:p>
          </p:txBody>
        </p:sp>
      </p:grpSp>
      <p:grpSp>
        <p:nvGrpSpPr>
          <p:cNvPr id="76" name="node14"/>
          <p:cNvGrpSpPr/>
          <p:nvPr/>
        </p:nvGrpSpPr>
        <p:grpSpPr>
          <a:xfrm>
            <a:off x="6210300" y="3352800"/>
            <a:ext cx="2514600" cy="304800"/>
            <a:chOff x="6210300" y="3352800"/>
            <a:chExt cx="2514600" cy="304800"/>
          </a:xfrm>
        </p:grpSpPr>
        <p:sp>
          <p:nvSpPr>
            <p:cNvPr id="39" name="node14.text"/>
            <p:cNvSpPr/>
            <p:nvPr/>
          </p:nvSpPr>
          <p:spPr>
            <a:xfrm>
              <a:off x="62103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Priorities</a:t>
              </a:r>
              <a:endParaRPr lang="en-US" sz="1800" spc="-18" kern="0" b="0" i="0" dirty="0">
                <a:solidFill>
                  <a:srgbClr val="070154"/>
                </a:solidFill>
                <a:latin typeface="IBM Plex Sans SemiBold"/>
                <a:ea typeface="IBM Plex Sans SemiBold"/>
                <a:cs typeface="IBM Plex Sans SemiBold"/>
              </a:endParaRPr>
            </a:p>
          </p:txBody>
        </p:sp>
      </p:grpSp>
      <p:grpSp>
        <p:nvGrpSpPr>
          <p:cNvPr id="77" name="node15"/>
          <p:cNvGrpSpPr/>
          <p:nvPr/>
        </p:nvGrpSpPr>
        <p:grpSpPr>
          <a:xfrm>
            <a:off x="6210300" y="3695700"/>
            <a:ext cx="2514600" cy="762000"/>
            <a:chOff x="6210300" y="3695700"/>
            <a:chExt cx="2514600" cy="762000"/>
          </a:xfrm>
        </p:grpSpPr>
        <p:sp>
          <p:nvSpPr>
            <p:cNvPr id="40" name="node15.example-001.bullet"/>
            <p:cNvSpPr/>
            <p:nvPr/>
          </p:nvSpPr>
          <p:spPr>
            <a:xfrm>
              <a:off x="6210300" y="3784600"/>
              <a:ext cx="38100" cy="38100"/>
            </a:xfrm>
            <a:prstGeom prst="rect">
              <a:avLst/>
            </a:prstGeom>
            <a:solidFill>
              <a:srgbClr val="070154"/>
            </a:solidFill>
            <a:ln>
              <a:noFill/>
            </a:ln>
          </p:spPr>
        </p:sp>
        <p:sp>
          <p:nvSpPr>
            <p:cNvPr id="41" name="node15.example-001.text"/>
            <p:cNvSpPr/>
            <p:nvPr/>
          </p:nvSpPr>
          <p:spPr>
            <a:xfrm>
              <a:off x="6362700" y="3695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Set product-area direction</a:t>
              </a:r>
              <a:endParaRPr lang="en-US" sz="1200" spc="0" kern="0" b="0" i="0" dirty="0">
                <a:solidFill>
                  <a:srgbClr val="070154"/>
                </a:solidFill>
                <a:latin typeface="IBM Plex Sans"/>
                <a:ea typeface="IBM Plex Sans"/>
                <a:cs typeface="IBM Plex Sans"/>
              </a:endParaRPr>
            </a:p>
          </p:txBody>
        </p:sp>
        <p:sp>
          <p:nvSpPr>
            <p:cNvPr id="42" name="node15.example-002.bullet"/>
            <p:cNvSpPr/>
            <p:nvPr/>
          </p:nvSpPr>
          <p:spPr>
            <a:xfrm>
              <a:off x="6210300" y="4051300"/>
              <a:ext cx="38100" cy="38100"/>
            </a:xfrm>
            <a:prstGeom prst="rect">
              <a:avLst/>
            </a:prstGeom>
            <a:solidFill>
              <a:srgbClr val="070154"/>
            </a:solidFill>
            <a:ln>
              <a:noFill/>
            </a:ln>
          </p:spPr>
        </p:sp>
        <p:sp>
          <p:nvSpPr>
            <p:cNvPr id="43" name="node15.example-002.text"/>
            <p:cNvSpPr/>
            <p:nvPr/>
          </p:nvSpPr>
          <p:spPr>
            <a:xfrm>
              <a:off x="6362700" y="3962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 measurable outcomes</a:t>
              </a:r>
              <a:endParaRPr lang="en-US" sz="1200" spc="0" kern="0" b="0" i="0" dirty="0">
                <a:solidFill>
                  <a:srgbClr val="070154"/>
                </a:solidFill>
                <a:latin typeface="IBM Plex Sans"/>
                <a:ea typeface="IBM Plex Sans"/>
                <a:cs typeface="IBM Plex Sans"/>
              </a:endParaRPr>
            </a:p>
          </p:txBody>
        </p:sp>
        <p:sp>
          <p:nvSpPr>
            <p:cNvPr id="44" name="node15.example-003.bullet"/>
            <p:cNvSpPr/>
            <p:nvPr/>
          </p:nvSpPr>
          <p:spPr>
            <a:xfrm>
              <a:off x="6210300" y="4318000"/>
              <a:ext cx="38100" cy="38100"/>
            </a:xfrm>
            <a:prstGeom prst="rect">
              <a:avLst/>
            </a:prstGeom>
            <a:solidFill>
              <a:srgbClr val="070154"/>
            </a:solidFill>
            <a:ln>
              <a:noFill/>
            </a:ln>
          </p:spPr>
        </p:sp>
        <p:sp>
          <p:nvSpPr>
            <p:cNvPr id="45" name="node15.example-003.text"/>
            <p:cNvSpPr/>
            <p:nvPr/>
          </p:nvSpPr>
          <p:spPr>
            <a:xfrm>
              <a:off x="63627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roadmap trade-offs</a:t>
              </a:r>
              <a:endParaRPr lang="en-US" sz="1200" spc="0" kern="0" b="0" i="0" dirty="0">
                <a:solidFill>
                  <a:srgbClr val="070154"/>
                </a:solidFill>
                <a:latin typeface="IBM Plex Sans"/>
                <a:ea typeface="IBM Plex Sans"/>
                <a:cs typeface="IBM Plex Sans"/>
              </a:endParaRPr>
            </a:p>
          </p:txBody>
        </p:sp>
      </p:grpSp>
      <p:sp>
        <p:nvSpPr>
          <p:cNvPr id="46" name="node16"/>
          <p:cNvSpPr/>
          <p:nvPr/>
        </p:nvSpPr>
        <p:spPr>
          <a:xfrm>
            <a:off x="8953500" y="3009900"/>
            <a:ext cx="2514600" cy="12700"/>
          </a:xfrm>
          <a:prstGeom prst="rect">
            <a:avLst/>
          </a:prstGeom>
          <a:solidFill>
            <a:srgbClr val="CED7E6"/>
          </a:solidFill>
          <a:ln>
            <a:noFill/>
          </a:ln>
        </p:spPr>
      </p:sp>
      <p:grpSp>
        <p:nvGrpSpPr>
          <p:cNvPr id="78" name="node17"/>
          <p:cNvGrpSpPr/>
          <p:nvPr/>
        </p:nvGrpSpPr>
        <p:grpSpPr>
          <a:xfrm>
            <a:off x="8953500" y="3124200"/>
            <a:ext cx="2514600" cy="152400"/>
            <a:chOff x="8953500" y="3124200"/>
            <a:chExt cx="2514600" cy="152400"/>
          </a:xfrm>
        </p:grpSpPr>
        <p:sp>
          <p:nvSpPr>
            <p:cNvPr id="47" name="node17.text"/>
            <p:cNvSpPr/>
            <p:nvPr/>
          </p:nvSpPr>
          <p:spPr>
            <a:xfrm>
              <a:off x="89535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04 · ROADMAP</a:t>
              </a:r>
              <a:endParaRPr lang="en-US" sz="900" spc="54" kern="0" b="0" i="0" dirty="0">
                <a:solidFill>
                  <a:srgbClr val="0047FF"/>
                </a:solidFill>
                <a:latin typeface="IBM Plex Mono Medium"/>
                <a:ea typeface="IBM Plex Mono Medium"/>
                <a:cs typeface="IBM Plex Mono Medium"/>
              </a:endParaRPr>
            </a:p>
          </p:txBody>
        </p:sp>
      </p:grpSp>
      <p:grpSp>
        <p:nvGrpSpPr>
          <p:cNvPr id="79" name="node18"/>
          <p:cNvGrpSpPr/>
          <p:nvPr/>
        </p:nvGrpSpPr>
        <p:grpSpPr>
          <a:xfrm>
            <a:off x="8953500" y="3352800"/>
            <a:ext cx="2514600" cy="304800"/>
            <a:chOff x="8953500" y="3352800"/>
            <a:chExt cx="2514600" cy="304800"/>
          </a:xfrm>
        </p:grpSpPr>
        <p:sp>
          <p:nvSpPr>
            <p:cNvPr id="48" name="node18.text"/>
            <p:cNvSpPr/>
            <p:nvPr/>
          </p:nvSpPr>
          <p:spPr>
            <a:xfrm>
              <a:off x="89535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Roadmap</a:t>
              </a:r>
              <a:endParaRPr lang="en-US" sz="1800" spc="-18" kern="0" b="0" i="0" dirty="0">
                <a:solidFill>
                  <a:srgbClr val="070154"/>
                </a:solidFill>
                <a:latin typeface="IBM Plex Sans SemiBold"/>
                <a:ea typeface="IBM Plex Sans SemiBold"/>
                <a:cs typeface="IBM Plex Sans SemiBold"/>
              </a:endParaRPr>
            </a:p>
          </p:txBody>
        </p:sp>
      </p:grpSp>
      <p:grpSp>
        <p:nvGrpSpPr>
          <p:cNvPr id="80" name="node19"/>
          <p:cNvGrpSpPr/>
          <p:nvPr/>
        </p:nvGrpSpPr>
        <p:grpSpPr>
          <a:xfrm>
            <a:off x="8953500" y="3695700"/>
            <a:ext cx="2514600" cy="762000"/>
            <a:chOff x="8953500" y="3695700"/>
            <a:chExt cx="2514600" cy="762000"/>
          </a:xfrm>
        </p:grpSpPr>
        <p:sp>
          <p:nvSpPr>
            <p:cNvPr id="49" name="node19.example-001.bullet"/>
            <p:cNvSpPr/>
            <p:nvPr/>
          </p:nvSpPr>
          <p:spPr>
            <a:xfrm>
              <a:off x="8953500" y="3784600"/>
              <a:ext cx="38100" cy="38100"/>
            </a:xfrm>
            <a:prstGeom prst="rect">
              <a:avLst/>
            </a:prstGeom>
            <a:solidFill>
              <a:srgbClr val="070154"/>
            </a:solidFill>
            <a:ln>
              <a:noFill/>
            </a:ln>
          </p:spPr>
        </p:sp>
        <p:sp>
          <p:nvSpPr>
            <p:cNvPr id="50" name="node19.example-001.text"/>
            <p:cNvSpPr/>
            <p:nvPr/>
          </p:nvSpPr>
          <p:spPr>
            <a:xfrm>
              <a:off x="9105900" y="3695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Complete product briefs</a:t>
              </a:r>
              <a:endParaRPr lang="en-US" sz="1200" spc="0" kern="0" b="0" i="0" dirty="0">
                <a:solidFill>
                  <a:srgbClr val="070154"/>
                </a:solidFill>
                <a:latin typeface="IBM Plex Sans"/>
                <a:ea typeface="IBM Plex Sans"/>
                <a:cs typeface="IBM Plex Sans"/>
              </a:endParaRPr>
            </a:p>
          </p:txBody>
        </p:sp>
        <p:sp>
          <p:nvSpPr>
            <p:cNvPr id="51" name="node19.example-002.bullet"/>
            <p:cNvSpPr/>
            <p:nvPr/>
          </p:nvSpPr>
          <p:spPr>
            <a:xfrm>
              <a:off x="8953500" y="4051300"/>
              <a:ext cx="38100" cy="38100"/>
            </a:xfrm>
            <a:prstGeom prst="rect">
              <a:avLst/>
            </a:prstGeom>
            <a:solidFill>
              <a:srgbClr val="070154"/>
            </a:solidFill>
            <a:ln>
              <a:noFill/>
            </a:ln>
          </p:spPr>
        </p:sp>
        <p:sp>
          <p:nvSpPr>
            <p:cNvPr id="52" name="node19.example-002.text"/>
            <p:cNvSpPr/>
            <p:nvPr/>
          </p:nvSpPr>
          <p:spPr>
            <a:xfrm>
              <a:off x="9105900" y="3962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 ownership</a:t>
              </a:r>
              <a:endParaRPr lang="en-US" sz="1200" spc="0" kern="0" b="0" i="0" dirty="0">
                <a:solidFill>
                  <a:srgbClr val="070154"/>
                </a:solidFill>
                <a:latin typeface="IBM Plex Sans"/>
                <a:ea typeface="IBM Plex Sans"/>
                <a:cs typeface="IBM Plex Sans"/>
              </a:endParaRPr>
            </a:p>
          </p:txBody>
        </p:sp>
        <p:sp>
          <p:nvSpPr>
            <p:cNvPr id="53" name="node19.example-003.bullet"/>
            <p:cNvSpPr/>
            <p:nvPr/>
          </p:nvSpPr>
          <p:spPr>
            <a:xfrm>
              <a:off x="8953500" y="4318000"/>
              <a:ext cx="38100" cy="38100"/>
            </a:xfrm>
            <a:prstGeom prst="rect">
              <a:avLst/>
            </a:prstGeom>
            <a:solidFill>
              <a:srgbClr val="070154"/>
            </a:solidFill>
            <a:ln>
              <a:noFill/>
            </a:ln>
          </p:spPr>
        </p:sp>
        <p:sp>
          <p:nvSpPr>
            <p:cNvPr id="54" name="node19.example-003.text"/>
            <p:cNvSpPr/>
            <p:nvPr/>
          </p:nvSpPr>
          <p:spPr>
            <a:xfrm>
              <a:off x="91059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Complete six-month roadmap</a:t>
              </a:r>
              <a:endParaRPr lang="en-US" sz="1200" spc="0" kern="0" b="0" i="0" dirty="0">
                <a:solidFill>
                  <a:srgbClr val="070154"/>
                </a:solidFill>
                <a:latin typeface="IBM Plex Sans"/>
                <a:ea typeface="IBM Plex Sans"/>
                <a:cs typeface="IBM Plex Sans"/>
              </a:endParaRPr>
            </a:p>
          </p:txBody>
        </p:sp>
      </p:grpSp>
      <p:grpSp>
        <p:nvGrpSpPr>
          <p:cNvPr id="81" name="node20"/>
          <p:cNvGrpSpPr/>
          <p:nvPr/>
        </p:nvGrpSpPr>
        <p:grpSpPr>
          <a:xfrm>
            <a:off x="723900" y="4800600"/>
            <a:ext cx="2514600" cy="914400"/>
            <a:chOff x="723900" y="4800600"/>
            <a:chExt cx="2514600" cy="914400"/>
          </a:xfrm>
        </p:grpSpPr>
        <p:sp>
          <p:nvSpPr>
            <p:cNvPr id="55" name="node20.surface"/>
            <p:cNvSpPr/>
            <p:nvPr/>
          </p:nvSpPr>
          <p:spPr>
            <a:xfrm>
              <a:off x="723900" y="4800600"/>
              <a:ext cx="2514600" cy="914400"/>
            </a:xfrm>
            <a:prstGeom prst="rect">
              <a:avLst/>
            </a:prstGeom>
            <a:solidFill>
              <a:srgbClr val="070154"/>
            </a:solidFill>
            <a:ln>
              <a:noFill/>
            </a:ln>
          </p:spPr>
        </p:sp>
      </p:grpSp>
      <p:grpSp>
        <p:nvGrpSpPr>
          <p:cNvPr id="82" name="node21"/>
          <p:cNvGrpSpPr/>
          <p:nvPr/>
        </p:nvGrpSpPr>
        <p:grpSpPr>
          <a:xfrm>
            <a:off x="876300" y="4914900"/>
            <a:ext cx="2209800" cy="152400"/>
            <a:chOff x="876300" y="4914900"/>
            <a:chExt cx="2209800" cy="152400"/>
          </a:xfrm>
        </p:grpSpPr>
        <p:sp>
          <p:nvSpPr>
            <p:cNvPr id="56" name="node21.text"/>
            <p:cNvSpPr/>
            <p:nvPr/>
          </p:nvSpPr>
          <p:spPr>
            <a:xfrm>
              <a:off x="876300" y="49149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3 · DURATION</a:t>
              </a:r>
              <a:endParaRPr lang="en-US" sz="900" spc="54" kern="0" b="0" i="0" dirty="0">
                <a:solidFill>
                  <a:srgbClr val="CED7E6"/>
                </a:solidFill>
                <a:latin typeface="IBM Plex Mono Medium"/>
                <a:ea typeface="IBM Plex Mono Medium"/>
                <a:cs typeface="IBM Plex Mono Medium"/>
              </a:endParaRPr>
            </a:p>
          </p:txBody>
        </p:sp>
      </p:grpSp>
      <p:grpSp>
        <p:nvGrpSpPr>
          <p:cNvPr id="83" name="node22"/>
          <p:cNvGrpSpPr/>
          <p:nvPr/>
        </p:nvGrpSpPr>
        <p:grpSpPr>
          <a:xfrm>
            <a:off x="876300" y="5143500"/>
            <a:ext cx="1143000" cy="458978"/>
            <a:chOff x="876300" y="5143500"/>
            <a:chExt cx="1143000" cy="458978"/>
          </a:xfrm>
        </p:grpSpPr>
        <p:sp>
          <p:nvSpPr>
            <p:cNvPr id="57" name="node22.text"/>
            <p:cNvSpPr/>
            <p:nvPr/>
          </p:nvSpPr>
          <p:spPr>
            <a:xfrm>
              <a:off x="876300" y="5143500"/>
              <a:ext cx="11430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4 wk</a:t>
              </a:r>
              <a:endParaRPr lang="en-US" sz="3600" spc="-72" kern="0" b="0" i="0" dirty="0">
                <a:solidFill>
                  <a:srgbClr val="FFFFFF"/>
                </a:solidFill>
                <a:latin typeface="IBM Plex Mono SemiBold"/>
                <a:ea typeface="IBM Plex Mono SemiBold"/>
                <a:cs typeface="IBM Plex Mono SemiBold"/>
              </a:endParaRPr>
            </a:p>
          </p:txBody>
        </p:sp>
      </p:grpSp>
      <p:grpSp>
        <p:nvGrpSpPr>
          <p:cNvPr id="84" name="node23"/>
          <p:cNvGrpSpPr/>
          <p:nvPr/>
        </p:nvGrpSpPr>
        <p:grpSpPr>
          <a:xfrm>
            <a:off x="2095500" y="5257800"/>
            <a:ext cx="1066800" cy="228600"/>
            <a:chOff x="2095500" y="5257800"/>
            <a:chExt cx="1066800" cy="228600"/>
          </a:xfrm>
        </p:grpSpPr>
        <p:sp>
          <p:nvSpPr>
            <p:cNvPr id="58" name="node23.text"/>
            <p:cNvSpPr/>
            <p:nvPr/>
          </p:nvSpPr>
          <p:spPr>
            <a:xfrm>
              <a:off x="2095500" y="52578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strategy spike</a:t>
              </a:r>
              <a:endParaRPr lang="en-US" sz="1200" spc="0" kern="0" b="0" i="0" dirty="0">
                <a:solidFill>
                  <a:srgbClr val="FFFFFF"/>
                </a:solidFill>
                <a:latin typeface="IBM Plex Sans"/>
                <a:ea typeface="IBM Plex Sans"/>
                <a:cs typeface="IBM Plex Sans"/>
              </a:endParaRPr>
            </a:p>
          </p:txBody>
        </p:sp>
      </p:grpSp>
      <p:grpSp>
        <p:nvGrpSpPr>
          <p:cNvPr id="85" name="node24"/>
          <p:cNvGrpSpPr/>
          <p:nvPr/>
        </p:nvGrpSpPr>
        <p:grpSpPr>
          <a:xfrm>
            <a:off x="3467100" y="4800600"/>
            <a:ext cx="8001000" cy="914400"/>
            <a:chOff x="3467100" y="4800600"/>
            <a:chExt cx="8001000" cy="914400"/>
          </a:xfrm>
        </p:grpSpPr>
        <p:sp>
          <p:nvSpPr>
            <p:cNvPr id="59" name="node24.surface"/>
            <p:cNvSpPr/>
            <p:nvPr/>
          </p:nvSpPr>
          <p:spPr>
            <a:xfrm>
              <a:off x="3467100" y="4800600"/>
              <a:ext cx="8001000" cy="914400"/>
            </a:xfrm>
            <a:prstGeom prst="rect">
              <a:avLst/>
            </a:prstGeom>
            <a:solidFill>
              <a:srgbClr val="E8EEF8"/>
            </a:solidFill>
            <a:ln>
              <a:noFill/>
            </a:ln>
          </p:spPr>
        </p:sp>
      </p:grpSp>
      <p:grpSp>
        <p:nvGrpSpPr>
          <p:cNvPr id="86" name="node25"/>
          <p:cNvGrpSpPr/>
          <p:nvPr/>
        </p:nvGrpSpPr>
        <p:grpSpPr>
          <a:xfrm>
            <a:off x="3619500" y="4914900"/>
            <a:ext cx="1905000" cy="152400"/>
            <a:chOff x="3619500" y="4914900"/>
            <a:chExt cx="1905000" cy="152400"/>
          </a:xfrm>
        </p:grpSpPr>
        <p:sp>
          <p:nvSpPr>
            <p:cNvPr id="60" name="node25.text"/>
            <p:cNvSpPr/>
            <p:nvPr/>
          </p:nvSpPr>
          <p:spPr>
            <a:xfrm>
              <a:off x="3619500" y="4914900"/>
              <a:ext cx="1905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DELIVERABLES</a:t>
              </a:r>
              <a:endParaRPr lang="en-US" sz="900" spc="54" kern="0" b="0" i="0" dirty="0">
                <a:solidFill>
                  <a:srgbClr val="0047FF"/>
                </a:solidFill>
                <a:latin typeface="IBM Plex Mono Medium"/>
                <a:ea typeface="IBM Plex Mono Medium"/>
                <a:cs typeface="IBM Plex Mono Medium"/>
              </a:endParaRPr>
            </a:p>
          </p:txBody>
        </p:sp>
      </p:grpSp>
      <p:grpSp>
        <p:nvGrpSpPr>
          <p:cNvPr id="87" name="node26"/>
          <p:cNvGrpSpPr/>
          <p:nvPr/>
        </p:nvGrpSpPr>
        <p:grpSpPr>
          <a:xfrm>
            <a:off x="3619500" y="5143500"/>
            <a:ext cx="2438400" cy="457200"/>
            <a:chOff x="3619500" y="5143500"/>
            <a:chExt cx="2438400" cy="457200"/>
          </a:xfrm>
        </p:grpSpPr>
        <p:sp>
          <p:nvSpPr>
            <p:cNvPr id="61" name="node26.text"/>
            <p:cNvSpPr/>
            <p:nvPr/>
          </p:nvSpPr>
          <p:spPr>
            <a:xfrm>
              <a:off x="3619500" y="5143500"/>
              <a:ext cx="2438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direction, measures and an executable six-month roadmap</a:t>
              </a:r>
              <a:endParaRPr lang="en-US" sz="1200" spc="0" kern="0" b="0" i="0" dirty="0">
                <a:solidFill>
                  <a:srgbClr val="070154"/>
                </a:solidFill>
                <a:latin typeface="IBM Plex Sans"/>
                <a:ea typeface="IBM Plex Sans"/>
                <a:cs typeface="IBM Plex Sans"/>
              </a:endParaRPr>
            </a:p>
          </p:txBody>
        </p:sp>
      </p:grpSp>
      <p:grpSp>
        <p:nvGrpSpPr>
          <p:cNvPr id="88" name="node27"/>
          <p:cNvGrpSpPr/>
          <p:nvPr/>
        </p:nvGrpSpPr>
        <p:grpSpPr>
          <a:xfrm>
            <a:off x="6286500" y="4914900"/>
            <a:ext cx="2133600" cy="152400"/>
            <a:chOff x="6286500" y="4914900"/>
            <a:chExt cx="2133600" cy="152400"/>
          </a:xfrm>
        </p:grpSpPr>
        <p:sp>
          <p:nvSpPr>
            <p:cNvPr id="62" name="node27.text"/>
            <p:cNvSpPr/>
            <p:nvPr/>
          </p:nvSpPr>
          <p:spPr>
            <a:xfrm>
              <a:off x="6286500" y="4914900"/>
              <a:ext cx="2133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PRODUCT TEAM</a:t>
              </a:r>
              <a:endParaRPr lang="en-US" sz="900" spc="54" kern="0" b="0" i="0" dirty="0">
                <a:solidFill>
                  <a:srgbClr val="0047FF"/>
                </a:solidFill>
                <a:latin typeface="IBM Plex Mono Medium"/>
                <a:ea typeface="IBM Plex Mono Medium"/>
                <a:cs typeface="IBM Plex Mono Medium"/>
              </a:endParaRPr>
            </a:p>
          </p:txBody>
        </p:sp>
      </p:grpSp>
      <p:grpSp>
        <p:nvGrpSpPr>
          <p:cNvPr id="89" name="node28"/>
          <p:cNvGrpSpPr/>
          <p:nvPr/>
        </p:nvGrpSpPr>
        <p:grpSpPr>
          <a:xfrm>
            <a:off x="6286500" y="5143500"/>
            <a:ext cx="2133600" cy="457200"/>
            <a:chOff x="6286500" y="5143500"/>
            <a:chExt cx="2133600" cy="457200"/>
          </a:xfrm>
        </p:grpSpPr>
        <p:sp>
          <p:nvSpPr>
            <p:cNvPr id="63" name="node28.text"/>
            <p:cNvSpPr/>
            <p:nvPr/>
          </p:nvSpPr>
          <p:spPr>
            <a:xfrm>
              <a:off x="6286500" y="5143500"/>
              <a:ext cx="2133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Sameer Karim · Executive PT</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Mzati Kapalamula · Senior FT</a:t>
              </a:r>
              <a:endParaRPr lang="en-US" sz="1200" spc="0" kern="0" b="0" i="0" dirty="0">
                <a:solidFill>
                  <a:srgbClr val="070154"/>
                </a:solidFill>
                <a:latin typeface="IBM Plex Sans"/>
                <a:ea typeface="IBM Plex Sans"/>
                <a:cs typeface="IBM Plex Sans"/>
              </a:endParaRPr>
            </a:p>
          </p:txBody>
        </p:sp>
      </p:grpSp>
      <p:grpSp>
        <p:nvGrpSpPr>
          <p:cNvPr id="90" name="node29"/>
          <p:cNvGrpSpPr/>
          <p:nvPr/>
        </p:nvGrpSpPr>
        <p:grpSpPr>
          <a:xfrm>
            <a:off x="8648700" y="4914900"/>
            <a:ext cx="2667000" cy="152400"/>
            <a:chOff x="8648700" y="4914900"/>
            <a:chExt cx="2667000" cy="152400"/>
          </a:xfrm>
        </p:grpSpPr>
        <p:sp>
          <p:nvSpPr>
            <p:cNvPr id="64" name="node29.text"/>
            <p:cNvSpPr/>
            <p:nvPr/>
          </p:nvSpPr>
          <p:spPr>
            <a:xfrm>
              <a:off x="8648700" y="4914900"/>
              <a:ext cx="266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TEAM ALLOCATION</a:t>
              </a:r>
              <a:endParaRPr lang="en-US" sz="900" spc="54" kern="0" b="0" i="0" dirty="0">
                <a:solidFill>
                  <a:srgbClr val="0047FF"/>
                </a:solidFill>
                <a:latin typeface="IBM Plex Mono Medium"/>
                <a:ea typeface="IBM Plex Mono Medium"/>
                <a:cs typeface="IBM Plex Mono Medium"/>
              </a:endParaRPr>
            </a:p>
          </p:txBody>
        </p:sp>
      </p:grpSp>
      <p:grpSp>
        <p:nvGrpSpPr>
          <p:cNvPr id="91" name="node30"/>
          <p:cNvGrpSpPr/>
          <p:nvPr/>
        </p:nvGrpSpPr>
        <p:grpSpPr>
          <a:xfrm>
            <a:off x="8648700" y="5143500"/>
            <a:ext cx="2667000" cy="228600"/>
            <a:chOff x="8648700" y="5143500"/>
            <a:chExt cx="2667000" cy="228600"/>
          </a:xfrm>
        </p:grpSpPr>
        <p:sp>
          <p:nvSpPr>
            <p:cNvPr id="65" name="node30.text"/>
            <p:cNvSpPr/>
            <p:nvPr/>
          </p:nvSpPr>
          <p:spPr>
            <a:xfrm>
              <a:off x="8648700" y="51435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Sameer: part time; Mzati: full time.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dxc-039">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ENABLEMENT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Scale Reconcile AI across Core</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60579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DentalXChange working deck · proposed next phase</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39</a:t>
            </a:fld>
            <a:endParaRPr lang="en-US" sz="700" spc="0" kern="0" b="0" i="0" dirty="0">
              <a:solidFill>
                <a:srgbClr val="FFFFFF"/>
              </a:solidFill>
              <a:latin typeface="IBM Plex Mono SemiBold"/>
              <a:ea typeface="IBM Plex Mono SemiBold"/>
              <a:cs typeface="IBM Plex Mono SemiBold"/>
            </a:endParaRPr>
          </a:p>
        </p:txBody>
      </p:sp>
      <p:grpSp>
        <p:nvGrpSpPr>
          <p:cNvPr id="24" name="node01"/>
          <p:cNvGrpSpPr/>
          <p:nvPr/>
        </p:nvGrpSpPr>
        <p:grpSpPr>
          <a:xfrm>
            <a:off x="723900" y="1600200"/>
            <a:ext cx="7086600" cy="152400"/>
            <a:chOff x="723900" y="1600200"/>
            <a:chExt cx="7086600" cy="152400"/>
          </a:xfrm>
        </p:grpSpPr>
        <p:sp>
          <p:nvSpPr>
            <p:cNvPr id="8" name="node01.text"/>
            <p:cNvSpPr/>
            <p:nvPr/>
          </p:nvSpPr>
          <p:spPr>
            <a:xfrm>
              <a:off x="7239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OUTCOME</a:t>
              </a:r>
              <a:endParaRPr lang="en-US" sz="900" spc="54" kern="0" b="0" i="0" dirty="0">
                <a:solidFill>
                  <a:srgbClr val="0047FF"/>
                </a:solidFill>
                <a:latin typeface="IBM Plex Mono Medium"/>
                <a:ea typeface="IBM Plex Mono Medium"/>
                <a:cs typeface="IBM Plex Mono Medium"/>
              </a:endParaRPr>
            </a:p>
          </p:txBody>
        </p:sp>
      </p:grpSp>
      <p:grpSp>
        <p:nvGrpSpPr>
          <p:cNvPr id="25" name="node02"/>
          <p:cNvGrpSpPr/>
          <p:nvPr/>
        </p:nvGrpSpPr>
        <p:grpSpPr>
          <a:xfrm>
            <a:off x="723900" y="1828800"/>
            <a:ext cx="7086600" cy="266700"/>
            <a:chOff x="723900" y="1828800"/>
            <a:chExt cx="7086600" cy="266700"/>
          </a:xfrm>
        </p:grpSpPr>
        <p:sp>
          <p:nvSpPr>
            <p:cNvPr id="9" name="node02.text"/>
            <p:cNvSpPr/>
            <p:nvPr/>
          </p:nvSpPr>
          <p:spPr>
            <a:xfrm>
              <a:off x="723900" y="18288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Reusable practices tested on a Core rules-engine pilot</a:t>
              </a:r>
              <a:endParaRPr lang="en-US" sz="1400" spc="0" kern="0" b="0" i="0" dirty="0">
                <a:solidFill>
                  <a:srgbClr val="50658E"/>
                </a:solidFill>
                <a:latin typeface="IBM Plex Sans"/>
                <a:ea typeface="IBM Plex Sans"/>
                <a:cs typeface="IBM Plex Sans"/>
              </a:endParaRPr>
            </a:p>
          </p:txBody>
        </p:sp>
      </p:grpSp>
      <p:grpSp>
        <p:nvGrpSpPr>
          <p:cNvPr id="26" name="node03"/>
          <p:cNvGrpSpPr/>
          <p:nvPr/>
        </p:nvGrpSpPr>
        <p:grpSpPr>
          <a:xfrm>
            <a:off x="723900" y="2514600"/>
            <a:ext cx="7086600" cy="152400"/>
            <a:chOff x="723900" y="2514600"/>
            <a:chExt cx="7086600" cy="152400"/>
          </a:xfrm>
        </p:grpSpPr>
        <p:sp>
          <p:nvSpPr>
            <p:cNvPr id="10" name="node03.text"/>
            <p:cNvSpPr/>
            <p:nvPr/>
          </p:nvSpPr>
          <p:spPr>
            <a:xfrm>
              <a:off x="723900" y="2514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KEY ACTIVITIES · SIX WEEKS</a:t>
              </a:r>
              <a:endParaRPr lang="en-US" sz="900" spc="54" kern="0" b="0" i="0" dirty="0">
                <a:solidFill>
                  <a:srgbClr val="0047FF"/>
                </a:solidFill>
                <a:latin typeface="IBM Plex Mono Medium"/>
                <a:ea typeface="IBM Plex Mono Medium"/>
                <a:cs typeface="IBM Plex Mono Medium"/>
              </a:endParaRPr>
            </a:p>
          </p:txBody>
        </p:sp>
      </p:grpSp>
      <p:grpSp>
        <p:nvGrpSpPr>
          <p:cNvPr id="27" name="node04"/>
          <p:cNvGrpSpPr/>
          <p:nvPr/>
        </p:nvGrpSpPr>
        <p:grpSpPr>
          <a:xfrm>
            <a:off x="723900" y="2781300"/>
            <a:ext cx="7086600" cy="2870200"/>
            <a:chOff x="723900" y="2781300"/>
            <a:chExt cx="7086600" cy="2870200"/>
          </a:xfrm>
        </p:grpSpPr>
        <p:graphicFrame>
          <p:nvGraphicFramePr>
            <p:cNvPr id="11" name="node04.native"/>
            <p:cNvGraphicFramePr>
              <a:graphicFrameLocks noGrp="1"/>
            </p:cNvGraphicFramePr>
            <p:nvPr>
              <p:extLst>
                <p:ext uri="{D42A27DB-BD31-4B8C-83A1-F6EECF244321}">
                  <p14:modId xmlns:p14="http://schemas.microsoft.com/office/powerpoint/2010/main" val="1579011935"/>
                </p:ext>
              </p:extLst>
            </p:nvPr>
          </p:nvGraphicFramePr>
          <p:xfrm>
            <a:off x="723900" y="2781300"/>
            <a:ext cx="7086600" cy="2870200"/>
          </p:xfrm>
          <a:graphic>
            <a:graphicData uri="http://schemas.openxmlformats.org/drawingml/2006/table">
              <a:tbl>
                <a:tblPr/>
                <a:tblGrid>
                  <a:gridCol w="1371600"/>
                  <a:gridCol w="3886200"/>
                  <a:gridCol w="182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PHASE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WE DO</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YOU GET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8382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Assess / refine</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Weeks 1–3</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Refine Recon’s AI library</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Refine Core spec workflows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Map Core SDLC enhancements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Refined library and SDLC process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382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Workshop</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Week 4</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Apply AI to real Core epics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Run a 3-day hands-on workshop</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Work with selected DXC engineers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Hands-on training for Core team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382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Coach adoption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Weeks 5–6</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reuse with Core teams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Coach adoption and plan rollout</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pilot specs and access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Reuse plan and engineering coaching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28" name="node05"/>
          <p:cNvGrpSpPr/>
          <p:nvPr/>
        </p:nvGrpSpPr>
        <p:grpSpPr>
          <a:xfrm>
            <a:off x="8953500" y="1600200"/>
            <a:ext cx="2514600" cy="152400"/>
            <a:chOff x="8953500" y="1600200"/>
            <a:chExt cx="2514600" cy="152400"/>
          </a:xfrm>
        </p:grpSpPr>
        <p:sp>
          <p:nvSpPr>
            <p:cNvPr id="12" name="node05.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3 · DURATION</a:t>
              </a:r>
              <a:endParaRPr lang="en-US" sz="900" spc="54" kern="0" b="0" i="0" dirty="0">
                <a:solidFill>
                  <a:srgbClr val="CED7E6"/>
                </a:solidFill>
                <a:latin typeface="IBM Plex Mono Medium"/>
                <a:ea typeface="IBM Plex Mono Medium"/>
                <a:cs typeface="IBM Plex Mono Medium"/>
              </a:endParaRPr>
            </a:p>
          </p:txBody>
        </p:sp>
      </p:grpSp>
      <p:grpSp>
        <p:nvGrpSpPr>
          <p:cNvPr id="29" name="node06"/>
          <p:cNvGrpSpPr/>
          <p:nvPr/>
        </p:nvGrpSpPr>
        <p:grpSpPr>
          <a:xfrm>
            <a:off x="8953500" y="1828800"/>
            <a:ext cx="2514600" cy="611950"/>
            <a:chOff x="8953500" y="1828800"/>
            <a:chExt cx="2514600" cy="611950"/>
          </a:xfrm>
        </p:grpSpPr>
        <p:sp>
          <p:nvSpPr>
            <p:cNvPr id="13" name="node06.text"/>
            <p:cNvSpPr/>
            <p:nvPr/>
          </p:nvSpPr>
          <p:spPr>
            <a:xfrm>
              <a:off x="8953500" y="18288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6 wk</a:t>
              </a:r>
              <a:endParaRPr lang="en-US" sz="4800" spc="-96" kern="0" b="0" i="0" dirty="0">
                <a:solidFill>
                  <a:srgbClr val="FFFFFF"/>
                </a:solidFill>
                <a:latin typeface="IBM Plex Mono SemiBold"/>
                <a:ea typeface="IBM Plex Mono SemiBold"/>
                <a:cs typeface="IBM Plex Mono SemiBold"/>
              </a:endParaRPr>
            </a:p>
          </p:txBody>
        </p:sp>
      </p:grpSp>
      <p:grpSp>
        <p:nvGrpSpPr>
          <p:cNvPr id="30" name="node07"/>
          <p:cNvGrpSpPr/>
          <p:nvPr/>
        </p:nvGrpSpPr>
        <p:grpSpPr>
          <a:xfrm>
            <a:off x="8953500" y="2514600"/>
            <a:ext cx="2514600" cy="228600"/>
            <a:chOff x="8953500" y="2514600"/>
            <a:chExt cx="2514600" cy="228600"/>
          </a:xfrm>
        </p:grpSpPr>
        <p:sp>
          <p:nvSpPr>
            <p:cNvPr id="14" name="node07.text"/>
            <p:cNvSpPr/>
            <p:nvPr/>
          </p:nvSpPr>
          <p:spPr>
            <a:xfrm>
              <a:off x="8953500" y="25146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Proposed next phase</a:t>
              </a:r>
              <a:endParaRPr lang="en-US" sz="1200" spc="0" kern="0" b="0" i="0" dirty="0">
                <a:solidFill>
                  <a:srgbClr val="FFFFFF"/>
                </a:solidFill>
                <a:latin typeface="IBM Plex Sans"/>
                <a:ea typeface="IBM Plex Sans"/>
                <a:cs typeface="IBM Plex Sans"/>
              </a:endParaRPr>
            </a:p>
          </p:txBody>
        </p:sp>
      </p:grpSp>
      <p:grpSp>
        <p:nvGrpSpPr>
          <p:cNvPr id="31" name="node08"/>
          <p:cNvGrpSpPr/>
          <p:nvPr/>
        </p:nvGrpSpPr>
        <p:grpSpPr>
          <a:xfrm>
            <a:off x="8953500" y="2743200"/>
            <a:ext cx="2514600" cy="228600"/>
            <a:chOff x="8953500" y="2743200"/>
            <a:chExt cx="2514600" cy="228600"/>
          </a:xfrm>
        </p:grpSpPr>
        <p:sp>
          <p:nvSpPr>
            <p:cNvPr id="15" name="node08.text"/>
            <p:cNvSpPr/>
            <p:nvPr/>
          </p:nvSpPr>
          <p:spPr>
            <a:xfrm>
              <a:off x="8953500" y="27432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Core rules-engine pilot</a:t>
              </a:r>
              <a:endParaRPr lang="en-US" sz="1200" spc="0" kern="0" b="0" i="0" dirty="0">
                <a:solidFill>
                  <a:srgbClr val="CED7E6"/>
                </a:solidFill>
                <a:latin typeface="IBM Plex Sans"/>
                <a:ea typeface="IBM Plex Sans"/>
                <a:cs typeface="IBM Plex Sans"/>
              </a:endParaRPr>
            </a:p>
          </p:txBody>
        </p:sp>
      </p:grpSp>
      <p:sp>
        <p:nvSpPr>
          <p:cNvPr id="16" name="node09"/>
          <p:cNvSpPr/>
          <p:nvPr/>
        </p:nvSpPr>
        <p:spPr>
          <a:xfrm>
            <a:off x="8953500" y="3200400"/>
            <a:ext cx="2514600" cy="9525"/>
          </a:xfrm>
          <a:prstGeom prst="rect">
            <a:avLst/>
          </a:prstGeom>
          <a:solidFill>
            <a:srgbClr val="50658E"/>
          </a:solidFill>
          <a:ln>
            <a:noFill/>
          </a:ln>
        </p:spPr>
      </p:sp>
      <p:grpSp>
        <p:nvGrpSpPr>
          <p:cNvPr id="32" name="node10"/>
          <p:cNvGrpSpPr/>
          <p:nvPr/>
        </p:nvGrpSpPr>
        <p:grpSpPr>
          <a:xfrm>
            <a:off x="8953500" y="3352800"/>
            <a:ext cx="2514600" cy="152400"/>
            <a:chOff x="8953500" y="3352800"/>
            <a:chExt cx="2514600" cy="152400"/>
          </a:xfrm>
        </p:grpSpPr>
        <p:sp>
          <p:nvSpPr>
            <p:cNvPr id="17" name="node10.text"/>
            <p:cNvSpPr/>
            <p:nvPr/>
          </p:nvSpPr>
          <p:spPr>
            <a:xfrm>
              <a:off x="8953500" y="3352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DELIVERABLES</a:t>
              </a:r>
              <a:endParaRPr lang="en-US" sz="900" spc="54" kern="0" b="0" i="0" dirty="0">
                <a:solidFill>
                  <a:srgbClr val="CED7E6"/>
                </a:solidFill>
                <a:latin typeface="IBM Plex Mono Medium"/>
                <a:ea typeface="IBM Plex Mono Medium"/>
                <a:cs typeface="IBM Plex Mono Medium"/>
              </a:endParaRPr>
            </a:p>
          </p:txBody>
        </p:sp>
      </p:grpSp>
      <p:grpSp>
        <p:nvGrpSpPr>
          <p:cNvPr id="33" name="node11"/>
          <p:cNvGrpSpPr/>
          <p:nvPr/>
        </p:nvGrpSpPr>
        <p:grpSpPr>
          <a:xfrm>
            <a:off x="8953500" y="3581400"/>
            <a:ext cx="2514600" cy="685800"/>
            <a:chOff x="8953500" y="3581400"/>
            <a:chExt cx="2514600" cy="685800"/>
          </a:xfrm>
        </p:grpSpPr>
        <p:sp>
          <p:nvSpPr>
            <p:cNvPr id="18" name="node11.text"/>
            <p:cNvSpPr/>
            <p:nvPr/>
          </p:nvSpPr>
          <p:spPr>
            <a:xfrm>
              <a:off x="8953500" y="35814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Skill library; SDLC map; delivery / product metrics; 3-day workshop; coaching.</a:t>
              </a:r>
              <a:endParaRPr lang="en-US" sz="1200" spc="0" kern="0" b="0" i="0" dirty="0">
                <a:solidFill>
                  <a:srgbClr val="FFFFFF"/>
                </a:solidFill>
                <a:latin typeface="IBM Plex Sans"/>
                <a:ea typeface="IBM Plex Sans"/>
                <a:cs typeface="IBM Plex Sans"/>
              </a:endParaRPr>
            </a:p>
          </p:txBody>
        </p:sp>
      </p:grpSp>
      <p:sp>
        <p:nvSpPr>
          <p:cNvPr id="19" name="node12"/>
          <p:cNvSpPr/>
          <p:nvPr/>
        </p:nvSpPr>
        <p:spPr>
          <a:xfrm>
            <a:off x="8953500" y="4381500"/>
            <a:ext cx="2514600" cy="9525"/>
          </a:xfrm>
          <a:prstGeom prst="rect">
            <a:avLst/>
          </a:prstGeom>
          <a:solidFill>
            <a:srgbClr val="50658E"/>
          </a:solidFill>
          <a:ln>
            <a:noFill/>
          </a:ln>
        </p:spPr>
      </p:sp>
      <p:grpSp>
        <p:nvGrpSpPr>
          <p:cNvPr id="34" name="node13"/>
          <p:cNvGrpSpPr/>
          <p:nvPr/>
        </p:nvGrpSpPr>
        <p:grpSpPr>
          <a:xfrm>
            <a:off x="8953500" y="4533900"/>
            <a:ext cx="2514600" cy="152400"/>
            <a:chOff x="8953500" y="4533900"/>
            <a:chExt cx="2514600" cy="152400"/>
          </a:xfrm>
        </p:grpSpPr>
        <p:sp>
          <p:nvSpPr>
            <p:cNvPr id="20" name="node13.text"/>
            <p:cNvSpPr/>
            <p:nvPr/>
          </p:nvSpPr>
          <p:spPr>
            <a:xfrm>
              <a:off x="8953500" y="45339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TEAM</a:t>
              </a:r>
              <a:endParaRPr lang="en-US" sz="900" spc="54" kern="0" b="0" i="0" dirty="0">
                <a:solidFill>
                  <a:srgbClr val="CED7E6"/>
                </a:solidFill>
                <a:latin typeface="IBM Plex Mono Medium"/>
                <a:ea typeface="IBM Plex Mono Medium"/>
                <a:cs typeface="IBM Plex Mono Medium"/>
              </a:endParaRPr>
            </a:p>
          </p:txBody>
        </p:sp>
      </p:grpSp>
      <p:grpSp>
        <p:nvGrpSpPr>
          <p:cNvPr id="35" name="node14"/>
          <p:cNvGrpSpPr/>
          <p:nvPr/>
        </p:nvGrpSpPr>
        <p:grpSpPr>
          <a:xfrm>
            <a:off x="8953500" y="4762500"/>
            <a:ext cx="2514600" cy="457200"/>
            <a:chOff x="8953500" y="4762500"/>
            <a:chExt cx="2514600" cy="457200"/>
          </a:xfrm>
        </p:grpSpPr>
        <p:sp>
          <p:nvSpPr>
            <p:cNvPr id="21" name="node14.text"/>
            <p:cNvSpPr/>
            <p:nvPr/>
          </p:nvSpPr>
          <p:spPr>
            <a:xfrm>
              <a:off x="8953500" y="47625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Eng leader PT: confirm</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Gerardo Arroyo · Sr architect FT</a:t>
              </a:r>
              <a:endParaRPr lang="en-US" sz="1200" spc="0" kern="0" b="0" i="0" dirty="0">
                <a:solidFill>
                  <a:srgbClr val="FFFFFF"/>
                </a:solidFill>
                <a:latin typeface="IBM Plex Sans"/>
                <a:ea typeface="IBM Plex Sans"/>
                <a:cs typeface="IBM Plex Sans"/>
              </a:endParaRPr>
            </a:p>
          </p:txBody>
        </p:sp>
      </p:grpSp>
      <p:sp>
        <p:nvSpPr>
          <p:cNvPr id="22" name="node15"/>
          <p:cNvSpPr/>
          <p:nvPr/>
        </p:nvSpPr>
        <p:spPr>
          <a:xfrm>
            <a:off x="8953500" y="5295900"/>
            <a:ext cx="2514600" cy="9525"/>
          </a:xfrm>
          <a:prstGeom prst="rect">
            <a:avLst/>
          </a:prstGeom>
          <a:solidFill>
            <a:srgbClr val="50658E"/>
          </a:solidFill>
          <a:ln>
            <a:noFill/>
          </a:ln>
        </p:spPr>
      </p:sp>
      <p:grpSp>
        <p:nvGrpSpPr>
          <p:cNvPr id="36" name="node16"/>
          <p:cNvGrpSpPr/>
          <p:nvPr/>
        </p:nvGrpSpPr>
        <p:grpSpPr>
          <a:xfrm>
            <a:off x="8953500" y="5410200"/>
            <a:ext cx="2514600" cy="457200"/>
            <a:chOff x="8953500" y="5410200"/>
            <a:chExt cx="2514600" cy="457200"/>
          </a:xfrm>
        </p:grpSpPr>
        <p:sp>
          <p:nvSpPr>
            <p:cNvPr id="23" name="node16.text"/>
            <p:cNvSpPr/>
            <p:nvPr/>
          </p:nvSpPr>
          <p:spPr>
            <a:xfrm>
              <a:off x="8953500" y="54102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Review specifications and access before any build extension.</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dxc-040">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ENABLEMENT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Strengthen Core testing / release</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60579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DentalXChange working deck · proposed next phase</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40</a:t>
            </a:fld>
            <a:endParaRPr lang="en-US" sz="700" spc="0" kern="0" b="0" i="0" dirty="0">
              <a:solidFill>
                <a:srgbClr val="FFFFFF"/>
              </a:solidFill>
              <a:latin typeface="IBM Plex Mono SemiBold"/>
              <a:ea typeface="IBM Plex Mono SemiBold"/>
              <a:cs typeface="IBM Plex Mono SemiBold"/>
            </a:endParaRPr>
          </a:p>
        </p:txBody>
      </p:sp>
      <p:grpSp>
        <p:nvGrpSpPr>
          <p:cNvPr id="24" name="node01"/>
          <p:cNvGrpSpPr/>
          <p:nvPr/>
        </p:nvGrpSpPr>
        <p:grpSpPr>
          <a:xfrm>
            <a:off x="723900" y="1600200"/>
            <a:ext cx="7086600" cy="152400"/>
            <a:chOff x="723900" y="1600200"/>
            <a:chExt cx="7086600" cy="152400"/>
          </a:xfrm>
        </p:grpSpPr>
        <p:sp>
          <p:nvSpPr>
            <p:cNvPr id="8" name="node01.text"/>
            <p:cNvSpPr/>
            <p:nvPr/>
          </p:nvSpPr>
          <p:spPr>
            <a:xfrm>
              <a:off x="7239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OUTCOME</a:t>
              </a:r>
              <a:endParaRPr lang="en-US" sz="900" spc="54" kern="0" b="0" i="0" dirty="0">
                <a:solidFill>
                  <a:srgbClr val="0047FF"/>
                </a:solidFill>
                <a:latin typeface="IBM Plex Mono Medium"/>
                <a:ea typeface="IBM Plex Mono Medium"/>
                <a:cs typeface="IBM Plex Mono Medium"/>
              </a:endParaRPr>
            </a:p>
          </p:txBody>
        </p:sp>
      </p:grpSp>
      <p:grpSp>
        <p:nvGrpSpPr>
          <p:cNvPr id="25" name="node02"/>
          <p:cNvGrpSpPr/>
          <p:nvPr/>
        </p:nvGrpSpPr>
        <p:grpSpPr>
          <a:xfrm>
            <a:off x="723900" y="1828800"/>
            <a:ext cx="7086600" cy="266700"/>
            <a:chOff x="723900" y="1828800"/>
            <a:chExt cx="7086600" cy="266700"/>
          </a:xfrm>
        </p:grpSpPr>
        <p:sp>
          <p:nvSpPr>
            <p:cNvPr id="9" name="node02.text"/>
            <p:cNvSpPr/>
            <p:nvPr/>
          </p:nvSpPr>
          <p:spPr>
            <a:xfrm>
              <a:off x="723900" y="18288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More reliable release gates and critical-path test coverage</a:t>
              </a:r>
              <a:endParaRPr lang="en-US" sz="1400" spc="0" kern="0" b="0" i="0" dirty="0">
                <a:solidFill>
                  <a:srgbClr val="50658E"/>
                </a:solidFill>
                <a:latin typeface="IBM Plex Sans"/>
                <a:ea typeface="IBM Plex Sans"/>
                <a:cs typeface="IBM Plex Sans"/>
              </a:endParaRPr>
            </a:p>
          </p:txBody>
        </p:sp>
      </p:grpSp>
      <p:grpSp>
        <p:nvGrpSpPr>
          <p:cNvPr id="26" name="node03"/>
          <p:cNvGrpSpPr/>
          <p:nvPr/>
        </p:nvGrpSpPr>
        <p:grpSpPr>
          <a:xfrm>
            <a:off x="723900" y="2514600"/>
            <a:ext cx="7086600" cy="152400"/>
            <a:chOff x="723900" y="2514600"/>
            <a:chExt cx="7086600" cy="152400"/>
          </a:xfrm>
        </p:grpSpPr>
        <p:sp>
          <p:nvSpPr>
            <p:cNvPr id="10" name="node03.text"/>
            <p:cNvSpPr/>
            <p:nvPr/>
          </p:nvSpPr>
          <p:spPr>
            <a:xfrm>
              <a:off x="723900" y="2514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KEY ACTIVITIES · SIX WEEKS</a:t>
              </a:r>
              <a:endParaRPr lang="en-US" sz="900" spc="54" kern="0" b="0" i="0" dirty="0">
                <a:solidFill>
                  <a:srgbClr val="0047FF"/>
                </a:solidFill>
                <a:latin typeface="IBM Plex Mono Medium"/>
                <a:ea typeface="IBM Plex Mono Medium"/>
                <a:cs typeface="IBM Plex Mono Medium"/>
              </a:endParaRPr>
            </a:p>
          </p:txBody>
        </p:sp>
      </p:grpSp>
      <p:grpSp>
        <p:nvGrpSpPr>
          <p:cNvPr id="27" name="node04"/>
          <p:cNvGrpSpPr/>
          <p:nvPr/>
        </p:nvGrpSpPr>
        <p:grpSpPr>
          <a:xfrm>
            <a:off x="723900" y="2781300"/>
            <a:ext cx="7086600" cy="2870200"/>
            <a:chOff x="723900" y="2781300"/>
            <a:chExt cx="7086600" cy="2870200"/>
          </a:xfrm>
        </p:grpSpPr>
        <p:graphicFrame>
          <p:nvGraphicFramePr>
            <p:cNvPr id="11" name="node04.native"/>
            <p:cNvGraphicFramePr>
              <a:graphicFrameLocks noGrp="1"/>
            </p:cNvGraphicFramePr>
            <p:nvPr>
              <p:extLst>
                <p:ext uri="{D42A27DB-BD31-4B8C-83A1-F6EECF244321}">
                  <p14:modId xmlns:p14="http://schemas.microsoft.com/office/powerpoint/2010/main" val="1579011935"/>
                </p:ext>
              </p:extLst>
            </p:nvPr>
          </p:nvGraphicFramePr>
          <p:xfrm>
            <a:off x="723900" y="2781300"/>
            <a:ext cx="7086600" cy="2870200"/>
          </p:xfrm>
          <a:graphic>
            <a:graphicData uri="http://schemas.openxmlformats.org/drawingml/2006/table">
              <a:tbl>
                <a:tblPr/>
                <a:tblGrid>
                  <a:gridCol w="1371600"/>
                  <a:gridCol w="3886200"/>
                  <a:gridCol w="182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PHASE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WE DO</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YOU GET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8382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Prioritize</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Weeks 1–2</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Confirm journeys with Product</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Confirm critical coverage gaps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Confirm release gates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Testing assessment / focus areas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382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Automate</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Weeks 3–4</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Expand Playwright coverage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Reuse AI test workflows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Add a sprint of E2E capacity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 testing skills / E2E coverage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382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Validate / coach</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Weeks 5–6</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priority paths in staging</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Exercise release checks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Assign owners; scope backlog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Environment / release recommendations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28" name="node05"/>
          <p:cNvGrpSpPr/>
          <p:nvPr/>
        </p:nvGrpSpPr>
        <p:grpSpPr>
          <a:xfrm>
            <a:off x="8953500" y="1600200"/>
            <a:ext cx="2514600" cy="152400"/>
            <a:chOff x="8953500" y="1600200"/>
            <a:chExt cx="2514600" cy="152400"/>
          </a:xfrm>
        </p:grpSpPr>
        <p:sp>
          <p:nvSpPr>
            <p:cNvPr id="12" name="node05.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3 · DURATION</a:t>
              </a:r>
              <a:endParaRPr lang="en-US" sz="900" spc="54" kern="0" b="0" i="0" dirty="0">
                <a:solidFill>
                  <a:srgbClr val="CED7E6"/>
                </a:solidFill>
                <a:latin typeface="IBM Plex Mono Medium"/>
                <a:ea typeface="IBM Plex Mono Medium"/>
                <a:cs typeface="IBM Plex Mono Medium"/>
              </a:endParaRPr>
            </a:p>
          </p:txBody>
        </p:sp>
      </p:grpSp>
      <p:grpSp>
        <p:nvGrpSpPr>
          <p:cNvPr id="29" name="node06"/>
          <p:cNvGrpSpPr/>
          <p:nvPr/>
        </p:nvGrpSpPr>
        <p:grpSpPr>
          <a:xfrm>
            <a:off x="8953500" y="1828800"/>
            <a:ext cx="2514600" cy="611950"/>
            <a:chOff x="8953500" y="1828800"/>
            <a:chExt cx="2514600" cy="611950"/>
          </a:xfrm>
        </p:grpSpPr>
        <p:sp>
          <p:nvSpPr>
            <p:cNvPr id="13" name="node06.text"/>
            <p:cNvSpPr/>
            <p:nvPr/>
          </p:nvSpPr>
          <p:spPr>
            <a:xfrm>
              <a:off x="8953500" y="18288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6 wk</a:t>
              </a:r>
              <a:endParaRPr lang="en-US" sz="4800" spc="-96" kern="0" b="0" i="0" dirty="0">
                <a:solidFill>
                  <a:srgbClr val="FFFFFF"/>
                </a:solidFill>
                <a:latin typeface="IBM Plex Mono SemiBold"/>
                <a:ea typeface="IBM Plex Mono SemiBold"/>
                <a:cs typeface="IBM Plex Mono SemiBold"/>
              </a:endParaRPr>
            </a:p>
          </p:txBody>
        </p:sp>
      </p:grpSp>
      <p:grpSp>
        <p:nvGrpSpPr>
          <p:cNvPr id="30" name="node07"/>
          <p:cNvGrpSpPr/>
          <p:nvPr/>
        </p:nvGrpSpPr>
        <p:grpSpPr>
          <a:xfrm>
            <a:off x="8953500" y="2514600"/>
            <a:ext cx="2514600" cy="228600"/>
            <a:chOff x="8953500" y="2514600"/>
            <a:chExt cx="2514600" cy="228600"/>
          </a:xfrm>
        </p:grpSpPr>
        <p:sp>
          <p:nvSpPr>
            <p:cNvPr id="14" name="node07.text"/>
            <p:cNvSpPr/>
            <p:nvPr/>
          </p:nvSpPr>
          <p:spPr>
            <a:xfrm>
              <a:off x="8953500" y="25146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Proposed next phase</a:t>
              </a:r>
              <a:endParaRPr lang="en-US" sz="1200" spc="0" kern="0" b="0" i="0" dirty="0">
                <a:solidFill>
                  <a:srgbClr val="FFFFFF"/>
                </a:solidFill>
                <a:latin typeface="IBM Plex Sans"/>
                <a:ea typeface="IBM Plex Sans"/>
                <a:cs typeface="IBM Plex Sans"/>
              </a:endParaRPr>
            </a:p>
          </p:txBody>
        </p:sp>
      </p:grpSp>
      <p:grpSp>
        <p:nvGrpSpPr>
          <p:cNvPr id="31" name="node08"/>
          <p:cNvGrpSpPr/>
          <p:nvPr/>
        </p:nvGrpSpPr>
        <p:grpSpPr>
          <a:xfrm>
            <a:off x="8953500" y="2743200"/>
            <a:ext cx="2514600" cy="228600"/>
            <a:chOff x="8953500" y="2743200"/>
            <a:chExt cx="2514600" cy="228600"/>
          </a:xfrm>
        </p:grpSpPr>
        <p:sp>
          <p:nvSpPr>
            <p:cNvPr id="15" name="node08.text"/>
            <p:cNvSpPr/>
            <p:nvPr/>
          </p:nvSpPr>
          <p:spPr>
            <a:xfrm>
              <a:off x="8953500" y="27432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Critical paths and release gates</a:t>
              </a:r>
              <a:endParaRPr lang="en-US" sz="1200" spc="0" kern="0" b="0" i="0" dirty="0">
                <a:solidFill>
                  <a:srgbClr val="CED7E6"/>
                </a:solidFill>
                <a:latin typeface="IBM Plex Sans"/>
                <a:ea typeface="IBM Plex Sans"/>
                <a:cs typeface="IBM Plex Sans"/>
              </a:endParaRPr>
            </a:p>
          </p:txBody>
        </p:sp>
      </p:grpSp>
      <p:sp>
        <p:nvSpPr>
          <p:cNvPr id="16" name="node09"/>
          <p:cNvSpPr/>
          <p:nvPr/>
        </p:nvSpPr>
        <p:spPr>
          <a:xfrm>
            <a:off x="8953500" y="3200400"/>
            <a:ext cx="2514600" cy="9525"/>
          </a:xfrm>
          <a:prstGeom prst="rect">
            <a:avLst/>
          </a:prstGeom>
          <a:solidFill>
            <a:srgbClr val="50658E"/>
          </a:solidFill>
          <a:ln>
            <a:noFill/>
          </a:ln>
        </p:spPr>
      </p:sp>
      <p:grpSp>
        <p:nvGrpSpPr>
          <p:cNvPr id="32" name="node10"/>
          <p:cNvGrpSpPr/>
          <p:nvPr/>
        </p:nvGrpSpPr>
        <p:grpSpPr>
          <a:xfrm>
            <a:off x="8953500" y="3352800"/>
            <a:ext cx="2514600" cy="152400"/>
            <a:chOff x="8953500" y="3352800"/>
            <a:chExt cx="2514600" cy="152400"/>
          </a:xfrm>
        </p:grpSpPr>
        <p:sp>
          <p:nvSpPr>
            <p:cNvPr id="17" name="node10.text"/>
            <p:cNvSpPr/>
            <p:nvPr/>
          </p:nvSpPr>
          <p:spPr>
            <a:xfrm>
              <a:off x="8953500" y="3352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DELIVERABLES</a:t>
              </a:r>
              <a:endParaRPr lang="en-US" sz="900" spc="54" kern="0" b="0" i="0" dirty="0">
                <a:solidFill>
                  <a:srgbClr val="CED7E6"/>
                </a:solidFill>
                <a:latin typeface="IBM Plex Mono Medium"/>
                <a:ea typeface="IBM Plex Mono Medium"/>
                <a:cs typeface="IBM Plex Mono Medium"/>
              </a:endParaRPr>
            </a:p>
          </p:txBody>
        </p:sp>
      </p:grpSp>
      <p:grpSp>
        <p:nvGrpSpPr>
          <p:cNvPr id="33" name="node11"/>
          <p:cNvGrpSpPr/>
          <p:nvPr/>
        </p:nvGrpSpPr>
        <p:grpSpPr>
          <a:xfrm>
            <a:off x="8953500" y="3581400"/>
            <a:ext cx="2514600" cy="685800"/>
            <a:chOff x="8953500" y="3581400"/>
            <a:chExt cx="2514600" cy="685800"/>
          </a:xfrm>
        </p:grpSpPr>
        <p:sp>
          <p:nvSpPr>
            <p:cNvPr id="18" name="node11.text"/>
            <p:cNvSpPr/>
            <p:nvPr/>
          </p:nvSpPr>
          <p:spPr>
            <a:xfrm>
              <a:off x="8953500" y="35814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Testing focus; environment / release controls; E2E capacity; AI skills; Evolve evidence / journey inventory.</a:t>
              </a:r>
              <a:endParaRPr lang="en-US" sz="1200" spc="0" kern="0" b="0" i="0" dirty="0">
                <a:solidFill>
                  <a:srgbClr val="FFFFFF"/>
                </a:solidFill>
                <a:latin typeface="IBM Plex Sans"/>
                <a:ea typeface="IBM Plex Sans"/>
                <a:cs typeface="IBM Plex Sans"/>
              </a:endParaRPr>
            </a:p>
          </p:txBody>
        </p:sp>
      </p:grpSp>
      <p:sp>
        <p:nvSpPr>
          <p:cNvPr id="19" name="node12"/>
          <p:cNvSpPr/>
          <p:nvPr/>
        </p:nvSpPr>
        <p:spPr>
          <a:xfrm>
            <a:off x="8953500" y="4381500"/>
            <a:ext cx="2514600" cy="9525"/>
          </a:xfrm>
          <a:prstGeom prst="rect">
            <a:avLst/>
          </a:prstGeom>
          <a:solidFill>
            <a:srgbClr val="50658E"/>
          </a:solidFill>
          <a:ln>
            <a:noFill/>
          </a:ln>
        </p:spPr>
      </p:sp>
      <p:grpSp>
        <p:nvGrpSpPr>
          <p:cNvPr id="34" name="node13"/>
          <p:cNvGrpSpPr/>
          <p:nvPr/>
        </p:nvGrpSpPr>
        <p:grpSpPr>
          <a:xfrm>
            <a:off x="8953500" y="4533900"/>
            <a:ext cx="2514600" cy="152400"/>
            <a:chOff x="8953500" y="4533900"/>
            <a:chExt cx="2514600" cy="152400"/>
          </a:xfrm>
        </p:grpSpPr>
        <p:sp>
          <p:nvSpPr>
            <p:cNvPr id="20" name="node13.text"/>
            <p:cNvSpPr/>
            <p:nvPr/>
          </p:nvSpPr>
          <p:spPr>
            <a:xfrm>
              <a:off x="8953500" y="45339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TEAM</a:t>
              </a:r>
              <a:endParaRPr lang="en-US" sz="900" spc="54" kern="0" b="0" i="0" dirty="0">
                <a:solidFill>
                  <a:srgbClr val="CED7E6"/>
                </a:solidFill>
                <a:latin typeface="IBM Plex Mono Medium"/>
                <a:ea typeface="IBM Plex Mono Medium"/>
                <a:cs typeface="IBM Plex Mono Medium"/>
              </a:endParaRPr>
            </a:p>
          </p:txBody>
        </p:sp>
      </p:grpSp>
      <p:grpSp>
        <p:nvGrpSpPr>
          <p:cNvPr id="35" name="node14"/>
          <p:cNvGrpSpPr/>
          <p:nvPr/>
        </p:nvGrpSpPr>
        <p:grpSpPr>
          <a:xfrm>
            <a:off x="8953500" y="4762500"/>
            <a:ext cx="2514600" cy="457200"/>
            <a:chOff x="8953500" y="4762500"/>
            <a:chExt cx="2514600" cy="457200"/>
          </a:xfrm>
        </p:grpSpPr>
        <p:sp>
          <p:nvSpPr>
            <p:cNvPr id="21" name="node14.text"/>
            <p:cNvSpPr/>
            <p:nvPr/>
          </p:nvSpPr>
          <p:spPr>
            <a:xfrm>
              <a:off x="8953500" y="47625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Executive Eng leader: PT</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QE architect + Sr engineer: FT</a:t>
              </a:r>
              <a:endParaRPr lang="en-US" sz="1200" spc="0" kern="0" b="0" i="0" dirty="0">
                <a:solidFill>
                  <a:srgbClr val="FFFFFF"/>
                </a:solidFill>
                <a:latin typeface="IBM Plex Sans"/>
                <a:ea typeface="IBM Plex Sans"/>
                <a:cs typeface="IBM Plex Sans"/>
              </a:endParaRPr>
            </a:p>
          </p:txBody>
        </p:sp>
      </p:grpSp>
      <p:sp>
        <p:nvSpPr>
          <p:cNvPr id="22" name="node15"/>
          <p:cNvSpPr/>
          <p:nvPr/>
        </p:nvSpPr>
        <p:spPr>
          <a:xfrm>
            <a:off x="8953500" y="5295900"/>
            <a:ext cx="2514600" cy="9525"/>
          </a:xfrm>
          <a:prstGeom prst="rect">
            <a:avLst/>
          </a:prstGeom>
          <a:solidFill>
            <a:srgbClr val="50658E"/>
          </a:solidFill>
          <a:ln>
            <a:noFill/>
          </a:ln>
        </p:spPr>
      </p:sp>
      <p:grpSp>
        <p:nvGrpSpPr>
          <p:cNvPr id="36" name="node16"/>
          <p:cNvGrpSpPr/>
          <p:nvPr/>
        </p:nvGrpSpPr>
        <p:grpSpPr>
          <a:xfrm>
            <a:off x="8953500" y="5410200"/>
            <a:ext cx="2514600" cy="457200"/>
            <a:chOff x="8953500" y="5410200"/>
            <a:chExt cx="2514600" cy="457200"/>
          </a:xfrm>
        </p:grpSpPr>
        <p:sp>
          <p:nvSpPr>
            <p:cNvPr id="23" name="node16.text"/>
            <p:cNvSpPr/>
            <p:nvPr/>
          </p:nvSpPr>
          <p:spPr>
            <a:xfrm>
              <a:off x="8953500" y="54102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Transfer owners; scope pipeline / environment work.</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dxc-04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 · COMBINED PACKAGE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parallel workstreams, one $345K investment</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Proposed Phase 2 package · original fees and team commitments retained.</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41</a:t>
            </a:fld>
            <a:endParaRPr lang="en-US" sz="700" spc="0" kern="0" b="0" i="0" dirty="0">
              <a:solidFill>
                <a:srgbClr val="070154"/>
              </a:solidFill>
              <a:latin typeface="IBM Plex Mono SemiBold"/>
              <a:ea typeface="IBM Plex Mono SemiBold"/>
              <a:cs typeface="IBM Plex Mono SemiBold"/>
            </a:endParaRPr>
          </a:p>
        </p:txBody>
      </p:sp>
      <p:grpSp>
        <p:nvGrpSpPr>
          <p:cNvPr id="54" name="node01"/>
          <p:cNvGrpSpPr/>
          <p:nvPr/>
        </p:nvGrpSpPr>
        <p:grpSpPr>
          <a:xfrm>
            <a:off x="723900" y="1600200"/>
            <a:ext cx="1371600" cy="152400"/>
            <a:chOff x="723900" y="1600200"/>
            <a:chExt cx="1371600" cy="152400"/>
          </a:xfrm>
        </p:grpSpPr>
        <p:sp>
          <p:nvSpPr>
            <p:cNvPr id="8" name="node01.text"/>
            <p:cNvSpPr/>
            <p:nvPr/>
          </p:nvSpPr>
          <p:spPr>
            <a:xfrm>
              <a:off x="723900" y="16002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OUTCOME</a:t>
              </a:r>
              <a:endParaRPr lang="en-US" sz="900" spc="54" kern="0" b="0" i="0" dirty="0">
                <a:solidFill>
                  <a:srgbClr val="0047FF"/>
                </a:solidFill>
                <a:latin typeface="IBM Plex Mono Medium"/>
                <a:ea typeface="IBM Plex Mono Medium"/>
                <a:cs typeface="IBM Plex Mono Medium"/>
              </a:endParaRPr>
            </a:p>
          </p:txBody>
        </p:sp>
      </p:grpSp>
      <p:grpSp>
        <p:nvGrpSpPr>
          <p:cNvPr id="55" name="node02"/>
          <p:cNvGrpSpPr/>
          <p:nvPr/>
        </p:nvGrpSpPr>
        <p:grpSpPr>
          <a:xfrm>
            <a:off x="723900" y="1828800"/>
            <a:ext cx="1371600" cy="457200"/>
            <a:chOff x="723900" y="1828800"/>
            <a:chExt cx="1371600" cy="457200"/>
          </a:xfrm>
        </p:grpSpPr>
        <p:sp>
          <p:nvSpPr>
            <p:cNvPr id="9" name="node02.text"/>
            <p:cNvSpPr/>
            <p:nvPr/>
          </p:nvSpPr>
          <p:spPr>
            <a:xfrm>
              <a:off x="723900" y="18288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Activate strategy and delivery</a:t>
              </a:r>
              <a:endParaRPr lang="en-US" sz="1200" spc="0" kern="0" b="0" i="0" dirty="0">
                <a:solidFill>
                  <a:srgbClr val="50658E"/>
                </a:solidFill>
                <a:latin typeface="IBM Plex Sans"/>
                <a:ea typeface="IBM Plex Sans"/>
                <a:cs typeface="IBM Plex Sans"/>
              </a:endParaRPr>
            </a:p>
          </p:txBody>
        </p:sp>
      </p:grpSp>
      <p:grpSp>
        <p:nvGrpSpPr>
          <p:cNvPr id="56" name="node03"/>
          <p:cNvGrpSpPr/>
          <p:nvPr/>
        </p:nvGrpSpPr>
        <p:grpSpPr>
          <a:xfrm>
            <a:off x="2324100" y="1600200"/>
            <a:ext cx="5486400" cy="800100"/>
            <a:chOff x="2324100" y="1600200"/>
            <a:chExt cx="5486400" cy="800100"/>
          </a:xfrm>
        </p:grpSpPr>
        <p:sp>
          <p:nvSpPr>
            <p:cNvPr id="10" name="node03.text"/>
            <p:cNvSpPr/>
            <p:nvPr/>
          </p:nvSpPr>
          <p:spPr>
            <a:xfrm>
              <a:off x="2324100" y="1600200"/>
              <a:ext cx="5486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four-week product strategy spike runs alongside two six-week engineering workstreams. Pricing covers all three together; no individual workstream fees are allocated.</a:t>
              </a:r>
              <a:endParaRPr lang="en-US" sz="1400" spc="0" kern="0" b="0" i="0" dirty="0">
                <a:solidFill>
                  <a:srgbClr val="50658E"/>
                </a:solidFill>
                <a:latin typeface="IBM Plex Sans"/>
                <a:ea typeface="IBM Plex Sans"/>
                <a:cs typeface="IBM Plex Sans"/>
              </a:endParaRPr>
            </a:p>
          </p:txBody>
        </p:sp>
      </p:grpSp>
      <p:grpSp>
        <p:nvGrpSpPr>
          <p:cNvPr id="57" name="node04"/>
          <p:cNvGrpSpPr/>
          <p:nvPr/>
        </p:nvGrpSpPr>
        <p:grpSpPr>
          <a:xfrm>
            <a:off x="8039100" y="1600200"/>
            <a:ext cx="3429000" cy="152400"/>
            <a:chOff x="8039100" y="1600200"/>
            <a:chExt cx="3429000" cy="152400"/>
          </a:xfrm>
        </p:grpSpPr>
        <p:sp>
          <p:nvSpPr>
            <p:cNvPr id="11" name="node04.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YOU KEEP</a:t>
              </a:r>
              <a:endParaRPr lang="en-US" sz="900" spc="54" kern="0" b="0" i="0" dirty="0">
                <a:solidFill>
                  <a:srgbClr val="0047FF"/>
                </a:solidFill>
                <a:latin typeface="IBM Plex Mono Medium"/>
                <a:ea typeface="IBM Plex Mono Medium"/>
                <a:cs typeface="IBM Plex Mono Medium"/>
              </a:endParaRPr>
            </a:p>
          </p:txBody>
        </p:sp>
      </p:grpSp>
      <p:grpSp>
        <p:nvGrpSpPr>
          <p:cNvPr id="58" name="node05"/>
          <p:cNvGrpSpPr/>
          <p:nvPr/>
        </p:nvGrpSpPr>
        <p:grpSpPr>
          <a:xfrm>
            <a:off x="8039100" y="1828800"/>
            <a:ext cx="3429000" cy="762000"/>
            <a:chOff x="8039100" y="1828800"/>
            <a:chExt cx="3429000" cy="762000"/>
          </a:xfrm>
        </p:grpSpPr>
        <p:sp>
          <p:nvSpPr>
            <p:cNvPr id="12" name="node05.dxc-41-node05-items-1.bullet"/>
            <p:cNvSpPr/>
            <p:nvPr/>
          </p:nvSpPr>
          <p:spPr>
            <a:xfrm>
              <a:off x="8039100" y="1917700"/>
              <a:ext cx="38100" cy="38100"/>
            </a:xfrm>
            <a:prstGeom prst="rect">
              <a:avLst/>
            </a:prstGeom>
            <a:solidFill>
              <a:srgbClr val="070154"/>
            </a:solidFill>
            <a:ln>
              <a:noFill/>
            </a:ln>
          </p:spPr>
        </p:sp>
        <p:sp>
          <p:nvSpPr>
            <p:cNvPr id="13" name="node05.dxc-41-node05-items-1.text"/>
            <p:cNvSpPr/>
            <p:nvPr/>
          </p:nvSpPr>
          <p:spPr>
            <a:xfrm>
              <a:off x="8191500" y="1828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direction and six-month roadmap</a:t>
              </a:r>
              <a:endParaRPr lang="en-US" sz="1200" spc="0" kern="0" b="0" i="0" dirty="0">
                <a:solidFill>
                  <a:srgbClr val="070154"/>
                </a:solidFill>
                <a:latin typeface="IBM Plex Sans"/>
                <a:ea typeface="IBM Plex Sans"/>
                <a:cs typeface="IBM Plex Sans"/>
              </a:endParaRPr>
            </a:p>
          </p:txBody>
        </p:sp>
        <p:sp>
          <p:nvSpPr>
            <p:cNvPr id="14" name="node05.dxc-41-node05-items-2.bullet"/>
            <p:cNvSpPr/>
            <p:nvPr/>
          </p:nvSpPr>
          <p:spPr>
            <a:xfrm>
              <a:off x="8039100" y="2184400"/>
              <a:ext cx="38100" cy="38100"/>
            </a:xfrm>
            <a:prstGeom prst="rect">
              <a:avLst/>
            </a:prstGeom>
            <a:solidFill>
              <a:srgbClr val="070154"/>
            </a:solidFill>
            <a:ln>
              <a:noFill/>
            </a:ln>
          </p:spPr>
        </p:sp>
        <p:sp>
          <p:nvSpPr>
            <p:cNvPr id="15" name="node05.dxc-41-node05-items-2.text"/>
            <p:cNvSpPr/>
            <p:nvPr/>
          </p:nvSpPr>
          <p:spPr>
            <a:xfrm>
              <a:off x="8191500" y="2095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Reusable AI engineering practices on Core</a:t>
              </a:r>
              <a:endParaRPr lang="en-US" sz="1200" spc="0" kern="0" b="0" i="0" dirty="0">
                <a:solidFill>
                  <a:srgbClr val="070154"/>
                </a:solidFill>
                <a:latin typeface="IBM Plex Sans"/>
                <a:ea typeface="IBM Plex Sans"/>
                <a:cs typeface="IBM Plex Sans"/>
              </a:endParaRPr>
            </a:p>
          </p:txBody>
        </p:sp>
        <p:sp>
          <p:nvSpPr>
            <p:cNvPr id="16" name="node05.dxc-41-node05-items-3.bullet"/>
            <p:cNvSpPr/>
            <p:nvPr/>
          </p:nvSpPr>
          <p:spPr>
            <a:xfrm>
              <a:off x="8039100" y="2451100"/>
              <a:ext cx="38100" cy="38100"/>
            </a:xfrm>
            <a:prstGeom prst="rect">
              <a:avLst/>
            </a:prstGeom>
            <a:solidFill>
              <a:srgbClr val="070154"/>
            </a:solidFill>
            <a:ln>
              <a:noFill/>
            </a:ln>
          </p:spPr>
        </p:sp>
        <p:sp>
          <p:nvSpPr>
            <p:cNvPr id="17" name="node05.dxc-41-node05-items-3.text"/>
            <p:cNvSpPr/>
            <p:nvPr/>
          </p:nvSpPr>
          <p:spPr>
            <a:xfrm>
              <a:off x="8191500" y="2362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Critical-path tests and release controls</a:t>
              </a:r>
              <a:endParaRPr lang="en-US" sz="1200" spc="0" kern="0" b="0" i="0" dirty="0">
                <a:solidFill>
                  <a:srgbClr val="070154"/>
                </a:solidFill>
                <a:latin typeface="IBM Plex Sans"/>
                <a:ea typeface="IBM Plex Sans"/>
                <a:cs typeface="IBM Plex Sans"/>
              </a:endParaRPr>
            </a:p>
          </p:txBody>
        </p:sp>
      </p:grpSp>
      <p:sp>
        <p:nvSpPr>
          <p:cNvPr id="18" name="node06"/>
          <p:cNvSpPr/>
          <p:nvPr/>
        </p:nvSpPr>
        <p:spPr>
          <a:xfrm>
            <a:off x="723900" y="2895600"/>
            <a:ext cx="10744200" cy="12700"/>
          </a:xfrm>
          <a:prstGeom prst="rect">
            <a:avLst/>
          </a:prstGeom>
          <a:solidFill>
            <a:srgbClr val="CED7E6"/>
          </a:solidFill>
          <a:ln>
            <a:noFill/>
          </a:ln>
        </p:spPr>
      </p:sp>
      <p:grpSp>
        <p:nvGrpSpPr>
          <p:cNvPr id="59" name="node07"/>
          <p:cNvGrpSpPr/>
          <p:nvPr/>
        </p:nvGrpSpPr>
        <p:grpSpPr>
          <a:xfrm>
            <a:off x="723900" y="3048000"/>
            <a:ext cx="1371600" cy="152400"/>
            <a:chOff x="723900" y="3048000"/>
            <a:chExt cx="1371600" cy="152400"/>
          </a:xfrm>
        </p:grpSpPr>
        <p:sp>
          <p:nvSpPr>
            <p:cNvPr id="19" name="node07.text"/>
            <p:cNvSpPr/>
            <p:nvPr/>
          </p:nvSpPr>
          <p:spPr>
            <a:xfrm>
              <a:off x="723900" y="30480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TEAMS</a:t>
              </a:r>
              <a:endParaRPr lang="en-US" sz="900" spc="54" kern="0" b="0" i="0" dirty="0">
                <a:solidFill>
                  <a:srgbClr val="0047FF"/>
                </a:solidFill>
                <a:latin typeface="IBM Plex Mono Medium"/>
                <a:ea typeface="IBM Plex Mono Medium"/>
                <a:cs typeface="IBM Plex Mono Medium"/>
              </a:endParaRPr>
            </a:p>
          </p:txBody>
        </p:sp>
      </p:grpSp>
      <p:grpSp>
        <p:nvGrpSpPr>
          <p:cNvPr id="60" name="node08"/>
          <p:cNvGrpSpPr/>
          <p:nvPr/>
        </p:nvGrpSpPr>
        <p:grpSpPr>
          <a:xfrm>
            <a:off x="723900" y="3276600"/>
            <a:ext cx="1371600" cy="685800"/>
            <a:chOff x="723900" y="3276600"/>
            <a:chExt cx="1371600" cy="685800"/>
          </a:xfrm>
        </p:grpSpPr>
        <p:sp>
          <p:nvSpPr>
            <p:cNvPr id="20" name="node08.text"/>
            <p:cNvSpPr/>
            <p:nvPr/>
          </p:nvSpPr>
          <p:spPr>
            <a:xfrm>
              <a:off x="723900" y="3276600"/>
              <a:ext cx="1371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Parallel workstreams · distinct durations</a:t>
              </a:r>
              <a:endParaRPr lang="en-US" sz="1200" spc="0" kern="0" b="0" i="0" dirty="0">
                <a:solidFill>
                  <a:srgbClr val="50658E"/>
                </a:solidFill>
                <a:latin typeface="IBM Plex Sans"/>
                <a:ea typeface="IBM Plex Sans"/>
                <a:cs typeface="IBM Plex Sans"/>
              </a:endParaRPr>
            </a:p>
          </p:txBody>
        </p:sp>
      </p:grpSp>
      <p:grpSp>
        <p:nvGrpSpPr>
          <p:cNvPr id="61" name="node09"/>
          <p:cNvGrpSpPr/>
          <p:nvPr/>
        </p:nvGrpSpPr>
        <p:grpSpPr>
          <a:xfrm>
            <a:off x="2324100" y="3048000"/>
            <a:ext cx="2895600" cy="152400"/>
            <a:chOff x="2324100" y="3048000"/>
            <a:chExt cx="2895600" cy="152400"/>
          </a:xfrm>
        </p:grpSpPr>
        <p:sp>
          <p:nvSpPr>
            <p:cNvPr id="21" name="node09.text"/>
            <p:cNvSpPr/>
            <p:nvPr/>
          </p:nvSpPr>
          <p:spPr>
            <a:xfrm>
              <a:off x="2324100" y="30480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FOUR WEEKS</a:t>
              </a:r>
              <a:endParaRPr lang="en-US" sz="900" spc="54" kern="0" b="0" i="0" dirty="0">
                <a:solidFill>
                  <a:srgbClr val="0047FF"/>
                </a:solidFill>
                <a:latin typeface="IBM Plex Mono Medium"/>
                <a:ea typeface="IBM Plex Mono Medium"/>
                <a:cs typeface="IBM Plex Mono Medium"/>
              </a:endParaRPr>
            </a:p>
          </p:txBody>
        </p:sp>
      </p:grpSp>
      <p:grpSp>
        <p:nvGrpSpPr>
          <p:cNvPr id="62" name="node10"/>
          <p:cNvGrpSpPr/>
          <p:nvPr/>
        </p:nvGrpSpPr>
        <p:grpSpPr>
          <a:xfrm>
            <a:off x="2324100" y="3276600"/>
            <a:ext cx="2895600" cy="304800"/>
            <a:chOff x="2324100" y="3276600"/>
            <a:chExt cx="2895600" cy="304800"/>
          </a:xfrm>
        </p:grpSpPr>
        <p:sp>
          <p:nvSpPr>
            <p:cNvPr id="22" name="node10.text"/>
            <p:cNvSpPr/>
            <p:nvPr/>
          </p:nvSpPr>
          <p:spPr>
            <a:xfrm>
              <a:off x="2324100" y="32766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Product strategy</a:t>
              </a:r>
              <a:endParaRPr lang="en-US" sz="1800" spc="-18" kern="0" b="0" i="0" dirty="0">
                <a:solidFill>
                  <a:srgbClr val="070154"/>
                </a:solidFill>
                <a:latin typeface="IBM Plex Sans SemiBold"/>
                <a:ea typeface="IBM Plex Sans SemiBold"/>
                <a:cs typeface="IBM Plex Sans SemiBold"/>
              </a:endParaRPr>
            </a:p>
          </p:txBody>
        </p:sp>
      </p:grpSp>
      <p:grpSp>
        <p:nvGrpSpPr>
          <p:cNvPr id="63" name="node11"/>
          <p:cNvGrpSpPr/>
          <p:nvPr/>
        </p:nvGrpSpPr>
        <p:grpSpPr>
          <a:xfrm>
            <a:off x="2324100" y="3619500"/>
            <a:ext cx="2895600" cy="762000"/>
            <a:chOff x="2324100" y="3619500"/>
            <a:chExt cx="2895600" cy="762000"/>
          </a:xfrm>
        </p:grpSpPr>
        <p:sp>
          <p:nvSpPr>
            <p:cNvPr id="23" name="node11.dxc-41-node11-items-1.bullet"/>
            <p:cNvSpPr/>
            <p:nvPr/>
          </p:nvSpPr>
          <p:spPr>
            <a:xfrm>
              <a:off x="2324100" y="3708400"/>
              <a:ext cx="38100" cy="38100"/>
            </a:xfrm>
            <a:prstGeom prst="rect">
              <a:avLst/>
            </a:prstGeom>
            <a:solidFill>
              <a:srgbClr val="070154"/>
            </a:solidFill>
            <a:ln>
              <a:noFill/>
            </a:ln>
          </p:spPr>
        </p:sp>
        <p:sp>
          <p:nvSpPr>
            <p:cNvPr id="24" name="node11.dxc-41-node11-items-1.text"/>
            <p:cNvSpPr/>
            <p:nvPr/>
          </p:nvSpPr>
          <p:spPr>
            <a:xfrm>
              <a:off x="2476500" y="36195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Sameer Karim · Executive PT</a:t>
              </a:r>
              <a:endParaRPr lang="en-US" sz="1200" spc="0" kern="0" b="0" i="0" dirty="0">
                <a:solidFill>
                  <a:srgbClr val="070154"/>
                </a:solidFill>
                <a:latin typeface="IBM Plex Sans"/>
                <a:ea typeface="IBM Plex Sans"/>
                <a:cs typeface="IBM Plex Sans"/>
              </a:endParaRPr>
            </a:p>
          </p:txBody>
        </p:sp>
        <p:sp>
          <p:nvSpPr>
            <p:cNvPr id="25" name="node11.dxc-41-node11-items-2.bullet"/>
            <p:cNvSpPr/>
            <p:nvPr/>
          </p:nvSpPr>
          <p:spPr>
            <a:xfrm>
              <a:off x="2324100" y="3975100"/>
              <a:ext cx="38100" cy="38100"/>
            </a:xfrm>
            <a:prstGeom prst="rect">
              <a:avLst/>
            </a:prstGeom>
            <a:solidFill>
              <a:srgbClr val="070154"/>
            </a:solidFill>
            <a:ln>
              <a:noFill/>
            </a:ln>
          </p:spPr>
        </p:sp>
        <p:sp>
          <p:nvSpPr>
            <p:cNvPr id="26" name="node11.dxc-41-node11-items-2.text"/>
            <p:cNvSpPr/>
            <p:nvPr/>
          </p:nvSpPr>
          <p:spPr>
            <a:xfrm>
              <a:off x="2476500" y="3886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Mzati Kapalamula · Senior FT</a:t>
              </a:r>
              <a:endParaRPr lang="en-US" sz="1200" spc="0" kern="0" b="0" i="0" dirty="0">
                <a:solidFill>
                  <a:srgbClr val="070154"/>
                </a:solidFill>
                <a:latin typeface="IBM Plex Sans"/>
                <a:ea typeface="IBM Plex Sans"/>
                <a:cs typeface="IBM Plex Sans"/>
              </a:endParaRPr>
            </a:p>
          </p:txBody>
        </p:sp>
        <p:sp>
          <p:nvSpPr>
            <p:cNvPr id="27" name="node11.dxc-41-node11-items-3.bullet"/>
            <p:cNvSpPr/>
            <p:nvPr/>
          </p:nvSpPr>
          <p:spPr>
            <a:xfrm>
              <a:off x="2324100" y="4241800"/>
              <a:ext cx="38100" cy="38100"/>
            </a:xfrm>
            <a:prstGeom prst="rect">
              <a:avLst/>
            </a:prstGeom>
            <a:solidFill>
              <a:srgbClr val="070154"/>
            </a:solidFill>
            <a:ln>
              <a:noFill/>
            </a:ln>
          </p:spPr>
        </p:sp>
        <p:sp>
          <p:nvSpPr>
            <p:cNvPr id="28" name="node11.dxc-41-node11-items-3.text"/>
            <p:cNvSpPr/>
            <p:nvPr/>
          </p:nvSpPr>
          <p:spPr>
            <a:xfrm>
              <a:off x="2476500" y="41529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Four-week strategy spike</a:t>
              </a:r>
              <a:endParaRPr lang="en-US" sz="1200" spc="0" kern="0" b="0" i="0" dirty="0">
                <a:solidFill>
                  <a:srgbClr val="070154"/>
                </a:solidFill>
                <a:latin typeface="IBM Plex Sans"/>
                <a:ea typeface="IBM Plex Sans"/>
                <a:cs typeface="IBM Plex Sans"/>
              </a:endParaRPr>
            </a:p>
          </p:txBody>
        </p:sp>
      </p:grpSp>
      <p:grpSp>
        <p:nvGrpSpPr>
          <p:cNvPr id="64" name="node12"/>
          <p:cNvGrpSpPr/>
          <p:nvPr/>
        </p:nvGrpSpPr>
        <p:grpSpPr>
          <a:xfrm>
            <a:off x="5448300" y="3048000"/>
            <a:ext cx="2895600" cy="152400"/>
            <a:chOff x="5448300" y="3048000"/>
            <a:chExt cx="2895600" cy="152400"/>
          </a:xfrm>
        </p:grpSpPr>
        <p:sp>
          <p:nvSpPr>
            <p:cNvPr id="29" name="node12.text"/>
            <p:cNvSpPr/>
            <p:nvPr/>
          </p:nvSpPr>
          <p:spPr>
            <a:xfrm>
              <a:off x="5448300" y="30480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SIX WEEKS</a:t>
              </a:r>
              <a:endParaRPr lang="en-US" sz="900" spc="54" kern="0" b="0" i="0" dirty="0">
                <a:solidFill>
                  <a:srgbClr val="0047FF"/>
                </a:solidFill>
                <a:latin typeface="IBM Plex Mono Medium"/>
                <a:ea typeface="IBM Plex Mono Medium"/>
                <a:cs typeface="IBM Plex Mono Medium"/>
              </a:endParaRPr>
            </a:p>
          </p:txBody>
        </p:sp>
      </p:grpSp>
      <p:grpSp>
        <p:nvGrpSpPr>
          <p:cNvPr id="65" name="node13"/>
          <p:cNvGrpSpPr/>
          <p:nvPr/>
        </p:nvGrpSpPr>
        <p:grpSpPr>
          <a:xfrm>
            <a:off x="5448300" y="3276600"/>
            <a:ext cx="2895600" cy="304800"/>
            <a:chOff x="5448300" y="3276600"/>
            <a:chExt cx="2895600" cy="304800"/>
          </a:xfrm>
        </p:grpSpPr>
        <p:sp>
          <p:nvSpPr>
            <p:cNvPr id="30" name="node13.text"/>
            <p:cNvSpPr/>
            <p:nvPr/>
          </p:nvSpPr>
          <p:spPr>
            <a:xfrm>
              <a:off x="5448300" y="32766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 engineering on Core</a:t>
              </a:r>
              <a:endParaRPr lang="en-US" sz="1800" spc="-18" kern="0" b="0" i="0" dirty="0">
                <a:solidFill>
                  <a:srgbClr val="070154"/>
                </a:solidFill>
                <a:latin typeface="IBM Plex Sans SemiBold"/>
                <a:ea typeface="IBM Plex Sans SemiBold"/>
                <a:cs typeface="IBM Plex Sans SemiBold"/>
              </a:endParaRPr>
            </a:p>
          </p:txBody>
        </p:sp>
      </p:grpSp>
      <p:grpSp>
        <p:nvGrpSpPr>
          <p:cNvPr id="66" name="node14"/>
          <p:cNvGrpSpPr/>
          <p:nvPr/>
        </p:nvGrpSpPr>
        <p:grpSpPr>
          <a:xfrm>
            <a:off x="5448300" y="3619500"/>
            <a:ext cx="2895600" cy="762000"/>
            <a:chOff x="5448300" y="3619500"/>
            <a:chExt cx="2895600" cy="762000"/>
          </a:xfrm>
        </p:grpSpPr>
        <p:sp>
          <p:nvSpPr>
            <p:cNvPr id="31" name="node14.dxc-41-node14-items-1.bullet"/>
            <p:cNvSpPr/>
            <p:nvPr/>
          </p:nvSpPr>
          <p:spPr>
            <a:xfrm>
              <a:off x="5448300" y="3708400"/>
              <a:ext cx="38100" cy="38100"/>
            </a:xfrm>
            <a:prstGeom prst="rect">
              <a:avLst/>
            </a:prstGeom>
            <a:solidFill>
              <a:srgbClr val="070154"/>
            </a:solidFill>
            <a:ln>
              <a:noFill/>
            </a:ln>
          </p:spPr>
        </p:sp>
        <p:sp>
          <p:nvSpPr>
            <p:cNvPr id="32" name="node14.dxc-41-node14-items-1.text"/>
            <p:cNvSpPr/>
            <p:nvPr/>
          </p:nvSpPr>
          <p:spPr>
            <a:xfrm>
              <a:off x="5600700" y="36195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Ri Scott · Executive PT</a:t>
              </a:r>
              <a:endParaRPr lang="en-US" sz="1200" spc="0" kern="0" b="0" i="0" dirty="0">
                <a:solidFill>
                  <a:srgbClr val="070154"/>
                </a:solidFill>
                <a:latin typeface="IBM Plex Sans"/>
                <a:ea typeface="IBM Plex Sans"/>
                <a:cs typeface="IBM Plex Sans"/>
              </a:endParaRPr>
            </a:p>
          </p:txBody>
        </p:sp>
        <p:sp>
          <p:nvSpPr>
            <p:cNvPr id="33" name="node14.dxc-41-node14-items-2.bullet"/>
            <p:cNvSpPr/>
            <p:nvPr/>
          </p:nvSpPr>
          <p:spPr>
            <a:xfrm>
              <a:off x="5448300" y="3975100"/>
              <a:ext cx="38100" cy="38100"/>
            </a:xfrm>
            <a:prstGeom prst="rect">
              <a:avLst/>
            </a:prstGeom>
            <a:solidFill>
              <a:srgbClr val="070154"/>
            </a:solidFill>
            <a:ln>
              <a:noFill/>
            </a:ln>
          </p:spPr>
        </p:sp>
        <p:sp>
          <p:nvSpPr>
            <p:cNvPr id="34" name="node14.dxc-41-node14-items-2.text"/>
            <p:cNvSpPr/>
            <p:nvPr/>
          </p:nvSpPr>
          <p:spPr>
            <a:xfrm>
              <a:off x="5600700" y="3886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Gerardo Arroyo · Architect FT</a:t>
              </a:r>
              <a:endParaRPr lang="en-US" sz="1200" spc="0" kern="0" b="0" i="0" dirty="0">
                <a:solidFill>
                  <a:srgbClr val="070154"/>
                </a:solidFill>
                <a:latin typeface="IBM Plex Sans"/>
                <a:ea typeface="IBM Plex Sans"/>
                <a:cs typeface="IBM Plex Sans"/>
              </a:endParaRPr>
            </a:p>
          </p:txBody>
        </p:sp>
        <p:sp>
          <p:nvSpPr>
            <p:cNvPr id="35" name="node14.dxc-41-node14-items-3.bullet"/>
            <p:cNvSpPr/>
            <p:nvPr/>
          </p:nvSpPr>
          <p:spPr>
            <a:xfrm>
              <a:off x="5448300" y="4241800"/>
              <a:ext cx="38100" cy="38100"/>
            </a:xfrm>
            <a:prstGeom prst="rect">
              <a:avLst/>
            </a:prstGeom>
            <a:solidFill>
              <a:srgbClr val="070154"/>
            </a:solidFill>
            <a:ln>
              <a:noFill/>
            </a:ln>
          </p:spPr>
        </p:sp>
        <p:sp>
          <p:nvSpPr>
            <p:cNvPr id="36" name="node14.dxc-41-node14-items-3.text"/>
            <p:cNvSpPr/>
            <p:nvPr/>
          </p:nvSpPr>
          <p:spPr>
            <a:xfrm>
              <a:off x="5600700" y="41529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Six-week Core enablement</a:t>
              </a:r>
              <a:endParaRPr lang="en-US" sz="1200" spc="0" kern="0" b="0" i="0" dirty="0">
                <a:solidFill>
                  <a:srgbClr val="070154"/>
                </a:solidFill>
                <a:latin typeface="IBM Plex Sans"/>
                <a:ea typeface="IBM Plex Sans"/>
                <a:cs typeface="IBM Plex Sans"/>
              </a:endParaRPr>
            </a:p>
          </p:txBody>
        </p:sp>
      </p:grpSp>
      <p:grpSp>
        <p:nvGrpSpPr>
          <p:cNvPr id="67" name="node15"/>
          <p:cNvGrpSpPr/>
          <p:nvPr/>
        </p:nvGrpSpPr>
        <p:grpSpPr>
          <a:xfrm>
            <a:off x="8572500" y="3048000"/>
            <a:ext cx="2895600" cy="152400"/>
            <a:chOff x="8572500" y="3048000"/>
            <a:chExt cx="2895600" cy="152400"/>
          </a:xfrm>
        </p:grpSpPr>
        <p:sp>
          <p:nvSpPr>
            <p:cNvPr id="37" name="node15.text"/>
            <p:cNvSpPr/>
            <p:nvPr/>
          </p:nvSpPr>
          <p:spPr>
            <a:xfrm>
              <a:off x="8572500" y="30480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SIX WEEKS</a:t>
              </a:r>
              <a:endParaRPr lang="en-US" sz="900" spc="54" kern="0" b="0" i="0" dirty="0">
                <a:solidFill>
                  <a:srgbClr val="0047FF"/>
                </a:solidFill>
                <a:latin typeface="IBM Plex Mono Medium"/>
                <a:ea typeface="IBM Plex Mono Medium"/>
                <a:cs typeface="IBM Plex Mono Medium"/>
              </a:endParaRPr>
            </a:p>
          </p:txBody>
        </p:sp>
      </p:grpSp>
      <p:grpSp>
        <p:nvGrpSpPr>
          <p:cNvPr id="68" name="node16"/>
          <p:cNvGrpSpPr/>
          <p:nvPr/>
        </p:nvGrpSpPr>
        <p:grpSpPr>
          <a:xfrm>
            <a:off x="8572500" y="3276600"/>
            <a:ext cx="2895600" cy="304800"/>
            <a:chOff x="8572500" y="3276600"/>
            <a:chExt cx="2895600" cy="304800"/>
          </a:xfrm>
        </p:grpSpPr>
        <p:sp>
          <p:nvSpPr>
            <p:cNvPr id="38" name="node16.text"/>
            <p:cNvSpPr/>
            <p:nvPr/>
          </p:nvSpPr>
          <p:spPr>
            <a:xfrm>
              <a:off x="8572500" y="32766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Testing and release</a:t>
              </a:r>
              <a:endParaRPr lang="en-US" sz="1800" spc="-18" kern="0" b="0" i="0" dirty="0">
                <a:solidFill>
                  <a:srgbClr val="070154"/>
                </a:solidFill>
                <a:latin typeface="IBM Plex Sans SemiBold"/>
                <a:ea typeface="IBM Plex Sans SemiBold"/>
                <a:cs typeface="IBM Plex Sans SemiBold"/>
              </a:endParaRPr>
            </a:p>
          </p:txBody>
        </p:sp>
      </p:grpSp>
      <p:grpSp>
        <p:nvGrpSpPr>
          <p:cNvPr id="69" name="node17"/>
          <p:cNvGrpSpPr/>
          <p:nvPr/>
        </p:nvGrpSpPr>
        <p:grpSpPr>
          <a:xfrm>
            <a:off x="8572500" y="3619500"/>
            <a:ext cx="2895600" cy="762000"/>
            <a:chOff x="8572500" y="3619500"/>
            <a:chExt cx="2895600" cy="762000"/>
          </a:xfrm>
        </p:grpSpPr>
        <p:sp>
          <p:nvSpPr>
            <p:cNvPr id="39" name="node17.dxc-41-node17-items-1.bullet"/>
            <p:cNvSpPr/>
            <p:nvPr/>
          </p:nvSpPr>
          <p:spPr>
            <a:xfrm>
              <a:off x="8572500" y="3708400"/>
              <a:ext cx="38100" cy="38100"/>
            </a:xfrm>
            <a:prstGeom prst="rect">
              <a:avLst/>
            </a:prstGeom>
            <a:solidFill>
              <a:srgbClr val="070154"/>
            </a:solidFill>
            <a:ln>
              <a:noFill/>
            </a:ln>
          </p:spPr>
        </p:sp>
        <p:sp>
          <p:nvSpPr>
            <p:cNvPr id="40" name="node17.dxc-41-node17-items-1.text"/>
            <p:cNvSpPr/>
            <p:nvPr/>
          </p:nvSpPr>
          <p:spPr>
            <a:xfrm>
              <a:off x="8724900" y="36195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Ri Scott · Executive PT</a:t>
              </a:r>
              <a:endParaRPr lang="en-US" sz="1200" spc="0" kern="0" b="0" i="0" dirty="0">
                <a:solidFill>
                  <a:srgbClr val="070154"/>
                </a:solidFill>
                <a:latin typeface="IBM Plex Sans"/>
                <a:ea typeface="IBM Plex Sans"/>
                <a:cs typeface="IBM Plex Sans"/>
              </a:endParaRPr>
            </a:p>
          </p:txBody>
        </p:sp>
        <p:sp>
          <p:nvSpPr>
            <p:cNvPr id="41" name="node17.dxc-41-node17-items-2.bullet"/>
            <p:cNvSpPr/>
            <p:nvPr/>
          </p:nvSpPr>
          <p:spPr>
            <a:xfrm>
              <a:off x="8572500" y="3975100"/>
              <a:ext cx="38100" cy="38100"/>
            </a:xfrm>
            <a:prstGeom prst="rect">
              <a:avLst/>
            </a:prstGeom>
            <a:solidFill>
              <a:srgbClr val="070154"/>
            </a:solidFill>
            <a:ln>
              <a:noFill/>
            </a:ln>
          </p:spPr>
        </p:sp>
        <p:sp>
          <p:nvSpPr>
            <p:cNvPr id="42" name="node17.dxc-41-node17-items-2.text"/>
            <p:cNvSpPr/>
            <p:nvPr/>
          </p:nvSpPr>
          <p:spPr>
            <a:xfrm>
              <a:off x="8724900" y="3886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QE architect · full time</a:t>
              </a:r>
              <a:endParaRPr lang="en-US" sz="1200" spc="0" kern="0" b="0" i="0" dirty="0">
                <a:solidFill>
                  <a:srgbClr val="070154"/>
                </a:solidFill>
                <a:latin typeface="IBM Plex Sans"/>
                <a:ea typeface="IBM Plex Sans"/>
                <a:cs typeface="IBM Plex Sans"/>
              </a:endParaRPr>
            </a:p>
          </p:txBody>
        </p:sp>
        <p:sp>
          <p:nvSpPr>
            <p:cNvPr id="43" name="node17.dxc-41-node17-items-3.bullet"/>
            <p:cNvSpPr/>
            <p:nvPr/>
          </p:nvSpPr>
          <p:spPr>
            <a:xfrm>
              <a:off x="8572500" y="4241800"/>
              <a:ext cx="38100" cy="38100"/>
            </a:xfrm>
            <a:prstGeom prst="rect">
              <a:avLst/>
            </a:prstGeom>
            <a:solidFill>
              <a:srgbClr val="070154"/>
            </a:solidFill>
            <a:ln>
              <a:noFill/>
            </a:ln>
          </p:spPr>
        </p:sp>
        <p:sp>
          <p:nvSpPr>
            <p:cNvPr id="44" name="node17.dxc-41-node17-items-3.text"/>
            <p:cNvSpPr/>
            <p:nvPr/>
          </p:nvSpPr>
          <p:spPr>
            <a:xfrm>
              <a:off x="8724900" y="41529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QE senior engineer · full time</a:t>
              </a:r>
              <a:endParaRPr lang="en-US" sz="1200" spc="0" kern="0" b="0" i="0" dirty="0">
                <a:solidFill>
                  <a:srgbClr val="070154"/>
                </a:solidFill>
                <a:latin typeface="IBM Plex Sans"/>
                <a:ea typeface="IBM Plex Sans"/>
                <a:cs typeface="IBM Plex Sans"/>
              </a:endParaRPr>
            </a:p>
          </p:txBody>
        </p:sp>
      </p:grpSp>
      <p:sp>
        <p:nvSpPr>
          <p:cNvPr id="45" name="node18"/>
          <p:cNvSpPr/>
          <p:nvPr/>
        </p:nvSpPr>
        <p:spPr>
          <a:xfrm>
            <a:off x="723900" y="4495800"/>
            <a:ext cx="10744200" cy="12700"/>
          </a:xfrm>
          <a:prstGeom prst="rect">
            <a:avLst/>
          </a:prstGeom>
          <a:solidFill>
            <a:srgbClr val="CED7E6"/>
          </a:solidFill>
          <a:ln>
            <a:noFill/>
          </a:ln>
        </p:spPr>
      </p:sp>
      <p:grpSp>
        <p:nvGrpSpPr>
          <p:cNvPr id="70" name="node19"/>
          <p:cNvGrpSpPr/>
          <p:nvPr/>
        </p:nvGrpSpPr>
        <p:grpSpPr>
          <a:xfrm>
            <a:off x="723900" y="4648200"/>
            <a:ext cx="1371600" cy="152400"/>
            <a:chOff x="723900" y="4648200"/>
            <a:chExt cx="1371600" cy="152400"/>
          </a:xfrm>
        </p:grpSpPr>
        <p:sp>
          <p:nvSpPr>
            <p:cNvPr id="46" name="node19.text"/>
            <p:cNvSpPr/>
            <p:nvPr/>
          </p:nvSpPr>
          <p:spPr>
            <a:xfrm>
              <a:off x="723900" y="46482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 · COST</a:t>
              </a:r>
              <a:endParaRPr lang="en-US" sz="900" spc="54" kern="0" b="0" i="0" dirty="0">
                <a:solidFill>
                  <a:srgbClr val="0047FF"/>
                </a:solidFill>
                <a:latin typeface="IBM Plex Mono Medium"/>
                <a:ea typeface="IBM Plex Mono Medium"/>
                <a:cs typeface="IBM Plex Mono Medium"/>
              </a:endParaRPr>
            </a:p>
          </p:txBody>
        </p:sp>
      </p:grpSp>
      <p:grpSp>
        <p:nvGrpSpPr>
          <p:cNvPr id="71" name="node20"/>
          <p:cNvGrpSpPr/>
          <p:nvPr/>
        </p:nvGrpSpPr>
        <p:grpSpPr>
          <a:xfrm>
            <a:off x="2324100" y="4572000"/>
            <a:ext cx="9144000" cy="1143000"/>
            <a:chOff x="2324100" y="4572000"/>
            <a:chExt cx="9144000" cy="1143000"/>
          </a:xfrm>
        </p:grpSpPr>
        <p:sp>
          <p:nvSpPr>
            <p:cNvPr id="47" name="node20.surface"/>
            <p:cNvSpPr/>
            <p:nvPr/>
          </p:nvSpPr>
          <p:spPr>
            <a:xfrm>
              <a:off x="2324100" y="4572000"/>
              <a:ext cx="9144000" cy="1143000"/>
            </a:xfrm>
            <a:prstGeom prst="rect">
              <a:avLst/>
            </a:prstGeom>
            <a:solidFill>
              <a:srgbClr val="070154"/>
            </a:solidFill>
            <a:ln>
              <a:noFill/>
            </a:ln>
          </p:spPr>
        </p:sp>
      </p:grpSp>
      <p:grpSp>
        <p:nvGrpSpPr>
          <p:cNvPr id="72" name="node21"/>
          <p:cNvGrpSpPr/>
          <p:nvPr/>
        </p:nvGrpSpPr>
        <p:grpSpPr>
          <a:xfrm>
            <a:off x="2552700" y="4800600"/>
            <a:ext cx="1524000" cy="458978"/>
            <a:chOff x="2552700" y="4800600"/>
            <a:chExt cx="1524000" cy="458978"/>
          </a:xfrm>
        </p:grpSpPr>
        <p:sp>
          <p:nvSpPr>
            <p:cNvPr id="48" name="node21.text"/>
            <p:cNvSpPr/>
            <p:nvPr/>
          </p:nvSpPr>
          <p:spPr>
            <a:xfrm>
              <a:off x="2552700" y="4800600"/>
              <a:ext cx="15240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$345K</a:t>
              </a:r>
              <a:endParaRPr lang="en-US" sz="3600" spc="-72" kern="0" b="0" i="0" dirty="0">
                <a:solidFill>
                  <a:srgbClr val="FFFFFF"/>
                </a:solidFill>
                <a:latin typeface="IBM Plex Mono SemiBold"/>
                <a:ea typeface="IBM Plex Mono SemiBold"/>
                <a:cs typeface="IBM Plex Mono SemiBold"/>
              </a:endParaRPr>
            </a:p>
          </p:txBody>
        </p:sp>
      </p:grpSp>
      <p:grpSp>
        <p:nvGrpSpPr>
          <p:cNvPr id="73" name="node22"/>
          <p:cNvGrpSpPr/>
          <p:nvPr/>
        </p:nvGrpSpPr>
        <p:grpSpPr>
          <a:xfrm>
            <a:off x="2552700" y="5295900"/>
            <a:ext cx="1524000" cy="228600"/>
            <a:chOff x="2552700" y="5295900"/>
            <a:chExt cx="1524000" cy="228600"/>
          </a:xfrm>
        </p:grpSpPr>
        <p:sp>
          <p:nvSpPr>
            <p:cNvPr id="49" name="node22.text"/>
            <p:cNvSpPr/>
            <p:nvPr/>
          </p:nvSpPr>
          <p:spPr>
            <a:xfrm>
              <a:off x="2552700" y="52959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total investment</a:t>
              </a:r>
              <a:endParaRPr lang="en-US" sz="1200" spc="0" kern="0" b="0" i="0" dirty="0">
                <a:solidFill>
                  <a:srgbClr val="CED7E6"/>
                </a:solidFill>
                <a:latin typeface="IBM Plex Sans"/>
                <a:ea typeface="IBM Plex Sans"/>
                <a:cs typeface="IBM Plex Sans"/>
              </a:endParaRPr>
            </a:p>
          </p:txBody>
        </p:sp>
      </p:grpSp>
      <p:grpSp>
        <p:nvGrpSpPr>
          <p:cNvPr id="74" name="node23"/>
          <p:cNvGrpSpPr/>
          <p:nvPr/>
        </p:nvGrpSpPr>
        <p:grpSpPr>
          <a:xfrm>
            <a:off x="4381500" y="4800600"/>
            <a:ext cx="3200400" cy="457200"/>
            <a:chOff x="4381500" y="4800600"/>
            <a:chExt cx="3200400" cy="457200"/>
          </a:xfrm>
        </p:grpSpPr>
        <p:sp>
          <p:nvSpPr>
            <p:cNvPr id="50" name="node23.text"/>
            <p:cNvSpPr/>
            <p:nvPr/>
          </p:nvSpPr>
          <p:spPr>
            <a:xfrm>
              <a:off x="4381500" y="48006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$370,000 total fees less $25,000 Phase 1 credit</a:t>
              </a:r>
              <a:endParaRPr lang="en-US" sz="1200" spc="0" kern="0" b="0" i="0" dirty="0">
                <a:solidFill>
                  <a:srgbClr val="FFFFFF"/>
                </a:solidFill>
                <a:latin typeface="IBM Plex Sans"/>
                <a:ea typeface="IBM Plex Sans"/>
                <a:cs typeface="IBM Plex Sans"/>
              </a:endParaRPr>
            </a:p>
          </p:txBody>
        </p:sp>
      </p:grpSp>
      <p:grpSp>
        <p:nvGrpSpPr>
          <p:cNvPr id="75" name="node24"/>
          <p:cNvGrpSpPr/>
          <p:nvPr/>
        </p:nvGrpSpPr>
        <p:grpSpPr>
          <a:xfrm>
            <a:off x="4381500" y="5257800"/>
            <a:ext cx="3200400" cy="228600"/>
            <a:chOff x="4381500" y="5257800"/>
            <a:chExt cx="3200400" cy="228600"/>
          </a:xfrm>
        </p:grpSpPr>
        <p:sp>
          <p:nvSpPr>
            <p:cNvPr id="51" name="node24.text"/>
            <p:cNvSpPr/>
            <p:nvPr/>
          </p:nvSpPr>
          <p:spPr>
            <a:xfrm>
              <a:off x="4381500" y="52578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Pricing applies to all three workstreams</a:t>
              </a:r>
              <a:endParaRPr lang="en-US" sz="1200" spc="0" kern="0" b="0" i="0" dirty="0">
                <a:solidFill>
                  <a:srgbClr val="CED7E6"/>
                </a:solidFill>
                <a:latin typeface="IBM Plex Sans"/>
                <a:ea typeface="IBM Plex Sans"/>
                <a:cs typeface="IBM Plex Sans"/>
              </a:endParaRPr>
            </a:p>
          </p:txBody>
        </p:sp>
      </p:grpSp>
      <p:grpSp>
        <p:nvGrpSpPr>
          <p:cNvPr id="76" name="node25"/>
          <p:cNvGrpSpPr/>
          <p:nvPr/>
        </p:nvGrpSpPr>
        <p:grpSpPr>
          <a:xfrm>
            <a:off x="7810500" y="4800600"/>
            <a:ext cx="3429000" cy="152400"/>
            <a:chOff x="7810500" y="4800600"/>
            <a:chExt cx="3429000" cy="152400"/>
          </a:xfrm>
        </p:grpSpPr>
        <p:sp>
          <p:nvSpPr>
            <p:cNvPr id="52" name="node25.text"/>
            <p:cNvSpPr/>
            <p:nvPr/>
          </p:nvSpPr>
          <p:spPr>
            <a:xfrm>
              <a:off x="7810500" y="4800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COMBINED INVESTMENT</a:t>
              </a:r>
              <a:endParaRPr lang="en-US" sz="900" spc="54" kern="0" b="0" i="0" dirty="0">
                <a:solidFill>
                  <a:srgbClr val="CED7E6"/>
                </a:solidFill>
                <a:latin typeface="IBM Plex Mono Medium"/>
                <a:ea typeface="IBM Plex Mono Medium"/>
                <a:cs typeface="IBM Plex Mono Medium"/>
              </a:endParaRPr>
            </a:p>
          </p:txBody>
        </p:sp>
      </p:grpSp>
      <p:grpSp>
        <p:nvGrpSpPr>
          <p:cNvPr id="77" name="node26"/>
          <p:cNvGrpSpPr/>
          <p:nvPr/>
        </p:nvGrpSpPr>
        <p:grpSpPr>
          <a:xfrm>
            <a:off x="7810500" y="5029200"/>
            <a:ext cx="3429000" cy="457200"/>
            <a:chOff x="7810500" y="5029200"/>
            <a:chExt cx="3429000" cy="457200"/>
          </a:xfrm>
        </p:grpSpPr>
        <p:sp>
          <p:nvSpPr>
            <p:cNvPr id="53" name="node26.text"/>
            <p:cNvSpPr/>
            <p:nvPr/>
          </p:nvSpPr>
          <p:spPr>
            <a:xfrm>
              <a:off x="7810500" y="5029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Three parallel workstreams; distinct teams and four/six/six-week durations.</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name="dxc-04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WORKING DRAFT · HIDDEN · PRODUCT INPUT REMAINS PENDING</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Engineering findings and the leadership asks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Working draft retained hidden. Product placeholders are source content, not completed findings.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42</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1600200"/>
            <a:ext cx="3429000" cy="609600"/>
            <a:chOff x="723900" y="1600200"/>
            <a:chExt cx="3429000" cy="609600"/>
          </a:xfrm>
        </p:grpSpPr>
        <p:sp>
          <p:nvSpPr>
            <p:cNvPr id="8" name="node01.rule"/>
            <p:cNvSpPr/>
            <p:nvPr/>
          </p:nvSpPr>
          <p:spPr>
            <a:xfrm>
              <a:off x="723900" y="1600200"/>
              <a:ext cx="3429000" cy="38100"/>
            </a:xfrm>
            <a:prstGeom prst="rect">
              <a:avLst/>
            </a:prstGeom>
            <a:solidFill>
              <a:srgbClr val="070154"/>
            </a:solidFill>
            <a:ln>
              <a:noFill/>
            </a:ln>
          </p:spPr>
        </p:sp>
        <p:sp>
          <p:nvSpPr>
            <p:cNvPr id="9" name="node01.label"/>
            <p:cNvSpPr/>
            <p:nvPr/>
          </p:nvSpPr>
          <p:spPr>
            <a:xfrm>
              <a:off x="7239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PRODUCT TRACK</a:t>
              </a:r>
              <a:endParaRPr lang="en-US" sz="900" spc="54" kern="0" b="0" i="0" dirty="0">
                <a:solidFill>
                  <a:srgbClr val="0047FF"/>
                </a:solidFill>
                <a:latin typeface="IBM Plex Mono Medium"/>
                <a:ea typeface="IBM Plex Mono Medium"/>
                <a:cs typeface="IBM Plex Mono Medium"/>
              </a:endParaRPr>
            </a:p>
          </p:txBody>
        </p:sp>
        <p:sp>
          <p:nvSpPr>
            <p:cNvPr id="10" name="node01.title"/>
            <p:cNvSpPr/>
            <p:nvPr/>
          </p:nvSpPr>
          <p:spPr>
            <a:xfrm>
              <a:off x="7239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Input still pending</a:t>
              </a:r>
              <a:endParaRPr lang="en-US" sz="1800" spc="-18" kern="0" b="0" i="0" dirty="0">
                <a:solidFill>
                  <a:srgbClr val="070154"/>
                </a:solidFill>
                <a:latin typeface="IBM Plex Sans SemiBold"/>
                <a:ea typeface="IBM Plex Sans SemiBold"/>
                <a:cs typeface="IBM Plex Sans SemiBold"/>
              </a:endParaRPr>
            </a:p>
          </p:txBody>
        </p:sp>
      </p:grpSp>
      <p:grpSp>
        <p:nvGrpSpPr>
          <p:cNvPr id="38" name="node02"/>
          <p:cNvGrpSpPr/>
          <p:nvPr/>
        </p:nvGrpSpPr>
        <p:grpSpPr>
          <a:xfrm>
            <a:off x="723900" y="2514600"/>
            <a:ext cx="3429000" cy="1485900"/>
            <a:chOff x="723900" y="2514600"/>
            <a:chExt cx="3429000" cy="1485900"/>
          </a:xfrm>
        </p:grpSpPr>
        <p:sp>
          <p:nvSpPr>
            <p:cNvPr id="11" name="node02.dxc-42-node02-items-1.bullet"/>
            <p:cNvSpPr/>
            <p:nvPr/>
          </p:nvSpPr>
          <p:spPr>
            <a:xfrm>
              <a:off x="723900" y="2622550"/>
              <a:ext cx="50800" cy="50800"/>
            </a:xfrm>
            <a:prstGeom prst="rect">
              <a:avLst/>
            </a:prstGeom>
            <a:solidFill>
              <a:srgbClr val="070154"/>
            </a:solidFill>
            <a:ln>
              <a:noFill/>
            </a:ln>
          </p:spPr>
        </p:sp>
        <p:sp>
          <p:nvSpPr>
            <p:cNvPr id="12" name="node02.dxc-42-node02-items-1.text"/>
            <p:cNvSpPr/>
            <p:nvPr/>
          </p:nvSpPr>
          <p:spPr>
            <a:xfrm>
              <a:off x="914400" y="25146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What we saw: product team to complete</a:t>
              </a:r>
              <a:endParaRPr lang="en-US" sz="1400" spc="0" kern="0" b="0" i="0" dirty="0">
                <a:solidFill>
                  <a:srgbClr val="070154"/>
                </a:solidFill>
                <a:latin typeface="IBM Plex Sans"/>
                <a:ea typeface="IBM Plex Sans"/>
                <a:cs typeface="IBM Plex Sans"/>
              </a:endParaRPr>
            </a:p>
          </p:txBody>
        </p:sp>
        <p:sp>
          <p:nvSpPr>
            <p:cNvPr id="13" name="node02.dxc-42-node02-items-2.bullet"/>
            <p:cNvSpPr/>
            <p:nvPr/>
          </p:nvSpPr>
          <p:spPr>
            <a:xfrm>
              <a:off x="723900" y="2965450"/>
              <a:ext cx="50800" cy="50800"/>
            </a:xfrm>
            <a:prstGeom prst="rect">
              <a:avLst/>
            </a:prstGeom>
            <a:solidFill>
              <a:srgbClr val="070154"/>
            </a:solidFill>
            <a:ln>
              <a:noFill/>
            </a:ln>
          </p:spPr>
        </p:sp>
        <p:sp>
          <p:nvSpPr>
            <p:cNvPr id="14" name="node02.dxc-42-node02-items-2.text"/>
            <p:cNvSpPr/>
            <p:nvPr/>
          </p:nvSpPr>
          <p:spPr>
            <a:xfrm>
              <a:off x="914400" y="28575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Recommendations and rollout: product team to complete</a:t>
              </a:r>
              <a:endParaRPr lang="en-US" sz="1400" spc="0" kern="0" b="0" i="0" dirty="0">
                <a:solidFill>
                  <a:srgbClr val="070154"/>
                </a:solidFill>
                <a:latin typeface="IBM Plex Sans"/>
                <a:ea typeface="IBM Plex Sans"/>
                <a:cs typeface="IBM Plex Sans"/>
              </a:endParaRPr>
            </a:p>
          </p:txBody>
        </p:sp>
        <p:sp>
          <p:nvSpPr>
            <p:cNvPr id="15" name="node02.dxc-42-node02-items-3.bullet"/>
            <p:cNvSpPr/>
            <p:nvPr/>
          </p:nvSpPr>
          <p:spPr>
            <a:xfrm>
              <a:off x="723900" y="3575050"/>
              <a:ext cx="50800" cy="50800"/>
            </a:xfrm>
            <a:prstGeom prst="rect">
              <a:avLst/>
            </a:prstGeom>
            <a:solidFill>
              <a:srgbClr val="070154"/>
            </a:solidFill>
            <a:ln>
              <a:noFill/>
            </a:ln>
          </p:spPr>
        </p:sp>
        <p:sp>
          <p:nvSpPr>
            <p:cNvPr id="16" name="node02.dxc-42-node02-items-3.text"/>
            <p:cNvSpPr/>
            <p:nvPr/>
          </p:nvSpPr>
          <p:spPr>
            <a:xfrm>
              <a:off x="914400" y="34671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Leadership asks: product team to complete</a:t>
              </a:r>
              <a:endParaRPr lang="en-US" sz="1400" spc="0" kern="0" b="0" i="0" dirty="0">
                <a:solidFill>
                  <a:srgbClr val="070154"/>
                </a:solidFill>
                <a:latin typeface="IBM Plex Sans"/>
                <a:ea typeface="IBM Plex Sans"/>
                <a:cs typeface="IBM Plex Sans"/>
              </a:endParaRPr>
            </a:p>
          </p:txBody>
        </p:sp>
      </p:grpSp>
      <p:grpSp>
        <p:nvGrpSpPr>
          <p:cNvPr id="39" name="node03"/>
          <p:cNvGrpSpPr/>
          <p:nvPr/>
        </p:nvGrpSpPr>
        <p:grpSpPr>
          <a:xfrm>
            <a:off x="4381500" y="1600200"/>
            <a:ext cx="3429000" cy="609600"/>
            <a:chOff x="4381500" y="1600200"/>
            <a:chExt cx="3429000" cy="609600"/>
          </a:xfrm>
        </p:grpSpPr>
        <p:sp>
          <p:nvSpPr>
            <p:cNvPr id="17" name="node03.rule"/>
            <p:cNvSpPr/>
            <p:nvPr/>
          </p:nvSpPr>
          <p:spPr>
            <a:xfrm>
              <a:off x="4381500" y="1600200"/>
              <a:ext cx="3429000" cy="38100"/>
            </a:xfrm>
            <a:prstGeom prst="rect">
              <a:avLst/>
            </a:prstGeom>
            <a:solidFill>
              <a:srgbClr val="070154"/>
            </a:solidFill>
            <a:ln>
              <a:noFill/>
            </a:ln>
          </p:spPr>
        </p:sp>
        <p:sp>
          <p:nvSpPr>
            <p:cNvPr id="18" name="node03.label"/>
            <p:cNvSpPr/>
            <p:nvPr/>
          </p:nvSpPr>
          <p:spPr>
            <a:xfrm>
              <a:off x="43815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ENGINEERING TRACK</a:t>
              </a:r>
              <a:endParaRPr lang="en-US" sz="900" spc="54" kern="0" b="0" i="0" dirty="0">
                <a:solidFill>
                  <a:srgbClr val="0047FF"/>
                </a:solidFill>
                <a:latin typeface="IBM Plex Mono Medium"/>
                <a:ea typeface="IBM Plex Mono Medium"/>
                <a:cs typeface="IBM Plex Mono Medium"/>
              </a:endParaRPr>
            </a:p>
          </p:txBody>
        </p:sp>
        <p:sp>
          <p:nvSpPr>
            <p:cNvPr id="19" name="node03.title"/>
            <p:cNvSpPr/>
            <p:nvPr/>
          </p:nvSpPr>
          <p:spPr>
            <a:xfrm>
              <a:off x="43815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Start with five pilots</a:t>
              </a:r>
              <a:endParaRPr lang="en-US" sz="1800" spc="-18" kern="0" b="0" i="0" dirty="0">
                <a:solidFill>
                  <a:srgbClr val="070154"/>
                </a:solidFill>
                <a:latin typeface="IBM Plex Sans SemiBold"/>
                <a:ea typeface="IBM Plex Sans SemiBold"/>
                <a:cs typeface="IBM Plex Sans SemiBold"/>
              </a:endParaRPr>
            </a:p>
          </p:txBody>
        </p:sp>
      </p:grpSp>
      <p:grpSp>
        <p:nvGrpSpPr>
          <p:cNvPr id="40" name="node04"/>
          <p:cNvGrpSpPr/>
          <p:nvPr/>
        </p:nvGrpSpPr>
        <p:grpSpPr>
          <a:xfrm>
            <a:off x="4381500" y="2514600"/>
            <a:ext cx="3429000" cy="1752600"/>
            <a:chOff x="4381500" y="2514600"/>
            <a:chExt cx="3429000" cy="1752600"/>
          </a:xfrm>
        </p:grpSpPr>
        <p:sp>
          <p:nvSpPr>
            <p:cNvPr id="20" name="node04.dxc-42-node04-items-1.bullet"/>
            <p:cNvSpPr/>
            <p:nvPr/>
          </p:nvSpPr>
          <p:spPr>
            <a:xfrm>
              <a:off x="4381500" y="2622550"/>
              <a:ext cx="50800" cy="50800"/>
            </a:xfrm>
            <a:prstGeom prst="rect">
              <a:avLst/>
            </a:prstGeom>
            <a:solidFill>
              <a:srgbClr val="070154"/>
            </a:solidFill>
            <a:ln>
              <a:noFill/>
            </a:ln>
          </p:spPr>
        </p:sp>
        <p:sp>
          <p:nvSpPr>
            <p:cNvPr id="21" name="node04.dxc-42-node04-items-1.text"/>
            <p:cNvSpPr/>
            <p:nvPr/>
          </p:nvSpPr>
          <p:spPr>
            <a:xfrm>
              <a:off x="4572000" y="2514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 leads design / AI / tests; Core regression is manual</a:t>
              </a:r>
              <a:endParaRPr lang="en-US" sz="1400" spc="0" kern="0" b="0" i="0" dirty="0">
                <a:solidFill>
                  <a:srgbClr val="070154"/>
                </a:solidFill>
                <a:latin typeface="IBM Plex Sans"/>
                <a:ea typeface="IBM Plex Sans"/>
                <a:cs typeface="IBM Plex Sans"/>
              </a:endParaRPr>
            </a:p>
          </p:txBody>
        </p:sp>
        <p:sp>
          <p:nvSpPr>
            <p:cNvPr id="22" name="node04.dxc-42-node04-items-2.bullet"/>
            <p:cNvSpPr/>
            <p:nvPr/>
          </p:nvSpPr>
          <p:spPr>
            <a:xfrm>
              <a:off x="4381500" y="3232150"/>
              <a:ext cx="50800" cy="50800"/>
            </a:xfrm>
            <a:prstGeom prst="rect">
              <a:avLst/>
            </a:prstGeom>
            <a:solidFill>
              <a:srgbClr val="070154"/>
            </a:solidFill>
            <a:ln>
              <a:noFill/>
            </a:ln>
          </p:spPr>
        </p:sp>
        <p:sp>
          <p:nvSpPr>
            <p:cNvPr id="23" name="node04.dxc-42-node04-items-2.text"/>
            <p:cNvSpPr/>
            <p:nvPr/>
          </p:nvSpPr>
          <p:spPr>
            <a:xfrm>
              <a:off x="4572000" y="31242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Half of 2026 Core changes unplanned; no end-to-end measure</a:t>
              </a:r>
              <a:endParaRPr lang="en-US" sz="1400" spc="0" kern="0" b="0" i="0" dirty="0">
                <a:solidFill>
                  <a:srgbClr val="070154"/>
                </a:solidFill>
                <a:latin typeface="IBM Plex Sans"/>
                <a:ea typeface="IBM Plex Sans"/>
                <a:cs typeface="IBM Plex Sans"/>
              </a:endParaRPr>
            </a:p>
          </p:txBody>
        </p:sp>
        <p:sp>
          <p:nvSpPr>
            <p:cNvPr id="24" name="node04.dxc-42-node04-items-3.bullet"/>
            <p:cNvSpPr/>
            <p:nvPr/>
          </p:nvSpPr>
          <p:spPr>
            <a:xfrm>
              <a:off x="4381500" y="3841750"/>
              <a:ext cx="50800" cy="50800"/>
            </a:xfrm>
            <a:prstGeom prst="rect">
              <a:avLst/>
            </a:prstGeom>
            <a:solidFill>
              <a:srgbClr val="070154"/>
            </a:solidFill>
            <a:ln>
              <a:noFill/>
            </a:ln>
          </p:spPr>
        </p:sp>
        <p:sp>
          <p:nvSpPr>
            <p:cNvPr id="25" name="node04.dxc-42-node04-items-3.text"/>
            <p:cNvSpPr/>
            <p:nvPr/>
          </p:nvSpPr>
          <p:spPr>
            <a:xfrm>
              <a:off x="4572000" y="37338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Pilot stability, regression, access, measures and sanctioned AI</a:t>
              </a:r>
              <a:endParaRPr lang="en-US" sz="1400" spc="0" kern="0" b="0" i="0" dirty="0">
                <a:solidFill>
                  <a:srgbClr val="070154"/>
                </a:solidFill>
                <a:latin typeface="IBM Plex Sans"/>
                <a:ea typeface="IBM Plex Sans"/>
                <a:cs typeface="IBM Plex Sans"/>
              </a:endParaRPr>
            </a:p>
          </p:txBody>
        </p:sp>
      </p:grpSp>
      <p:grpSp>
        <p:nvGrpSpPr>
          <p:cNvPr id="41" name="node05"/>
          <p:cNvGrpSpPr/>
          <p:nvPr/>
        </p:nvGrpSpPr>
        <p:grpSpPr>
          <a:xfrm>
            <a:off x="8039100" y="1600200"/>
            <a:ext cx="3429000" cy="609600"/>
            <a:chOff x="8039100" y="1600200"/>
            <a:chExt cx="3429000" cy="609600"/>
          </a:xfrm>
        </p:grpSpPr>
        <p:sp>
          <p:nvSpPr>
            <p:cNvPr id="26" name="node05.rule"/>
            <p:cNvSpPr/>
            <p:nvPr/>
          </p:nvSpPr>
          <p:spPr>
            <a:xfrm>
              <a:off x="8039100" y="1600200"/>
              <a:ext cx="3429000" cy="38100"/>
            </a:xfrm>
            <a:prstGeom prst="rect">
              <a:avLst/>
            </a:prstGeom>
            <a:solidFill>
              <a:srgbClr val="070154"/>
            </a:solidFill>
            <a:ln>
              <a:noFill/>
            </a:ln>
          </p:spPr>
        </p:sp>
        <p:sp>
          <p:nvSpPr>
            <p:cNvPr id="27" name="node05.label"/>
            <p:cNvSpPr/>
            <p:nvPr/>
          </p:nvSpPr>
          <p:spPr>
            <a:xfrm>
              <a:off x="80391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LEADERSHIP</a:t>
              </a:r>
              <a:endParaRPr lang="en-US" sz="900" spc="54" kern="0" b="0" i="0" dirty="0">
                <a:solidFill>
                  <a:srgbClr val="0047FF"/>
                </a:solidFill>
                <a:latin typeface="IBM Plex Mono Medium"/>
                <a:ea typeface="IBM Plex Mono Medium"/>
                <a:cs typeface="IBM Plex Mono Medium"/>
              </a:endParaRPr>
            </a:p>
          </p:txBody>
        </p:sp>
        <p:sp>
          <p:nvSpPr>
            <p:cNvPr id="28" name="node05.title"/>
            <p:cNvSpPr/>
            <p:nvPr/>
          </p:nvSpPr>
          <p:spPr>
            <a:xfrm>
              <a:off x="80391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Name owners and enable access</a:t>
              </a:r>
              <a:endParaRPr lang="en-US" sz="1800" spc="-18" kern="0" b="0" i="0" dirty="0">
                <a:solidFill>
                  <a:srgbClr val="070154"/>
                </a:solidFill>
                <a:latin typeface="IBM Plex Sans SemiBold"/>
                <a:ea typeface="IBM Plex Sans SemiBold"/>
                <a:cs typeface="IBM Plex Sans SemiBold"/>
              </a:endParaRPr>
            </a:p>
          </p:txBody>
        </p:sp>
      </p:grpSp>
      <p:grpSp>
        <p:nvGrpSpPr>
          <p:cNvPr id="42" name="node06"/>
          <p:cNvGrpSpPr/>
          <p:nvPr/>
        </p:nvGrpSpPr>
        <p:grpSpPr>
          <a:xfrm>
            <a:off x="8039100" y="2514600"/>
            <a:ext cx="3429000" cy="1752600"/>
            <a:chOff x="8039100" y="2514600"/>
            <a:chExt cx="3429000" cy="1752600"/>
          </a:xfrm>
        </p:grpSpPr>
        <p:sp>
          <p:nvSpPr>
            <p:cNvPr id="29" name="node06.dxc-42-node06-items-1.bullet"/>
            <p:cNvSpPr/>
            <p:nvPr/>
          </p:nvSpPr>
          <p:spPr>
            <a:xfrm>
              <a:off x="8039100" y="2622550"/>
              <a:ext cx="50800" cy="50800"/>
            </a:xfrm>
            <a:prstGeom prst="rect">
              <a:avLst/>
            </a:prstGeom>
            <a:solidFill>
              <a:srgbClr val="070154"/>
            </a:solidFill>
            <a:ln>
              <a:noFill/>
            </a:ln>
          </p:spPr>
        </p:sp>
        <p:sp>
          <p:nvSpPr>
            <p:cNvPr id="30" name="node06.dxc-42-node06-items-1.text"/>
            <p:cNvSpPr/>
            <p:nvPr/>
          </p:nvSpPr>
          <p:spPr>
            <a:xfrm>
              <a:off x="8229600" y="2514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Agree E1–E5 owners and Core / Recon / Rules pilots</a:t>
              </a:r>
              <a:endParaRPr lang="en-US" sz="1400" spc="0" kern="0" b="0" i="0" dirty="0">
                <a:solidFill>
                  <a:srgbClr val="070154"/>
                </a:solidFill>
                <a:latin typeface="IBM Plex Sans"/>
                <a:ea typeface="IBM Plex Sans"/>
                <a:cs typeface="IBM Plex Sans"/>
              </a:endParaRPr>
            </a:p>
          </p:txBody>
        </p:sp>
        <p:sp>
          <p:nvSpPr>
            <p:cNvPr id="31" name="node06.dxc-42-node06-items-2.bullet"/>
            <p:cNvSpPr/>
            <p:nvPr/>
          </p:nvSpPr>
          <p:spPr>
            <a:xfrm>
              <a:off x="8039100" y="3232150"/>
              <a:ext cx="50800" cy="50800"/>
            </a:xfrm>
            <a:prstGeom prst="rect">
              <a:avLst/>
            </a:prstGeom>
            <a:solidFill>
              <a:srgbClr val="070154"/>
            </a:solidFill>
            <a:ln>
              <a:noFill/>
            </a:ln>
          </p:spPr>
        </p:sp>
        <p:sp>
          <p:nvSpPr>
            <p:cNvPr id="32" name="node06.dxc-42-node06-items-2.text"/>
            <p:cNvSpPr/>
            <p:nvPr/>
          </p:nvSpPr>
          <p:spPr>
            <a:xfrm>
              <a:off x="8229600" y="31242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Approve PHI rule and tools before December AIDLC</a:t>
              </a:r>
              <a:endParaRPr lang="en-US" sz="1400" spc="0" kern="0" b="0" i="0" dirty="0">
                <a:solidFill>
                  <a:srgbClr val="070154"/>
                </a:solidFill>
                <a:latin typeface="IBM Plex Sans"/>
                <a:ea typeface="IBM Plex Sans"/>
                <a:cs typeface="IBM Plex Sans"/>
              </a:endParaRPr>
            </a:p>
          </p:txBody>
        </p:sp>
        <p:sp>
          <p:nvSpPr>
            <p:cNvPr id="33" name="node06.dxc-42-node06-items-3.bullet"/>
            <p:cNvSpPr/>
            <p:nvPr/>
          </p:nvSpPr>
          <p:spPr>
            <a:xfrm>
              <a:off x="8039100" y="3841750"/>
              <a:ext cx="50800" cy="50800"/>
            </a:xfrm>
            <a:prstGeom prst="rect">
              <a:avLst/>
            </a:prstGeom>
            <a:solidFill>
              <a:srgbClr val="070154"/>
            </a:solidFill>
            <a:ln>
              <a:noFill/>
            </a:ln>
          </p:spPr>
        </p:sp>
        <p:sp>
          <p:nvSpPr>
            <p:cNvPr id="34" name="node06.dxc-42-node06-items-3.text"/>
            <p:cNvSpPr/>
            <p:nvPr/>
          </p:nvSpPr>
          <p:spPr>
            <a:xfrm>
              <a:off x="8229600" y="37338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Release / Jira data; extend to Eligibility and Pay; gated Core AI</a:t>
              </a:r>
              <a:endParaRPr lang="en-US" sz="1400" spc="0" kern="0" b="0" i="0" dirty="0">
                <a:solidFill>
                  <a:srgbClr val="070154"/>
                </a:solidFill>
                <a:latin typeface="IBM Plex Sans"/>
                <a:ea typeface="IBM Plex Sans"/>
                <a:cs typeface="IBM Plex Sans"/>
              </a:endParaRPr>
            </a:p>
          </p:txBody>
        </p:sp>
      </p:grpSp>
      <p:grpSp>
        <p:nvGrpSpPr>
          <p:cNvPr id="43" name="node07"/>
          <p:cNvGrpSpPr/>
          <p:nvPr/>
        </p:nvGrpSpPr>
        <p:grpSpPr>
          <a:xfrm>
            <a:off x="723900" y="4800600"/>
            <a:ext cx="10744200" cy="914400"/>
            <a:chOff x="723900" y="4800600"/>
            <a:chExt cx="10744200" cy="914400"/>
          </a:xfrm>
        </p:grpSpPr>
        <p:sp>
          <p:nvSpPr>
            <p:cNvPr id="35" name="node07.surface"/>
            <p:cNvSpPr/>
            <p:nvPr/>
          </p:nvSpPr>
          <p:spPr>
            <a:xfrm>
              <a:off x="723900" y="4800600"/>
              <a:ext cx="10744200" cy="914400"/>
            </a:xfrm>
            <a:prstGeom prst="rect">
              <a:avLst/>
            </a:prstGeom>
            <a:solidFill>
              <a:srgbClr val="070154"/>
            </a:solidFill>
            <a:ln>
              <a:noFill/>
            </a:ln>
          </p:spPr>
        </p:sp>
        <p:sp>
          <p:nvSpPr>
            <p:cNvPr id="36" name="node07.text"/>
            <p:cNvSpPr/>
            <p:nvPr/>
          </p:nvSpPr>
          <p:spPr>
            <a:xfrm>
              <a:off x="876300" y="5124450"/>
              <a:ext cx="10439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Now: readout and first 30 days. Next: 1–3 months. Future: 3–6+ months.</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dxc-04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01 · WORKING HYPOTHESES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Practices Map: earlier working categories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Limited DXC conversations and observations. Display codes identify source categories; they are not measured scores or an average.</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43</a:t>
            </a:fld>
            <a:endParaRPr lang="en-US" sz="700" spc="0" kern="0" b="0" i="0" dirty="0">
              <a:solidFill>
                <a:srgbClr val="070154"/>
              </a:solidFill>
              <a:latin typeface="IBM Plex Mono SemiBold"/>
              <a:ea typeface="IBM Plex Mono SemiBold"/>
              <a:cs typeface="IBM Plex Mono SemiBold"/>
            </a:endParaRPr>
          </a:p>
        </p:txBody>
      </p:sp>
      <p:grpSp>
        <p:nvGrpSpPr>
          <p:cNvPr id="127" name="node01"/>
          <p:cNvGrpSpPr/>
          <p:nvPr/>
        </p:nvGrpSpPr>
        <p:grpSpPr>
          <a:xfrm>
            <a:off x="723900" y="1600200"/>
            <a:ext cx="10744200" cy="3784600"/>
            <a:chOff x="723900" y="1600200"/>
            <a:chExt cx="10744200" cy="3784600"/>
          </a:xfrm>
        </p:grpSpPr>
        <p:sp>
          <p:nvSpPr>
            <p:cNvPr id="8" name="node01.row.dxc-43-node01-rows-1.c1.heat-gap"/>
            <p:cNvSpPr/>
            <p:nvPr/>
          </p:nvSpPr>
          <p:spPr>
            <a:xfrm>
              <a:off x="3238500" y="1955800"/>
              <a:ext cx="1371600" cy="381000"/>
            </a:xfrm>
            <a:prstGeom prst="rect">
              <a:avLst/>
            </a:prstGeom>
            <a:solidFill>
              <a:srgbClr val="FFFFFF"/>
            </a:solidFill>
            <a:ln>
              <a:noFill/>
            </a:ln>
          </p:spPr>
        </p:sp>
        <p:sp>
          <p:nvSpPr>
            <p:cNvPr id="9" name="node01.row.dxc-43-node01-rows-1.c1.heat"/>
            <p:cNvSpPr/>
            <p:nvPr/>
          </p:nvSpPr>
          <p:spPr>
            <a:xfrm>
              <a:off x="3257550" y="1974850"/>
              <a:ext cx="1333500" cy="342900"/>
            </a:xfrm>
            <a:prstGeom prst="rect">
              <a:avLst/>
            </a:prstGeom>
            <a:solidFill>
              <a:srgbClr val="B9C9F0"/>
            </a:solidFill>
            <a:ln>
              <a:noFill/>
            </a:ln>
          </p:spPr>
        </p:sp>
        <p:sp>
          <p:nvSpPr>
            <p:cNvPr id="10" name="node01.row.dxc-43-node01-rows-1.c2.heat-gap"/>
            <p:cNvSpPr/>
            <p:nvPr/>
          </p:nvSpPr>
          <p:spPr>
            <a:xfrm>
              <a:off x="4610100" y="1955800"/>
              <a:ext cx="1371600" cy="381000"/>
            </a:xfrm>
            <a:prstGeom prst="rect">
              <a:avLst/>
            </a:prstGeom>
            <a:solidFill>
              <a:srgbClr val="FFFFFF"/>
            </a:solidFill>
            <a:ln>
              <a:noFill/>
            </a:ln>
          </p:spPr>
        </p:sp>
        <p:sp>
          <p:nvSpPr>
            <p:cNvPr id="11" name="node01.row.dxc-43-node01-rows-1.c2.heat"/>
            <p:cNvSpPr/>
            <p:nvPr/>
          </p:nvSpPr>
          <p:spPr>
            <a:xfrm>
              <a:off x="4629150" y="1974850"/>
              <a:ext cx="1333500" cy="342900"/>
            </a:xfrm>
            <a:prstGeom prst="rect">
              <a:avLst/>
            </a:prstGeom>
            <a:solidFill>
              <a:srgbClr val="7C9BFF"/>
            </a:solidFill>
            <a:ln>
              <a:noFill/>
            </a:ln>
          </p:spPr>
        </p:sp>
        <p:sp>
          <p:nvSpPr>
            <p:cNvPr id="12" name="node01.row.dxc-43-node01-rows-1.c3.heat-gap"/>
            <p:cNvSpPr/>
            <p:nvPr/>
          </p:nvSpPr>
          <p:spPr>
            <a:xfrm>
              <a:off x="5981700" y="1955800"/>
              <a:ext cx="1371600" cy="381000"/>
            </a:xfrm>
            <a:prstGeom prst="rect">
              <a:avLst/>
            </a:prstGeom>
            <a:solidFill>
              <a:srgbClr val="FFFFFF"/>
            </a:solidFill>
            <a:ln>
              <a:noFill/>
            </a:ln>
          </p:spPr>
        </p:sp>
        <p:sp>
          <p:nvSpPr>
            <p:cNvPr id="13" name="node01.row.dxc-43-node01-rows-1.c3.heat"/>
            <p:cNvSpPr/>
            <p:nvPr/>
          </p:nvSpPr>
          <p:spPr>
            <a:xfrm>
              <a:off x="6000750" y="1974850"/>
              <a:ext cx="1333500" cy="342900"/>
            </a:xfrm>
            <a:prstGeom prst="rect">
              <a:avLst/>
            </a:prstGeom>
            <a:solidFill>
              <a:srgbClr val="E8EEF8"/>
            </a:solidFill>
            <a:ln>
              <a:noFill/>
            </a:ln>
          </p:spPr>
        </p:sp>
        <p:sp>
          <p:nvSpPr>
            <p:cNvPr id="14" name="node01.row.dxc-43-node01-rows-1.c4.heat-gap"/>
            <p:cNvSpPr/>
            <p:nvPr/>
          </p:nvSpPr>
          <p:spPr>
            <a:xfrm>
              <a:off x="7353300" y="1955800"/>
              <a:ext cx="1371600" cy="381000"/>
            </a:xfrm>
            <a:prstGeom prst="rect">
              <a:avLst/>
            </a:prstGeom>
            <a:solidFill>
              <a:srgbClr val="FFFFFF"/>
            </a:solidFill>
            <a:ln>
              <a:noFill/>
            </a:ln>
          </p:spPr>
        </p:sp>
        <p:sp>
          <p:nvSpPr>
            <p:cNvPr id="15" name="node01.row.dxc-43-node01-rows-1.c4.heat"/>
            <p:cNvSpPr/>
            <p:nvPr/>
          </p:nvSpPr>
          <p:spPr>
            <a:xfrm>
              <a:off x="7372350" y="1974850"/>
              <a:ext cx="1333500" cy="342900"/>
            </a:xfrm>
            <a:prstGeom prst="rect">
              <a:avLst/>
            </a:prstGeom>
            <a:solidFill>
              <a:srgbClr val="E8EEF8"/>
            </a:solidFill>
            <a:ln>
              <a:noFill/>
            </a:ln>
          </p:spPr>
        </p:sp>
        <p:sp>
          <p:nvSpPr>
            <p:cNvPr id="16" name="node01.row.dxc-43-node01-rows-1.c5.heat-gap"/>
            <p:cNvSpPr/>
            <p:nvPr/>
          </p:nvSpPr>
          <p:spPr>
            <a:xfrm>
              <a:off x="8724900" y="1955800"/>
              <a:ext cx="1371600" cy="381000"/>
            </a:xfrm>
            <a:prstGeom prst="rect">
              <a:avLst/>
            </a:prstGeom>
            <a:solidFill>
              <a:srgbClr val="FFFFFF"/>
            </a:solidFill>
            <a:ln>
              <a:noFill/>
            </a:ln>
          </p:spPr>
        </p:sp>
        <p:sp>
          <p:nvSpPr>
            <p:cNvPr id="17" name="node01.row.dxc-43-node01-rows-1.c5.heat"/>
            <p:cNvSpPr/>
            <p:nvPr/>
          </p:nvSpPr>
          <p:spPr>
            <a:xfrm>
              <a:off x="8743950" y="1974850"/>
              <a:ext cx="1333500" cy="342900"/>
            </a:xfrm>
            <a:prstGeom prst="rect">
              <a:avLst/>
            </a:prstGeom>
            <a:solidFill>
              <a:srgbClr val="E8EEF8"/>
            </a:solidFill>
            <a:ln>
              <a:noFill/>
            </a:ln>
          </p:spPr>
        </p:sp>
        <p:sp>
          <p:nvSpPr>
            <p:cNvPr id="18" name="node01.row.dxc-43-node01-rows-1.c6.heat-gap"/>
            <p:cNvSpPr/>
            <p:nvPr/>
          </p:nvSpPr>
          <p:spPr>
            <a:xfrm>
              <a:off x="10096500" y="1955800"/>
              <a:ext cx="1371600" cy="381000"/>
            </a:xfrm>
            <a:prstGeom prst="rect">
              <a:avLst/>
            </a:prstGeom>
            <a:solidFill>
              <a:srgbClr val="FFFFFF"/>
            </a:solidFill>
            <a:ln>
              <a:noFill/>
            </a:ln>
          </p:spPr>
        </p:sp>
        <p:sp>
          <p:nvSpPr>
            <p:cNvPr id="19" name="node01.row.dxc-43-node01-rows-1.c6.heat"/>
            <p:cNvSpPr/>
            <p:nvPr/>
          </p:nvSpPr>
          <p:spPr>
            <a:xfrm>
              <a:off x="10115550" y="1974850"/>
              <a:ext cx="1333500" cy="342900"/>
            </a:xfrm>
            <a:prstGeom prst="rect">
              <a:avLst/>
            </a:prstGeom>
            <a:solidFill>
              <a:srgbClr val="E8EEF8"/>
            </a:solidFill>
            <a:ln>
              <a:noFill/>
            </a:ln>
          </p:spPr>
        </p:sp>
        <p:sp>
          <p:nvSpPr>
            <p:cNvPr id="20" name="node01.row.dxc-43-node01-rows-2.c1.heat-gap"/>
            <p:cNvSpPr/>
            <p:nvPr/>
          </p:nvSpPr>
          <p:spPr>
            <a:xfrm>
              <a:off x="3238500" y="2336800"/>
              <a:ext cx="1371600" cy="381000"/>
            </a:xfrm>
            <a:prstGeom prst="rect">
              <a:avLst/>
            </a:prstGeom>
            <a:solidFill>
              <a:srgbClr val="FFFFFF"/>
            </a:solidFill>
            <a:ln>
              <a:noFill/>
            </a:ln>
          </p:spPr>
        </p:sp>
        <p:sp>
          <p:nvSpPr>
            <p:cNvPr id="21" name="node01.row.dxc-43-node01-rows-2.c1.heat"/>
            <p:cNvSpPr/>
            <p:nvPr/>
          </p:nvSpPr>
          <p:spPr>
            <a:xfrm>
              <a:off x="3257550" y="2355850"/>
              <a:ext cx="1333500" cy="342900"/>
            </a:xfrm>
            <a:prstGeom prst="rect">
              <a:avLst/>
            </a:prstGeom>
            <a:solidFill>
              <a:srgbClr val="7C9BFF"/>
            </a:solidFill>
            <a:ln>
              <a:noFill/>
            </a:ln>
          </p:spPr>
        </p:sp>
        <p:sp>
          <p:nvSpPr>
            <p:cNvPr id="22" name="node01.row.dxc-43-node01-rows-2.c2.heat-gap"/>
            <p:cNvSpPr/>
            <p:nvPr/>
          </p:nvSpPr>
          <p:spPr>
            <a:xfrm>
              <a:off x="4610100" y="2336800"/>
              <a:ext cx="1371600" cy="381000"/>
            </a:xfrm>
            <a:prstGeom prst="rect">
              <a:avLst/>
            </a:prstGeom>
            <a:solidFill>
              <a:srgbClr val="FFFFFF"/>
            </a:solidFill>
            <a:ln>
              <a:noFill/>
            </a:ln>
          </p:spPr>
        </p:sp>
        <p:sp>
          <p:nvSpPr>
            <p:cNvPr id="23" name="node01.row.dxc-43-node01-rows-2.c2.heat"/>
            <p:cNvSpPr/>
            <p:nvPr/>
          </p:nvSpPr>
          <p:spPr>
            <a:xfrm>
              <a:off x="4629150" y="2355850"/>
              <a:ext cx="1333500" cy="342900"/>
            </a:xfrm>
            <a:prstGeom prst="rect">
              <a:avLst/>
            </a:prstGeom>
            <a:solidFill>
              <a:srgbClr val="7C9BFF"/>
            </a:solidFill>
            <a:ln>
              <a:noFill/>
            </a:ln>
          </p:spPr>
        </p:sp>
        <p:sp>
          <p:nvSpPr>
            <p:cNvPr id="24" name="node01.row.dxc-43-node01-rows-2.c3.heat-gap"/>
            <p:cNvSpPr/>
            <p:nvPr/>
          </p:nvSpPr>
          <p:spPr>
            <a:xfrm>
              <a:off x="5981700" y="2336800"/>
              <a:ext cx="1371600" cy="381000"/>
            </a:xfrm>
            <a:prstGeom prst="rect">
              <a:avLst/>
            </a:prstGeom>
            <a:solidFill>
              <a:srgbClr val="FFFFFF"/>
            </a:solidFill>
            <a:ln>
              <a:noFill/>
            </a:ln>
          </p:spPr>
        </p:sp>
        <p:sp>
          <p:nvSpPr>
            <p:cNvPr id="25" name="node01.row.dxc-43-node01-rows-2.c3.heat"/>
            <p:cNvSpPr/>
            <p:nvPr/>
          </p:nvSpPr>
          <p:spPr>
            <a:xfrm>
              <a:off x="6000750" y="2355850"/>
              <a:ext cx="1333500" cy="342900"/>
            </a:xfrm>
            <a:prstGeom prst="rect">
              <a:avLst/>
            </a:prstGeom>
            <a:solidFill>
              <a:srgbClr val="E8EEF8"/>
            </a:solidFill>
            <a:ln>
              <a:noFill/>
            </a:ln>
          </p:spPr>
        </p:sp>
        <p:sp>
          <p:nvSpPr>
            <p:cNvPr id="26" name="node01.row.dxc-43-node01-rows-2.c4.heat-gap"/>
            <p:cNvSpPr/>
            <p:nvPr/>
          </p:nvSpPr>
          <p:spPr>
            <a:xfrm>
              <a:off x="7353300" y="2336800"/>
              <a:ext cx="1371600" cy="381000"/>
            </a:xfrm>
            <a:prstGeom prst="rect">
              <a:avLst/>
            </a:prstGeom>
            <a:solidFill>
              <a:srgbClr val="FFFFFF"/>
            </a:solidFill>
            <a:ln>
              <a:noFill/>
            </a:ln>
          </p:spPr>
        </p:sp>
        <p:sp>
          <p:nvSpPr>
            <p:cNvPr id="27" name="node01.row.dxc-43-node01-rows-2.c4.heat"/>
            <p:cNvSpPr/>
            <p:nvPr/>
          </p:nvSpPr>
          <p:spPr>
            <a:xfrm>
              <a:off x="7372350" y="2355850"/>
              <a:ext cx="1333500" cy="342900"/>
            </a:xfrm>
            <a:prstGeom prst="rect">
              <a:avLst/>
            </a:prstGeom>
            <a:solidFill>
              <a:srgbClr val="E8EEF8"/>
            </a:solidFill>
            <a:ln>
              <a:noFill/>
            </a:ln>
          </p:spPr>
        </p:sp>
        <p:sp>
          <p:nvSpPr>
            <p:cNvPr id="28" name="node01.row.dxc-43-node01-rows-2.c5.heat-gap"/>
            <p:cNvSpPr/>
            <p:nvPr/>
          </p:nvSpPr>
          <p:spPr>
            <a:xfrm>
              <a:off x="8724900" y="2336800"/>
              <a:ext cx="1371600" cy="381000"/>
            </a:xfrm>
            <a:prstGeom prst="rect">
              <a:avLst/>
            </a:prstGeom>
            <a:solidFill>
              <a:srgbClr val="FFFFFF"/>
            </a:solidFill>
            <a:ln>
              <a:noFill/>
            </a:ln>
          </p:spPr>
        </p:sp>
        <p:sp>
          <p:nvSpPr>
            <p:cNvPr id="29" name="node01.row.dxc-43-node01-rows-2.c5.heat"/>
            <p:cNvSpPr/>
            <p:nvPr/>
          </p:nvSpPr>
          <p:spPr>
            <a:xfrm>
              <a:off x="8743950" y="2355850"/>
              <a:ext cx="1333500" cy="342900"/>
            </a:xfrm>
            <a:prstGeom prst="rect">
              <a:avLst/>
            </a:prstGeom>
            <a:solidFill>
              <a:srgbClr val="E8EEF8"/>
            </a:solidFill>
            <a:ln>
              <a:noFill/>
            </a:ln>
          </p:spPr>
        </p:sp>
        <p:sp>
          <p:nvSpPr>
            <p:cNvPr id="30" name="node01.row.dxc-43-node01-rows-2.c6.heat-gap"/>
            <p:cNvSpPr/>
            <p:nvPr/>
          </p:nvSpPr>
          <p:spPr>
            <a:xfrm>
              <a:off x="10096500" y="2336800"/>
              <a:ext cx="1371600" cy="381000"/>
            </a:xfrm>
            <a:prstGeom prst="rect">
              <a:avLst/>
            </a:prstGeom>
            <a:solidFill>
              <a:srgbClr val="FFFFFF"/>
            </a:solidFill>
            <a:ln>
              <a:noFill/>
            </a:ln>
          </p:spPr>
        </p:sp>
        <p:sp>
          <p:nvSpPr>
            <p:cNvPr id="31" name="node01.row.dxc-43-node01-rows-2.c6.heat"/>
            <p:cNvSpPr/>
            <p:nvPr/>
          </p:nvSpPr>
          <p:spPr>
            <a:xfrm>
              <a:off x="10115550" y="2355850"/>
              <a:ext cx="1333500" cy="342900"/>
            </a:xfrm>
            <a:prstGeom prst="rect">
              <a:avLst/>
            </a:prstGeom>
            <a:solidFill>
              <a:srgbClr val="E8EEF8"/>
            </a:solidFill>
            <a:ln>
              <a:noFill/>
            </a:ln>
          </p:spPr>
        </p:sp>
        <p:sp>
          <p:nvSpPr>
            <p:cNvPr id="32" name="node01.row.dxc-43-node01-rows-3.c1.heat-gap"/>
            <p:cNvSpPr/>
            <p:nvPr/>
          </p:nvSpPr>
          <p:spPr>
            <a:xfrm>
              <a:off x="3238500" y="2717800"/>
              <a:ext cx="1371600" cy="381000"/>
            </a:xfrm>
            <a:prstGeom prst="rect">
              <a:avLst/>
            </a:prstGeom>
            <a:solidFill>
              <a:srgbClr val="FFFFFF"/>
            </a:solidFill>
            <a:ln>
              <a:noFill/>
            </a:ln>
          </p:spPr>
        </p:sp>
        <p:sp>
          <p:nvSpPr>
            <p:cNvPr id="33" name="node01.row.dxc-43-node01-rows-3.c1.heat"/>
            <p:cNvSpPr/>
            <p:nvPr/>
          </p:nvSpPr>
          <p:spPr>
            <a:xfrm>
              <a:off x="3257550" y="2736850"/>
              <a:ext cx="1333500" cy="342900"/>
            </a:xfrm>
            <a:prstGeom prst="rect">
              <a:avLst/>
            </a:prstGeom>
            <a:solidFill>
              <a:srgbClr val="E8EEF8"/>
            </a:solidFill>
            <a:ln>
              <a:noFill/>
            </a:ln>
          </p:spPr>
        </p:sp>
        <p:sp>
          <p:nvSpPr>
            <p:cNvPr id="34" name="node01.row.dxc-43-node01-rows-3.c2.heat-gap"/>
            <p:cNvSpPr/>
            <p:nvPr/>
          </p:nvSpPr>
          <p:spPr>
            <a:xfrm>
              <a:off x="4610100" y="2717800"/>
              <a:ext cx="1371600" cy="381000"/>
            </a:xfrm>
            <a:prstGeom prst="rect">
              <a:avLst/>
            </a:prstGeom>
            <a:solidFill>
              <a:srgbClr val="FFFFFF"/>
            </a:solidFill>
            <a:ln>
              <a:noFill/>
            </a:ln>
          </p:spPr>
        </p:sp>
        <p:sp>
          <p:nvSpPr>
            <p:cNvPr id="35" name="node01.row.dxc-43-node01-rows-3.c2.heat"/>
            <p:cNvSpPr/>
            <p:nvPr/>
          </p:nvSpPr>
          <p:spPr>
            <a:xfrm>
              <a:off x="4629150" y="2736850"/>
              <a:ext cx="1333500" cy="342900"/>
            </a:xfrm>
            <a:prstGeom prst="rect">
              <a:avLst/>
            </a:prstGeom>
            <a:solidFill>
              <a:srgbClr val="7C9BFF"/>
            </a:solidFill>
            <a:ln>
              <a:noFill/>
            </a:ln>
          </p:spPr>
        </p:sp>
        <p:sp>
          <p:nvSpPr>
            <p:cNvPr id="36" name="node01.row.dxc-43-node01-rows-3.c3.heat-gap"/>
            <p:cNvSpPr/>
            <p:nvPr/>
          </p:nvSpPr>
          <p:spPr>
            <a:xfrm>
              <a:off x="5981700" y="2717800"/>
              <a:ext cx="1371600" cy="381000"/>
            </a:xfrm>
            <a:prstGeom prst="rect">
              <a:avLst/>
            </a:prstGeom>
            <a:solidFill>
              <a:srgbClr val="FFFFFF"/>
            </a:solidFill>
            <a:ln>
              <a:noFill/>
            </a:ln>
          </p:spPr>
        </p:sp>
        <p:sp>
          <p:nvSpPr>
            <p:cNvPr id="37" name="node01.row.dxc-43-node01-rows-3.c3.heat"/>
            <p:cNvSpPr/>
            <p:nvPr/>
          </p:nvSpPr>
          <p:spPr>
            <a:xfrm>
              <a:off x="6000750" y="2736850"/>
              <a:ext cx="1333500" cy="342900"/>
            </a:xfrm>
            <a:prstGeom prst="rect">
              <a:avLst/>
            </a:prstGeom>
            <a:solidFill>
              <a:srgbClr val="7C9BFF"/>
            </a:solidFill>
            <a:ln>
              <a:noFill/>
            </a:ln>
          </p:spPr>
        </p:sp>
        <p:sp>
          <p:nvSpPr>
            <p:cNvPr id="38" name="node01.row.dxc-43-node01-rows-3.c4.heat-gap"/>
            <p:cNvSpPr/>
            <p:nvPr/>
          </p:nvSpPr>
          <p:spPr>
            <a:xfrm>
              <a:off x="7353300" y="2717800"/>
              <a:ext cx="1371600" cy="381000"/>
            </a:xfrm>
            <a:prstGeom prst="rect">
              <a:avLst/>
            </a:prstGeom>
            <a:solidFill>
              <a:srgbClr val="FFFFFF"/>
            </a:solidFill>
            <a:ln>
              <a:noFill/>
            </a:ln>
          </p:spPr>
        </p:sp>
        <p:sp>
          <p:nvSpPr>
            <p:cNvPr id="39" name="node01.row.dxc-43-node01-rows-3.c4.heat"/>
            <p:cNvSpPr/>
            <p:nvPr/>
          </p:nvSpPr>
          <p:spPr>
            <a:xfrm>
              <a:off x="7372350" y="2736850"/>
              <a:ext cx="1333500" cy="342900"/>
            </a:xfrm>
            <a:prstGeom prst="rect">
              <a:avLst/>
            </a:prstGeom>
            <a:solidFill>
              <a:srgbClr val="E8EEF8"/>
            </a:solidFill>
            <a:ln>
              <a:noFill/>
            </a:ln>
          </p:spPr>
        </p:sp>
        <p:sp>
          <p:nvSpPr>
            <p:cNvPr id="40" name="node01.row.dxc-43-node01-rows-3.c5.heat-gap"/>
            <p:cNvSpPr/>
            <p:nvPr/>
          </p:nvSpPr>
          <p:spPr>
            <a:xfrm>
              <a:off x="8724900" y="2717800"/>
              <a:ext cx="1371600" cy="381000"/>
            </a:xfrm>
            <a:prstGeom prst="rect">
              <a:avLst/>
            </a:prstGeom>
            <a:solidFill>
              <a:srgbClr val="FFFFFF"/>
            </a:solidFill>
            <a:ln>
              <a:noFill/>
            </a:ln>
          </p:spPr>
        </p:sp>
        <p:sp>
          <p:nvSpPr>
            <p:cNvPr id="41" name="node01.row.dxc-43-node01-rows-3.c5.heat"/>
            <p:cNvSpPr/>
            <p:nvPr/>
          </p:nvSpPr>
          <p:spPr>
            <a:xfrm>
              <a:off x="8743950" y="2736850"/>
              <a:ext cx="1333500" cy="342900"/>
            </a:xfrm>
            <a:prstGeom prst="rect">
              <a:avLst/>
            </a:prstGeom>
            <a:solidFill>
              <a:srgbClr val="E8EEF8"/>
            </a:solidFill>
            <a:ln>
              <a:noFill/>
            </a:ln>
          </p:spPr>
        </p:sp>
        <p:sp>
          <p:nvSpPr>
            <p:cNvPr id="42" name="node01.row.dxc-43-node01-rows-3.c6.heat-gap"/>
            <p:cNvSpPr/>
            <p:nvPr/>
          </p:nvSpPr>
          <p:spPr>
            <a:xfrm>
              <a:off x="10096500" y="2717800"/>
              <a:ext cx="1371600" cy="381000"/>
            </a:xfrm>
            <a:prstGeom prst="rect">
              <a:avLst/>
            </a:prstGeom>
            <a:solidFill>
              <a:srgbClr val="FFFFFF"/>
            </a:solidFill>
            <a:ln>
              <a:noFill/>
            </a:ln>
          </p:spPr>
        </p:sp>
        <p:sp>
          <p:nvSpPr>
            <p:cNvPr id="43" name="node01.row.dxc-43-node01-rows-3.c6.heat"/>
            <p:cNvSpPr/>
            <p:nvPr/>
          </p:nvSpPr>
          <p:spPr>
            <a:xfrm>
              <a:off x="10115550" y="2736850"/>
              <a:ext cx="1333500" cy="342900"/>
            </a:xfrm>
            <a:prstGeom prst="rect">
              <a:avLst/>
            </a:prstGeom>
            <a:solidFill>
              <a:srgbClr val="E8EEF8"/>
            </a:solidFill>
            <a:ln>
              <a:noFill/>
            </a:ln>
          </p:spPr>
        </p:sp>
        <p:sp>
          <p:nvSpPr>
            <p:cNvPr id="44" name="node01.row.dxc-43-node01-rows-4.c1.heat-gap"/>
            <p:cNvSpPr/>
            <p:nvPr/>
          </p:nvSpPr>
          <p:spPr>
            <a:xfrm>
              <a:off x="3238500" y="3098800"/>
              <a:ext cx="1371600" cy="381000"/>
            </a:xfrm>
            <a:prstGeom prst="rect">
              <a:avLst/>
            </a:prstGeom>
            <a:solidFill>
              <a:srgbClr val="FFFFFF"/>
            </a:solidFill>
            <a:ln>
              <a:noFill/>
            </a:ln>
          </p:spPr>
        </p:sp>
        <p:sp>
          <p:nvSpPr>
            <p:cNvPr id="45" name="node01.row.dxc-43-node01-rows-4.c1.heat"/>
            <p:cNvSpPr/>
            <p:nvPr/>
          </p:nvSpPr>
          <p:spPr>
            <a:xfrm>
              <a:off x="3257550" y="3117850"/>
              <a:ext cx="1333500" cy="342900"/>
            </a:xfrm>
            <a:prstGeom prst="rect">
              <a:avLst/>
            </a:prstGeom>
            <a:solidFill>
              <a:srgbClr val="E8EEF8"/>
            </a:solidFill>
            <a:ln>
              <a:noFill/>
            </a:ln>
          </p:spPr>
        </p:sp>
        <p:sp>
          <p:nvSpPr>
            <p:cNvPr id="46" name="node01.row.dxc-43-node01-rows-4.c2.heat-gap"/>
            <p:cNvSpPr/>
            <p:nvPr/>
          </p:nvSpPr>
          <p:spPr>
            <a:xfrm>
              <a:off x="4610100" y="3098800"/>
              <a:ext cx="1371600" cy="381000"/>
            </a:xfrm>
            <a:prstGeom prst="rect">
              <a:avLst/>
            </a:prstGeom>
            <a:solidFill>
              <a:srgbClr val="FFFFFF"/>
            </a:solidFill>
            <a:ln>
              <a:noFill/>
            </a:ln>
          </p:spPr>
        </p:sp>
        <p:sp>
          <p:nvSpPr>
            <p:cNvPr id="47" name="node01.row.dxc-43-node01-rows-4.c2.heat"/>
            <p:cNvSpPr/>
            <p:nvPr/>
          </p:nvSpPr>
          <p:spPr>
            <a:xfrm>
              <a:off x="4629150" y="3117850"/>
              <a:ext cx="1333500" cy="342900"/>
            </a:xfrm>
            <a:prstGeom prst="rect">
              <a:avLst/>
            </a:prstGeom>
            <a:solidFill>
              <a:srgbClr val="E8EEF8"/>
            </a:solidFill>
            <a:ln>
              <a:noFill/>
            </a:ln>
          </p:spPr>
        </p:sp>
        <p:sp>
          <p:nvSpPr>
            <p:cNvPr id="48" name="node01.row.dxc-43-node01-rows-4.c3.heat-gap"/>
            <p:cNvSpPr/>
            <p:nvPr/>
          </p:nvSpPr>
          <p:spPr>
            <a:xfrm>
              <a:off x="5981700" y="3098800"/>
              <a:ext cx="1371600" cy="381000"/>
            </a:xfrm>
            <a:prstGeom prst="rect">
              <a:avLst/>
            </a:prstGeom>
            <a:solidFill>
              <a:srgbClr val="FFFFFF"/>
            </a:solidFill>
            <a:ln>
              <a:noFill/>
            </a:ln>
          </p:spPr>
        </p:sp>
        <p:sp>
          <p:nvSpPr>
            <p:cNvPr id="49" name="node01.row.dxc-43-node01-rows-4.c3.heat"/>
            <p:cNvSpPr/>
            <p:nvPr/>
          </p:nvSpPr>
          <p:spPr>
            <a:xfrm>
              <a:off x="6000750" y="3117850"/>
              <a:ext cx="1333500" cy="342900"/>
            </a:xfrm>
            <a:prstGeom prst="rect">
              <a:avLst/>
            </a:prstGeom>
            <a:solidFill>
              <a:srgbClr val="7C9BFF"/>
            </a:solidFill>
            <a:ln>
              <a:noFill/>
            </a:ln>
          </p:spPr>
        </p:sp>
        <p:sp>
          <p:nvSpPr>
            <p:cNvPr id="50" name="node01.row.dxc-43-node01-rows-4.c4.heat-gap"/>
            <p:cNvSpPr/>
            <p:nvPr/>
          </p:nvSpPr>
          <p:spPr>
            <a:xfrm>
              <a:off x="7353300" y="3098800"/>
              <a:ext cx="1371600" cy="381000"/>
            </a:xfrm>
            <a:prstGeom prst="rect">
              <a:avLst/>
            </a:prstGeom>
            <a:solidFill>
              <a:srgbClr val="FFFFFF"/>
            </a:solidFill>
            <a:ln>
              <a:noFill/>
            </a:ln>
          </p:spPr>
        </p:sp>
        <p:sp>
          <p:nvSpPr>
            <p:cNvPr id="51" name="node01.row.dxc-43-node01-rows-4.c4.heat"/>
            <p:cNvSpPr/>
            <p:nvPr/>
          </p:nvSpPr>
          <p:spPr>
            <a:xfrm>
              <a:off x="7372350" y="3117850"/>
              <a:ext cx="1333500" cy="342900"/>
            </a:xfrm>
            <a:prstGeom prst="rect">
              <a:avLst/>
            </a:prstGeom>
            <a:solidFill>
              <a:srgbClr val="7C9BFF"/>
            </a:solidFill>
            <a:ln>
              <a:noFill/>
            </a:ln>
          </p:spPr>
        </p:sp>
        <p:sp>
          <p:nvSpPr>
            <p:cNvPr id="52" name="node01.row.dxc-43-node01-rows-4.c5.heat-gap"/>
            <p:cNvSpPr/>
            <p:nvPr/>
          </p:nvSpPr>
          <p:spPr>
            <a:xfrm>
              <a:off x="8724900" y="3098800"/>
              <a:ext cx="1371600" cy="381000"/>
            </a:xfrm>
            <a:prstGeom prst="rect">
              <a:avLst/>
            </a:prstGeom>
            <a:solidFill>
              <a:srgbClr val="FFFFFF"/>
            </a:solidFill>
            <a:ln>
              <a:noFill/>
            </a:ln>
          </p:spPr>
        </p:sp>
        <p:sp>
          <p:nvSpPr>
            <p:cNvPr id="53" name="node01.row.dxc-43-node01-rows-4.c5.heat"/>
            <p:cNvSpPr/>
            <p:nvPr/>
          </p:nvSpPr>
          <p:spPr>
            <a:xfrm>
              <a:off x="8743950" y="3117850"/>
              <a:ext cx="1333500" cy="342900"/>
            </a:xfrm>
            <a:prstGeom prst="rect">
              <a:avLst/>
            </a:prstGeom>
            <a:solidFill>
              <a:srgbClr val="E8EEF8"/>
            </a:solidFill>
            <a:ln>
              <a:noFill/>
            </a:ln>
          </p:spPr>
        </p:sp>
        <p:sp>
          <p:nvSpPr>
            <p:cNvPr id="54" name="node01.row.dxc-43-node01-rows-4.c6.heat-gap"/>
            <p:cNvSpPr/>
            <p:nvPr/>
          </p:nvSpPr>
          <p:spPr>
            <a:xfrm>
              <a:off x="10096500" y="3098800"/>
              <a:ext cx="1371600" cy="381000"/>
            </a:xfrm>
            <a:prstGeom prst="rect">
              <a:avLst/>
            </a:prstGeom>
            <a:solidFill>
              <a:srgbClr val="FFFFFF"/>
            </a:solidFill>
            <a:ln>
              <a:noFill/>
            </a:ln>
          </p:spPr>
        </p:sp>
        <p:sp>
          <p:nvSpPr>
            <p:cNvPr id="55" name="node01.row.dxc-43-node01-rows-4.c6.heat"/>
            <p:cNvSpPr/>
            <p:nvPr/>
          </p:nvSpPr>
          <p:spPr>
            <a:xfrm>
              <a:off x="10115550" y="3117850"/>
              <a:ext cx="1333500" cy="342900"/>
            </a:xfrm>
            <a:prstGeom prst="rect">
              <a:avLst/>
            </a:prstGeom>
            <a:solidFill>
              <a:srgbClr val="E8EEF8"/>
            </a:solidFill>
            <a:ln>
              <a:noFill/>
            </a:ln>
          </p:spPr>
        </p:sp>
        <p:sp>
          <p:nvSpPr>
            <p:cNvPr id="56" name="node01.row.dxc-43-node01-rows-5.c1.heat-gap"/>
            <p:cNvSpPr/>
            <p:nvPr/>
          </p:nvSpPr>
          <p:spPr>
            <a:xfrm>
              <a:off x="3238500" y="3479800"/>
              <a:ext cx="1371600" cy="381000"/>
            </a:xfrm>
            <a:prstGeom prst="rect">
              <a:avLst/>
            </a:prstGeom>
            <a:solidFill>
              <a:srgbClr val="FFFFFF"/>
            </a:solidFill>
            <a:ln>
              <a:noFill/>
            </a:ln>
          </p:spPr>
        </p:sp>
        <p:sp>
          <p:nvSpPr>
            <p:cNvPr id="57" name="node01.row.dxc-43-node01-rows-5.c1.heat"/>
            <p:cNvSpPr/>
            <p:nvPr/>
          </p:nvSpPr>
          <p:spPr>
            <a:xfrm>
              <a:off x="3257550" y="3498850"/>
              <a:ext cx="1333500" cy="342900"/>
            </a:xfrm>
            <a:prstGeom prst="rect">
              <a:avLst/>
            </a:prstGeom>
            <a:solidFill>
              <a:srgbClr val="E8EEF8"/>
            </a:solidFill>
            <a:ln>
              <a:noFill/>
            </a:ln>
          </p:spPr>
        </p:sp>
        <p:sp>
          <p:nvSpPr>
            <p:cNvPr id="58" name="node01.row.dxc-43-node01-rows-5.c2.heat-gap"/>
            <p:cNvSpPr/>
            <p:nvPr/>
          </p:nvSpPr>
          <p:spPr>
            <a:xfrm>
              <a:off x="4610100" y="3479800"/>
              <a:ext cx="1371600" cy="381000"/>
            </a:xfrm>
            <a:prstGeom prst="rect">
              <a:avLst/>
            </a:prstGeom>
            <a:solidFill>
              <a:srgbClr val="FFFFFF"/>
            </a:solidFill>
            <a:ln>
              <a:noFill/>
            </a:ln>
          </p:spPr>
        </p:sp>
        <p:sp>
          <p:nvSpPr>
            <p:cNvPr id="59" name="node01.row.dxc-43-node01-rows-5.c2.heat"/>
            <p:cNvSpPr/>
            <p:nvPr/>
          </p:nvSpPr>
          <p:spPr>
            <a:xfrm>
              <a:off x="4629150" y="3498850"/>
              <a:ext cx="1333500" cy="342900"/>
            </a:xfrm>
            <a:prstGeom prst="rect">
              <a:avLst/>
            </a:prstGeom>
            <a:solidFill>
              <a:srgbClr val="E8EEF8"/>
            </a:solidFill>
            <a:ln>
              <a:noFill/>
            </a:ln>
          </p:spPr>
        </p:sp>
        <p:sp>
          <p:nvSpPr>
            <p:cNvPr id="60" name="node01.row.dxc-43-node01-rows-5.c3.heat-gap"/>
            <p:cNvSpPr/>
            <p:nvPr/>
          </p:nvSpPr>
          <p:spPr>
            <a:xfrm>
              <a:off x="5981700" y="3479800"/>
              <a:ext cx="1371600" cy="381000"/>
            </a:xfrm>
            <a:prstGeom prst="rect">
              <a:avLst/>
            </a:prstGeom>
            <a:solidFill>
              <a:srgbClr val="FFFFFF"/>
            </a:solidFill>
            <a:ln>
              <a:noFill/>
            </a:ln>
          </p:spPr>
        </p:sp>
        <p:sp>
          <p:nvSpPr>
            <p:cNvPr id="61" name="node01.row.dxc-43-node01-rows-5.c3.heat"/>
            <p:cNvSpPr/>
            <p:nvPr/>
          </p:nvSpPr>
          <p:spPr>
            <a:xfrm>
              <a:off x="6000750" y="3498850"/>
              <a:ext cx="1333500" cy="342900"/>
            </a:xfrm>
            <a:prstGeom prst="rect">
              <a:avLst/>
            </a:prstGeom>
            <a:solidFill>
              <a:srgbClr val="E8EEF8"/>
            </a:solidFill>
            <a:ln>
              <a:noFill/>
            </a:ln>
          </p:spPr>
        </p:sp>
        <p:sp>
          <p:nvSpPr>
            <p:cNvPr id="62" name="node01.row.dxc-43-node01-rows-5.c4.heat-gap"/>
            <p:cNvSpPr/>
            <p:nvPr/>
          </p:nvSpPr>
          <p:spPr>
            <a:xfrm>
              <a:off x="7353300" y="3479800"/>
              <a:ext cx="1371600" cy="381000"/>
            </a:xfrm>
            <a:prstGeom prst="rect">
              <a:avLst/>
            </a:prstGeom>
            <a:solidFill>
              <a:srgbClr val="FFFFFF"/>
            </a:solidFill>
            <a:ln>
              <a:noFill/>
            </a:ln>
          </p:spPr>
        </p:sp>
        <p:sp>
          <p:nvSpPr>
            <p:cNvPr id="63" name="node01.row.dxc-43-node01-rows-5.c4.heat"/>
            <p:cNvSpPr/>
            <p:nvPr/>
          </p:nvSpPr>
          <p:spPr>
            <a:xfrm>
              <a:off x="7372350" y="3498850"/>
              <a:ext cx="1333500" cy="342900"/>
            </a:xfrm>
            <a:prstGeom prst="rect">
              <a:avLst/>
            </a:prstGeom>
            <a:solidFill>
              <a:srgbClr val="0047FF"/>
            </a:solidFill>
            <a:ln>
              <a:noFill/>
            </a:ln>
          </p:spPr>
        </p:sp>
        <p:sp>
          <p:nvSpPr>
            <p:cNvPr id="64" name="node01.row.dxc-43-node01-rows-5.c5.heat-gap"/>
            <p:cNvSpPr/>
            <p:nvPr/>
          </p:nvSpPr>
          <p:spPr>
            <a:xfrm>
              <a:off x="8724900" y="3479800"/>
              <a:ext cx="1371600" cy="381000"/>
            </a:xfrm>
            <a:prstGeom prst="rect">
              <a:avLst/>
            </a:prstGeom>
            <a:solidFill>
              <a:srgbClr val="FFFFFF"/>
            </a:solidFill>
            <a:ln>
              <a:noFill/>
            </a:ln>
          </p:spPr>
        </p:sp>
        <p:sp>
          <p:nvSpPr>
            <p:cNvPr id="65" name="node01.row.dxc-43-node01-rows-5.c5.heat"/>
            <p:cNvSpPr/>
            <p:nvPr/>
          </p:nvSpPr>
          <p:spPr>
            <a:xfrm>
              <a:off x="8743950" y="3498850"/>
              <a:ext cx="1333500" cy="342900"/>
            </a:xfrm>
            <a:prstGeom prst="rect">
              <a:avLst/>
            </a:prstGeom>
            <a:solidFill>
              <a:srgbClr val="E8EEF8"/>
            </a:solidFill>
            <a:ln>
              <a:noFill/>
            </a:ln>
          </p:spPr>
        </p:sp>
        <p:sp>
          <p:nvSpPr>
            <p:cNvPr id="66" name="node01.row.dxc-43-node01-rows-5.c6.heat-gap"/>
            <p:cNvSpPr/>
            <p:nvPr/>
          </p:nvSpPr>
          <p:spPr>
            <a:xfrm>
              <a:off x="10096500" y="3479800"/>
              <a:ext cx="1371600" cy="381000"/>
            </a:xfrm>
            <a:prstGeom prst="rect">
              <a:avLst/>
            </a:prstGeom>
            <a:solidFill>
              <a:srgbClr val="FFFFFF"/>
            </a:solidFill>
            <a:ln>
              <a:noFill/>
            </a:ln>
          </p:spPr>
        </p:sp>
        <p:sp>
          <p:nvSpPr>
            <p:cNvPr id="67" name="node01.row.dxc-43-node01-rows-5.c6.heat"/>
            <p:cNvSpPr/>
            <p:nvPr/>
          </p:nvSpPr>
          <p:spPr>
            <a:xfrm>
              <a:off x="10115550" y="3498850"/>
              <a:ext cx="1333500" cy="342900"/>
            </a:xfrm>
            <a:prstGeom prst="rect">
              <a:avLst/>
            </a:prstGeom>
            <a:solidFill>
              <a:srgbClr val="E8EEF8"/>
            </a:solidFill>
            <a:ln>
              <a:noFill/>
            </a:ln>
          </p:spPr>
        </p:sp>
        <p:sp>
          <p:nvSpPr>
            <p:cNvPr id="68" name="node01.row.dxc-43-node01-rows-6.c1.heat-gap"/>
            <p:cNvSpPr/>
            <p:nvPr/>
          </p:nvSpPr>
          <p:spPr>
            <a:xfrm>
              <a:off x="3238500" y="3860800"/>
              <a:ext cx="1371600" cy="381000"/>
            </a:xfrm>
            <a:prstGeom prst="rect">
              <a:avLst/>
            </a:prstGeom>
            <a:solidFill>
              <a:srgbClr val="FFFFFF"/>
            </a:solidFill>
            <a:ln>
              <a:noFill/>
            </a:ln>
          </p:spPr>
        </p:sp>
        <p:sp>
          <p:nvSpPr>
            <p:cNvPr id="69" name="node01.row.dxc-43-node01-rows-6.c1.heat"/>
            <p:cNvSpPr/>
            <p:nvPr/>
          </p:nvSpPr>
          <p:spPr>
            <a:xfrm>
              <a:off x="3257550" y="3879850"/>
              <a:ext cx="1333500" cy="342900"/>
            </a:xfrm>
            <a:prstGeom prst="rect">
              <a:avLst/>
            </a:prstGeom>
            <a:solidFill>
              <a:srgbClr val="E8EEF8"/>
            </a:solidFill>
            <a:ln>
              <a:noFill/>
            </a:ln>
          </p:spPr>
        </p:sp>
        <p:sp>
          <p:nvSpPr>
            <p:cNvPr id="70" name="node01.row.dxc-43-node01-rows-6.c2.heat-gap"/>
            <p:cNvSpPr/>
            <p:nvPr/>
          </p:nvSpPr>
          <p:spPr>
            <a:xfrm>
              <a:off x="4610100" y="3860800"/>
              <a:ext cx="1371600" cy="381000"/>
            </a:xfrm>
            <a:prstGeom prst="rect">
              <a:avLst/>
            </a:prstGeom>
            <a:solidFill>
              <a:srgbClr val="FFFFFF"/>
            </a:solidFill>
            <a:ln>
              <a:noFill/>
            </a:ln>
          </p:spPr>
        </p:sp>
        <p:sp>
          <p:nvSpPr>
            <p:cNvPr id="71" name="node01.row.dxc-43-node01-rows-6.c2.heat"/>
            <p:cNvSpPr/>
            <p:nvPr/>
          </p:nvSpPr>
          <p:spPr>
            <a:xfrm>
              <a:off x="4629150" y="3879850"/>
              <a:ext cx="1333500" cy="342900"/>
            </a:xfrm>
            <a:prstGeom prst="rect">
              <a:avLst/>
            </a:prstGeom>
            <a:solidFill>
              <a:srgbClr val="E8EEF8"/>
            </a:solidFill>
            <a:ln>
              <a:noFill/>
            </a:ln>
          </p:spPr>
        </p:sp>
        <p:sp>
          <p:nvSpPr>
            <p:cNvPr id="72" name="node01.row.dxc-43-node01-rows-6.c3.heat-gap"/>
            <p:cNvSpPr/>
            <p:nvPr/>
          </p:nvSpPr>
          <p:spPr>
            <a:xfrm>
              <a:off x="5981700" y="3860800"/>
              <a:ext cx="1371600" cy="381000"/>
            </a:xfrm>
            <a:prstGeom prst="rect">
              <a:avLst/>
            </a:prstGeom>
            <a:solidFill>
              <a:srgbClr val="FFFFFF"/>
            </a:solidFill>
            <a:ln>
              <a:noFill/>
            </a:ln>
          </p:spPr>
        </p:sp>
        <p:sp>
          <p:nvSpPr>
            <p:cNvPr id="73" name="node01.row.dxc-43-node01-rows-6.c3.heat"/>
            <p:cNvSpPr/>
            <p:nvPr/>
          </p:nvSpPr>
          <p:spPr>
            <a:xfrm>
              <a:off x="6000750" y="3879850"/>
              <a:ext cx="1333500" cy="342900"/>
            </a:xfrm>
            <a:prstGeom prst="rect">
              <a:avLst/>
            </a:prstGeom>
            <a:solidFill>
              <a:srgbClr val="E8EEF8"/>
            </a:solidFill>
            <a:ln>
              <a:noFill/>
            </a:ln>
          </p:spPr>
        </p:sp>
        <p:sp>
          <p:nvSpPr>
            <p:cNvPr id="74" name="node01.row.dxc-43-node01-rows-6.c4.heat-gap"/>
            <p:cNvSpPr/>
            <p:nvPr/>
          </p:nvSpPr>
          <p:spPr>
            <a:xfrm>
              <a:off x="7353300" y="3860800"/>
              <a:ext cx="1371600" cy="381000"/>
            </a:xfrm>
            <a:prstGeom prst="rect">
              <a:avLst/>
            </a:prstGeom>
            <a:solidFill>
              <a:srgbClr val="FFFFFF"/>
            </a:solidFill>
            <a:ln>
              <a:noFill/>
            </a:ln>
          </p:spPr>
        </p:sp>
        <p:sp>
          <p:nvSpPr>
            <p:cNvPr id="75" name="node01.row.dxc-43-node01-rows-6.c4.heat"/>
            <p:cNvSpPr/>
            <p:nvPr/>
          </p:nvSpPr>
          <p:spPr>
            <a:xfrm>
              <a:off x="7372350" y="3879850"/>
              <a:ext cx="1333500" cy="342900"/>
            </a:xfrm>
            <a:prstGeom prst="rect">
              <a:avLst/>
            </a:prstGeom>
            <a:solidFill>
              <a:srgbClr val="E8EEF8"/>
            </a:solidFill>
            <a:ln>
              <a:noFill/>
            </a:ln>
          </p:spPr>
        </p:sp>
        <p:sp>
          <p:nvSpPr>
            <p:cNvPr id="76" name="node01.row.dxc-43-node01-rows-6.c5.heat-gap"/>
            <p:cNvSpPr/>
            <p:nvPr/>
          </p:nvSpPr>
          <p:spPr>
            <a:xfrm>
              <a:off x="8724900" y="3860800"/>
              <a:ext cx="1371600" cy="381000"/>
            </a:xfrm>
            <a:prstGeom prst="rect">
              <a:avLst/>
            </a:prstGeom>
            <a:solidFill>
              <a:srgbClr val="FFFFFF"/>
            </a:solidFill>
            <a:ln>
              <a:noFill/>
            </a:ln>
          </p:spPr>
        </p:sp>
        <p:sp>
          <p:nvSpPr>
            <p:cNvPr id="77" name="node01.row.dxc-43-node01-rows-6.c5.heat"/>
            <p:cNvSpPr/>
            <p:nvPr/>
          </p:nvSpPr>
          <p:spPr>
            <a:xfrm>
              <a:off x="8743950" y="3879850"/>
              <a:ext cx="1333500" cy="342900"/>
            </a:xfrm>
            <a:prstGeom prst="rect">
              <a:avLst/>
            </a:prstGeom>
            <a:solidFill>
              <a:srgbClr val="B9C9F0"/>
            </a:solidFill>
            <a:ln>
              <a:noFill/>
            </a:ln>
          </p:spPr>
        </p:sp>
        <p:sp>
          <p:nvSpPr>
            <p:cNvPr id="78" name="node01.row.dxc-43-node01-rows-6.c6.heat-gap"/>
            <p:cNvSpPr/>
            <p:nvPr/>
          </p:nvSpPr>
          <p:spPr>
            <a:xfrm>
              <a:off x="10096500" y="3860800"/>
              <a:ext cx="1371600" cy="381000"/>
            </a:xfrm>
            <a:prstGeom prst="rect">
              <a:avLst/>
            </a:prstGeom>
            <a:solidFill>
              <a:srgbClr val="FFFFFF"/>
            </a:solidFill>
            <a:ln>
              <a:noFill/>
            </a:ln>
          </p:spPr>
        </p:sp>
        <p:sp>
          <p:nvSpPr>
            <p:cNvPr id="79" name="node01.row.dxc-43-node01-rows-6.c6.heat"/>
            <p:cNvSpPr/>
            <p:nvPr/>
          </p:nvSpPr>
          <p:spPr>
            <a:xfrm>
              <a:off x="10115550" y="3879850"/>
              <a:ext cx="1333500" cy="342900"/>
            </a:xfrm>
            <a:prstGeom prst="rect">
              <a:avLst/>
            </a:prstGeom>
            <a:solidFill>
              <a:srgbClr val="E8EEF8"/>
            </a:solidFill>
            <a:ln>
              <a:noFill/>
            </a:ln>
          </p:spPr>
        </p:sp>
        <p:sp>
          <p:nvSpPr>
            <p:cNvPr id="80" name="node01.row.dxc-43-node01-rows-7.c1.heat-gap"/>
            <p:cNvSpPr/>
            <p:nvPr/>
          </p:nvSpPr>
          <p:spPr>
            <a:xfrm>
              <a:off x="3238500" y="4241800"/>
              <a:ext cx="1371600" cy="381000"/>
            </a:xfrm>
            <a:prstGeom prst="rect">
              <a:avLst/>
            </a:prstGeom>
            <a:solidFill>
              <a:srgbClr val="FFFFFF"/>
            </a:solidFill>
            <a:ln>
              <a:noFill/>
            </a:ln>
          </p:spPr>
        </p:sp>
        <p:sp>
          <p:nvSpPr>
            <p:cNvPr id="81" name="node01.row.dxc-43-node01-rows-7.c1.heat"/>
            <p:cNvSpPr/>
            <p:nvPr/>
          </p:nvSpPr>
          <p:spPr>
            <a:xfrm>
              <a:off x="3257550" y="4260850"/>
              <a:ext cx="1333500" cy="342900"/>
            </a:xfrm>
            <a:prstGeom prst="rect">
              <a:avLst/>
            </a:prstGeom>
            <a:solidFill>
              <a:srgbClr val="E8EEF8"/>
            </a:solidFill>
            <a:ln>
              <a:noFill/>
            </a:ln>
          </p:spPr>
        </p:sp>
        <p:sp>
          <p:nvSpPr>
            <p:cNvPr id="82" name="node01.row.dxc-43-node01-rows-7.c2.heat-gap"/>
            <p:cNvSpPr/>
            <p:nvPr/>
          </p:nvSpPr>
          <p:spPr>
            <a:xfrm>
              <a:off x="4610100" y="4241800"/>
              <a:ext cx="1371600" cy="381000"/>
            </a:xfrm>
            <a:prstGeom prst="rect">
              <a:avLst/>
            </a:prstGeom>
            <a:solidFill>
              <a:srgbClr val="FFFFFF"/>
            </a:solidFill>
            <a:ln>
              <a:noFill/>
            </a:ln>
          </p:spPr>
        </p:sp>
        <p:sp>
          <p:nvSpPr>
            <p:cNvPr id="83" name="node01.row.dxc-43-node01-rows-7.c2.heat"/>
            <p:cNvSpPr/>
            <p:nvPr/>
          </p:nvSpPr>
          <p:spPr>
            <a:xfrm>
              <a:off x="4629150" y="4260850"/>
              <a:ext cx="1333500" cy="342900"/>
            </a:xfrm>
            <a:prstGeom prst="rect">
              <a:avLst/>
            </a:prstGeom>
            <a:solidFill>
              <a:srgbClr val="E8EEF8"/>
            </a:solidFill>
            <a:ln>
              <a:noFill/>
            </a:ln>
          </p:spPr>
        </p:sp>
        <p:sp>
          <p:nvSpPr>
            <p:cNvPr id="84" name="node01.row.dxc-43-node01-rows-7.c3.heat-gap"/>
            <p:cNvSpPr/>
            <p:nvPr/>
          </p:nvSpPr>
          <p:spPr>
            <a:xfrm>
              <a:off x="5981700" y="4241800"/>
              <a:ext cx="1371600" cy="381000"/>
            </a:xfrm>
            <a:prstGeom prst="rect">
              <a:avLst/>
            </a:prstGeom>
            <a:solidFill>
              <a:srgbClr val="FFFFFF"/>
            </a:solidFill>
            <a:ln>
              <a:noFill/>
            </a:ln>
          </p:spPr>
        </p:sp>
        <p:sp>
          <p:nvSpPr>
            <p:cNvPr id="85" name="node01.row.dxc-43-node01-rows-7.c3.heat"/>
            <p:cNvSpPr/>
            <p:nvPr/>
          </p:nvSpPr>
          <p:spPr>
            <a:xfrm>
              <a:off x="6000750" y="4260850"/>
              <a:ext cx="1333500" cy="342900"/>
            </a:xfrm>
            <a:prstGeom prst="rect">
              <a:avLst/>
            </a:prstGeom>
            <a:solidFill>
              <a:srgbClr val="E8EEF8"/>
            </a:solidFill>
            <a:ln>
              <a:noFill/>
            </a:ln>
          </p:spPr>
        </p:sp>
        <p:sp>
          <p:nvSpPr>
            <p:cNvPr id="86" name="node01.row.dxc-43-node01-rows-7.c4.heat-gap"/>
            <p:cNvSpPr/>
            <p:nvPr/>
          </p:nvSpPr>
          <p:spPr>
            <a:xfrm>
              <a:off x="7353300" y="4241800"/>
              <a:ext cx="1371600" cy="381000"/>
            </a:xfrm>
            <a:prstGeom prst="rect">
              <a:avLst/>
            </a:prstGeom>
            <a:solidFill>
              <a:srgbClr val="FFFFFF"/>
            </a:solidFill>
            <a:ln>
              <a:noFill/>
            </a:ln>
          </p:spPr>
        </p:sp>
        <p:sp>
          <p:nvSpPr>
            <p:cNvPr id="87" name="node01.row.dxc-43-node01-rows-7.c4.heat"/>
            <p:cNvSpPr/>
            <p:nvPr/>
          </p:nvSpPr>
          <p:spPr>
            <a:xfrm>
              <a:off x="7372350" y="4260850"/>
              <a:ext cx="1333500" cy="342900"/>
            </a:xfrm>
            <a:prstGeom prst="rect">
              <a:avLst/>
            </a:prstGeom>
            <a:solidFill>
              <a:srgbClr val="E8EEF8"/>
            </a:solidFill>
            <a:ln>
              <a:noFill/>
            </a:ln>
          </p:spPr>
        </p:sp>
        <p:sp>
          <p:nvSpPr>
            <p:cNvPr id="88" name="node01.row.dxc-43-node01-rows-7.c5.heat-gap"/>
            <p:cNvSpPr/>
            <p:nvPr/>
          </p:nvSpPr>
          <p:spPr>
            <a:xfrm>
              <a:off x="8724900" y="4241800"/>
              <a:ext cx="1371600" cy="381000"/>
            </a:xfrm>
            <a:prstGeom prst="rect">
              <a:avLst/>
            </a:prstGeom>
            <a:solidFill>
              <a:srgbClr val="FFFFFF"/>
            </a:solidFill>
            <a:ln>
              <a:noFill/>
            </a:ln>
          </p:spPr>
        </p:sp>
        <p:sp>
          <p:nvSpPr>
            <p:cNvPr id="89" name="node01.row.dxc-43-node01-rows-7.c5.heat"/>
            <p:cNvSpPr/>
            <p:nvPr/>
          </p:nvSpPr>
          <p:spPr>
            <a:xfrm>
              <a:off x="8743950" y="4260850"/>
              <a:ext cx="1333500" cy="342900"/>
            </a:xfrm>
            <a:prstGeom prst="rect">
              <a:avLst/>
            </a:prstGeom>
            <a:solidFill>
              <a:srgbClr val="7C9BFF"/>
            </a:solidFill>
            <a:ln>
              <a:noFill/>
            </a:ln>
          </p:spPr>
        </p:sp>
        <p:sp>
          <p:nvSpPr>
            <p:cNvPr id="90" name="node01.row.dxc-43-node01-rows-7.c6.heat-gap"/>
            <p:cNvSpPr/>
            <p:nvPr/>
          </p:nvSpPr>
          <p:spPr>
            <a:xfrm>
              <a:off x="10096500" y="4241800"/>
              <a:ext cx="1371600" cy="381000"/>
            </a:xfrm>
            <a:prstGeom prst="rect">
              <a:avLst/>
            </a:prstGeom>
            <a:solidFill>
              <a:srgbClr val="FFFFFF"/>
            </a:solidFill>
            <a:ln>
              <a:noFill/>
            </a:ln>
          </p:spPr>
        </p:sp>
        <p:sp>
          <p:nvSpPr>
            <p:cNvPr id="91" name="node01.row.dxc-43-node01-rows-7.c6.heat"/>
            <p:cNvSpPr/>
            <p:nvPr/>
          </p:nvSpPr>
          <p:spPr>
            <a:xfrm>
              <a:off x="10115550" y="4260850"/>
              <a:ext cx="1333500" cy="342900"/>
            </a:xfrm>
            <a:prstGeom prst="rect">
              <a:avLst/>
            </a:prstGeom>
            <a:solidFill>
              <a:srgbClr val="7C9BFF"/>
            </a:solidFill>
            <a:ln>
              <a:noFill/>
            </a:ln>
          </p:spPr>
        </p:sp>
        <p:sp>
          <p:nvSpPr>
            <p:cNvPr id="92" name="node01.row.dxc-43-node01-rows-8.c1.heat-gap"/>
            <p:cNvSpPr/>
            <p:nvPr/>
          </p:nvSpPr>
          <p:spPr>
            <a:xfrm>
              <a:off x="3238500" y="4622800"/>
              <a:ext cx="1371600" cy="381000"/>
            </a:xfrm>
            <a:prstGeom prst="rect">
              <a:avLst/>
            </a:prstGeom>
            <a:solidFill>
              <a:srgbClr val="FFFFFF"/>
            </a:solidFill>
            <a:ln>
              <a:noFill/>
            </a:ln>
          </p:spPr>
        </p:sp>
        <p:sp>
          <p:nvSpPr>
            <p:cNvPr id="93" name="node01.row.dxc-43-node01-rows-8.c1.heat"/>
            <p:cNvSpPr/>
            <p:nvPr/>
          </p:nvSpPr>
          <p:spPr>
            <a:xfrm>
              <a:off x="3257550" y="4641850"/>
              <a:ext cx="1333500" cy="342900"/>
            </a:xfrm>
            <a:prstGeom prst="rect">
              <a:avLst/>
            </a:prstGeom>
            <a:solidFill>
              <a:srgbClr val="E8EEF8"/>
            </a:solidFill>
            <a:ln>
              <a:noFill/>
            </a:ln>
          </p:spPr>
        </p:sp>
        <p:sp>
          <p:nvSpPr>
            <p:cNvPr id="94" name="node01.row.dxc-43-node01-rows-8.c2.heat-gap"/>
            <p:cNvSpPr/>
            <p:nvPr/>
          </p:nvSpPr>
          <p:spPr>
            <a:xfrm>
              <a:off x="4610100" y="4622800"/>
              <a:ext cx="1371600" cy="381000"/>
            </a:xfrm>
            <a:prstGeom prst="rect">
              <a:avLst/>
            </a:prstGeom>
            <a:solidFill>
              <a:srgbClr val="FFFFFF"/>
            </a:solidFill>
            <a:ln>
              <a:noFill/>
            </a:ln>
          </p:spPr>
        </p:sp>
        <p:sp>
          <p:nvSpPr>
            <p:cNvPr id="95" name="node01.row.dxc-43-node01-rows-8.c2.heat"/>
            <p:cNvSpPr/>
            <p:nvPr/>
          </p:nvSpPr>
          <p:spPr>
            <a:xfrm>
              <a:off x="4629150" y="4641850"/>
              <a:ext cx="1333500" cy="342900"/>
            </a:xfrm>
            <a:prstGeom prst="rect">
              <a:avLst/>
            </a:prstGeom>
            <a:solidFill>
              <a:srgbClr val="E8EEF8"/>
            </a:solidFill>
            <a:ln>
              <a:noFill/>
            </a:ln>
          </p:spPr>
        </p:sp>
        <p:sp>
          <p:nvSpPr>
            <p:cNvPr id="96" name="node01.row.dxc-43-node01-rows-8.c3.heat-gap"/>
            <p:cNvSpPr/>
            <p:nvPr/>
          </p:nvSpPr>
          <p:spPr>
            <a:xfrm>
              <a:off x="5981700" y="4622800"/>
              <a:ext cx="1371600" cy="381000"/>
            </a:xfrm>
            <a:prstGeom prst="rect">
              <a:avLst/>
            </a:prstGeom>
            <a:solidFill>
              <a:srgbClr val="FFFFFF"/>
            </a:solidFill>
            <a:ln>
              <a:noFill/>
            </a:ln>
          </p:spPr>
        </p:sp>
        <p:sp>
          <p:nvSpPr>
            <p:cNvPr id="97" name="node01.row.dxc-43-node01-rows-8.c3.heat"/>
            <p:cNvSpPr/>
            <p:nvPr/>
          </p:nvSpPr>
          <p:spPr>
            <a:xfrm>
              <a:off x="6000750" y="4641850"/>
              <a:ext cx="1333500" cy="342900"/>
            </a:xfrm>
            <a:prstGeom prst="rect">
              <a:avLst/>
            </a:prstGeom>
            <a:solidFill>
              <a:srgbClr val="E8EEF8"/>
            </a:solidFill>
            <a:ln>
              <a:noFill/>
            </a:ln>
          </p:spPr>
        </p:sp>
        <p:sp>
          <p:nvSpPr>
            <p:cNvPr id="98" name="node01.row.dxc-43-node01-rows-8.c4.heat-gap"/>
            <p:cNvSpPr/>
            <p:nvPr/>
          </p:nvSpPr>
          <p:spPr>
            <a:xfrm>
              <a:off x="7353300" y="4622800"/>
              <a:ext cx="1371600" cy="381000"/>
            </a:xfrm>
            <a:prstGeom prst="rect">
              <a:avLst/>
            </a:prstGeom>
            <a:solidFill>
              <a:srgbClr val="FFFFFF"/>
            </a:solidFill>
            <a:ln>
              <a:noFill/>
            </a:ln>
          </p:spPr>
        </p:sp>
        <p:sp>
          <p:nvSpPr>
            <p:cNvPr id="99" name="node01.row.dxc-43-node01-rows-8.c4.heat"/>
            <p:cNvSpPr/>
            <p:nvPr/>
          </p:nvSpPr>
          <p:spPr>
            <a:xfrm>
              <a:off x="7372350" y="4641850"/>
              <a:ext cx="1333500" cy="342900"/>
            </a:xfrm>
            <a:prstGeom prst="rect">
              <a:avLst/>
            </a:prstGeom>
            <a:solidFill>
              <a:srgbClr val="E8EEF8"/>
            </a:solidFill>
            <a:ln>
              <a:noFill/>
            </a:ln>
          </p:spPr>
        </p:sp>
        <p:sp>
          <p:nvSpPr>
            <p:cNvPr id="100" name="node01.row.dxc-43-node01-rows-8.c5.heat-gap"/>
            <p:cNvSpPr/>
            <p:nvPr/>
          </p:nvSpPr>
          <p:spPr>
            <a:xfrm>
              <a:off x="8724900" y="4622800"/>
              <a:ext cx="1371600" cy="381000"/>
            </a:xfrm>
            <a:prstGeom prst="rect">
              <a:avLst/>
            </a:prstGeom>
            <a:solidFill>
              <a:srgbClr val="FFFFFF"/>
            </a:solidFill>
            <a:ln>
              <a:noFill/>
            </a:ln>
          </p:spPr>
        </p:sp>
        <p:sp>
          <p:nvSpPr>
            <p:cNvPr id="101" name="node01.row.dxc-43-node01-rows-8.c5.heat"/>
            <p:cNvSpPr/>
            <p:nvPr/>
          </p:nvSpPr>
          <p:spPr>
            <a:xfrm>
              <a:off x="8743950" y="4641850"/>
              <a:ext cx="1333500" cy="342900"/>
            </a:xfrm>
            <a:prstGeom prst="rect">
              <a:avLst/>
            </a:prstGeom>
            <a:solidFill>
              <a:srgbClr val="E8EEF8"/>
            </a:solidFill>
            <a:ln>
              <a:noFill/>
            </a:ln>
          </p:spPr>
        </p:sp>
        <p:sp>
          <p:nvSpPr>
            <p:cNvPr id="102" name="node01.row.dxc-43-node01-rows-8.c6.heat-gap"/>
            <p:cNvSpPr/>
            <p:nvPr/>
          </p:nvSpPr>
          <p:spPr>
            <a:xfrm>
              <a:off x="10096500" y="4622800"/>
              <a:ext cx="1371600" cy="381000"/>
            </a:xfrm>
            <a:prstGeom prst="rect">
              <a:avLst/>
            </a:prstGeom>
            <a:solidFill>
              <a:srgbClr val="FFFFFF"/>
            </a:solidFill>
            <a:ln>
              <a:noFill/>
            </a:ln>
          </p:spPr>
        </p:sp>
        <p:sp>
          <p:nvSpPr>
            <p:cNvPr id="103" name="node01.row.dxc-43-node01-rows-8.c6.heat"/>
            <p:cNvSpPr/>
            <p:nvPr/>
          </p:nvSpPr>
          <p:spPr>
            <a:xfrm>
              <a:off x="10115550" y="4641850"/>
              <a:ext cx="1333500" cy="342900"/>
            </a:xfrm>
            <a:prstGeom prst="rect">
              <a:avLst/>
            </a:prstGeom>
            <a:solidFill>
              <a:srgbClr val="7C9BFF"/>
            </a:solidFill>
            <a:ln>
              <a:noFill/>
            </a:ln>
          </p:spPr>
        </p:sp>
        <p:sp>
          <p:nvSpPr>
            <p:cNvPr id="104" name="node01.row.dxc-43-node01-rows-9.c1.heat-gap"/>
            <p:cNvSpPr/>
            <p:nvPr/>
          </p:nvSpPr>
          <p:spPr>
            <a:xfrm>
              <a:off x="3238500" y="5003800"/>
              <a:ext cx="1371600" cy="381000"/>
            </a:xfrm>
            <a:prstGeom prst="rect">
              <a:avLst/>
            </a:prstGeom>
            <a:solidFill>
              <a:srgbClr val="FFFFFF"/>
            </a:solidFill>
            <a:ln>
              <a:noFill/>
            </a:ln>
          </p:spPr>
        </p:sp>
        <p:sp>
          <p:nvSpPr>
            <p:cNvPr id="105" name="node01.row.dxc-43-node01-rows-9.c1.heat"/>
            <p:cNvSpPr/>
            <p:nvPr/>
          </p:nvSpPr>
          <p:spPr>
            <a:xfrm>
              <a:off x="3257550" y="5022850"/>
              <a:ext cx="1333500" cy="342900"/>
            </a:xfrm>
            <a:prstGeom prst="rect">
              <a:avLst/>
            </a:prstGeom>
            <a:solidFill>
              <a:srgbClr val="B9C9F0"/>
            </a:solidFill>
            <a:ln>
              <a:noFill/>
            </a:ln>
          </p:spPr>
        </p:sp>
        <p:sp>
          <p:nvSpPr>
            <p:cNvPr id="106" name="node01.row.dxc-43-node01-rows-9.c2.heat-gap"/>
            <p:cNvSpPr/>
            <p:nvPr/>
          </p:nvSpPr>
          <p:spPr>
            <a:xfrm>
              <a:off x="4610100" y="5003800"/>
              <a:ext cx="1371600" cy="381000"/>
            </a:xfrm>
            <a:prstGeom prst="rect">
              <a:avLst/>
            </a:prstGeom>
            <a:solidFill>
              <a:srgbClr val="FFFFFF"/>
            </a:solidFill>
            <a:ln>
              <a:noFill/>
            </a:ln>
          </p:spPr>
        </p:sp>
        <p:sp>
          <p:nvSpPr>
            <p:cNvPr id="107" name="node01.row.dxc-43-node01-rows-9.c2.heat"/>
            <p:cNvSpPr/>
            <p:nvPr/>
          </p:nvSpPr>
          <p:spPr>
            <a:xfrm>
              <a:off x="4629150" y="5022850"/>
              <a:ext cx="1333500" cy="342900"/>
            </a:xfrm>
            <a:prstGeom prst="rect">
              <a:avLst/>
            </a:prstGeom>
            <a:solidFill>
              <a:srgbClr val="E8EEF8"/>
            </a:solidFill>
            <a:ln>
              <a:noFill/>
            </a:ln>
          </p:spPr>
        </p:sp>
        <p:sp>
          <p:nvSpPr>
            <p:cNvPr id="108" name="node01.row.dxc-43-node01-rows-9.c3.heat-gap"/>
            <p:cNvSpPr/>
            <p:nvPr/>
          </p:nvSpPr>
          <p:spPr>
            <a:xfrm>
              <a:off x="5981700" y="5003800"/>
              <a:ext cx="1371600" cy="381000"/>
            </a:xfrm>
            <a:prstGeom prst="rect">
              <a:avLst/>
            </a:prstGeom>
            <a:solidFill>
              <a:srgbClr val="FFFFFF"/>
            </a:solidFill>
            <a:ln>
              <a:noFill/>
            </a:ln>
          </p:spPr>
        </p:sp>
        <p:sp>
          <p:nvSpPr>
            <p:cNvPr id="109" name="node01.row.dxc-43-node01-rows-9.c3.heat"/>
            <p:cNvSpPr/>
            <p:nvPr/>
          </p:nvSpPr>
          <p:spPr>
            <a:xfrm>
              <a:off x="6000750" y="5022850"/>
              <a:ext cx="1333500" cy="342900"/>
            </a:xfrm>
            <a:prstGeom prst="rect">
              <a:avLst/>
            </a:prstGeom>
            <a:solidFill>
              <a:srgbClr val="7C9BFF"/>
            </a:solidFill>
            <a:ln>
              <a:noFill/>
            </a:ln>
          </p:spPr>
        </p:sp>
        <p:sp>
          <p:nvSpPr>
            <p:cNvPr id="110" name="node01.row.dxc-43-node01-rows-9.c4.heat-gap"/>
            <p:cNvSpPr/>
            <p:nvPr/>
          </p:nvSpPr>
          <p:spPr>
            <a:xfrm>
              <a:off x="7353300" y="5003800"/>
              <a:ext cx="1371600" cy="381000"/>
            </a:xfrm>
            <a:prstGeom prst="rect">
              <a:avLst/>
            </a:prstGeom>
            <a:solidFill>
              <a:srgbClr val="FFFFFF"/>
            </a:solidFill>
            <a:ln>
              <a:noFill/>
            </a:ln>
          </p:spPr>
        </p:sp>
        <p:sp>
          <p:nvSpPr>
            <p:cNvPr id="111" name="node01.row.dxc-43-node01-rows-9.c4.heat"/>
            <p:cNvSpPr/>
            <p:nvPr/>
          </p:nvSpPr>
          <p:spPr>
            <a:xfrm>
              <a:off x="7372350" y="5022850"/>
              <a:ext cx="1333500" cy="342900"/>
            </a:xfrm>
            <a:prstGeom prst="rect">
              <a:avLst/>
            </a:prstGeom>
            <a:solidFill>
              <a:srgbClr val="070154"/>
            </a:solidFill>
            <a:ln>
              <a:noFill/>
            </a:ln>
          </p:spPr>
        </p:sp>
        <p:sp>
          <p:nvSpPr>
            <p:cNvPr id="112" name="node01.row.dxc-43-node01-rows-9.c5.heat-gap"/>
            <p:cNvSpPr/>
            <p:nvPr/>
          </p:nvSpPr>
          <p:spPr>
            <a:xfrm>
              <a:off x="8724900" y="5003800"/>
              <a:ext cx="1371600" cy="381000"/>
            </a:xfrm>
            <a:prstGeom prst="rect">
              <a:avLst/>
            </a:prstGeom>
            <a:solidFill>
              <a:srgbClr val="FFFFFF"/>
            </a:solidFill>
            <a:ln>
              <a:noFill/>
            </a:ln>
          </p:spPr>
        </p:sp>
        <p:sp>
          <p:nvSpPr>
            <p:cNvPr id="113" name="node01.row.dxc-43-node01-rows-9.c5.heat"/>
            <p:cNvSpPr/>
            <p:nvPr/>
          </p:nvSpPr>
          <p:spPr>
            <a:xfrm>
              <a:off x="8743950" y="5022850"/>
              <a:ext cx="1333500" cy="342900"/>
            </a:xfrm>
            <a:prstGeom prst="rect">
              <a:avLst/>
            </a:prstGeom>
            <a:solidFill>
              <a:srgbClr val="7C9BFF"/>
            </a:solidFill>
            <a:ln>
              <a:noFill/>
            </a:ln>
          </p:spPr>
        </p:sp>
        <p:sp>
          <p:nvSpPr>
            <p:cNvPr id="114" name="node01.row.dxc-43-node01-rows-9.c6.heat-gap"/>
            <p:cNvSpPr/>
            <p:nvPr/>
          </p:nvSpPr>
          <p:spPr>
            <a:xfrm>
              <a:off x="10096500" y="5003800"/>
              <a:ext cx="1371600" cy="381000"/>
            </a:xfrm>
            <a:prstGeom prst="rect">
              <a:avLst/>
            </a:prstGeom>
            <a:solidFill>
              <a:srgbClr val="FFFFFF"/>
            </a:solidFill>
            <a:ln>
              <a:noFill/>
            </a:ln>
          </p:spPr>
        </p:sp>
        <p:sp>
          <p:nvSpPr>
            <p:cNvPr id="115" name="node01.row.dxc-43-node01-rows-9.c6.heat"/>
            <p:cNvSpPr/>
            <p:nvPr/>
          </p:nvSpPr>
          <p:spPr>
            <a:xfrm>
              <a:off x="10115550" y="5022850"/>
              <a:ext cx="1333500" cy="342900"/>
            </a:xfrm>
            <a:prstGeom prst="rect">
              <a:avLst/>
            </a:prstGeom>
            <a:solidFill>
              <a:srgbClr val="E8EEF8"/>
            </a:solidFill>
            <a:ln>
              <a:noFill/>
            </a:ln>
          </p:spPr>
        </p:sp>
        <p:graphicFrame>
          <p:nvGraphicFramePr>
            <p:cNvPr id="116"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784600"/>
          </p:xfrm>
          <a:graphic>
            <a:graphicData uri="http://schemas.openxmlformats.org/drawingml/2006/table">
              <a:tbl>
                <a:tblPr/>
                <a:tblGrid>
                  <a:gridCol w="2514600"/>
                  <a:gridCol w="1371600"/>
                  <a:gridCol w="1371600"/>
                  <a:gridCol w="1371600"/>
                  <a:gridCol w="1371600"/>
                  <a:gridCol w="1371600"/>
                  <a:gridCol w="1371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PRACTICE AREA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IDENTIFY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PRIORITIZATION</a:t>
                        </a:r>
                        <a:endParaRPr lang="en-US" sz="900" spc="54" kern="0" b="0" i="0" dirty="0">
                          <a:solidFill>
                            <a:srgbClr val="070154"/>
                          </a:solidFill>
                          <a:latin typeface="IBM Plex Mono SemiBold"/>
                          <a:ea typeface="IBM Plex Mono SemiBold"/>
                          <a:cs typeface="IBM Plex Mono SemiBold"/>
                        </a:endParaRPr>
                      </a:p>
                    </a:txBody>
                    <a:tcPr marL="76200" marR="762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DEFINITION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BUILD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RELEASE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GTM</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Customer evidence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Roadmap and prioritization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Ownership and decisions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definition and design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 Engineering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Release validation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Commercial enablement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Measurement and feedback</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AI-enabled delivery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128" name="node02"/>
          <p:cNvGrpSpPr/>
          <p:nvPr/>
        </p:nvGrpSpPr>
        <p:grpSpPr>
          <a:xfrm>
            <a:off x="723900" y="5486400"/>
            <a:ext cx="7897813" cy="228600"/>
            <a:chOff x="723900" y="5486400"/>
            <a:chExt cx="7897813" cy="228600"/>
          </a:xfrm>
        </p:grpSpPr>
        <p:sp>
          <p:nvSpPr>
            <p:cNvPr id="117" name="node02.items.dxc-43-node02-items-1.swatch"/>
            <p:cNvSpPr/>
            <p:nvPr/>
          </p:nvSpPr>
          <p:spPr>
            <a:xfrm>
              <a:off x="723900" y="5537200"/>
              <a:ext cx="228600" cy="127000"/>
            </a:xfrm>
            <a:prstGeom prst="rect">
              <a:avLst/>
            </a:prstGeom>
            <a:solidFill>
              <a:srgbClr val="E8EEF8"/>
            </a:solidFill>
            <a:ln>
              <a:noFill/>
            </a:ln>
          </p:spPr>
        </p:sp>
        <p:sp>
          <p:nvSpPr>
            <p:cNvPr id="118" name="node02.items.dxc-43-node02-items-1.text"/>
            <p:cNvSpPr/>
            <p:nvPr/>
          </p:nvSpPr>
          <p:spPr>
            <a:xfrm>
              <a:off x="1016000" y="5486400"/>
              <a:ext cx="9128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0 · Not rated</a:t>
              </a:r>
              <a:endParaRPr lang="en-US" sz="1200" spc="0" kern="0" b="0" i="0" dirty="0">
                <a:solidFill>
                  <a:srgbClr val="070154"/>
                </a:solidFill>
                <a:latin typeface="IBM Plex Sans"/>
                <a:ea typeface="IBM Plex Sans"/>
                <a:cs typeface="IBM Plex Sans"/>
              </a:endParaRPr>
            </a:p>
          </p:txBody>
        </p:sp>
        <p:sp>
          <p:nvSpPr>
            <p:cNvPr id="119" name="node02.items.dxc-43-node02-items-2.swatch"/>
            <p:cNvSpPr/>
            <p:nvPr/>
          </p:nvSpPr>
          <p:spPr>
            <a:xfrm>
              <a:off x="2157413" y="5537200"/>
              <a:ext cx="228600" cy="127000"/>
            </a:xfrm>
            <a:prstGeom prst="rect">
              <a:avLst/>
            </a:prstGeom>
            <a:solidFill>
              <a:srgbClr val="B9C9F0"/>
            </a:solidFill>
            <a:ln>
              <a:noFill/>
            </a:ln>
          </p:spPr>
        </p:sp>
        <p:sp>
          <p:nvSpPr>
            <p:cNvPr id="120" name="node02.items.dxc-43-node02-items-2.text"/>
            <p:cNvSpPr/>
            <p:nvPr/>
          </p:nvSpPr>
          <p:spPr>
            <a:xfrm>
              <a:off x="2449513" y="5486400"/>
              <a:ext cx="914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 Emerging</a:t>
              </a:r>
              <a:endParaRPr lang="en-US" sz="1200" spc="0" kern="0" b="0" i="0" dirty="0">
                <a:solidFill>
                  <a:srgbClr val="070154"/>
                </a:solidFill>
                <a:latin typeface="IBM Plex Sans"/>
                <a:ea typeface="IBM Plex Sans"/>
                <a:cs typeface="IBM Plex Sans"/>
              </a:endParaRPr>
            </a:p>
          </p:txBody>
        </p:sp>
        <p:sp>
          <p:nvSpPr>
            <p:cNvPr id="121" name="node02.items.dxc-43-node02-items-3.swatch"/>
            <p:cNvSpPr/>
            <p:nvPr/>
          </p:nvSpPr>
          <p:spPr>
            <a:xfrm>
              <a:off x="3592513" y="5537200"/>
              <a:ext cx="228600" cy="127000"/>
            </a:xfrm>
            <a:prstGeom prst="rect">
              <a:avLst/>
            </a:prstGeom>
            <a:solidFill>
              <a:srgbClr val="7C9BFF"/>
            </a:solidFill>
            <a:ln>
              <a:noFill/>
            </a:ln>
          </p:spPr>
        </p:sp>
        <p:sp>
          <p:nvSpPr>
            <p:cNvPr id="122" name="node02.items.dxc-43-node02-items-3.text"/>
            <p:cNvSpPr/>
            <p:nvPr/>
          </p:nvSpPr>
          <p:spPr>
            <a:xfrm>
              <a:off x="3884613" y="5486400"/>
              <a:ext cx="103187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 Developing</a:t>
              </a:r>
              <a:endParaRPr lang="en-US" sz="1200" spc="0" kern="0" b="0" i="0" dirty="0">
                <a:solidFill>
                  <a:srgbClr val="070154"/>
                </a:solidFill>
                <a:latin typeface="IBM Plex Sans"/>
                <a:ea typeface="IBM Plex Sans"/>
                <a:cs typeface="IBM Plex Sans"/>
              </a:endParaRPr>
            </a:p>
          </p:txBody>
        </p:sp>
        <p:sp>
          <p:nvSpPr>
            <p:cNvPr id="123" name="node02.items.dxc-43-node02-items-4.swatch"/>
            <p:cNvSpPr/>
            <p:nvPr/>
          </p:nvSpPr>
          <p:spPr>
            <a:xfrm>
              <a:off x="5145088" y="5537200"/>
              <a:ext cx="228600" cy="127000"/>
            </a:xfrm>
            <a:prstGeom prst="rect">
              <a:avLst/>
            </a:prstGeom>
            <a:solidFill>
              <a:srgbClr val="0047FF"/>
            </a:solidFill>
            <a:ln>
              <a:noFill/>
            </a:ln>
          </p:spPr>
        </p:sp>
        <p:sp>
          <p:nvSpPr>
            <p:cNvPr id="124" name="node02.items.dxc-43-node02-items-4.text"/>
            <p:cNvSpPr/>
            <p:nvPr/>
          </p:nvSpPr>
          <p:spPr>
            <a:xfrm>
              <a:off x="5437188" y="5486400"/>
              <a:ext cx="13557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 Variable/pocket</a:t>
              </a:r>
              <a:endParaRPr lang="en-US" sz="1200" spc="0" kern="0" b="0" i="0" dirty="0">
                <a:solidFill>
                  <a:srgbClr val="070154"/>
                </a:solidFill>
                <a:latin typeface="IBM Plex Sans"/>
                <a:ea typeface="IBM Plex Sans"/>
                <a:cs typeface="IBM Plex Sans"/>
              </a:endParaRPr>
            </a:p>
          </p:txBody>
        </p:sp>
        <p:sp>
          <p:nvSpPr>
            <p:cNvPr id="125" name="node02.items.dxc-43-node02-items-5.swatch"/>
            <p:cNvSpPr/>
            <p:nvPr/>
          </p:nvSpPr>
          <p:spPr>
            <a:xfrm>
              <a:off x="7021513" y="5537200"/>
              <a:ext cx="228600" cy="127000"/>
            </a:xfrm>
            <a:prstGeom prst="rect">
              <a:avLst/>
            </a:prstGeom>
            <a:solidFill>
              <a:srgbClr val="070154"/>
            </a:solidFill>
            <a:ln>
              <a:noFill/>
            </a:ln>
          </p:spPr>
        </p:sp>
        <p:sp>
          <p:nvSpPr>
            <p:cNvPr id="126" name="node02.items.dxc-43-node02-items-5.text"/>
            <p:cNvSpPr/>
            <p:nvPr/>
          </p:nvSpPr>
          <p:spPr>
            <a:xfrm>
              <a:off x="7313613" y="5486400"/>
              <a:ext cx="1308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 Leading pocket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name="dxc-04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WORKING HYPOTHESES · SESSIONS, SURVEY N=44, 2024–26 RELEASE CALENDAR</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Engineering practices: working ratings by platform</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44</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013200"/>
            <a:chOff x="723900" y="1600200"/>
            <a:chExt cx="10744200" cy="4013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685800"/>
                  <a:gridCol w="2438400"/>
                  <a:gridCol w="1676400"/>
                  <a:gridCol w="1600200"/>
                  <a:gridCol w="2514600"/>
                  <a:gridCol w="182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ID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ENGINEERING PRACTICE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CORE (JAVA)</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RECONCILE AI</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EVIDENCE TO VALIDATE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OTHER PODS / ACTION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Technical design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owner gap; Recon TL signs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 · Rec 03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AI-assisted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Copilot Jan 2026; epic AI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Variable · E5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automation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manual; XConnect ~100%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Variable · E2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promotion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Rebuild hypothesis; CAB gaps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 · E1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Access / test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Months waiting; read-only gap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 · E3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Operability / run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2026: half unplanned; credentials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 · E1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Delivery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~65 pts; no DORA baseline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 · E4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08</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Knowledge sharing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dependency; onboarding gaps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 · Rec 04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name="dxc-045">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45</a:t>
            </a:fld>
            <a:endParaRPr lang="en-US" sz="700" spc="0" kern="0" b="0" i="0" dirty="0">
              <a:solidFill>
                <a:srgbClr val="070154"/>
              </a:solidFill>
              <a:latin typeface="IBM Plex Mono SemiBold"/>
              <a:ea typeface="IBM Plex Mono SemiBold"/>
              <a:cs typeface="IBM Plex Mono SemiBold"/>
            </a:endParaRPr>
          </a:p>
        </p:txBody>
      </p:sp>
      <p:grpSp>
        <p:nvGrpSpPr>
          <p:cNvPr id="27" name="release-health"/>
          <p:cNvGrpSpPr/>
          <p:nvPr/>
        </p:nvGrpSpPr>
        <p:grpSpPr>
          <a:xfrm>
            <a:off x="723900" y="1600200"/>
            <a:ext cx="7086600" cy="3733800"/>
            <a:chOff x="723900" y="1600200"/>
            <a:chExt cx="7086600" cy="3733800"/>
          </a:xfrm>
        </p:grpSpPr>
        <p:graphicFrame>
          <p:nvGraphicFramePr>
            <p:cNvPr id="5" name="release-health.native" descr=""/>
            <p:cNvGraphicFramePr/>
            <p:nvPr/>
          </p:nvGraphicFramePr>
          <p:xfrm>
            <a:off x="723900" y="1714500"/>
            <a:ext cx="7086600" cy="3619500"/>
          </p:xfrm>
          <a:graphic xmlns:a="http://schemas.openxmlformats.org/drawingml/2006/main">
            <a:graphicData uri="http://schemas.openxmlformats.org/drawingml/2006/chart">
              <c:chart xmlns:c="http://schemas.openxmlformats.org/drawingml/2006/chart" r:id="rId1"/>
            </a:graphicData>
          </a:graphic>
        </p:graphicFrame>
        <p:sp>
          <p:nvSpPr>
            <p:cNvPr id="6" name="release-health.total-1"/>
            <p:cNvSpPr/>
            <p:nvPr/>
          </p:nvSpPr>
          <p:spPr>
            <a:xfrm>
              <a:off x="723900" y="3095837"/>
              <a:ext cx="1955800" cy="152400"/>
            </a:xfrm>
            <a:prstGeom prst="rect">
              <a:avLst/>
            </a:prstGeom>
            <a:noFill/>
            <a:ln/>
          </p:spPr>
          <p:txBody>
            <a:bodyPr wrap="square" lIns="0" tIns="0" rIns="0" bIns="0" rtlCol="0" anchor="t"/>
            <a:lstStyle/>
            <a:p>
              <a:pPr algn="ctr" indent="0" marL="0">
                <a:lnSpc>
                  <a:spcPts val="1200"/>
                </a:lnSpc>
                <a:buNone/>
              </a:pPr>
              <a:r>
                <a:rPr lang="en-US" sz="1000" spc="0" kern="0" b="0" i="0" dirty="0">
                  <a:solidFill>
                    <a:srgbClr val="070154"/>
                  </a:solidFill>
                  <a:latin typeface="IBM Plex Mono SemiBold"/>
                  <a:ea typeface="IBM Plex Mono SemiBold"/>
                  <a:cs typeface="IBM Plex Mono SemiBold"/>
                </a:rPr>
                <a:t>17</a:t>
              </a:r>
              <a:endParaRPr lang="en-US" sz="1000" spc="0" kern="0" b="0" i="0" dirty="0">
                <a:solidFill>
                  <a:srgbClr val="070154"/>
                </a:solidFill>
                <a:latin typeface="IBM Plex Mono SemiBold"/>
                <a:ea typeface="IBM Plex Mono SemiBold"/>
                <a:cs typeface="IBM Plex Mono SemiBold"/>
              </a:endParaRPr>
            </a:p>
          </p:txBody>
        </p:sp>
        <p:sp>
          <p:nvSpPr>
            <p:cNvPr id="7" name="release-health.total-2"/>
            <p:cNvSpPr/>
            <p:nvPr/>
          </p:nvSpPr>
          <p:spPr>
            <a:xfrm>
              <a:off x="2679700" y="2458297"/>
              <a:ext cx="1955800" cy="152400"/>
            </a:xfrm>
            <a:prstGeom prst="rect">
              <a:avLst/>
            </a:prstGeom>
            <a:noFill/>
            <a:ln/>
          </p:spPr>
          <p:txBody>
            <a:bodyPr wrap="square" lIns="0" tIns="0" rIns="0" bIns="0" rtlCol="0" anchor="t"/>
            <a:lstStyle/>
            <a:p>
              <a:pPr algn="ctr" indent="0" marL="0">
                <a:lnSpc>
                  <a:spcPts val="1200"/>
                </a:lnSpc>
                <a:buNone/>
              </a:pPr>
              <a:r>
                <a:rPr lang="en-US" sz="1000" spc="0" kern="0" b="0" i="0" dirty="0">
                  <a:solidFill>
                    <a:srgbClr val="070154"/>
                  </a:solidFill>
                  <a:latin typeface="IBM Plex Mono SemiBold"/>
                  <a:ea typeface="IBM Plex Mono SemiBold"/>
                  <a:cs typeface="IBM Plex Mono SemiBold"/>
                </a:rPr>
                <a:t>23</a:t>
              </a:r>
              <a:endParaRPr lang="en-US" sz="1000" spc="0" kern="0" b="0" i="0" dirty="0">
                <a:solidFill>
                  <a:srgbClr val="070154"/>
                </a:solidFill>
                <a:latin typeface="IBM Plex Mono SemiBold"/>
                <a:ea typeface="IBM Plex Mono SemiBold"/>
                <a:cs typeface="IBM Plex Mono SemiBold"/>
              </a:endParaRPr>
            </a:p>
          </p:txBody>
        </p:sp>
        <p:sp>
          <p:nvSpPr>
            <p:cNvPr id="8" name="release-health.total-3"/>
            <p:cNvSpPr/>
            <p:nvPr/>
          </p:nvSpPr>
          <p:spPr>
            <a:xfrm>
              <a:off x="4635500" y="1714500"/>
              <a:ext cx="1955800" cy="152400"/>
            </a:xfrm>
            <a:prstGeom prst="rect">
              <a:avLst/>
            </a:prstGeom>
            <a:noFill/>
            <a:ln/>
          </p:spPr>
          <p:txBody>
            <a:bodyPr wrap="square" lIns="0" tIns="0" rIns="0" bIns="0" rtlCol="0" anchor="t"/>
            <a:lstStyle/>
            <a:p>
              <a:pPr algn="ctr" indent="0" marL="0">
                <a:lnSpc>
                  <a:spcPts val="1200"/>
                </a:lnSpc>
                <a:buNone/>
              </a:pPr>
              <a:r>
                <a:rPr lang="en-US" sz="1000" spc="0" kern="0" b="0" i="0" dirty="0">
                  <a:solidFill>
                    <a:srgbClr val="070154"/>
                  </a:solidFill>
                  <a:latin typeface="IBM Plex Mono SemiBold"/>
                  <a:ea typeface="IBM Plex Mono SemiBold"/>
                  <a:cs typeface="IBM Plex Mono SemiBold"/>
                </a:rPr>
                <a:t>30</a:t>
              </a:r>
              <a:endParaRPr lang="en-US" sz="1000" spc="0" kern="0" b="0" i="0" dirty="0">
                <a:solidFill>
                  <a:srgbClr val="070154"/>
                </a:solidFill>
                <a:latin typeface="IBM Plex Mono SemiBold"/>
                <a:ea typeface="IBM Plex Mono SemiBold"/>
                <a:cs typeface="IBM Plex Mono SemiBold"/>
              </a:endParaRPr>
            </a:p>
          </p:txBody>
        </p:sp>
        <p:sp>
          <p:nvSpPr>
            <p:cNvPr id="9" name="release-health.series-label-1"/>
            <p:cNvSpPr/>
            <p:nvPr/>
          </p:nvSpPr>
          <p:spPr>
            <a:xfrm>
              <a:off x="6553200" y="4194175"/>
              <a:ext cx="1257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Standard release</a:t>
              </a:r>
              <a:endParaRPr lang="en-US" sz="1200" spc="0" kern="0" b="0" i="0" dirty="0">
                <a:solidFill>
                  <a:srgbClr val="070154"/>
                </a:solidFill>
                <a:latin typeface="IBM Plex Sans"/>
                <a:ea typeface="IBM Plex Sans"/>
                <a:cs typeface="IBM Plex Sans"/>
              </a:endParaRPr>
            </a:p>
          </p:txBody>
        </p:sp>
        <p:sp>
          <p:nvSpPr>
            <p:cNvPr id="10" name="release-health.series-label-2"/>
            <p:cNvSpPr/>
            <p:nvPr/>
          </p:nvSpPr>
          <p:spPr>
            <a:xfrm>
              <a:off x="6553200" y="2812838"/>
              <a:ext cx="1257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Patch</a:t>
              </a:r>
              <a:endParaRPr lang="en-US" sz="1200" spc="0" kern="0" b="0" i="0" dirty="0">
                <a:solidFill>
                  <a:srgbClr val="070154"/>
                </a:solidFill>
                <a:latin typeface="IBM Plex Sans"/>
                <a:ea typeface="IBM Plex Sans"/>
                <a:cs typeface="IBM Plex Sans"/>
              </a:endParaRPr>
            </a:p>
          </p:txBody>
        </p:sp>
        <p:sp>
          <p:nvSpPr>
            <p:cNvPr id="11" name="release-health.series-label-3"/>
            <p:cNvSpPr/>
            <p:nvPr/>
          </p:nvSpPr>
          <p:spPr>
            <a:xfrm>
              <a:off x="6553200" y="2122170"/>
              <a:ext cx="1257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Off-version release</a:t>
              </a:r>
              <a:endParaRPr lang="en-US" sz="1200" spc="0" kern="0" b="0" i="0" dirty="0">
                <a:solidFill>
                  <a:srgbClr val="070154"/>
                </a:solidFill>
                <a:latin typeface="IBM Plex Sans"/>
                <a:ea typeface="IBM Plex Sans"/>
                <a:cs typeface="IBM Plex Sans"/>
              </a:endParaRPr>
            </a:p>
          </p:txBody>
        </p:sp>
        <p:sp>
          <p:nvSpPr>
            <p:cNvPr id="12" name="release-health.series-label-4"/>
            <p:cNvSpPr/>
            <p:nvPr/>
          </p:nvSpPr>
          <p:spPr>
            <a:xfrm>
              <a:off x="6553200" y="1909657"/>
              <a:ext cx="1257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Rollback</a:t>
              </a:r>
              <a:endParaRPr lang="en-US" sz="1200" spc="0" kern="0" b="0" i="0" dirty="0">
                <a:solidFill>
                  <a:srgbClr val="070154"/>
                </a:solidFill>
                <a:latin typeface="IBM Plex Sans"/>
                <a:ea typeface="IBM Plex Sans"/>
                <a:cs typeface="IBM Plex Sans"/>
              </a:endParaRPr>
            </a:p>
          </p:txBody>
        </p:sp>
      </p:grpSp>
      <p:grpSp>
        <p:nvGrpSpPr>
          <p:cNvPr id="28" name="fact0"/>
          <p:cNvGrpSpPr/>
          <p:nvPr/>
        </p:nvGrpSpPr>
        <p:grpSpPr>
          <a:xfrm>
            <a:off x="8039100" y="1600200"/>
            <a:ext cx="3429000" cy="1143000"/>
            <a:chOff x="8039100" y="1600200"/>
            <a:chExt cx="3429000" cy="1143000"/>
          </a:xfrm>
        </p:grpSpPr>
        <p:sp>
          <p:nvSpPr>
            <p:cNvPr id="13" name="fact0.container"/>
            <p:cNvSpPr/>
            <p:nvPr/>
          </p:nvSpPr>
          <p:spPr>
            <a:xfrm>
              <a:off x="8039100" y="1600200"/>
              <a:ext cx="3429000" cy="1143000"/>
            </a:xfrm>
            <a:prstGeom prst="rect">
              <a:avLst/>
            </a:prstGeom>
            <a:solidFill>
              <a:srgbClr val="E8EEF8"/>
            </a:solidFill>
            <a:ln>
              <a:noFill/>
            </a:ln>
          </p:spPr>
        </p:sp>
      </p:grpSp>
      <p:grpSp>
        <p:nvGrpSpPr>
          <p:cNvPr id="29" name="fact1"/>
          <p:cNvGrpSpPr/>
          <p:nvPr/>
        </p:nvGrpSpPr>
        <p:grpSpPr>
          <a:xfrm>
            <a:off x="8039100" y="2819400"/>
            <a:ext cx="3429000" cy="1143000"/>
            <a:chOff x="8039100" y="2819400"/>
            <a:chExt cx="3429000" cy="1143000"/>
          </a:xfrm>
        </p:grpSpPr>
        <p:sp>
          <p:nvSpPr>
            <p:cNvPr id="14" name="fact1.container"/>
            <p:cNvSpPr/>
            <p:nvPr/>
          </p:nvSpPr>
          <p:spPr>
            <a:xfrm>
              <a:off x="8039100" y="2819400"/>
              <a:ext cx="3429000" cy="1143000"/>
            </a:xfrm>
            <a:prstGeom prst="rect">
              <a:avLst/>
            </a:prstGeom>
            <a:solidFill>
              <a:srgbClr val="E8EEF8"/>
            </a:solidFill>
            <a:ln>
              <a:noFill/>
            </a:ln>
          </p:spPr>
        </p:sp>
      </p:grpSp>
      <p:grpSp>
        <p:nvGrpSpPr>
          <p:cNvPr id="30" name="fact2"/>
          <p:cNvGrpSpPr/>
          <p:nvPr/>
        </p:nvGrpSpPr>
        <p:grpSpPr>
          <a:xfrm>
            <a:off x="8039100" y="4038600"/>
            <a:ext cx="3429000" cy="1143000"/>
            <a:chOff x="8039100" y="4038600"/>
            <a:chExt cx="3429000" cy="1143000"/>
          </a:xfrm>
        </p:grpSpPr>
        <p:sp>
          <p:nvSpPr>
            <p:cNvPr id="15" name="fact2.container"/>
            <p:cNvSpPr/>
            <p:nvPr/>
          </p:nvSpPr>
          <p:spPr>
            <a:xfrm>
              <a:off x="8039100" y="4038600"/>
              <a:ext cx="3429000" cy="1143000"/>
            </a:xfrm>
            <a:prstGeom prst="rect">
              <a:avLst/>
            </a:prstGeom>
            <a:solidFill>
              <a:srgbClr val="E8EEF8"/>
            </a:solidFill>
            <a:ln>
              <a:noFill/>
            </a:ln>
          </p:spPr>
        </p:sp>
      </p:grpSp>
      <p:grpSp>
        <p:nvGrpSpPr>
          <p:cNvPr id="31" name="source-and-caveat"/>
          <p:cNvGrpSpPr/>
          <p:nvPr/>
        </p:nvGrpSpPr>
        <p:grpSpPr>
          <a:xfrm>
            <a:off x="723900" y="5334000"/>
            <a:ext cx="10744200" cy="609600"/>
            <a:chOff x="723900" y="5334000"/>
            <a:chExt cx="10744200" cy="609600"/>
          </a:xfrm>
        </p:grpSpPr>
        <p:sp>
          <p:nvSpPr>
            <p:cNvPr id="16" name="source-and-caveat.surface"/>
            <p:cNvSpPr/>
            <p:nvPr/>
          </p:nvSpPr>
          <p:spPr>
            <a:xfrm>
              <a:off x="723900" y="5334000"/>
              <a:ext cx="10744200" cy="609600"/>
            </a:xfrm>
            <a:prstGeom prst="rect">
              <a:avLst/>
            </a:prstGeom>
            <a:solidFill>
              <a:srgbClr val="E8EEF8"/>
            </a:solidFill>
            <a:ln>
              <a:noFill/>
            </a:ln>
          </p:spPr>
        </p:sp>
        <p:sp>
          <p:nvSpPr>
            <p:cNvPr id="17" name="source-and-caveat.text"/>
            <p:cNvSpPr/>
            <p:nvPr/>
          </p:nvSpPr>
          <p:spPr>
            <a:xfrm>
              <a:off x="876300" y="5486400"/>
              <a:ext cx="104394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Half of 2026 changes were unplanned: defects, rollbacks, and credential or certificate fixes. Each merits a root-cause review (E1).</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Source: DXC Production Release Calendar, Jan 2024 – Sep 2026; Core applications only; 2024–25 did not label patches.</a:t>
              </a:r>
              <a:endParaRPr lang="en-US" sz="900" spc="0" kern="0" b="0" i="0" dirty="0">
                <a:solidFill>
                  <a:srgbClr val="070154"/>
                </a:solidFill>
                <a:latin typeface="IBM Plex Sans"/>
                <a:ea typeface="IBM Plex Sans"/>
                <a:cs typeface="IBM Plex Sans"/>
              </a:endParaRPr>
            </a:p>
          </p:txBody>
        </p:sp>
      </p:grpSp>
      <p:grpSp>
        <p:nvGrpSpPr>
          <p:cNvPr id="32" name="fact-number-0"/>
          <p:cNvGrpSpPr/>
          <p:nvPr/>
        </p:nvGrpSpPr>
        <p:grpSpPr>
          <a:xfrm>
            <a:off x="8191500" y="1714500"/>
            <a:ext cx="3124200" cy="304800"/>
            <a:chOff x="8191500" y="1714500"/>
            <a:chExt cx="3124200" cy="304800"/>
          </a:xfrm>
        </p:grpSpPr>
        <p:sp>
          <p:nvSpPr>
            <p:cNvPr id="18" name="fact-number-0.text"/>
            <p:cNvSpPr/>
            <p:nvPr/>
          </p:nvSpPr>
          <p:spPr>
            <a:xfrm>
              <a:off x="8191500" y="17145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50%</a:t>
              </a:r>
              <a:endParaRPr lang="en-US" sz="1800" spc="-18" kern="0" b="0" i="0" dirty="0">
                <a:solidFill>
                  <a:srgbClr val="0047FF"/>
                </a:solidFill>
                <a:latin typeface="IBM Plex Sans SemiBold"/>
                <a:ea typeface="IBM Plex Sans SemiBold"/>
                <a:cs typeface="IBM Plex Sans SemiBold"/>
              </a:endParaRPr>
            </a:p>
          </p:txBody>
        </p:sp>
      </p:grpSp>
      <p:grpSp>
        <p:nvGrpSpPr>
          <p:cNvPr id="33" name="fact-copy-0"/>
          <p:cNvGrpSpPr/>
          <p:nvPr/>
        </p:nvGrpSpPr>
        <p:grpSpPr>
          <a:xfrm>
            <a:off x="8191500" y="2133600"/>
            <a:ext cx="3124200" cy="533400"/>
            <a:chOff x="8191500" y="2133600"/>
            <a:chExt cx="3124200" cy="533400"/>
          </a:xfrm>
        </p:grpSpPr>
        <p:sp>
          <p:nvSpPr>
            <p:cNvPr id="19" name="fact-copy-0.text"/>
            <p:cNvSpPr/>
            <p:nvPr/>
          </p:nvSpPr>
          <p:spPr>
            <a:xfrm>
              <a:off x="8191500" y="2133600"/>
              <a:ext cx="31242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15 of 30 off cadence: 11 patches, 2 off-version, 2 rollbacks.</a:t>
              </a:r>
              <a:endParaRPr lang="en-US" sz="900" spc="0" kern="0" b="0" i="0" dirty="0">
                <a:solidFill>
                  <a:srgbClr val="070154"/>
                </a:solidFill>
                <a:latin typeface="IBM Plex Sans"/>
                <a:ea typeface="IBM Plex Sans"/>
                <a:cs typeface="IBM Plex Sans"/>
              </a:endParaRPr>
            </a:p>
          </p:txBody>
        </p:sp>
      </p:grpSp>
      <p:grpSp>
        <p:nvGrpSpPr>
          <p:cNvPr id="34" name="fact-number-1"/>
          <p:cNvGrpSpPr/>
          <p:nvPr/>
        </p:nvGrpSpPr>
        <p:grpSpPr>
          <a:xfrm>
            <a:off x="8191500" y="2933700"/>
            <a:ext cx="3124200" cy="304800"/>
            <a:chOff x="8191500" y="2933700"/>
            <a:chExt cx="3124200" cy="304800"/>
          </a:xfrm>
        </p:grpSpPr>
        <p:sp>
          <p:nvSpPr>
            <p:cNvPr id="20" name="fact-number-1.text"/>
            <p:cNvSpPr/>
            <p:nvPr/>
          </p:nvSpPr>
          <p:spPr>
            <a:xfrm>
              <a:off x="8191500" y="29337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5 of 11</a:t>
              </a:r>
              <a:endParaRPr lang="en-US" sz="1800" spc="-18" kern="0" b="0" i="0" dirty="0">
                <a:solidFill>
                  <a:srgbClr val="0047FF"/>
                </a:solidFill>
                <a:latin typeface="IBM Plex Sans SemiBold"/>
                <a:ea typeface="IBM Plex Sans SemiBold"/>
                <a:cs typeface="IBM Plex Sans SemiBold"/>
              </a:endParaRPr>
            </a:p>
          </p:txBody>
        </p:sp>
      </p:grpSp>
      <p:grpSp>
        <p:nvGrpSpPr>
          <p:cNvPr id="35" name="fact-copy-1"/>
          <p:cNvGrpSpPr/>
          <p:nvPr/>
        </p:nvGrpSpPr>
        <p:grpSpPr>
          <a:xfrm>
            <a:off x="8191500" y="3352800"/>
            <a:ext cx="3124200" cy="533400"/>
            <a:chOff x="8191500" y="3352800"/>
            <a:chExt cx="3124200" cy="533400"/>
          </a:xfrm>
        </p:grpSpPr>
        <p:sp>
          <p:nvSpPr>
            <p:cNvPr id="21" name="fact-copy-1.text"/>
            <p:cNvSpPr/>
            <p:nvPr/>
          </p:nvSpPr>
          <p:spPr>
            <a:xfrm>
              <a:off x="8191500" y="3352800"/>
              <a:ext cx="31242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Patches: credentials/certificates; two expired Salesforce passwords blocked client workflows.</a:t>
              </a:r>
              <a:endParaRPr lang="en-US" sz="900" spc="0" kern="0" b="0" i="0" dirty="0">
                <a:solidFill>
                  <a:srgbClr val="070154"/>
                </a:solidFill>
                <a:latin typeface="IBM Plex Sans"/>
                <a:ea typeface="IBM Plex Sans"/>
                <a:cs typeface="IBM Plex Sans"/>
              </a:endParaRPr>
            </a:p>
          </p:txBody>
        </p:sp>
      </p:grpSp>
      <p:grpSp>
        <p:nvGrpSpPr>
          <p:cNvPr id="36" name="fact-number-2"/>
          <p:cNvGrpSpPr/>
          <p:nvPr/>
        </p:nvGrpSpPr>
        <p:grpSpPr>
          <a:xfrm>
            <a:off x="8191500" y="4152900"/>
            <a:ext cx="3124200" cy="304800"/>
            <a:chOff x="8191500" y="4152900"/>
            <a:chExt cx="3124200" cy="304800"/>
          </a:xfrm>
        </p:grpSpPr>
        <p:sp>
          <p:nvSpPr>
            <p:cNvPr id="22" name="fact-number-2.text"/>
            <p:cNvSpPr/>
            <p:nvPr/>
          </p:nvSpPr>
          <p:spPr>
            <a:xfrm>
              <a:off x="8191500" y="41529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2</a:t>
              </a:r>
              <a:endParaRPr lang="en-US" sz="1800" spc="-18" kern="0" b="0" i="0" dirty="0">
                <a:solidFill>
                  <a:srgbClr val="0047FF"/>
                </a:solidFill>
                <a:latin typeface="IBM Plex Sans SemiBold"/>
                <a:ea typeface="IBM Plex Sans SemiBold"/>
                <a:cs typeface="IBM Plex Sans SemiBold"/>
              </a:endParaRPr>
            </a:p>
          </p:txBody>
        </p:sp>
      </p:grpSp>
      <p:grpSp>
        <p:nvGrpSpPr>
          <p:cNvPr id="37" name="fact-copy-2"/>
          <p:cNvGrpSpPr/>
          <p:nvPr/>
        </p:nvGrpSpPr>
        <p:grpSpPr>
          <a:xfrm>
            <a:off x="8191500" y="4572000"/>
            <a:ext cx="3124200" cy="533400"/>
            <a:chOff x="8191500" y="4572000"/>
            <a:chExt cx="3124200" cy="533400"/>
          </a:xfrm>
        </p:grpSpPr>
        <p:sp>
          <p:nvSpPr>
            <p:cNvPr id="23" name="fact-copy-2.text"/>
            <p:cNvSpPr/>
            <p:nvPr/>
          </p:nvSpPr>
          <p:spPr>
            <a:xfrm>
              <a:off x="8191500" y="4572000"/>
              <a:ext cx="31242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DEA (Jan), DCQ (Aug); also a held DCQ item after failed January checkout.</a:t>
              </a:r>
              <a:endParaRPr lang="en-US" sz="900" spc="0" kern="0" b="0" i="0" dirty="0">
                <a:solidFill>
                  <a:srgbClr val="070154"/>
                </a:solidFill>
                <a:latin typeface="IBM Plex Sans"/>
                <a:ea typeface="IBM Plex Sans"/>
                <a:cs typeface="IBM Plex Sans"/>
              </a:endParaRPr>
            </a:p>
          </p:txBody>
        </p:sp>
      </p:grpSp>
      <p:grpSp>
        <p:nvGrpSpPr>
          <p:cNvPr id="38" name="authored-header"/>
          <p:cNvGrpSpPr/>
          <p:nvPr/>
        </p:nvGrpSpPr>
        <p:grpSpPr>
          <a:xfrm>
            <a:off x="723900" y="685800"/>
            <a:ext cx="9372600" cy="914400"/>
            <a:chOff x="723900" y="685800"/>
            <a:chExt cx="9372600" cy="914400"/>
          </a:xfrm>
        </p:grpSpPr>
        <p:sp>
          <p:nvSpPr>
            <p:cNvPr id="24"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Release health baseline, 2024–2026</a:t>
              </a:r>
              <a:endParaRPr lang="en-US" sz="3200" spc="-64" kern="0" b="0" i="0" dirty="0">
                <a:solidFill>
                  <a:srgbClr val="070154"/>
                </a:solidFill>
                <a:latin typeface="IBM Plex Sans SemiBold"/>
                <a:ea typeface="IBM Plex Sans SemiBold"/>
                <a:cs typeface="IBM Plex Sans SemiBold"/>
              </a:endParaRPr>
            </a:p>
          </p:txBody>
        </p:sp>
      </p:grpSp>
      <p:grpSp>
        <p:nvGrpSpPr>
          <p:cNvPr id="39" name="authored-eyebrow"/>
          <p:cNvGrpSpPr/>
          <p:nvPr/>
        </p:nvGrpSpPr>
        <p:grpSpPr>
          <a:xfrm>
            <a:off x="723900" y="457200"/>
            <a:ext cx="9372600" cy="228600"/>
            <a:chOff x="723900" y="457200"/>
            <a:chExt cx="9372600" cy="228600"/>
          </a:xfrm>
        </p:grpSpPr>
        <p:sp>
          <p:nvSpPr>
            <p:cNvPr id="25"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01</a:t>
              </a:r>
              <a:endParaRPr lang="en-US" sz="1000" spc="80" kern="0" b="0" i="0" dirty="0">
                <a:solidFill>
                  <a:srgbClr val="0047FF"/>
                </a:solidFill>
                <a:latin typeface="IBM Plex Mono SemiBold"/>
                <a:ea typeface="IBM Plex Mono SemiBold"/>
                <a:cs typeface="IBM Plex Mono SemiBold"/>
              </a:endParaRPr>
            </a:p>
          </p:txBody>
        </p:sp>
      </p:grpSp>
      <p:grpSp>
        <p:nvGrpSpPr>
          <p:cNvPr id="40" name="client-brand"/>
          <p:cNvGrpSpPr/>
          <p:nvPr/>
        </p:nvGrpSpPr>
        <p:grpSpPr>
          <a:xfrm>
            <a:off x="10382250" y="457200"/>
            <a:ext cx="1028700" cy="457200"/>
            <a:chOff x="10382250" y="457200"/>
            <a:chExt cx="1028700" cy="457200"/>
          </a:xfrm>
        </p:grpSpPr>
        <p:pic>
          <p:nvPicPr>
            <p:cNvPr id="26" name="client-brand.image" descr="Exact original DentalXChange asset ppt/media/image31.png; project:source-image31; canonical SHA256=51385b7813333a7f4207d77364f6a318acc4d148486d489c8a87f115754c251f">    </p:cNvPr>
            <p:cNvPicPr>
              <a:picLocks noChangeAspect="1"/>
            </p:cNvPicPr>
            <p:nvPr/>
          </p:nvPicPr>
          <p:blipFill>
            <a:blip r:embed="rId2"/>
            <a:stretch>
              <a:fillRect/>
            </a:stretch>
          </p:blipFill>
          <p:spPr>
            <a:xfrm>
              <a:off x="10382250" y="457200"/>
              <a:ext cx="1028700" cy="457200"/>
            </a:xfrm>
            <a:prstGeom prst="rect">
              <a:avLst/>
            </a:prstGeom>
          </p:spPr>
        </p:pic>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name="dxc-04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 · WAYS OF WORKING ONLY; NO PRODUCTION CHANGE OR BROAD IMPLEMENTATION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Capture each bounded activation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46</a:t>
            </a:fld>
            <a:endParaRPr lang="en-US" sz="700" spc="0" kern="0" b="0" i="0" dirty="0">
              <a:solidFill>
                <a:srgbClr val="070154"/>
              </a:solidFill>
              <a:latin typeface="IBM Plex Mono SemiBold"/>
              <a:ea typeface="IBM Plex Mono SemiBold"/>
              <a:cs typeface="IBM Plex Mono SemiBold"/>
            </a:endParaRPr>
          </a:p>
        </p:txBody>
      </p:sp>
      <p:grpSp>
        <p:nvGrpSpPr>
          <p:cNvPr id="74" name="node01"/>
          <p:cNvGrpSpPr/>
          <p:nvPr/>
        </p:nvGrpSpPr>
        <p:grpSpPr>
          <a:xfrm>
            <a:off x="723900" y="1600200"/>
            <a:ext cx="1965960" cy="914400"/>
            <a:chOff x="723900" y="1600200"/>
            <a:chExt cx="1965960" cy="914400"/>
          </a:xfrm>
        </p:grpSpPr>
        <p:sp>
          <p:nvSpPr>
            <p:cNvPr id="7" name="node01.container"/>
            <p:cNvSpPr/>
            <p:nvPr/>
          </p:nvSpPr>
          <p:spPr>
            <a:xfrm>
              <a:off x="723900" y="1600200"/>
              <a:ext cx="1965960" cy="914400"/>
            </a:xfrm>
            <a:prstGeom prst="rect">
              <a:avLst/>
            </a:prstGeom>
            <a:solidFill>
              <a:srgbClr val="070154"/>
            </a:solidFill>
            <a:ln>
              <a:noFill/>
            </a:ln>
          </p:spPr>
        </p:sp>
        <p:sp>
          <p:nvSpPr>
            <p:cNvPr id="8" name="node01.number"/>
            <p:cNvSpPr/>
            <p:nvPr/>
          </p:nvSpPr>
          <p:spPr>
            <a:xfrm>
              <a:off x="876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9" name="node01.title"/>
            <p:cNvSpPr/>
            <p:nvPr/>
          </p:nvSpPr>
          <p:spPr>
            <a:xfrm>
              <a:off x="1276350" y="1776984"/>
              <a:ext cx="126111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Baseline</a:t>
              </a:r>
              <a:endParaRPr lang="en-US" sz="1400" spc="0" kern="0" b="0" i="0" dirty="0">
                <a:solidFill>
                  <a:srgbClr val="FFFFFF"/>
                </a:solidFill>
                <a:latin typeface="IBM Plex Sans"/>
                <a:ea typeface="IBM Plex Sans"/>
                <a:cs typeface="IBM Plex Sans"/>
              </a:endParaRPr>
            </a:p>
          </p:txBody>
        </p:sp>
      </p:grpSp>
      <p:grpSp>
        <p:nvGrpSpPr>
          <p:cNvPr id="75" name="node02"/>
          <p:cNvGrpSpPr/>
          <p:nvPr/>
        </p:nvGrpSpPr>
        <p:grpSpPr>
          <a:xfrm>
            <a:off x="723900" y="2514600"/>
            <a:ext cx="1965960" cy="2286000"/>
            <a:chOff x="723900" y="2514600"/>
            <a:chExt cx="1965960" cy="2286000"/>
          </a:xfrm>
        </p:grpSpPr>
        <p:sp>
          <p:nvSpPr>
            <p:cNvPr id="10" name="node02.surface"/>
            <p:cNvSpPr/>
            <p:nvPr/>
          </p:nvSpPr>
          <p:spPr>
            <a:xfrm>
              <a:off x="723900" y="2514600"/>
              <a:ext cx="1965960" cy="2286000"/>
            </a:xfrm>
            <a:prstGeom prst="rect">
              <a:avLst/>
            </a:prstGeom>
            <a:solidFill>
              <a:srgbClr val="FFFFFF"/>
            </a:solidFill>
            <a:ln w="12700">
              <a:solidFill>
                <a:srgbClr val="CED7E6"/>
              </a:solidFill>
              <a:prstDash val="solid"/>
            </a:ln>
          </p:spPr>
        </p:sp>
      </p:grpSp>
      <p:grpSp>
        <p:nvGrpSpPr>
          <p:cNvPr id="76" name="node03"/>
          <p:cNvGrpSpPr/>
          <p:nvPr/>
        </p:nvGrpSpPr>
        <p:grpSpPr>
          <a:xfrm>
            <a:off x="876300" y="2667000"/>
            <a:ext cx="1661160" cy="152400"/>
            <a:chOff x="876300" y="2667000"/>
            <a:chExt cx="1661160" cy="152400"/>
          </a:xfrm>
        </p:grpSpPr>
        <p:sp>
          <p:nvSpPr>
            <p:cNvPr id="11" name="node03.text"/>
            <p:cNvSpPr/>
            <p:nvPr/>
          </p:nvSpPr>
          <p:spPr>
            <a:xfrm>
              <a:off x="87630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CAPTURE</a:t>
              </a:r>
              <a:endParaRPr lang="en-US" sz="900" spc="54" kern="0" b="0" i="0" dirty="0">
                <a:solidFill>
                  <a:srgbClr val="50658E"/>
                </a:solidFill>
                <a:latin typeface="IBM Plex Mono Medium"/>
                <a:ea typeface="IBM Plex Mono Medium"/>
                <a:cs typeface="IBM Plex Mono Medium"/>
              </a:endParaRPr>
            </a:p>
          </p:txBody>
        </p:sp>
      </p:grpSp>
      <p:grpSp>
        <p:nvGrpSpPr>
          <p:cNvPr id="77" name="node04"/>
          <p:cNvGrpSpPr/>
          <p:nvPr/>
        </p:nvGrpSpPr>
        <p:grpSpPr>
          <a:xfrm>
            <a:off x="876300" y="2895600"/>
            <a:ext cx="1661160" cy="723900"/>
            <a:chOff x="876300" y="2895600"/>
            <a:chExt cx="1661160" cy="723900"/>
          </a:xfrm>
        </p:grpSpPr>
        <p:sp>
          <p:nvSpPr>
            <p:cNvPr id="12" name="node04.dxc-46-node04-items-1.bullet"/>
            <p:cNvSpPr/>
            <p:nvPr/>
          </p:nvSpPr>
          <p:spPr>
            <a:xfrm>
              <a:off x="876300" y="2984500"/>
              <a:ext cx="38100" cy="38100"/>
            </a:xfrm>
            <a:prstGeom prst="rect">
              <a:avLst/>
            </a:prstGeom>
            <a:solidFill>
              <a:srgbClr val="070154"/>
            </a:solidFill>
            <a:ln>
              <a:noFill/>
            </a:ln>
          </p:spPr>
        </p:sp>
        <p:sp>
          <p:nvSpPr>
            <p:cNvPr id="13" name="node04.dxc-46-node04-items-1.text"/>
            <p:cNvSpPr/>
            <p:nvPr/>
          </p:nvSpPr>
          <p:spPr>
            <a:xfrm>
              <a:off x="102870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Initiative + participants</a:t>
              </a:r>
              <a:endParaRPr lang="en-US" sz="1200" spc="0" kern="0" b="0" i="0" dirty="0">
                <a:solidFill>
                  <a:srgbClr val="070154"/>
                </a:solidFill>
                <a:latin typeface="IBM Plex Sans"/>
                <a:ea typeface="IBM Plex Sans"/>
                <a:cs typeface="IBM Plex Sans"/>
              </a:endParaRPr>
            </a:p>
          </p:txBody>
        </p:sp>
        <p:sp>
          <p:nvSpPr>
            <p:cNvPr id="14" name="node04.dxc-46-node04-items-2.bullet"/>
            <p:cNvSpPr/>
            <p:nvPr/>
          </p:nvSpPr>
          <p:spPr>
            <a:xfrm>
              <a:off x="876300" y="3479800"/>
              <a:ext cx="38100" cy="38100"/>
            </a:xfrm>
            <a:prstGeom prst="rect">
              <a:avLst/>
            </a:prstGeom>
            <a:solidFill>
              <a:srgbClr val="070154"/>
            </a:solidFill>
            <a:ln>
              <a:noFill/>
            </a:ln>
          </p:spPr>
        </p:sp>
        <p:sp>
          <p:nvSpPr>
            <p:cNvPr id="15" name="node04.dxc-46-node04-items-2.text"/>
            <p:cNvSpPr/>
            <p:nvPr/>
          </p:nvSpPr>
          <p:spPr>
            <a:xfrm>
              <a:off x="1028700" y="33909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Cadence + artifact set</a:t>
              </a:r>
              <a:endParaRPr lang="en-US" sz="1200" spc="0" kern="0" b="0" i="0" dirty="0">
                <a:solidFill>
                  <a:srgbClr val="070154"/>
                </a:solidFill>
                <a:latin typeface="IBM Plex Sans"/>
                <a:ea typeface="IBM Plex Sans"/>
                <a:cs typeface="IBM Plex Sans"/>
              </a:endParaRPr>
            </a:p>
          </p:txBody>
        </p:sp>
      </p:grpSp>
      <p:grpSp>
        <p:nvGrpSpPr>
          <p:cNvPr id="78" name="node05"/>
          <p:cNvGrpSpPr/>
          <p:nvPr/>
        </p:nvGrpSpPr>
        <p:grpSpPr>
          <a:xfrm>
            <a:off x="876300" y="4114800"/>
            <a:ext cx="1661160" cy="152400"/>
            <a:chOff x="876300" y="4114800"/>
            <a:chExt cx="1661160" cy="152400"/>
          </a:xfrm>
        </p:grpSpPr>
        <p:sp>
          <p:nvSpPr>
            <p:cNvPr id="16" name="node05.text"/>
            <p:cNvSpPr/>
            <p:nvPr/>
          </p:nvSpPr>
          <p:spPr>
            <a:xfrm>
              <a:off x="87630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RECORD</a:t>
              </a:r>
              <a:endParaRPr lang="en-US" sz="900" spc="54" kern="0" b="0" i="0" dirty="0">
                <a:solidFill>
                  <a:srgbClr val="50658E"/>
                </a:solidFill>
                <a:latin typeface="IBM Plex Mono Medium"/>
                <a:ea typeface="IBM Plex Mono Medium"/>
                <a:cs typeface="IBM Plex Mono Medium"/>
              </a:endParaRPr>
            </a:p>
          </p:txBody>
        </p:sp>
      </p:grpSp>
      <p:grpSp>
        <p:nvGrpSpPr>
          <p:cNvPr id="79" name="node06"/>
          <p:cNvGrpSpPr/>
          <p:nvPr/>
        </p:nvGrpSpPr>
        <p:grpSpPr>
          <a:xfrm>
            <a:off x="876300" y="4343400"/>
            <a:ext cx="1661160" cy="228600"/>
            <a:chOff x="876300" y="4343400"/>
            <a:chExt cx="1661160" cy="228600"/>
          </a:xfrm>
        </p:grpSpPr>
        <p:sp>
          <p:nvSpPr>
            <p:cNvPr id="17" name="node06.text"/>
            <p:cNvSpPr/>
            <p:nvPr/>
          </p:nvSpPr>
          <p:spPr>
            <a:xfrm>
              <a:off x="87630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Starting point</a:t>
              </a:r>
              <a:endParaRPr lang="en-US" sz="1200" spc="0" kern="0" b="0" i="0" dirty="0">
                <a:solidFill>
                  <a:srgbClr val="070154"/>
                </a:solidFill>
                <a:latin typeface="IBM Plex Sans"/>
                <a:ea typeface="IBM Plex Sans"/>
                <a:cs typeface="IBM Plex Sans"/>
              </a:endParaRPr>
            </a:p>
          </p:txBody>
        </p:sp>
      </p:grpSp>
      <p:grpSp>
        <p:nvGrpSpPr>
          <p:cNvPr id="80" name="node07"/>
          <p:cNvGrpSpPr/>
          <p:nvPr/>
        </p:nvGrpSpPr>
        <p:grpSpPr>
          <a:xfrm>
            <a:off x="2918460" y="1600200"/>
            <a:ext cx="1965960" cy="914400"/>
            <a:chOff x="2918460" y="1600200"/>
            <a:chExt cx="1965960" cy="914400"/>
          </a:xfrm>
        </p:grpSpPr>
        <p:sp>
          <p:nvSpPr>
            <p:cNvPr id="18" name="node07.container"/>
            <p:cNvSpPr/>
            <p:nvPr/>
          </p:nvSpPr>
          <p:spPr>
            <a:xfrm>
              <a:off x="2918460" y="1600200"/>
              <a:ext cx="1965960" cy="914400"/>
            </a:xfrm>
            <a:prstGeom prst="rect">
              <a:avLst/>
            </a:prstGeom>
            <a:solidFill>
              <a:srgbClr val="070154"/>
            </a:solidFill>
            <a:ln>
              <a:noFill/>
            </a:ln>
          </p:spPr>
        </p:sp>
        <p:sp>
          <p:nvSpPr>
            <p:cNvPr id="19" name="node07.number"/>
            <p:cNvSpPr/>
            <p:nvPr/>
          </p:nvSpPr>
          <p:spPr>
            <a:xfrm>
              <a:off x="307086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20" name="node07.title"/>
            <p:cNvSpPr/>
            <p:nvPr/>
          </p:nvSpPr>
          <p:spPr>
            <a:xfrm>
              <a:off x="3470910" y="1776984"/>
              <a:ext cx="126111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Process change</a:t>
              </a:r>
              <a:endParaRPr lang="en-US" sz="1400" spc="0" kern="0" b="0" i="0" dirty="0">
                <a:solidFill>
                  <a:srgbClr val="FFFFFF"/>
                </a:solidFill>
                <a:latin typeface="IBM Plex Sans"/>
                <a:ea typeface="IBM Plex Sans"/>
                <a:cs typeface="IBM Plex Sans"/>
              </a:endParaRPr>
            </a:p>
          </p:txBody>
        </p:sp>
      </p:grpSp>
      <p:grpSp>
        <p:nvGrpSpPr>
          <p:cNvPr id="81" name="node08"/>
          <p:cNvGrpSpPr/>
          <p:nvPr/>
        </p:nvGrpSpPr>
        <p:grpSpPr>
          <a:xfrm>
            <a:off x="2918460" y="2514600"/>
            <a:ext cx="1965960" cy="2286000"/>
            <a:chOff x="2918460" y="2514600"/>
            <a:chExt cx="1965960" cy="2286000"/>
          </a:xfrm>
        </p:grpSpPr>
        <p:sp>
          <p:nvSpPr>
            <p:cNvPr id="21" name="node08.surface"/>
            <p:cNvSpPr/>
            <p:nvPr/>
          </p:nvSpPr>
          <p:spPr>
            <a:xfrm>
              <a:off x="2918460" y="2514600"/>
              <a:ext cx="1965960" cy="2286000"/>
            </a:xfrm>
            <a:prstGeom prst="rect">
              <a:avLst/>
            </a:prstGeom>
            <a:solidFill>
              <a:srgbClr val="FFFFFF"/>
            </a:solidFill>
            <a:ln w="12700">
              <a:solidFill>
                <a:srgbClr val="CED7E6"/>
              </a:solidFill>
              <a:prstDash val="solid"/>
            </a:ln>
          </p:spPr>
        </p:sp>
      </p:grpSp>
      <p:grpSp>
        <p:nvGrpSpPr>
          <p:cNvPr id="82" name="node09"/>
          <p:cNvGrpSpPr/>
          <p:nvPr/>
        </p:nvGrpSpPr>
        <p:grpSpPr>
          <a:xfrm>
            <a:off x="3070860" y="2667000"/>
            <a:ext cx="1661160" cy="152400"/>
            <a:chOff x="3070860" y="2667000"/>
            <a:chExt cx="1661160" cy="152400"/>
          </a:xfrm>
        </p:grpSpPr>
        <p:sp>
          <p:nvSpPr>
            <p:cNvPr id="22" name="node09.text"/>
            <p:cNvSpPr/>
            <p:nvPr/>
          </p:nvSpPr>
          <p:spPr>
            <a:xfrm>
              <a:off x="307086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CAPTURE</a:t>
              </a:r>
              <a:endParaRPr lang="en-US" sz="900" spc="54" kern="0" b="0" i="0" dirty="0">
                <a:solidFill>
                  <a:srgbClr val="50658E"/>
                </a:solidFill>
                <a:latin typeface="IBM Plex Mono Medium"/>
                <a:ea typeface="IBM Plex Mono Medium"/>
                <a:cs typeface="IBM Plex Mono Medium"/>
              </a:endParaRPr>
            </a:p>
          </p:txBody>
        </p:sp>
      </p:grpSp>
      <p:grpSp>
        <p:nvGrpSpPr>
          <p:cNvPr id="83" name="node10"/>
          <p:cNvGrpSpPr/>
          <p:nvPr/>
        </p:nvGrpSpPr>
        <p:grpSpPr>
          <a:xfrm>
            <a:off x="3070860" y="2895600"/>
            <a:ext cx="1661160" cy="952500"/>
            <a:chOff x="3070860" y="2895600"/>
            <a:chExt cx="1661160" cy="952500"/>
          </a:xfrm>
        </p:grpSpPr>
        <p:sp>
          <p:nvSpPr>
            <p:cNvPr id="23" name="node10.dxc-46-node10-items-1.bullet"/>
            <p:cNvSpPr/>
            <p:nvPr/>
          </p:nvSpPr>
          <p:spPr>
            <a:xfrm>
              <a:off x="3070860" y="2984500"/>
              <a:ext cx="38100" cy="38100"/>
            </a:xfrm>
            <a:prstGeom prst="rect">
              <a:avLst/>
            </a:prstGeom>
            <a:solidFill>
              <a:srgbClr val="070154"/>
            </a:solidFill>
            <a:ln>
              <a:noFill/>
            </a:ln>
          </p:spPr>
        </p:sp>
        <p:sp>
          <p:nvSpPr>
            <p:cNvPr id="24" name="node10.dxc-46-node10-items-1.text"/>
            <p:cNvSpPr/>
            <p:nvPr/>
          </p:nvSpPr>
          <p:spPr>
            <a:xfrm>
              <a:off x="322326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Name the working change</a:t>
              </a:r>
              <a:endParaRPr lang="en-US" sz="1200" spc="0" kern="0" b="0" i="0" dirty="0">
                <a:solidFill>
                  <a:srgbClr val="070154"/>
                </a:solidFill>
                <a:latin typeface="IBM Plex Sans"/>
                <a:ea typeface="IBM Plex Sans"/>
                <a:cs typeface="IBM Plex Sans"/>
              </a:endParaRPr>
            </a:p>
          </p:txBody>
        </p:sp>
        <p:sp>
          <p:nvSpPr>
            <p:cNvPr id="25" name="node10.dxc-46-node10-items-2.bullet"/>
            <p:cNvSpPr/>
            <p:nvPr/>
          </p:nvSpPr>
          <p:spPr>
            <a:xfrm>
              <a:off x="3070860" y="3479800"/>
              <a:ext cx="38100" cy="38100"/>
            </a:xfrm>
            <a:prstGeom prst="rect">
              <a:avLst/>
            </a:prstGeom>
            <a:solidFill>
              <a:srgbClr val="070154"/>
            </a:solidFill>
            <a:ln>
              <a:noFill/>
            </a:ln>
          </p:spPr>
        </p:sp>
        <p:sp>
          <p:nvSpPr>
            <p:cNvPr id="26" name="node10.dxc-46-node10-items-2.text"/>
            <p:cNvSpPr/>
            <p:nvPr/>
          </p:nvSpPr>
          <p:spPr>
            <a:xfrm>
              <a:off x="322326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Where work flows differently</a:t>
              </a:r>
              <a:endParaRPr lang="en-US" sz="1200" spc="0" kern="0" b="0" i="0" dirty="0">
                <a:solidFill>
                  <a:srgbClr val="070154"/>
                </a:solidFill>
                <a:latin typeface="IBM Plex Sans"/>
                <a:ea typeface="IBM Plex Sans"/>
                <a:cs typeface="IBM Plex Sans"/>
              </a:endParaRPr>
            </a:p>
          </p:txBody>
        </p:sp>
      </p:grpSp>
      <p:grpSp>
        <p:nvGrpSpPr>
          <p:cNvPr id="84" name="node11"/>
          <p:cNvGrpSpPr/>
          <p:nvPr/>
        </p:nvGrpSpPr>
        <p:grpSpPr>
          <a:xfrm>
            <a:off x="3070860" y="4114800"/>
            <a:ext cx="1661160" cy="152400"/>
            <a:chOff x="3070860" y="4114800"/>
            <a:chExt cx="1661160" cy="152400"/>
          </a:xfrm>
        </p:grpSpPr>
        <p:sp>
          <p:nvSpPr>
            <p:cNvPr id="27" name="node11.text"/>
            <p:cNvSpPr/>
            <p:nvPr/>
          </p:nvSpPr>
          <p:spPr>
            <a:xfrm>
              <a:off x="307086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RECORD</a:t>
              </a:r>
              <a:endParaRPr lang="en-US" sz="900" spc="54" kern="0" b="0" i="0" dirty="0">
                <a:solidFill>
                  <a:srgbClr val="50658E"/>
                </a:solidFill>
                <a:latin typeface="IBM Plex Mono Medium"/>
                <a:ea typeface="IBM Plex Mono Medium"/>
                <a:cs typeface="IBM Plex Mono Medium"/>
              </a:endParaRPr>
            </a:p>
          </p:txBody>
        </p:sp>
      </p:grpSp>
      <p:grpSp>
        <p:nvGrpSpPr>
          <p:cNvPr id="85" name="node12"/>
          <p:cNvGrpSpPr/>
          <p:nvPr/>
        </p:nvGrpSpPr>
        <p:grpSpPr>
          <a:xfrm>
            <a:off x="3070860" y="4343400"/>
            <a:ext cx="1661160" cy="228600"/>
            <a:chOff x="3070860" y="4343400"/>
            <a:chExt cx="1661160" cy="228600"/>
          </a:xfrm>
        </p:grpSpPr>
        <p:sp>
          <p:nvSpPr>
            <p:cNvPr id="28" name="node12.text"/>
            <p:cNvSpPr/>
            <p:nvPr/>
          </p:nvSpPr>
          <p:spPr>
            <a:xfrm>
              <a:off x="307086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New method</a:t>
              </a:r>
              <a:endParaRPr lang="en-US" sz="1200" spc="0" kern="0" b="0" i="0" dirty="0">
                <a:solidFill>
                  <a:srgbClr val="070154"/>
                </a:solidFill>
                <a:latin typeface="IBM Plex Sans"/>
                <a:ea typeface="IBM Plex Sans"/>
                <a:cs typeface="IBM Plex Sans"/>
              </a:endParaRPr>
            </a:p>
          </p:txBody>
        </p:sp>
      </p:grpSp>
      <p:grpSp>
        <p:nvGrpSpPr>
          <p:cNvPr id="86" name="node13"/>
          <p:cNvGrpSpPr/>
          <p:nvPr/>
        </p:nvGrpSpPr>
        <p:grpSpPr>
          <a:xfrm>
            <a:off x="5113020" y="1600200"/>
            <a:ext cx="1965960" cy="914400"/>
            <a:chOff x="5113020" y="1600200"/>
            <a:chExt cx="1965960" cy="914400"/>
          </a:xfrm>
        </p:grpSpPr>
        <p:sp>
          <p:nvSpPr>
            <p:cNvPr id="29" name="node13.container"/>
            <p:cNvSpPr/>
            <p:nvPr/>
          </p:nvSpPr>
          <p:spPr>
            <a:xfrm>
              <a:off x="5113020" y="1600200"/>
              <a:ext cx="1965960" cy="914400"/>
            </a:xfrm>
            <a:prstGeom prst="rect">
              <a:avLst/>
            </a:prstGeom>
            <a:solidFill>
              <a:srgbClr val="070154"/>
            </a:solidFill>
            <a:ln>
              <a:noFill/>
            </a:ln>
          </p:spPr>
        </p:sp>
        <p:sp>
          <p:nvSpPr>
            <p:cNvPr id="30" name="node13.number"/>
            <p:cNvSpPr/>
            <p:nvPr/>
          </p:nvSpPr>
          <p:spPr>
            <a:xfrm>
              <a:off x="526542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31" name="node13.title"/>
            <p:cNvSpPr/>
            <p:nvPr/>
          </p:nvSpPr>
          <p:spPr>
            <a:xfrm>
              <a:off x="5665470" y="1776984"/>
              <a:ext cx="126111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Visible change</a:t>
              </a:r>
              <a:endParaRPr lang="en-US" sz="1400" spc="0" kern="0" b="0" i="0" dirty="0">
                <a:solidFill>
                  <a:srgbClr val="FFFFFF"/>
                </a:solidFill>
                <a:latin typeface="IBM Plex Sans"/>
                <a:ea typeface="IBM Plex Sans"/>
                <a:cs typeface="IBM Plex Sans"/>
              </a:endParaRPr>
            </a:p>
          </p:txBody>
        </p:sp>
      </p:grpSp>
      <p:grpSp>
        <p:nvGrpSpPr>
          <p:cNvPr id="87" name="node14"/>
          <p:cNvGrpSpPr/>
          <p:nvPr/>
        </p:nvGrpSpPr>
        <p:grpSpPr>
          <a:xfrm>
            <a:off x="5113020" y="2514600"/>
            <a:ext cx="1965960" cy="2286000"/>
            <a:chOff x="5113020" y="2514600"/>
            <a:chExt cx="1965960" cy="2286000"/>
          </a:xfrm>
        </p:grpSpPr>
        <p:sp>
          <p:nvSpPr>
            <p:cNvPr id="32" name="node14.surface"/>
            <p:cNvSpPr/>
            <p:nvPr/>
          </p:nvSpPr>
          <p:spPr>
            <a:xfrm>
              <a:off x="5113020" y="2514600"/>
              <a:ext cx="1965960" cy="2286000"/>
            </a:xfrm>
            <a:prstGeom prst="rect">
              <a:avLst/>
            </a:prstGeom>
            <a:solidFill>
              <a:srgbClr val="FFFFFF"/>
            </a:solidFill>
            <a:ln w="12700">
              <a:solidFill>
                <a:srgbClr val="CED7E6"/>
              </a:solidFill>
              <a:prstDash val="solid"/>
            </a:ln>
          </p:spPr>
        </p:sp>
      </p:grpSp>
      <p:grpSp>
        <p:nvGrpSpPr>
          <p:cNvPr id="88" name="node15"/>
          <p:cNvGrpSpPr/>
          <p:nvPr/>
        </p:nvGrpSpPr>
        <p:grpSpPr>
          <a:xfrm>
            <a:off x="5265420" y="2667000"/>
            <a:ext cx="1661160" cy="152400"/>
            <a:chOff x="5265420" y="2667000"/>
            <a:chExt cx="1661160" cy="152400"/>
          </a:xfrm>
        </p:grpSpPr>
        <p:sp>
          <p:nvSpPr>
            <p:cNvPr id="33" name="node15.text"/>
            <p:cNvSpPr/>
            <p:nvPr/>
          </p:nvSpPr>
          <p:spPr>
            <a:xfrm>
              <a:off x="526542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CAPTURE</a:t>
              </a:r>
              <a:endParaRPr lang="en-US" sz="900" spc="54" kern="0" b="0" i="0" dirty="0">
                <a:solidFill>
                  <a:srgbClr val="50658E"/>
                </a:solidFill>
                <a:latin typeface="IBM Plex Mono Medium"/>
                <a:ea typeface="IBM Plex Mono Medium"/>
                <a:cs typeface="IBM Plex Mono Medium"/>
              </a:endParaRPr>
            </a:p>
          </p:txBody>
        </p:sp>
      </p:grpSp>
      <p:grpSp>
        <p:nvGrpSpPr>
          <p:cNvPr id="89" name="node16"/>
          <p:cNvGrpSpPr/>
          <p:nvPr/>
        </p:nvGrpSpPr>
        <p:grpSpPr>
          <a:xfrm>
            <a:off x="5265420" y="2895600"/>
            <a:ext cx="1661160" cy="952500"/>
            <a:chOff x="5265420" y="2895600"/>
            <a:chExt cx="1661160" cy="952500"/>
          </a:xfrm>
        </p:grpSpPr>
        <p:sp>
          <p:nvSpPr>
            <p:cNvPr id="34" name="node16.dxc-46-node16-items-1.bullet"/>
            <p:cNvSpPr/>
            <p:nvPr/>
          </p:nvSpPr>
          <p:spPr>
            <a:xfrm>
              <a:off x="5265420" y="2984500"/>
              <a:ext cx="38100" cy="38100"/>
            </a:xfrm>
            <a:prstGeom prst="rect">
              <a:avLst/>
            </a:prstGeom>
            <a:solidFill>
              <a:srgbClr val="070154"/>
            </a:solidFill>
            <a:ln>
              <a:noFill/>
            </a:ln>
          </p:spPr>
        </p:sp>
        <p:sp>
          <p:nvSpPr>
            <p:cNvPr id="35" name="node16.dxc-46-node16-items-1.text"/>
            <p:cNvSpPr/>
            <p:nvPr/>
          </p:nvSpPr>
          <p:spPr>
            <a:xfrm>
              <a:off x="541782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What changed; who changed it</a:t>
              </a:r>
              <a:endParaRPr lang="en-US" sz="1200" spc="0" kern="0" b="0" i="0" dirty="0">
                <a:solidFill>
                  <a:srgbClr val="070154"/>
                </a:solidFill>
                <a:latin typeface="IBM Plex Sans"/>
                <a:ea typeface="IBM Plex Sans"/>
                <a:cs typeface="IBM Plex Sans"/>
              </a:endParaRPr>
            </a:p>
          </p:txBody>
        </p:sp>
        <p:sp>
          <p:nvSpPr>
            <p:cNvPr id="36" name="node16.dxc-46-node16-items-2.bullet"/>
            <p:cNvSpPr/>
            <p:nvPr/>
          </p:nvSpPr>
          <p:spPr>
            <a:xfrm>
              <a:off x="5265420" y="3479800"/>
              <a:ext cx="38100" cy="38100"/>
            </a:xfrm>
            <a:prstGeom prst="rect">
              <a:avLst/>
            </a:prstGeom>
            <a:solidFill>
              <a:srgbClr val="070154"/>
            </a:solidFill>
            <a:ln>
              <a:noFill/>
            </a:ln>
          </p:spPr>
        </p:sp>
        <p:sp>
          <p:nvSpPr>
            <p:cNvPr id="37" name="node16.dxc-46-node16-items-2.text"/>
            <p:cNvSpPr/>
            <p:nvPr/>
          </p:nvSpPr>
          <p:spPr>
            <a:xfrm>
              <a:off x="541782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Artifact or decision evidence</a:t>
              </a:r>
              <a:endParaRPr lang="en-US" sz="1200" spc="0" kern="0" b="0" i="0" dirty="0">
                <a:solidFill>
                  <a:srgbClr val="070154"/>
                </a:solidFill>
                <a:latin typeface="IBM Plex Sans"/>
                <a:ea typeface="IBM Plex Sans"/>
                <a:cs typeface="IBM Plex Sans"/>
              </a:endParaRPr>
            </a:p>
          </p:txBody>
        </p:sp>
      </p:grpSp>
      <p:grpSp>
        <p:nvGrpSpPr>
          <p:cNvPr id="90" name="node17"/>
          <p:cNvGrpSpPr/>
          <p:nvPr/>
        </p:nvGrpSpPr>
        <p:grpSpPr>
          <a:xfrm>
            <a:off x="5265420" y="4114800"/>
            <a:ext cx="1661160" cy="152400"/>
            <a:chOff x="5265420" y="4114800"/>
            <a:chExt cx="1661160" cy="152400"/>
          </a:xfrm>
        </p:grpSpPr>
        <p:sp>
          <p:nvSpPr>
            <p:cNvPr id="38" name="node17.text"/>
            <p:cNvSpPr/>
            <p:nvPr/>
          </p:nvSpPr>
          <p:spPr>
            <a:xfrm>
              <a:off x="526542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RECORD</a:t>
              </a:r>
              <a:endParaRPr lang="en-US" sz="900" spc="54" kern="0" b="0" i="0" dirty="0">
                <a:solidFill>
                  <a:srgbClr val="50658E"/>
                </a:solidFill>
                <a:latin typeface="IBM Plex Mono Medium"/>
                <a:ea typeface="IBM Plex Mono Medium"/>
                <a:cs typeface="IBM Plex Mono Medium"/>
              </a:endParaRPr>
            </a:p>
          </p:txBody>
        </p:sp>
      </p:grpSp>
      <p:grpSp>
        <p:nvGrpSpPr>
          <p:cNvPr id="91" name="node18"/>
          <p:cNvGrpSpPr/>
          <p:nvPr/>
        </p:nvGrpSpPr>
        <p:grpSpPr>
          <a:xfrm>
            <a:off x="5265420" y="4343400"/>
            <a:ext cx="1661160" cy="457200"/>
            <a:chOff x="5265420" y="4343400"/>
            <a:chExt cx="1661160" cy="457200"/>
          </a:xfrm>
        </p:grpSpPr>
        <p:sp>
          <p:nvSpPr>
            <p:cNvPr id="39" name="node18.text"/>
            <p:cNvSpPr/>
            <p:nvPr/>
          </p:nvSpPr>
          <p:spPr>
            <a:xfrm>
              <a:off x="5265420" y="4343400"/>
              <a:ext cx="16611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Practice / role / measure</a:t>
              </a:r>
              <a:endParaRPr lang="en-US" sz="1200" spc="0" kern="0" b="0" i="0" dirty="0">
                <a:solidFill>
                  <a:srgbClr val="070154"/>
                </a:solidFill>
                <a:latin typeface="IBM Plex Sans"/>
                <a:ea typeface="IBM Plex Sans"/>
                <a:cs typeface="IBM Plex Sans"/>
              </a:endParaRPr>
            </a:p>
          </p:txBody>
        </p:sp>
      </p:grpSp>
      <p:grpSp>
        <p:nvGrpSpPr>
          <p:cNvPr id="92" name="node19"/>
          <p:cNvGrpSpPr/>
          <p:nvPr/>
        </p:nvGrpSpPr>
        <p:grpSpPr>
          <a:xfrm>
            <a:off x="7307580" y="1600200"/>
            <a:ext cx="1965960" cy="914400"/>
            <a:chOff x="7307580" y="1600200"/>
            <a:chExt cx="1965960" cy="914400"/>
          </a:xfrm>
        </p:grpSpPr>
        <p:sp>
          <p:nvSpPr>
            <p:cNvPr id="40" name="node19.container"/>
            <p:cNvSpPr/>
            <p:nvPr/>
          </p:nvSpPr>
          <p:spPr>
            <a:xfrm>
              <a:off x="7307580" y="1600200"/>
              <a:ext cx="1965960" cy="914400"/>
            </a:xfrm>
            <a:prstGeom prst="rect">
              <a:avLst/>
            </a:prstGeom>
            <a:solidFill>
              <a:srgbClr val="070154"/>
            </a:solidFill>
            <a:ln>
              <a:noFill/>
            </a:ln>
          </p:spPr>
        </p:sp>
        <p:sp>
          <p:nvSpPr>
            <p:cNvPr id="41" name="node19.number"/>
            <p:cNvSpPr/>
            <p:nvPr/>
          </p:nvSpPr>
          <p:spPr>
            <a:xfrm>
              <a:off x="745998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sp>
          <p:nvSpPr>
            <p:cNvPr id="42" name="node19.title"/>
            <p:cNvSpPr/>
            <p:nvPr/>
          </p:nvSpPr>
          <p:spPr>
            <a:xfrm>
              <a:off x="7860030" y="1776984"/>
              <a:ext cx="126111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Early signal</a:t>
              </a:r>
              <a:endParaRPr lang="en-US" sz="1400" spc="0" kern="0" b="0" i="0" dirty="0">
                <a:solidFill>
                  <a:srgbClr val="FFFFFF"/>
                </a:solidFill>
                <a:latin typeface="IBM Plex Sans"/>
                <a:ea typeface="IBM Plex Sans"/>
                <a:cs typeface="IBM Plex Sans"/>
              </a:endParaRPr>
            </a:p>
          </p:txBody>
        </p:sp>
      </p:grpSp>
      <p:grpSp>
        <p:nvGrpSpPr>
          <p:cNvPr id="93" name="node20"/>
          <p:cNvGrpSpPr/>
          <p:nvPr/>
        </p:nvGrpSpPr>
        <p:grpSpPr>
          <a:xfrm>
            <a:off x="7307580" y="2514600"/>
            <a:ext cx="1965960" cy="2286000"/>
            <a:chOff x="7307580" y="2514600"/>
            <a:chExt cx="1965960" cy="2286000"/>
          </a:xfrm>
        </p:grpSpPr>
        <p:sp>
          <p:nvSpPr>
            <p:cNvPr id="43" name="node20.surface"/>
            <p:cNvSpPr/>
            <p:nvPr/>
          </p:nvSpPr>
          <p:spPr>
            <a:xfrm>
              <a:off x="7307580" y="2514600"/>
              <a:ext cx="1965960" cy="2286000"/>
            </a:xfrm>
            <a:prstGeom prst="rect">
              <a:avLst/>
            </a:prstGeom>
            <a:solidFill>
              <a:srgbClr val="FFFFFF"/>
            </a:solidFill>
            <a:ln w="12700">
              <a:solidFill>
                <a:srgbClr val="CED7E6"/>
              </a:solidFill>
              <a:prstDash val="solid"/>
            </a:ln>
          </p:spPr>
        </p:sp>
      </p:grpSp>
      <p:grpSp>
        <p:nvGrpSpPr>
          <p:cNvPr id="94" name="node21"/>
          <p:cNvGrpSpPr/>
          <p:nvPr/>
        </p:nvGrpSpPr>
        <p:grpSpPr>
          <a:xfrm>
            <a:off x="7459980" y="2667000"/>
            <a:ext cx="1661160" cy="152400"/>
            <a:chOff x="7459980" y="2667000"/>
            <a:chExt cx="1661160" cy="152400"/>
          </a:xfrm>
        </p:grpSpPr>
        <p:sp>
          <p:nvSpPr>
            <p:cNvPr id="44" name="node21.text"/>
            <p:cNvSpPr/>
            <p:nvPr/>
          </p:nvSpPr>
          <p:spPr>
            <a:xfrm>
              <a:off x="745998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CAPTURE</a:t>
              </a:r>
              <a:endParaRPr lang="en-US" sz="900" spc="54" kern="0" b="0" i="0" dirty="0">
                <a:solidFill>
                  <a:srgbClr val="50658E"/>
                </a:solidFill>
                <a:latin typeface="IBM Plex Mono Medium"/>
                <a:ea typeface="IBM Plex Mono Medium"/>
                <a:cs typeface="IBM Plex Mono Medium"/>
              </a:endParaRPr>
            </a:p>
          </p:txBody>
        </p:sp>
      </p:grpSp>
      <p:grpSp>
        <p:nvGrpSpPr>
          <p:cNvPr id="95" name="node22"/>
          <p:cNvGrpSpPr/>
          <p:nvPr/>
        </p:nvGrpSpPr>
        <p:grpSpPr>
          <a:xfrm>
            <a:off x="7459980" y="2895600"/>
            <a:ext cx="1661160" cy="952500"/>
            <a:chOff x="7459980" y="2895600"/>
            <a:chExt cx="1661160" cy="952500"/>
          </a:xfrm>
        </p:grpSpPr>
        <p:sp>
          <p:nvSpPr>
            <p:cNvPr id="45" name="node22.dxc-46-node22-items-1.bullet"/>
            <p:cNvSpPr/>
            <p:nvPr/>
          </p:nvSpPr>
          <p:spPr>
            <a:xfrm>
              <a:off x="7459980" y="2984500"/>
              <a:ext cx="38100" cy="38100"/>
            </a:xfrm>
            <a:prstGeom prst="rect">
              <a:avLst/>
            </a:prstGeom>
            <a:solidFill>
              <a:srgbClr val="070154"/>
            </a:solidFill>
            <a:ln>
              <a:noFill/>
            </a:ln>
          </p:spPr>
        </p:sp>
        <p:sp>
          <p:nvSpPr>
            <p:cNvPr id="46" name="node22.dxc-46-node22-items-1.text"/>
            <p:cNvSpPr/>
            <p:nvPr/>
          </p:nvSpPr>
          <p:spPr>
            <a:xfrm>
              <a:off x="761238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Evidence and open questions</a:t>
              </a:r>
              <a:endParaRPr lang="en-US" sz="1200" spc="0" kern="0" b="0" i="0" dirty="0">
                <a:solidFill>
                  <a:srgbClr val="070154"/>
                </a:solidFill>
                <a:latin typeface="IBM Plex Sans"/>
                <a:ea typeface="IBM Plex Sans"/>
                <a:cs typeface="IBM Plex Sans"/>
              </a:endParaRPr>
            </a:p>
          </p:txBody>
        </p:sp>
        <p:sp>
          <p:nvSpPr>
            <p:cNvPr id="47" name="node22.dxc-46-node22-items-2.bullet"/>
            <p:cNvSpPr/>
            <p:nvPr/>
          </p:nvSpPr>
          <p:spPr>
            <a:xfrm>
              <a:off x="7459980" y="3479800"/>
              <a:ext cx="38100" cy="38100"/>
            </a:xfrm>
            <a:prstGeom prst="rect">
              <a:avLst/>
            </a:prstGeom>
            <a:solidFill>
              <a:srgbClr val="070154"/>
            </a:solidFill>
            <a:ln>
              <a:noFill/>
            </a:ln>
          </p:spPr>
        </p:sp>
        <p:sp>
          <p:nvSpPr>
            <p:cNvPr id="48" name="node22.dxc-46-node22-items-2.text"/>
            <p:cNvSpPr/>
            <p:nvPr/>
          </p:nvSpPr>
          <p:spPr>
            <a:xfrm>
              <a:off x="761238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Risks and changes in the work</a:t>
              </a:r>
              <a:endParaRPr lang="en-US" sz="1200" spc="0" kern="0" b="0" i="0" dirty="0">
                <a:solidFill>
                  <a:srgbClr val="070154"/>
                </a:solidFill>
                <a:latin typeface="IBM Plex Sans"/>
                <a:ea typeface="IBM Plex Sans"/>
                <a:cs typeface="IBM Plex Sans"/>
              </a:endParaRPr>
            </a:p>
          </p:txBody>
        </p:sp>
      </p:grpSp>
      <p:grpSp>
        <p:nvGrpSpPr>
          <p:cNvPr id="96" name="node23"/>
          <p:cNvGrpSpPr/>
          <p:nvPr/>
        </p:nvGrpSpPr>
        <p:grpSpPr>
          <a:xfrm>
            <a:off x="7459980" y="4114800"/>
            <a:ext cx="1661160" cy="152400"/>
            <a:chOff x="7459980" y="4114800"/>
            <a:chExt cx="1661160" cy="152400"/>
          </a:xfrm>
        </p:grpSpPr>
        <p:sp>
          <p:nvSpPr>
            <p:cNvPr id="49" name="node23.text"/>
            <p:cNvSpPr/>
            <p:nvPr/>
          </p:nvSpPr>
          <p:spPr>
            <a:xfrm>
              <a:off x="745998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RECORD</a:t>
              </a:r>
              <a:endParaRPr lang="en-US" sz="900" spc="54" kern="0" b="0" i="0" dirty="0">
                <a:solidFill>
                  <a:srgbClr val="50658E"/>
                </a:solidFill>
                <a:latin typeface="IBM Plex Mono Medium"/>
                <a:ea typeface="IBM Plex Mono Medium"/>
                <a:cs typeface="IBM Plex Mono Medium"/>
              </a:endParaRPr>
            </a:p>
          </p:txBody>
        </p:sp>
      </p:grpSp>
      <p:grpSp>
        <p:nvGrpSpPr>
          <p:cNvPr id="97" name="node24"/>
          <p:cNvGrpSpPr/>
          <p:nvPr/>
        </p:nvGrpSpPr>
        <p:grpSpPr>
          <a:xfrm>
            <a:off x="7459980" y="4343400"/>
            <a:ext cx="1661160" cy="228600"/>
            <a:chOff x="7459980" y="4343400"/>
            <a:chExt cx="1661160" cy="228600"/>
          </a:xfrm>
        </p:grpSpPr>
        <p:sp>
          <p:nvSpPr>
            <p:cNvPr id="50" name="node24.text"/>
            <p:cNvSpPr/>
            <p:nvPr/>
          </p:nvSpPr>
          <p:spPr>
            <a:xfrm>
              <a:off x="745998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Observed result</a:t>
              </a:r>
              <a:endParaRPr lang="en-US" sz="1200" spc="0" kern="0" b="0" i="0" dirty="0">
                <a:solidFill>
                  <a:srgbClr val="070154"/>
                </a:solidFill>
                <a:latin typeface="IBM Plex Sans"/>
                <a:ea typeface="IBM Plex Sans"/>
                <a:cs typeface="IBM Plex Sans"/>
              </a:endParaRPr>
            </a:p>
          </p:txBody>
        </p:sp>
      </p:grpSp>
      <p:grpSp>
        <p:nvGrpSpPr>
          <p:cNvPr id="98" name="node25"/>
          <p:cNvGrpSpPr/>
          <p:nvPr/>
        </p:nvGrpSpPr>
        <p:grpSpPr>
          <a:xfrm>
            <a:off x="9502140" y="1600200"/>
            <a:ext cx="1965960" cy="914400"/>
            <a:chOff x="9502140" y="1600200"/>
            <a:chExt cx="1965960" cy="914400"/>
          </a:xfrm>
        </p:grpSpPr>
        <p:sp>
          <p:nvSpPr>
            <p:cNvPr id="51" name="node25.container"/>
            <p:cNvSpPr/>
            <p:nvPr/>
          </p:nvSpPr>
          <p:spPr>
            <a:xfrm>
              <a:off x="9502140" y="1600200"/>
              <a:ext cx="1965960" cy="914400"/>
            </a:xfrm>
            <a:prstGeom prst="rect">
              <a:avLst/>
            </a:prstGeom>
            <a:solidFill>
              <a:srgbClr val="070154"/>
            </a:solidFill>
            <a:ln>
              <a:noFill/>
            </a:ln>
          </p:spPr>
        </p:sp>
        <p:sp>
          <p:nvSpPr>
            <p:cNvPr id="52" name="node25.number"/>
            <p:cNvSpPr/>
            <p:nvPr/>
          </p:nvSpPr>
          <p:spPr>
            <a:xfrm>
              <a:off x="965454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sp>
          <p:nvSpPr>
            <p:cNvPr id="53" name="node25.title"/>
            <p:cNvSpPr/>
            <p:nvPr/>
          </p:nvSpPr>
          <p:spPr>
            <a:xfrm>
              <a:off x="10054590" y="1776984"/>
              <a:ext cx="126111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Playbook</a:t>
              </a:r>
              <a:endParaRPr lang="en-US" sz="1400" spc="0" kern="0" b="0" i="0" dirty="0">
                <a:solidFill>
                  <a:srgbClr val="FFFFFF"/>
                </a:solidFill>
                <a:latin typeface="IBM Plex Sans"/>
                <a:ea typeface="IBM Plex Sans"/>
                <a:cs typeface="IBM Plex Sans"/>
              </a:endParaRPr>
            </a:p>
          </p:txBody>
        </p:sp>
      </p:grpSp>
      <p:grpSp>
        <p:nvGrpSpPr>
          <p:cNvPr id="99" name="node26"/>
          <p:cNvGrpSpPr/>
          <p:nvPr/>
        </p:nvGrpSpPr>
        <p:grpSpPr>
          <a:xfrm>
            <a:off x="9502140" y="2514600"/>
            <a:ext cx="1965960" cy="2286000"/>
            <a:chOff x="9502140" y="2514600"/>
            <a:chExt cx="1965960" cy="2286000"/>
          </a:xfrm>
        </p:grpSpPr>
        <p:sp>
          <p:nvSpPr>
            <p:cNvPr id="54" name="node26.surface"/>
            <p:cNvSpPr/>
            <p:nvPr/>
          </p:nvSpPr>
          <p:spPr>
            <a:xfrm>
              <a:off x="9502140" y="2514600"/>
              <a:ext cx="1965960" cy="2286000"/>
            </a:xfrm>
            <a:prstGeom prst="rect">
              <a:avLst/>
            </a:prstGeom>
            <a:solidFill>
              <a:srgbClr val="FFFFFF"/>
            </a:solidFill>
            <a:ln w="12700">
              <a:solidFill>
                <a:srgbClr val="CED7E6"/>
              </a:solidFill>
              <a:prstDash val="solid"/>
            </a:ln>
          </p:spPr>
        </p:sp>
      </p:grpSp>
      <p:grpSp>
        <p:nvGrpSpPr>
          <p:cNvPr id="100" name="node27"/>
          <p:cNvGrpSpPr/>
          <p:nvPr/>
        </p:nvGrpSpPr>
        <p:grpSpPr>
          <a:xfrm>
            <a:off x="9654540" y="2667000"/>
            <a:ext cx="1661160" cy="152400"/>
            <a:chOff x="9654540" y="2667000"/>
            <a:chExt cx="1661160" cy="152400"/>
          </a:xfrm>
        </p:grpSpPr>
        <p:sp>
          <p:nvSpPr>
            <p:cNvPr id="55" name="node27.text"/>
            <p:cNvSpPr/>
            <p:nvPr/>
          </p:nvSpPr>
          <p:spPr>
            <a:xfrm>
              <a:off x="965454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CAPTURE</a:t>
              </a:r>
              <a:endParaRPr lang="en-US" sz="900" spc="54" kern="0" b="0" i="0" dirty="0">
                <a:solidFill>
                  <a:srgbClr val="50658E"/>
                </a:solidFill>
                <a:latin typeface="IBM Plex Mono Medium"/>
                <a:ea typeface="IBM Plex Mono Medium"/>
                <a:cs typeface="IBM Plex Mono Medium"/>
              </a:endParaRPr>
            </a:p>
          </p:txBody>
        </p:sp>
      </p:grpSp>
      <p:grpSp>
        <p:nvGrpSpPr>
          <p:cNvPr id="101" name="node28"/>
          <p:cNvGrpSpPr/>
          <p:nvPr/>
        </p:nvGrpSpPr>
        <p:grpSpPr>
          <a:xfrm>
            <a:off x="9654540" y="2895600"/>
            <a:ext cx="1661160" cy="952500"/>
            <a:chOff x="9654540" y="2895600"/>
            <a:chExt cx="1661160" cy="952500"/>
          </a:xfrm>
        </p:grpSpPr>
        <p:sp>
          <p:nvSpPr>
            <p:cNvPr id="56" name="node28.dxc-46-node28-items-1.bullet"/>
            <p:cNvSpPr/>
            <p:nvPr/>
          </p:nvSpPr>
          <p:spPr>
            <a:xfrm>
              <a:off x="9654540" y="2984500"/>
              <a:ext cx="38100" cy="38100"/>
            </a:xfrm>
            <a:prstGeom prst="rect">
              <a:avLst/>
            </a:prstGeom>
            <a:solidFill>
              <a:srgbClr val="070154"/>
            </a:solidFill>
            <a:ln>
              <a:noFill/>
            </a:ln>
          </p:spPr>
        </p:sp>
        <p:sp>
          <p:nvSpPr>
            <p:cNvPr id="57" name="node28.dxc-46-node28-items-1.text"/>
            <p:cNvSpPr/>
            <p:nvPr/>
          </p:nvSpPr>
          <p:spPr>
            <a:xfrm>
              <a:off x="980694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Cadence, owner and evidence</a:t>
              </a:r>
              <a:endParaRPr lang="en-US" sz="1200" spc="0" kern="0" b="0" i="0" dirty="0">
                <a:solidFill>
                  <a:srgbClr val="070154"/>
                </a:solidFill>
                <a:latin typeface="IBM Plex Sans"/>
                <a:ea typeface="IBM Plex Sans"/>
                <a:cs typeface="IBM Plex Sans"/>
              </a:endParaRPr>
            </a:p>
          </p:txBody>
        </p:sp>
        <p:sp>
          <p:nvSpPr>
            <p:cNvPr id="58" name="node28.dxc-46-node28-items-2.bullet"/>
            <p:cNvSpPr/>
            <p:nvPr/>
          </p:nvSpPr>
          <p:spPr>
            <a:xfrm>
              <a:off x="9654540" y="3479800"/>
              <a:ext cx="38100" cy="38100"/>
            </a:xfrm>
            <a:prstGeom prst="rect">
              <a:avLst/>
            </a:prstGeom>
            <a:solidFill>
              <a:srgbClr val="070154"/>
            </a:solidFill>
            <a:ln>
              <a:noFill/>
            </a:ln>
          </p:spPr>
        </p:sp>
        <p:sp>
          <p:nvSpPr>
            <p:cNvPr id="59" name="node28.dxc-46-node28-items-2.text"/>
            <p:cNvSpPr/>
            <p:nvPr/>
          </p:nvSpPr>
          <p:spPr>
            <a:xfrm>
              <a:off x="980694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Guardrail and decision</a:t>
              </a:r>
              <a:endParaRPr lang="en-US" sz="1200" spc="0" kern="0" b="0" i="0" dirty="0">
                <a:solidFill>
                  <a:srgbClr val="070154"/>
                </a:solidFill>
                <a:latin typeface="IBM Plex Sans"/>
                <a:ea typeface="IBM Plex Sans"/>
                <a:cs typeface="IBM Plex Sans"/>
              </a:endParaRPr>
            </a:p>
          </p:txBody>
        </p:sp>
      </p:grpSp>
      <p:grpSp>
        <p:nvGrpSpPr>
          <p:cNvPr id="102" name="node29"/>
          <p:cNvGrpSpPr/>
          <p:nvPr/>
        </p:nvGrpSpPr>
        <p:grpSpPr>
          <a:xfrm>
            <a:off x="9654540" y="4114800"/>
            <a:ext cx="1661160" cy="152400"/>
            <a:chOff x="9654540" y="4114800"/>
            <a:chExt cx="1661160" cy="152400"/>
          </a:xfrm>
        </p:grpSpPr>
        <p:sp>
          <p:nvSpPr>
            <p:cNvPr id="60" name="node29.text"/>
            <p:cNvSpPr/>
            <p:nvPr/>
          </p:nvSpPr>
          <p:spPr>
            <a:xfrm>
              <a:off x="965454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RECORD</a:t>
              </a:r>
              <a:endParaRPr lang="en-US" sz="900" spc="54" kern="0" b="0" i="0" dirty="0">
                <a:solidFill>
                  <a:srgbClr val="50658E"/>
                </a:solidFill>
                <a:latin typeface="IBM Plex Mono Medium"/>
                <a:ea typeface="IBM Plex Mono Medium"/>
                <a:cs typeface="IBM Plex Mono Medium"/>
              </a:endParaRPr>
            </a:p>
          </p:txBody>
        </p:sp>
      </p:grpSp>
      <p:grpSp>
        <p:nvGrpSpPr>
          <p:cNvPr id="103" name="node30"/>
          <p:cNvGrpSpPr/>
          <p:nvPr/>
        </p:nvGrpSpPr>
        <p:grpSpPr>
          <a:xfrm>
            <a:off x="9654540" y="4343400"/>
            <a:ext cx="1661160" cy="228600"/>
            <a:chOff x="9654540" y="4343400"/>
            <a:chExt cx="1661160" cy="228600"/>
          </a:xfrm>
        </p:grpSpPr>
        <p:sp>
          <p:nvSpPr>
            <p:cNvPr id="61" name="node30.text"/>
            <p:cNvSpPr/>
            <p:nvPr/>
          </p:nvSpPr>
          <p:spPr>
            <a:xfrm>
              <a:off x="965454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How to continue</a:t>
              </a:r>
              <a:endParaRPr lang="en-US" sz="1200" spc="0" kern="0" b="0" i="0" dirty="0">
                <a:solidFill>
                  <a:srgbClr val="070154"/>
                </a:solidFill>
                <a:latin typeface="IBM Plex Sans"/>
                <a:ea typeface="IBM Plex Sans"/>
                <a:cs typeface="IBM Plex Sans"/>
              </a:endParaRPr>
            </a:p>
          </p:txBody>
        </p:sp>
      </p:grpSp>
      <p:grpSp>
        <p:nvGrpSpPr>
          <p:cNvPr id="104" name="node31"/>
          <p:cNvGrpSpPr/>
          <p:nvPr/>
        </p:nvGrpSpPr>
        <p:grpSpPr>
          <a:xfrm>
            <a:off x="723900" y="5029200"/>
            <a:ext cx="10744200" cy="914400"/>
            <a:chOff x="723900" y="5029200"/>
            <a:chExt cx="10744200" cy="914400"/>
          </a:xfrm>
        </p:grpSpPr>
        <p:sp>
          <p:nvSpPr>
            <p:cNvPr id="62" name="node31.surface"/>
            <p:cNvSpPr/>
            <p:nvPr/>
          </p:nvSpPr>
          <p:spPr>
            <a:xfrm>
              <a:off x="723900" y="5029200"/>
              <a:ext cx="10744200" cy="914400"/>
            </a:xfrm>
            <a:prstGeom prst="rect">
              <a:avLst/>
            </a:prstGeom>
            <a:solidFill>
              <a:srgbClr val="E8EEF8"/>
            </a:solidFill>
            <a:ln>
              <a:noFill/>
            </a:ln>
          </p:spPr>
        </p:sp>
      </p:grpSp>
      <p:grpSp>
        <p:nvGrpSpPr>
          <p:cNvPr id="105" name="node32"/>
          <p:cNvGrpSpPr/>
          <p:nvPr/>
        </p:nvGrpSpPr>
        <p:grpSpPr>
          <a:xfrm>
            <a:off x="838200" y="5105400"/>
            <a:ext cx="10287000" cy="152400"/>
            <a:chOff x="838200" y="5105400"/>
            <a:chExt cx="10287000" cy="152400"/>
          </a:xfrm>
        </p:grpSpPr>
        <p:sp>
          <p:nvSpPr>
            <p:cNvPr id="63" name="node32.text"/>
            <p:cNvSpPr/>
            <p:nvPr/>
          </p:nvSpPr>
          <p:spPr>
            <a:xfrm>
              <a:off x="838200" y="5105400"/>
              <a:ext cx="1028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FIRST WORKING TEST · CARRY ONE INTERNAL SIGNAL THROUGH THE DEFINITION PATH</a:t>
              </a:r>
              <a:endParaRPr lang="en-US" sz="900" spc="54" kern="0" b="0" i="0" dirty="0">
                <a:solidFill>
                  <a:srgbClr val="0047FF"/>
                </a:solidFill>
                <a:latin typeface="IBM Plex Mono Medium"/>
                <a:ea typeface="IBM Plex Mono Medium"/>
                <a:cs typeface="IBM Plex Mono Medium"/>
              </a:endParaRPr>
            </a:p>
          </p:txBody>
        </p:sp>
      </p:grpSp>
      <p:grpSp>
        <p:nvGrpSpPr>
          <p:cNvPr id="106" name="node33"/>
          <p:cNvGrpSpPr/>
          <p:nvPr/>
        </p:nvGrpSpPr>
        <p:grpSpPr>
          <a:xfrm>
            <a:off x="723900" y="5257800"/>
            <a:ext cx="1965960" cy="685800"/>
            <a:chOff x="723900" y="5257800"/>
            <a:chExt cx="1965960" cy="685800"/>
          </a:xfrm>
        </p:grpSpPr>
        <p:sp>
          <p:nvSpPr>
            <p:cNvPr id="64" name="node33.container"/>
            <p:cNvSpPr/>
            <p:nvPr/>
          </p:nvSpPr>
          <p:spPr>
            <a:xfrm>
              <a:off x="723900" y="5257800"/>
              <a:ext cx="1965960" cy="685800"/>
            </a:xfrm>
            <a:prstGeom prst="rect">
              <a:avLst/>
            </a:prstGeom>
            <a:solidFill>
              <a:srgbClr val="E8EEF8"/>
            </a:solidFill>
            <a:ln>
              <a:noFill/>
            </a:ln>
          </p:spPr>
        </p:sp>
        <p:sp>
          <p:nvSpPr>
            <p:cNvPr id="65" name="node33.body.dxc-46-node33-body-1.paragraph"/>
            <p:cNvSpPr/>
            <p:nvPr/>
          </p:nvSpPr>
          <p:spPr>
            <a:xfrm>
              <a:off x="838200" y="5372100"/>
              <a:ext cx="17373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Use one live initiative</a:t>
              </a:r>
              <a:endParaRPr lang="en-US" sz="1200" spc="0" kern="0" b="0" i="0" dirty="0">
                <a:solidFill>
                  <a:srgbClr val="50658E"/>
                </a:solidFill>
                <a:latin typeface="IBM Plex Sans"/>
                <a:ea typeface="IBM Plex Sans"/>
                <a:cs typeface="IBM Plex Sans"/>
              </a:endParaRPr>
            </a:p>
          </p:txBody>
        </p:sp>
      </p:grpSp>
      <p:grpSp>
        <p:nvGrpSpPr>
          <p:cNvPr id="107" name="node34"/>
          <p:cNvGrpSpPr/>
          <p:nvPr/>
        </p:nvGrpSpPr>
        <p:grpSpPr>
          <a:xfrm>
            <a:off x="2918460" y="5257800"/>
            <a:ext cx="1965960" cy="685800"/>
            <a:chOff x="2918460" y="5257800"/>
            <a:chExt cx="1965960" cy="685800"/>
          </a:xfrm>
        </p:grpSpPr>
        <p:sp>
          <p:nvSpPr>
            <p:cNvPr id="66" name="node34.container"/>
            <p:cNvSpPr/>
            <p:nvPr/>
          </p:nvSpPr>
          <p:spPr>
            <a:xfrm>
              <a:off x="2918460" y="5257800"/>
              <a:ext cx="1965960" cy="685800"/>
            </a:xfrm>
            <a:prstGeom prst="rect">
              <a:avLst/>
            </a:prstGeom>
            <a:solidFill>
              <a:srgbClr val="E8EEF8"/>
            </a:solidFill>
            <a:ln>
              <a:noFill/>
            </a:ln>
          </p:spPr>
        </p:sp>
        <p:sp>
          <p:nvSpPr>
            <p:cNvPr id="67" name="node34.body.dxc-46-node34-body-1.paragraph"/>
            <p:cNvSpPr/>
            <p:nvPr/>
          </p:nvSpPr>
          <p:spPr>
            <a:xfrm>
              <a:off x="3032760" y="5372100"/>
              <a:ext cx="17373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Signal through plan</a:t>
              </a:r>
              <a:endParaRPr lang="en-US" sz="1200" spc="0" kern="0" b="0" i="0" dirty="0">
                <a:solidFill>
                  <a:srgbClr val="50658E"/>
                </a:solidFill>
                <a:latin typeface="IBM Plex Sans"/>
                <a:ea typeface="IBM Plex Sans"/>
                <a:cs typeface="IBM Plex Sans"/>
              </a:endParaRPr>
            </a:p>
          </p:txBody>
        </p:sp>
      </p:grpSp>
      <p:grpSp>
        <p:nvGrpSpPr>
          <p:cNvPr id="108" name="node35"/>
          <p:cNvGrpSpPr/>
          <p:nvPr/>
        </p:nvGrpSpPr>
        <p:grpSpPr>
          <a:xfrm>
            <a:off x="5113020" y="5257800"/>
            <a:ext cx="1965960" cy="685800"/>
            <a:chOff x="5113020" y="5257800"/>
            <a:chExt cx="1965960" cy="685800"/>
          </a:xfrm>
        </p:grpSpPr>
        <p:sp>
          <p:nvSpPr>
            <p:cNvPr id="68" name="node35.container"/>
            <p:cNvSpPr/>
            <p:nvPr/>
          </p:nvSpPr>
          <p:spPr>
            <a:xfrm>
              <a:off x="5113020" y="5257800"/>
              <a:ext cx="1965960" cy="685800"/>
            </a:xfrm>
            <a:prstGeom prst="rect">
              <a:avLst/>
            </a:prstGeom>
            <a:solidFill>
              <a:srgbClr val="E8EEF8"/>
            </a:solidFill>
            <a:ln>
              <a:noFill/>
            </a:ln>
          </p:spPr>
        </p:sp>
        <p:sp>
          <p:nvSpPr>
            <p:cNvPr id="69" name="node35.body.dxc-46-node35-body-1.paragraph"/>
            <p:cNvSpPr/>
            <p:nvPr/>
          </p:nvSpPr>
          <p:spPr>
            <a:xfrm>
              <a:off x="522732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Make the change observable</a:t>
              </a:r>
              <a:endParaRPr lang="en-US" sz="1200" spc="0" kern="0" b="0" i="0" dirty="0">
                <a:solidFill>
                  <a:srgbClr val="50658E"/>
                </a:solidFill>
                <a:latin typeface="IBM Plex Sans"/>
                <a:ea typeface="IBM Plex Sans"/>
                <a:cs typeface="IBM Plex Sans"/>
              </a:endParaRPr>
            </a:p>
          </p:txBody>
        </p:sp>
      </p:grpSp>
      <p:grpSp>
        <p:nvGrpSpPr>
          <p:cNvPr id="109" name="node36"/>
          <p:cNvGrpSpPr/>
          <p:nvPr/>
        </p:nvGrpSpPr>
        <p:grpSpPr>
          <a:xfrm>
            <a:off x="7307580" y="5257800"/>
            <a:ext cx="1965960" cy="685800"/>
            <a:chOff x="7307580" y="5257800"/>
            <a:chExt cx="1965960" cy="685800"/>
          </a:xfrm>
        </p:grpSpPr>
        <p:sp>
          <p:nvSpPr>
            <p:cNvPr id="70" name="node36.container"/>
            <p:cNvSpPr/>
            <p:nvPr/>
          </p:nvSpPr>
          <p:spPr>
            <a:xfrm>
              <a:off x="7307580" y="5257800"/>
              <a:ext cx="1965960" cy="685800"/>
            </a:xfrm>
            <a:prstGeom prst="rect">
              <a:avLst/>
            </a:prstGeom>
            <a:solidFill>
              <a:srgbClr val="E8EEF8"/>
            </a:solidFill>
            <a:ln>
              <a:noFill/>
            </a:ln>
          </p:spPr>
        </p:sp>
        <p:sp>
          <p:nvSpPr>
            <p:cNvPr id="71" name="node36.body.dxc-46-node36-body-1.paragraph"/>
            <p:cNvSpPr/>
            <p:nvPr/>
          </p:nvSpPr>
          <p:spPr>
            <a:xfrm>
              <a:off x="742188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Do not imply proved impact</a:t>
              </a:r>
              <a:endParaRPr lang="en-US" sz="1200" spc="0" kern="0" b="0" i="0" dirty="0">
                <a:solidFill>
                  <a:srgbClr val="50658E"/>
                </a:solidFill>
                <a:latin typeface="IBM Plex Sans"/>
                <a:ea typeface="IBM Plex Sans"/>
                <a:cs typeface="IBM Plex Sans"/>
              </a:endParaRPr>
            </a:p>
          </p:txBody>
        </p:sp>
      </p:grpSp>
      <p:grpSp>
        <p:nvGrpSpPr>
          <p:cNvPr id="110" name="node37"/>
          <p:cNvGrpSpPr/>
          <p:nvPr/>
        </p:nvGrpSpPr>
        <p:grpSpPr>
          <a:xfrm>
            <a:off x="9502140" y="5257800"/>
            <a:ext cx="1965960" cy="685800"/>
            <a:chOff x="9502140" y="5257800"/>
            <a:chExt cx="1965960" cy="685800"/>
          </a:xfrm>
        </p:grpSpPr>
        <p:sp>
          <p:nvSpPr>
            <p:cNvPr id="72" name="node37.container"/>
            <p:cNvSpPr/>
            <p:nvPr/>
          </p:nvSpPr>
          <p:spPr>
            <a:xfrm>
              <a:off x="9502140" y="5257800"/>
              <a:ext cx="1965960" cy="685800"/>
            </a:xfrm>
            <a:prstGeom prst="rect">
              <a:avLst/>
            </a:prstGeom>
            <a:solidFill>
              <a:srgbClr val="E8EEF8"/>
            </a:solidFill>
            <a:ln>
              <a:noFill/>
            </a:ln>
          </p:spPr>
        </p:sp>
        <p:sp>
          <p:nvSpPr>
            <p:cNvPr id="73" name="node37.body.dxc-46-node37-body-1.paragraph"/>
            <p:cNvSpPr/>
            <p:nvPr/>
          </p:nvSpPr>
          <p:spPr>
            <a:xfrm>
              <a:off x="961644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Keep a repeatable method</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name="dxc-04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 · ONE SELECTED LIVE INITIATIVE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From signal to implementation plan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47</a:t>
            </a:fld>
            <a:endParaRPr lang="en-US" sz="700" spc="0" kern="0" b="0" i="0" dirty="0">
              <a:solidFill>
                <a:srgbClr val="070154"/>
              </a:solidFill>
              <a:latin typeface="IBM Plex Mono SemiBold"/>
              <a:ea typeface="IBM Plex Mono SemiBold"/>
              <a:cs typeface="IBM Plex Mono SemiBold"/>
            </a:endParaRPr>
          </a:p>
        </p:txBody>
      </p:sp>
      <p:grpSp>
        <p:nvGrpSpPr>
          <p:cNvPr id="74" name="node01"/>
          <p:cNvGrpSpPr/>
          <p:nvPr/>
        </p:nvGrpSpPr>
        <p:grpSpPr>
          <a:xfrm>
            <a:off x="723900" y="1600200"/>
            <a:ext cx="1965960" cy="914400"/>
            <a:chOff x="723900" y="1600200"/>
            <a:chExt cx="1965960" cy="914400"/>
          </a:xfrm>
        </p:grpSpPr>
        <p:sp>
          <p:nvSpPr>
            <p:cNvPr id="7" name="node01.container"/>
            <p:cNvSpPr/>
            <p:nvPr/>
          </p:nvSpPr>
          <p:spPr>
            <a:xfrm>
              <a:off x="723900" y="1600200"/>
              <a:ext cx="1965960" cy="914400"/>
            </a:xfrm>
            <a:prstGeom prst="rect">
              <a:avLst/>
            </a:prstGeom>
            <a:solidFill>
              <a:srgbClr val="070154"/>
            </a:solidFill>
            <a:ln>
              <a:noFill/>
            </a:ln>
          </p:spPr>
        </p:sp>
        <p:sp>
          <p:nvSpPr>
            <p:cNvPr id="8" name="node01.number"/>
            <p:cNvSpPr/>
            <p:nvPr/>
          </p:nvSpPr>
          <p:spPr>
            <a:xfrm>
              <a:off x="876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9" name="node01.title"/>
            <p:cNvSpPr/>
            <p:nvPr/>
          </p:nvSpPr>
          <p:spPr>
            <a:xfrm>
              <a:off x="1276350" y="1776984"/>
              <a:ext cx="126111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Signal</a:t>
              </a:r>
              <a:endParaRPr lang="en-US" sz="1400" spc="0" kern="0" b="0" i="0" dirty="0">
                <a:solidFill>
                  <a:srgbClr val="FFFFFF"/>
                </a:solidFill>
                <a:latin typeface="IBM Plex Sans"/>
                <a:ea typeface="IBM Plex Sans"/>
                <a:cs typeface="IBM Plex Sans"/>
              </a:endParaRPr>
            </a:p>
          </p:txBody>
        </p:sp>
      </p:grpSp>
      <p:grpSp>
        <p:nvGrpSpPr>
          <p:cNvPr id="75" name="node02"/>
          <p:cNvGrpSpPr/>
          <p:nvPr/>
        </p:nvGrpSpPr>
        <p:grpSpPr>
          <a:xfrm>
            <a:off x="723900" y="2514600"/>
            <a:ext cx="1965960" cy="2286000"/>
            <a:chOff x="723900" y="2514600"/>
            <a:chExt cx="1965960" cy="2286000"/>
          </a:xfrm>
        </p:grpSpPr>
        <p:sp>
          <p:nvSpPr>
            <p:cNvPr id="10" name="node02.surface"/>
            <p:cNvSpPr/>
            <p:nvPr/>
          </p:nvSpPr>
          <p:spPr>
            <a:xfrm>
              <a:off x="723900" y="2514600"/>
              <a:ext cx="1965960" cy="2286000"/>
            </a:xfrm>
            <a:prstGeom prst="rect">
              <a:avLst/>
            </a:prstGeom>
            <a:solidFill>
              <a:srgbClr val="FFFFFF"/>
            </a:solidFill>
            <a:ln w="12700">
              <a:solidFill>
                <a:srgbClr val="CED7E6"/>
              </a:solidFill>
              <a:prstDash val="solid"/>
            </a:ln>
          </p:spPr>
        </p:sp>
      </p:grpSp>
      <p:grpSp>
        <p:nvGrpSpPr>
          <p:cNvPr id="76" name="node03"/>
          <p:cNvGrpSpPr/>
          <p:nvPr/>
        </p:nvGrpSpPr>
        <p:grpSpPr>
          <a:xfrm>
            <a:off x="876300" y="2667000"/>
            <a:ext cx="1661160" cy="152400"/>
            <a:chOff x="876300" y="2667000"/>
            <a:chExt cx="1661160" cy="152400"/>
          </a:xfrm>
        </p:grpSpPr>
        <p:sp>
          <p:nvSpPr>
            <p:cNvPr id="11" name="node03.text"/>
            <p:cNvSpPr/>
            <p:nvPr/>
          </p:nvSpPr>
          <p:spPr>
            <a:xfrm>
              <a:off x="87630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INPUTS</a:t>
              </a:r>
              <a:endParaRPr lang="en-US" sz="900" spc="54" kern="0" b="0" i="0" dirty="0">
                <a:solidFill>
                  <a:srgbClr val="50658E"/>
                </a:solidFill>
                <a:latin typeface="IBM Plex Mono Medium"/>
                <a:ea typeface="IBM Plex Mono Medium"/>
                <a:cs typeface="IBM Plex Mono Medium"/>
              </a:endParaRPr>
            </a:p>
          </p:txBody>
        </p:sp>
      </p:grpSp>
      <p:grpSp>
        <p:nvGrpSpPr>
          <p:cNvPr id="77" name="node04"/>
          <p:cNvGrpSpPr/>
          <p:nvPr/>
        </p:nvGrpSpPr>
        <p:grpSpPr>
          <a:xfrm>
            <a:off x="876300" y="2895600"/>
            <a:ext cx="1661160" cy="952500"/>
            <a:chOff x="876300" y="2895600"/>
            <a:chExt cx="1661160" cy="952500"/>
          </a:xfrm>
        </p:grpSpPr>
        <p:sp>
          <p:nvSpPr>
            <p:cNvPr id="12" name="node04.dxc-47-node04-items-1.bullet"/>
            <p:cNvSpPr/>
            <p:nvPr/>
          </p:nvSpPr>
          <p:spPr>
            <a:xfrm>
              <a:off x="876300" y="2984500"/>
              <a:ext cx="38100" cy="38100"/>
            </a:xfrm>
            <a:prstGeom prst="rect">
              <a:avLst/>
            </a:prstGeom>
            <a:solidFill>
              <a:srgbClr val="070154"/>
            </a:solidFill>
            <a:ln>
              <a:noFill/>
            </a:ln>
          </p:spPr>
        </p:sp>
        <p:sp>
          <p:nvSpPr>
            <p:cNvPr id="13" name="node04.dxc-47-node04-items-1.text"/>
            <p:cNvSpPr/>
            <p:nvPr/>
          </p:nvSpPr>
          <p:spPr>
            <a:xfrm>
              <a:off x="102870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Customer / support / ops</a:t>
              </a:r>
              <a:endParaRPr lang="en-US" sz="1200" spc="0" kern="0" b="0" i="0" dirty="0">
                <a:solidFill>
                  <a:srgbClr val="070154"/>
                </a:solidFill>
                <a:latin typeface="IBM Plex Sans"/>
                <a:ea typeface="IBM Plex Sans"/>
                <a:cs typeface="IBM Plex Sans"/>
              </a:endParaRPr>
            </a:p>
          </p:txBody>
        </p:sp>
        <p:sp>
          <p:nvSpPr>
            <p:cNvPr id="14" name="node04.dxc-47-node04-items-2.bullet"/>
            <p:cNvSpPr/>
            <p:nvPr/>
          </p:nvSpPr>
          <p:spPr>
            <a:xfrm>
              <a:off x="876300" y="3479800"/>
              <a:ext cx="38100" cy="38100"/>
            </a:xfrm>
            <a:prstGeom prst="rect">
              <a:avLst/>
            </a:prstGeom>
            <a:solidFill>
              <a:srgbClr val="070154"/>
            </a:solidFill>
            <a:ln>
              <a:noFill/>
            </a:ln>
          </p:spPr>
        </p:sp>
        <p:sp>
          <p:nvSpPr>
            <p:cNvPr id="15" name="node04.dxc-47-node04-items-2.text"/>
            <p:cNvSpPr/>
            <p:nvPr/>
          </p:nvSpPr>
          <p:spPr>
            <a:xfrm>
              <a:off x="102870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Research / engineering</a:t>
              </a:r>
              <a:endParaRPr lang="en-US" sz="1200" spc="0" kern="0" b="0" i="0" dirty="0">
                <a:solidFill>
                  <a:srgbClr val="070154"/>
                </a:solidFill>
                <a:latin typeface="IBM Plex Sans"/>
                <a:ea typeface="IBM Plex Sans"/>
                <a:cs typeface="IBM Plex Sans"/>
              </a:endParaRPr>
            </a:p>
          </p:txBody>
        </p:sp>
      </p:grpSp>
      <p:grpSp>
        <p:nvGrpSpPr>
          <p:cNvPr id="78" name="node05"/>
          <p:cNvGrpSpPr/>
          <p:nvPr/>
        </p:nvGrpSpPr>
        <p:grpSpPr>
          <a:xfrm>
            <a:off x="876300" y="4114800"/>
            <a:ext cx="1661160" cy="152400"/>
            <a:chOff x="876300" y="4114800"/>
            <a:chExt cx="1661160" cy="152400"/>
          </a:xfrm>
        </p:grpSpPr>
        <p:sp>
          <p:nvSpPr>
            <p:cNvPr id="16" name="node05.text"/>
            <p:cNvSpPr/>
            <p:nvPr/>
          </p:nvSpPr>
          <p:spPr>
            <a:xfrm>
              <a:off x="87630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CARRIES</a:t>
              </a:r>
              <a:endParaRPr lang="en-US" sz="900" spc="54" kern="0" b="0" i="0" dirty="0">
                <a:solidFill>
                  <a:srgbClr val="50658E"/>
                </a:solidFill>
                <a:latin typeface="IBM Plex Mono Medium"/>
                <a:ea typeface="IBM Plex Mono Medium"/>
                <a:cs typeface="IBM Plex Mono Medium"/>
              </a:endParaRPr>
            </a:p>
          </p:txBody>
        </p:sp>
      </p:grpSp>
      <p:grpSp>
        <p:nvGrpSpPr>
          <p:cNvPr id="79" name="node06"/>
          <p:cNvGrpSpPr/>
          <p:nvPr/>
        </p:nvGrpSpPr>
        <p:grpSpPr>
          <a:xfrm>
            <a:off x="876300" y="4343400"/>
            <a:ext cx="1661160" cy="228600"/>
            <a:chOff x="876300" y="4343400"/>
            <a:chExt cx="1661160" cy="228600"/>
          </a:xfrm>
        </p:grpSpPr>
        <p:sp>
          <p:nvSpPr>
            <p:cNvPr id="17" name="node06.text"/>
            <p:cNvSpPr/>
            <p:nvPr/>
          </p:nvSpPr>
          <p:spPr>
            <a:xfrm>
              <a:off x="87630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Evidence</a:t>
              </a:r>
              <a:endParaRPr lang="en-US" sz="1200" spc="0" kern="0" b="0" i="0" dirty="0">
                <a:solidFill>
                  <a:srgbClr val="070154"/>
                </a:solidFill>
                <a:latin typeface="IBM Plex Sans"/>
                <a:ea typeface="IBM Plex Sans"/>
                <a:cs typeface="IBM Plex Sans"/>
              </a:endParaRPr>
            </a:p>
          </p:txBody>
        </p:sp>
      </p:grpSp>
      <p:grpSp>
        <p:nvGrpSpPr>
          <p:cNvPr id="80" name="node07"/>
          <p:cNvGrpSpPr/>
          <p:nvPr/>
        </p:nvGrpSpPr>
        <p:grpSpPr>
          <a:xfrm>
            <a:off x="2918460" y="1600200"/>
            <a:ext cx="1965960" cy="914400"/>
            <a:chOff x="2918460" y="1600200"/>
            <a:chExt cx="1965960" cy="914400"/>
          </a:xfrm>
        </p:grpSpPr>
        <p:sp>
          <p:nvSpPr>
            <p:cNvPr id="18" name="node07.container"/>
            <p:cNvSpPr/>
            <p:nvPr/>
          </p:nvSpPr>
          <p:spPr>
            <a:xfrm>
              <a:off x="2918460" y="1600200"/>
              <a:ext cx="1965960" cy="914400"/>
            </a:xfrm>
            <a:prstGeom prst="rect">
              <a:avLst/>
            </a:prstGeom>
            <a:solidFill>
              <a:srgbClr val="070154"/>
            </a:solidFill>
            <a:ln>
              <a:noFill/>
            </a:ln>
          </p:spPr>
        </p:sp>
        <p:sp>
          <p:nvSpPr>
            <p:cNvPr id="19" name="node07.number"/>
            <p:cNvSpPr/>
            <p:nvPr/>
          </p:nvSpPr>
          <p:spPr>
            <a:xfrm>
              <a:off x="307086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20" name="node07.title"/>
            <p:cNvSpPr/>
            <p:nvPr/>
          </p:nvSpPr>
          <p:spPr>
            <a:xfrm>
              <a:off x="3470910" y="1776984"/>
              <a:ext cx="126111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Opportunity</a:t>
              </a:r>
              <a:endParaRPr lang="en-US" sz="1400" spc="0" kern="0" b="0" i="0" dirty="0">
                <a:solidFill>
                  <a:srgbClr val="FFFFFF"/>
                </a:solidFill>
                <a:latin typeface="IBM Plex Sans"/>
                <a:ea typeface="IBM Plex Sans"/>
                <a:cs typeface="IBM Plex Sans"/>
              </a:endParaRPr>
            </a:p>
          </p:txBody>
        </p:sp>
      </p:grpSp>
      <p:grpSp>
        <p:nvGrpSpPr>
          <p:cNvPr id="81" name="node08"/>
          <p:cNvGrpSpPr/>
          <p:nvPr/>
        </p:nvGrpSpPr>
        <p:grpSpPr>
          <a:xfrm>
            <a:off x="2918460" y="2514600"/>
            <a:ext cx="1965960" cy="2286000"/>
            <a:chOff x="2918460" y="2514600"/>
            <a:chExt cx="1965960" cy="2286000"/>
          </a:xfrm>
        </p:grpSpPr>
        <p:sp>
          <p:nvSpPr>
            <p:cNvPr id="21" name="node08.surface"/>
            <p:cNvSpPr/>
            <p:nvPr/>
          </p:nvSpPr>
          <p:spPr>
            <a:xfrm>
              <a:off x="2918460" y="2514600"/>
              <a:ext cx="1965960" cy="2286000"/>
            </a:xfrm>
            <a:prstGeom prst="rect">
              <a:avLst/>
            </a:prstGeom>
            <a:solidFill>
              <a:srgbClr val="FFFFFF"/>
            </a:solidFill>
            <a:ln w="12700">
              <a:solidFill>
                <a:srgbClr val="CED7E6"/>
              </a:solidFill>
              <a:prstDash val="solid"/>
            </a:ln>
          </p:spPr>
        </p:sp>
      </p:grpSp>
      <p:grpSp>
        <p:nvGrpSpPr>
          <p:cNvPr id="82" name="node09"/>
          <p:cNvGrpSpPr/>
          <p:nvPr/>
        </p:nvGrpSpPr>
        <p:grpSpPr>
          <a:xfrm>
            <a:off x="3070860" y="2667000"/>
            <a:ext cx="1661160" cy="152400"/>
            <a:chOff x="3070860" y="2667000"/>
            <a:chExt cx="1661160" cy="152400"/>
          </a:xfrm>
        </p:grpSpPr>
        <p:sp>
          <p:nvSpPr>
            <p:cNvPr id="22" name="node09.text"/>
            <p:cNvSpPr/>
            <p:nvPr/>
          </p:nvSpPr>
          <p:spPr>
            <a:xfrm>
              <a:off x="307086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MINIMUM CONTENT</a:t>
              </a:r>
              <a:endParaRPr lang="en-US" sz="900" spc="54" kern="0" b="0" i="0" dirty="0">
                <a:solidFill>
                  <a:srgbClr val="50658E"/>
                </a:solidFill>
                <a:latin typeface="IBM Plex Mono Medium"/>
                <a:ea typeface="IBM Plex Mono Medium"/>
                <a:cs typeface="IBM Plex Mono Medium"/>
              </a:endParaRPr>
            </a:p>
          </p:txBody>
        </p:sp>
      </p:grpSp>
      <p:grpSp>
        <p:nvGrpSpPr>
          <p:cNvPr id="83" name="node10"/>
          <p:cNvGrpSpPr/>
          <p:nvPr/>
        </p:nvGrpSpPr>
        <p:grpSpPr>
          <a:xfrm>
            <a:off x="3070860" y="2895600"/>
            <a:ext cx="1661160" cy="952500"/>
            <a:chOff x="3070860" y="2895600"/>
            <a:chExt cx="1661160" cy="952500"/>
          </a:xfrm>
        </p:grpSpPr>
        <p:sp>
          <p:nvSpPr>
            <p:cNvPr id="23" name="node10.dxc-47-node10-items-1.bullet"/>
            <p:cNvSpPr/>
            <p:nvPr/>
          </p:nvSpPr>
          <p:spPr>
            <a:xfrm>
              <a:off x="3070860" y="2984500"/>
              <a:ext cx="38100" cy="38100"/>
            </a:xfrm>
            <a:prstGeom prst="rect">
              <a:avLst/>
            </a:prstGeom>
            <a:solidFill>
              <a:srgbClr val="070154"/>
            </a:solidFill>
            <a:ln>
              <a:noFill/>
            </a:ln>
          </p:spPr>
        </p:sp>
        <p:sp>
          <p:nvSpPr>
            <p:cNvPr id="24" name="node10.dxc-47-node10-items-1.text"/>
            <p:cNvSpPr/>
            <p:nvPr/>
          </p:nvSpPr>
          <p:spPr>
            <a:xfrm>
              <a:off x="322326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Problem, evidence + outcome</a:t>
              </a:r>
              <a:endParaRPr lang="en-US" sz="1200" spc="0" kern="0" b="0" i="0" dirty="0">
                <a:solidFill>
                  <a:srgbClr val="070154"/>
                </a:solidFill>
                <a:latin typeface="IBM Plex Sans"/>
                <a:ea typeface="IBM Plex Sans"/>
                <a:cs typeface="IBM Plex Sans"/>
              </a:endParaRPr>
            </a:p>
          </p:txBody>
        </p:sp>
        <p:sp>
          <p:nvSpPr>
            <p:cNvPr id="25" name="node10.dxc-47-node10-items-2.bullet"/>
            <p:cNvSpPr/>
            <p:nvPr/>
          </p:nvSpPr>
          <p:spPr>
            <a:xfrm>
              <a:off x="3070860" y="3479800"/>
              <a:ext cx="38100" cy="38100"/>
            </a:xfrm>
            <a:prstGeom prst="rect">
              <a:avLst/>
            </a:prstGeom>
            <a:solidFill>
              <a:srgbClr val="070154"/>
            </a:solidFill>
            <a:ln>
              <a:noFill/>
            </a:ln>
          </p:spPr>
        </p:sp>
        <p:sp>
          <p:nvSpPr>
            <p:cNvPr id="26" name="node10.dxc-47-node10-items-2.text"/>
            <p:cNvSpPr/>
            <p:nvPr/>
          </p:nvSpPr>
          <p:spPr>
            <a:xfrm>
              <a:off x="322326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Decision and why now</a:t>
              </a:r>
              <a:endParaRPr lang="en-US" sz="1200" spc="0" kern="0" b="0" i="0" dirty="0">
                <a:solidFill>
                  <a:srgbClr val="070154"/>
                </a:solidFill>
                <a:latin typeface="IBM Plex Sans"/>
                <a:ea typeface="IBM Plex Sans"/>
                <a:cs typeface="IBM Plex Sans"/>
              </a:endParaRPr>
            </a:p>
          </p:txBody>
        </p:sp>
      </p:grpSp>
      <p:grpSp>
        <p:nvGrpSpPr>
          <p:cNvPr id="84" name="node11"/>
          <p:cNvGrpSpPr/>
          <p:nvPr/>
        </p:nvGrpSpPr>
        <p:grpSpPr>
          <a:xfrm>
            <a:off x="3070860" y="4114800"/>
            <a:ext cx="1661160" cy="152400"/>
            <a:chOff x="3070860" y="4114800"/>
            <a:chExt cx="1661160" cy="152400"/>
          </a:xfrm>
        </p:grpSpPr>
        <p:sp>
          <p:nvSpPr>
            <p:cNvPr id="27" name="node11.text"/>
            <p:cNvSpPr/>
            <p:nvPr/>
          </p:nvSpPr>
          <p:spPr>
            <a:xfrm>
              <a:off x="307086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CARRIES</a:t>
              </a:r>
              <a:endParaRPr lang="en-US" sz="900" spc="54" kern="0" b="0" i="0" dirty="0">
                <a:solidFill>
                  <a:srgbClr val="50658E"/>
                </a:solidFill>
                <a:latin typeface="IBM Plex Mono Medium"/>
                <a:ea typeface="IBM Plex Mono Medium"/>
                <a:cs typeface="IBM Plex Mono Medium"/>
              </a:endParaRPr>
            </a:p>
          </p:txBody>
        </p:sp>
      </p:grpSp>
      <p:grpSp>
        <p:nvGrpSpPr>
          <p:cNvPr id="85" name="node12"/>
          <p:cNvGrpSpPr/>
          <p:nvPr/>
        </p:nvGrpSpPr>
        <p:grpSpPr>
          <a:xfrm>
            <a:off x="3070860" y="4343400"/>
            <a:ext cx="1661160" cy="228600"/>
            <a:chOff x="3070860" y="4343400"/>
            <a:chExt cx="1661160" cy="228600"/>
          </a:xfrm>
        </p:grpSpPr>
        <p:sp>
          <p:nvSpPr>
            <p:cNvPr id="28" name="node12.text"/>
            <p:cNvSpPr/>
            <p:nvPr/>
          </p:nvSpPr>
          <p:spPr>
            <a:xfrm>
              <a:off x="307086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Decision logic</a:t>
              </a:r>
              <a:endParaRPr lang="en-US" sz="1200" spc="0" kern="0" b="0" i="0" dirty="0">
                <a:solidFill>
                  <a:srgbClr val="070154"/>
                </a:solidFill>
                <a:latin typeface="IBM Plex Sans"/>
                <a:ea typeface="IBM Plex Sans"/>
                <a:cs typeface="IBM Plex Sans"/>
              </a:endParaRPr>
            </a:p>
          </p:txBody>
        </p:sp>
      </p:grpSp>
      <p:grpSp>
        <p:nvGrpSpPr>
          <p:cNvPr id="86" name="node13"/>
          <p:cNvGrpSpPr/>
          <p:nvPr/>
        </p:nvGrpSpPr>
        <p:grpSpPr>
          <a:xfrm>
            <a:off x="5113020" y="1600200"/>
            <a:ext cx="1965960" cy="914400"/>
            <a:chOff x="5113020" y="1600200"/>
            <a:chExt cx="1965960" cy="914400"/>
          </a:xfrm>
        </p:grpSpPr>
        <p:sp>
          <p:nvSpPr>
            <p:cNvPr id="29" name="node13.container"/>
            <p:cNvSpPr/>
            <p:nvPr/>
          </p:nvSpPr>
          <p:spPr>
            <a:xfrm>
              <a:off x="5113020" y="1600200"/>
              <a:ext cx="1965960" cy="914400"/>
            </a:xfrm>
            <a:prstGeom prst="rect">
              <a:avLst/>
            </a:prstGeom>
            <a:solidFill>
              <a:srgbClr val="070154"/>
            </a:solidFill>
            <a:ln>
              <a:noFill/>
            </a:ln>
          </p:spPr>
        </p:sp>
        <p:sp>
          <p:nvSpPr>
            <p:cNvPr id="30" name="node13.number"/>
            <p:cNvSpPr/>
            <p:nvPr/>
          </p:nvSpPr>
          <p:spPr>
            <a:xfrm>
              <a:off x="526542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31" name="node13.title"/>
            <p:cNvSpPr/>
            <p:nvPr/>
          </p:nvSpPr>
          <p:spPr>
            <a:xfrm>
              <a:off x="5665470" y="1776984"/>
              <a:ext cx="126111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Product / PRD</a:t>
              </a:r>
              <a:endParaRPr lang="en-US" sz="1400" spc="0" kern="0" b="0" i="0" dirty="0">
                <a:solidFill>
                  <a:srgbClr val="FFFFFF"/>
                </a:solidFill>
                <a:latin typeface="IBM Plex Sans"/>
                <a:ea typeface="IBM Plex Sans"/>
                <a:cs typeface="IBM Plex Sans"/>
              </a:endParaRPr>
            </a:p>
          </p:txBody>
        </p:sp>
      </p:grpSp>
      <p:grpSp>
        <p:nvGrpSpPr>
          <p:cNvPr id="87" name="node14"/>
          <p:cNvGrpSpPr/>
          <p:nvPr/>
        </p:nvGrpSpPr>
        <p:grpSpPr>
          <a:xfrm>
            <a:off x="5113020" y="2514600"/>
            <a:ext cx="1965960" cy="2286000"/>
            <a:chOff x="5113020" y="2514600"/>
            <a:chExt cx="1965960" cy="2286000"/>
          </a:xfrm>
        </p:grpSpPr>
        <p:sp>
          <p:nvSpPr>
            <p:cNvPr id="32" name="node14.surface"/>
            <p:cNvSpPr/>
            <p:nvPr/>
          </p:nvSpPr>
          <p:spPr>
            <a:xfrm>
              <a:off x="5113020" y="2514600"/>
              <a:ext cx="1965960" cy="2286000"/>
            </a:xfrm>
            <a:prstGeom prst="rect">
              <a:avLst/>
            </a:prstGeom>
            <a:solidFill>
              <a:srgbClr val="FFFFFF"/>
            </a:solidFill>
            <a:ln w="12700">
              <a:solidFill>
                <a:srgbClr val="CED7E6"/>
              </a:solidFill>
              <a:prstDash val="solid"/>
            </a:ln>
          </p:spPr>
        </p:sp>
      </p:grpSp>
      <p:grpSp>
        <p:nvGrpSpPr>
          <p:cNvPr id="88" name="node15"/>
          <p:cNvGrpSpPr/>
          <p:nvPr/>
        </p:nvGrpSpPr>
        <p:grpSpPr>
          <a:xfrm>
            <a:off x="5265420" y="2667000"/>
            <a:ext cx="1661160" cy="152400"/>
            <a:chOff x="5265420" y="2667000"/>
            <a:chExt cx="1661160" cy="152400"/>
          </a:xfrm>
        </p:grpSpPr>
        <p:sp>
          <p:nvSpPr>
            <p:cNvPr id="33" name="node15.text"/>
            <p:cNvSpPr/>
            <p:nvPr/>
          </p:nvSpPr>
          <p:spPr>
            <a:xfrm>
              <a:off x="526542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MINIMUM CONTENT</a:t>
              </a:r>
              <a:endParaRPr lang="en-US" sz="900" spc="54" kern="0" b="0" i="0" dirty="0">
                <a:solidFill>
                  <a:srgbClr val="50658E"/>
                </a:solidFill>
                <a:latin typeface="IBM Plex Mono Medium"/>
                <a:ea typeface="IBM Plex Mono Medium"/>
                <a:cs typeface="IBM Plex Mono Medium"/>
              </a:endParaRPr>
            </a:p>
          </p:txBody>
        </p:sp>
      </p:grpSp>
      <p:grpSp>
        <p:nvGrpSpPr>
          <p:cNvPr id="89" name="node16"/>
          <p:cNvGrpSpPr/>
          <p:nvPr/>
        </p:nvGrpSpPr>
        <p:grpSpPr>
          <a:xfrm>
            <a:off x="5265420" y="2895600"/>
            <a:ext cx="1661160" cy="952500"/>
            <a:chOff x="5265420" y="2895600"/>
            <a:chExt cx="1661160" cy="952500"/>
          </a:xfrm>
        </p:grpSpPr>
        <p:sp>
          <p:nvSpPr>
            <p:cNvPr id="34" name="node16.dxc-47-node16-items-1.bullet"/>
            <p:cNvSpPr/>
            <p:nvPr/>
          </p:nvSpPr>
          <p:spPr>
            <a:xfrm>
              <a:off x="5265420" y="2984500"/>
              <a:ext cx="38100" cy="38100"/>
            </a:xfrm>
            <a:prstGeom prst="rect">
              <a:avLst/>
            </a:prstGeom>
            <a:solidFill>
              <a:srgbClr val="070154"/>
            </a:solidFill>
            <a:ln>
              <a:noFill/>
            </a:ln>
          </p:spPr>
        </p:sp>
        <p:sp>
          <p:nvSpPr>
            <p:cNvPr id="35" name="node16.dxc-47-node16-items-1.text"/>
            <p:cNvSpPr/>
            <p:nvPr/>
          </p:nvSpPr>
          <p:spPr>
            <a:xfrm>
              <a:off x="541782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User need + success measure</a:t>
              </a:r>
              <a:endParaRPr lang="en-US" sz="1200" spc="0" kern="0" b="0" i="0" dirty="0">
                <a:solidFill>
                  <a:srgbClr val="070154"/>
                </a:solidFill>
                <a:latin typeface="IBM Plex Sans"/>
                <a:ea typeface="IBM Plex Sans"/>
                <a:cs typeface="IBM Plex Sans"/>
              </a:endParaRPr>
            </a:p>
          </p:txBody>
        </p:sp>
        <p:sp>
          <p:nvSpPr>
            <p:cNvPr id="36" name="node16.dxc-47-node16-items-2.bullet"/>
            <p:cNvSpPr/>
            <p:nvPr/>
          </p:nvSpPr>
          <p:spPr>
            <a:xfrm>
              <a:off x="5265420" y="3479800"/>
              <a:ext cx="38100" cy="38100"/>
            </a:xfrm>
            <a:prstGeom prst="rect">
              <a:avLst/>
            </a:prstGeom>
            <a:solidFill>
              <a:srgbClr val="070154"/>
            </a:solidFill>
            <a:ln>
              <a:noFill/>
            </a:ln>
          </p:spPr>
        </p:sp>
        <p:sp>
          <p:nvSpPr>
            <p:cNvPr id="37" name="node16.dxc-47-node16-items-2.text"/>
            <p:cNvSpPr/>
            <p:nvPr/>
          </p:nvSpPr>
          <p:spPr>
            <a:xfrm>
              <a:off x="541782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Scope and design context</a:t>
              </a:r>
              <a:endParaRPr lang="en-US" sz="1200" spc="0" kern="0" b="0" i="0" dirty="0">
                <a:solidFill>
                  <a:srgbClr val="070154"/>
                </a:solidFill>
                <a:latin typeface="IBM Plex Sans"/>
                <a:ea typeface="IBM Plex Sans"/>
                <a:cs typeface="IBM Plex Sans"/>
              </a:endParaRPr>
            </a:p>
          </p:txBody>
        </p:sp>
      </p:grpSp>
      <p:grpSp>
        <p:nvGrpSpPr>
          <p:cNvPr id="90" name="node17"/>
          <p:cNvGrpSpPr/>
          <p:nvPr/>
        </p:nvGrpSpPr>
        <p:grpSpPr>
          <a:xfrm>
            <a:off x="5265420" y="4114800"/>
            <a:ext cx="1661160" cy="152400"/>
            <a:chOff x="5265420" y="4114800"/>
            <a:chExt cx="1661160" cy="152400"/>
          </a:xfrm>
        </p:grpSpPr>
        <p:sp>
          <p:nvSpPr>
            <p:cNvPr id="38" name="node17.text"/>
            <p:cNvSpPr/>
            <p:nvPr/>
          </p:nvSpPr>
          <p:spPr>
            <a:xfrm>
              <a:off x="526542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CARRIES</a:t>
              </a:r>
              <a:endParaRPr lang="en-US" sz="900" spc="54" kern="0" b="0" i="0" dirty="0">
                <a:solidFill>
                  <a:srgbClr val="50658E"/>
                </a:solidFill>
                <a:latin typeface="IBM Plex Mono Medium"/>
                <a:ea typeface="IBM Plex Mono Medium"/>
                <a:cs typeface="IBM Plex Mono Medium"/>
              </a:endParaRPr>
            </a:p>
          </p:txBody>
        </p:sp>
      </p:grpSp>
      <p:grpSp>
        <p:nvGrpSpPr>
          <p:cNvPr id="91" name="node18"/>
          <p:cNvGrpSpPr/>
          <p:nvPr/>
        </p:nvGrpSpPr>
        <p:grpSpPr>
          <a:xfrm>
            <a:off x="5265420" y="4343400"/>
            <a:ext cx="1661160" cy="228600"/>
            <a:chOff x="5265420" y="4343400"/>
            <a:chExt cx="1661160" cy="228600"/>
          </a:xfrm>
        </p:grpSpPr>
        <p:sp>
          <p:nvSpPr>
            <p:cNvPr id="39" name="node18.text"/>
            <p:cNvSpPr/>
            <p:nvPr/>
          </p:nvSpPr>
          <p:spPr>
            <a:xfrm>
              <a:off x="526542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direction</a:t>
              </a:r>
              <a:endParaRPr lang="en-US" sz="1200" spc="0" kern="0" b="0" i="0" dirty="0">
                <a:solidFill>
                  <a:srgbClr val="070154"/>
                </a:solidFill>
                <a:latin typeface="IBM Plex Sans"/>
                <a:ea typeface="IBM Plex Sans"/>
                <a:cs typeface="IBM Plex Sans"/>
              </a:endParaRPr>
            </a:p>
          </p:txBody>
        </p:sp>
      </p:grpSp>
      <p:grpSp>
        <p:nvGrpSpPr>
          <p:cNvPr id="92" name="node19"/>
          <p:cNvGrpSpPr/>
          <p:nvPr/>
        </p:nvGrpSpPr>
        <p:grpSpPr>
          <a:xfrm>
            <a:off x="7307580" y="1600200"/>
            <a:ext cx="1965960" cy="914400"/>
            <a:chOff x="7307580" y="1600200"/>
            <a:chExt cx="1965960" cy="914400"/>
          </a:xfrm>
        </p:grpSpPr>
        <p:sp>
          <p:nvSpPr>
            <p:cNvPr id="40" name="node19.container"/>
            <p:cNvSpPr/>
            <p:nvPr/>
          </p:nvSpPr>
          <p:spPr>
            <a:xfrm>
              <a:off x="7307580" y="1600200"/>
              <a:ext cx="1965960" cy="914400"/>
            </a:xfrm>
            <a:prstGeom prst="rect">
              <a:avLst/>
            </a:prstGeom>
            <a:solidFill>
              <a:srgbClr val="070154"/>
            </a:solidFill>
            <a:ln>
              <a:noFill/>
            </a:ln>
          </p:spPr>
        </p:sp>
        <p:sp>
          <p:nvSpPr>
            <p:cNvPr id="41" name="node19.number"/>
            <p:cNvSpPr/>
            <p:nvPr/>
          </p:nvSpPr>
          <p:spPr>
            <a:xfrm>
              <a:off x="745998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sp>
          <p:nvSpPr>
            <p:cNvPr id="42" name="node19.title"/>
            <p:cNvSpPr/>
            <p:nvPr/>
          </p:nvSpPr>
          <p:spPr>
            <a:xfrm>
              <a:off x="7860030" y="1776984"/>
              <a:ext cx="126111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Feature / epic</a:t>
              </a:r>
              <a:endParaRPr lang="en-US" sz="1400" spc="0" kern="0" b="0" i="0" dirty="0">
                <a:solidFill>
                  <a:srgbClr val="FFFFFF"/>
                </a:solidFill>
                <a:latin typeface="IBM Plex Sans"/>
                <a:ea typeface="IBM Plex Sans"/>
                <a:cs typeface="IBM Plex Sans"/>
              </a:endParaRPr>
            </a:p>
          </p:txBody>
        </p:sp>
      </p:grpSp>
      <p:grpSp>
        <p:nvGrpSpPr>
          <p:cNvPr id="93" name="node20"/>
          <p:cNvGrpSpPr/>
          <p:nvPr/>
        </p:nvGrpSpPr>
        <p:grpSpPr>
          <a:xfrm>
            <a:off x="7307580" y="2514600"/>
            <a:ext cx="1965960" cy="2286000"/>
            <a:chOff x="7307580" y="2514600"/>
            <a:chExt cx="1965960" cy="2286000"/>
          </a:xfrm>
        </p:grpSpPr>
        <p:sp>
          <p:nvSpPr>
            <p:cNvPr id="43" name="node20.surface"/>
            <p:cNvSpPr/>
            <p:nvPr/>
          </p:nvSpPr>
          <p:spPr>
            <a:xfrm>
              <a:off x="7307580" y="2514600"/>
              <a:ext cx="1965960" cy="2286000"/>
            </a:xfrm>
            <a:prstGeom prst="rect">
              <a:avLst/>
            </a:prstGeom>
            <a:solidFill>
              <a:srgbClr val="FFFFFF"/>
            </a:solidFill>
            <a:ln w="12700">
              <a:solidFill>
                <a:srgbClr val="CED7E6"/>
              </a:solidFill>
              <a:prstDash val="solid"/>
            </a:ln>
          </p:spPr>
        </p:sp>
      </p:grpSp>
      <p:grpSp>
        <p:nvGrpSpPr>
          <p:cNvPr id="94" name="node21"/>
          <p:cNvGrpSpPr/>
          <p:nvPr/>
        </p:nvGrpSpPr>
        <p:grpSpPr>
          <a:xfrm>
            <a:off x="7459980" y="2667000"/>
            <a:ext cx="1661160" cy="152400"/>
            <a:chOff x="7459980" y="2667000"/>
            <a:chExt cx="1661160" cy="152400"/>
          </a:xfrm>
        </p:grpSpPr>
        <p:sp>
          <p:nvSpPr>
            <p:cNvPr id="44" name="node21.text"/>
            <p:cNvSpPr/>
            <p:nvPr/>
          </p:nvSpPr>
          <p:spPr>
            <a:xfrm>
              <a:off x="745998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MINIMUM CONTENT</a:t>
              </a:r>
              <a:endParaRPr lang="en-US" sz="900" spc="54" kern="0" b="0" i="0" dirty="0">
                <a:solidFill>
                  <a:srgbClr val="50658E"/>
                </a:solidFill>
                <a:latin typeface="IBM Plex Mono Medium"/>
                <a:ea typeface="IBM Plex Mono Medium"/>
                <a:cs typeface="IBM Plex Mono Medium"/>
              </a:endParaRPr>
            </a:p>
          </p:txBody>
        </p:sp>
      </p:grpSp>
      <p:grpSp>
        <p:nvGrpSpPr>
          <p:cNvPr id="95" name="node22"/>
          <p:cNvGrpSpPr/>
          <p:nvPr/>
        </p:nvGrpSpPr>
        <p:grpSpPr>
          <a:xfrm>
            <a:off x="7459980" y="2895600"/>
            <a:ext cx="1661160" cy="952500"/>
            <a:chOff x="7459980" y="2895600"/>
            <a:chExt cx="1661160" cy="952500"/>
          </a:xfrm>
        </p:grpSpPr>
        <p:sp>
          <p:nvSpPr>
            <p:cNvPr id="45" name="node22.dxc-47-node22-items-1.bullet"/>
            <p:cNvSpPr/>
            <p:nvPr/>
          </p:nvSpPr>
          <p:spPr>
            <a:xfrm>
              <a:off x="7459980" y="2984500"/>
              <a:ext cx="38100" cy="38100"/>
            </a:xfrm>
            <a:prstGeom prst="rect">
              <a:avLst/>
            </a:prstGeom>
            <a:solidFill>
              <a:srgbClr val="070154"/>
            </a:solidFill>
            <a:ln>
              <a:noFill/>
            </a:ln>
          </p:spPr>
        </p:sp>
        <p:sp>
          <p:nvSpPr>
            <p:cNvPr id="46" name="node22.dxc-47-node22-items-1.text"/>
            <p:cNvSpPr/>
            <p:nvPr/>
          </p:nvSpPr>
          <p:spPr>
            <a:xfrm>
              <a:off x="761238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Decomposition + acceptance</a:t>
              </a:r>
              <a:endParaRPr lang="en-US" sz="1200" spc="0" kern="0" b="0" i="0" dirty="0">
                <a:solidFill>
                  <a:srgbClr val="070154"/>
                </a:solidFill>
                <a:latin typeface="IBM Plex Sans"/>
                <a:ea typeface="IBM Plex Sans"/>
                <a:cs typeface="IBM Plex Sans"/>
              </a:endParaRPr>
            </a:p>
          </p:txBody>
        </p:sp>
        <p:sp>
          <p:nvSpPr>
            <p:cNvPr id="47" name="node22.dxc-47-node22-items-2.bullet"/>
            <p:cNvSpPr/>
            <p:nvPr/>
          </p:nvSpPr>
          <p:spPr>
            <a:xfrm>
              <a:off x="7459980" y="3479800"/>
              <a:ext cx="38100" cy="38100"/>
            </a:xfrm>
            <a:prstGeom prst="rect">
              <a:avLst/>
            </a:prstGeom>
            <a:solidFill>
              <a:srgbClr val="070154"/>
            </a:solidFill>
            <a:ln>
              <a:noFill/>
            </a:ln>
          </p:spPr>
        </p:sp>
        <p:sp>
          <p:nvSpPr>
            <p:cNvPr id="48" name="node22.dxc-47-node22-items-2.text"/>
            <p:cNvSpPr/>
            <p:nvPr/>
          </p:nvSpPr>
          <p:spPr>
            <a:xfrm>
              <a:off x="761238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Ownership + dependencies</a:t>
              </a:r>
              <a:endParaRPr lang="en-US" sz="1200" spc="0" kern="0" b="0" i="0" dirty="0">
                <a:solidFill>
                  <a:srgbClr val="070154"/>
                </a:solidFill>
                <a:latin typeface="IBM Plex Sans"/>
                <a:ea typeface="IBM Plex Sans"/>
                <a:cs typeface="IBM Plex Sans"/>
              </a:endParaRPr>
            </a:p>
          </p:txBody>
        </p:sp>
      </p:grpSp>
      <p:grpSp>
        <p:nvGrpSpPr>
          <p:cNvPr id="96" name="node23"/>
          <p:cNvGrpSpPr/>
          <p:nvPr/>
        </p:nvGrpSpPr>
        <p:grpSpPr>
          <a:xfrm>
            <a:off x="7459980" y="4114800"/>
            <a:ext cx="1661160" cy="152400"/>
            <a:chOff x="7459980" y="4114800"/>
            <a:chExt cx="1661160" cy="152400"/>
          </a:xfrm>
        </p:grpSpPr>
        <p:sp>
          <p:nvSpPr>
            <p:cNvPr id="49" name="node23.text"/>
            <p:cNvSpPr/>
            <p:nvPr/>
          </p:nvSpPr>
          <p:spPr>
            <a:xfrm>
              <a:off x="745998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CARRIES</a:t>
              </a:r>
              <a:endParaRPr lang="en-US" sz="900" spc="54" kern="0" b="0" i="0" dirty="0">
                <a:solidFill>
                  <a:srgbClr val="50658E"/>
                </a:solidFill>
                <a:latin typeface="IBM Plex Mono Medium"/>
                <a:ea typeface="IBM Plex Mono Medium"/>
                <a:cs typeface="IBM Plex Mono Medium"/>
              </a:endParaRPr>
            </a:p>
          </p:txBody>
        </p:sp>
      </p:grpSp>
      <p:grpSp>
        <p:nvGrpSpPr>
          <p:cNvPr id="97" name="node24"/>
          <p:cNvGrpSpPr/>
          <p:nvPr/>
        </p:nvGrpSpPr>
        <p:grpSpPr>
          <a:xfrm>
            <a:off x="7459980" y="4343400"/>
            <a:ext cx="1661160" cy="228600"/>
            <a:chOff x="7459980" y="4343400"/>
            <a:chExt cx="1661160" cy="228600"/>
          </a:xfrm>
        </p:grpSpPr>
        <p:sp>
          <p:nvSpPr>
            <p:cNvPr id="50" name="node24.text"/>
            <p:cNvSpPr/>
            <p:nvPr/>
          </p:nvSpPr>
          <p:spPr>
            <a:xfrm>
              <a:off x="745998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readiness</a:t>
              </a:r>
              <a:endParaRPr lang="en-US" sz="1200" spc="0" kern="0" b="0" i="0" dirty="0">
                <a:solidFill>
                  <a:srgbClr val="070154"/>
                </a:solidFill>
                <a:latin typeface="IBM Plex Sans"/>
                <a:ea typeface="IBM Plex Sans"/>
                <a:cs typeface="IBM Plex Sans"/>
              </a:endParaRPr>
            </a:p>
          </p:txBody>
        </p:sp>
      </p:grpSp>
      <p:grpSp>
        <p:nvGrpSpPr>
          <p:cNvPr id="98" name="node25"/>
          <p:cNvGrpSpPr/>
          <p:nvPr/>
        </p:nvGrpSpPr>
        <p:grpSpPr>
          <a:xfrm>
            <a:off x="9502140" y="1600200"/>
            <a:ext cx="1965960" cy="914400"/>
            <a:chOff x="9502140" y="1600200"/>
            <a:chExt cx="1965960" cy="914400"/>
          </a:xfrm>
        </p:grpSpPr>
        <p:sp>
          <p:nvSpPr>
            <p:cNvPr id="51" name="node25.container"/>
            <p:cNvSpPr/>
            <p:nvPr/>
          </p:nvSpPr>
          <p:spPr>
            <a:xfrm>
              <a:off x="9502140" y="1600200"/>
              <a:ext cx="1965960" cy="914400"/>
            </a:xfrm>
            <a:prstGeom prst="rect">
              <a:avLst/>
            </a:prstGeom>
            <a:solidFill>
              <a:srgbClr val="070154"/>
            </a:solidFill>
            <a:ln>
              <a:noFill/>
            </a:ln>
          </p:spPr>
        </p:sp>
        <p:sp>
          <p:nvSpPr>
            <p:cNvPr id="52" name="node25.number"/>
            <p:cNvSpPr/>
            <p:nvPr/>
          </p:nvSpPr>
          <p:spPr>
            <a:xfrm>
              <a:off x="965454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sp>
          <p:nvSpPr>
            <p:cNvPr id="53" name="node25.title"/>
            <p:cNvSpPr/>
            <p:nvPr/>
          </p:nvSpPr>
          <p:spPr>
            <a:xfrm>
              <a:off x="10054590" y="1776984"/>
              <a:ext cx="126111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Plan</a:t>
              </a:r>
              <a:endParaRPr lang="en-US" sz="1400" spc="0" kern="0" b="0" i="0" dirty="0">
                <a:solidFill>
                  <a:srgbClr val="FFFFFF"/>
                </a:solidFill>
                <a:latin typeface="IBM Plex Sans"/>
                <a:ea typeface="IBM Plex Sans"/>
                <a:cs typeface="IBM Plex Sans"/>
              </a:endParaRPr>
            </a:p>
          </p:txBody>
        </p:sp>
      </p:grpSp>
      <p:grpSp>
        <p:nvGrpSpPr>
          <p:cNvPr id="99" name="node26"/>
          <p:cNvGrpSpPr/>
          <p:nvPr/>
        </p:nvGrpSpPr>
        <p:grpSpPr>
          <a:xfrm>
            <a:off x="9502140" y="2514600"/>
            <a:ext cx="1965960" cy="2286000"/>
            <a:chOff x="9502140" y="2514600"/>
            <a:chExt cx="1965960" cy="2286000"/>
          </a:xfrm>
        </p:grpSpPr>
        <p:sp>
          <p:nvSpPr>
            <p:cNvPr id="54" name="node26.surface"/>
            <p:cNvSpPr/>
            <p:nvPr/>
          </p:nvSpPr>
          <p:spPr>
            <a:xfrm>
              <a:off x="9502140" y="2514600"/>
              <a:ext cx="1965960" cy="2286000"/>
            </a:xfrm>
            <a:prstGeom prst="rect">
              <a:avLst/>
            </a:prstGeom>
            <a:solidFill>
              <a:srgbClr val="FFFFFF"/>
            </a:solidFill>
            <a:ln w="12700">
              <a:solidFill>
                <a:srgbClr val="CED7E6"/>
              </a:solidFill>
              <a:prstDash val="solid"/>
            </a:ln>
          </p:spPr>
        </p:sp>
      </p:grpSp>
      <p:grpSp>
        <p:nvGrpSpPr>
          <p:cNvPr id="100" name="node27"/>
          <p:cNvGrpSpPr/>
          <p:nvPr/>
        </p:nvGrpSpPr>
        <p:grpSpPr>
          <a:xfrm>
            <a:off x="9654540" y="2667000"/>
            <a:ext cx="1661160" cy="152400"/>
            <a:chOff x="9654540" y="2667000"/>
            <a:chExt cx="1661160" cy="152400"/>
          </a:xfrm>
        </p:grpSpPr>
        <p:sp>
          <p:nvSpPr>
            <p:cNvPr id="55" name="node27.text"/>
            <p:cNvSpPr/>
            <p:nvPr/>
          </p:nvSpPr>
          <p:spPr>
            <a:xfrm>
              <a:off x="965454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MINIMUM CONTENT</a:t>
              </a:r>
              <a:endParaRPr lang="en-US" sz="900" spc="54" kern="0" b="0" i="0" dirty="0">
                <a:solidFill>
                  <a:srgbClr val="50658E"/>
                </a:solidFill>
                <a:latin typeface="IBM Plex Mono Medium"/>
                <a:ea typeface="IBM Plex Mono Medium"/>
                <a:cs typeface="IBM Plex Mono Medium"/>
              </a:endParaRPr>
            </a:p>
          </p:txBody>
        </p:sp>
      </p:grpSp>
      <p:grpSp>
        <p:nvGrpSpPr>
          <p:cNvPr id="101" name="node28"/>
          <p:cNvGrpSpPr/>
          <p:nvPr/>
        </p:nvGrpSpPr>
        <p:grpSpPr>
          <a:xfrm>
            <a:off x="9654540" y="2895600"/>
            <a:ext cx="1661160" cy="952500"/>
            <a:chOff x="9654540" y="2895600"/>
            <a:chExt cx="1661160" cy="952500"/>
          </a:xfrm>
        </p:grpSpPr>
        <p:sp>
          <p:nvSpPr>
            <p:cNvPr id="56" name="node28.dxc-47-node28-items-1.bullet"/>
            <p:cNvSpPr/>
            <p:nvPr/>
          </p:nvSpPr>
          <p:spPr>
            <a:xfrm>
              <a:off x="9654540" y="2984500"/>
              <a:ext cx="38100" cy="38100"/>
            </a:xfrm>
            <a:prstGeom prst="rect">
              <a:avLst/>
            </a:prstGeom>
            <a:solidFill>
              <a:srgbClr val="070154"/>
            </a:solidFill>
            <a:ln>
              <a:noFill/>
            </a:ln>
          </p:spPr>
        </p:sp>
        <p:sp>
          <p:nvSpPr>
            <p:cNvPr id="57" name="node28.dxc-47-node28-items-1.text"/>
            <p:cNvSpPr/>
            <p:nvPr/>
          </p:nvSpPr>
          <p:spPr>
            <a:xfrm>
              <a:off x="980694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Sequence + validation</a:t>
              </a:r>
              <a:endParaRPr lang="en-US" sz="1200" spc="0" kern="0" b="0" i="0" dirty="0">
                <a:solidFill>
                  <a:srgbClr val="070154"/>
                </a:solidFill>
                <a:latin typeface="IBM Plex Sans"/>
                <a:ea typeface="IBM Plex Sans"/>
                <a:cs typeface="IBM Plex Sans"/>
              </a:endParaRPr>
            </a:p>
          </p:txBody>
        </p:sp>
        <p:sp>
          <p:nvSpPr>
            <p:cNvPr id="58" name="node28.dxc-47-node28-items-2.bullet"/>
            <p:cNvSpPr/>
            <p:nvPr/>
          </p:nvSpPr>
          <p:spPr>
            <a:xfrm>
              <a:off x="9654540" y="3479800"/>
              <a:ext cx="38100" cy="38100"/>
            </a:xfrm>
            <a:prstGeom prst="rect">
              <a:avLst/>
            </a:prstGeom>
            <a:solidFill>
              <a:srgbClr val="070154"/>
            </a:solidFill>
            <a:ln>
              <a:noFill/>
            </a:ln>
          </p:spPr>
        </p:sp>
        <p:sp>
          <p:nvSpPr>
            <p:cNvPr id="59" name="node28.dxc-47-node28-items-2.text"/>
            <p:cNvSpPr/>
            <p:nvPr/>
          </p:nvSpPr>
          <p:spPr>
            <a:xfrm>
              <a:off x="980694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Release evidence + feedback</a:t>
              </a:r>
              <a:endParaRPr lang="en-US" sz="1200" spc="0" kern="0" b="0" i="0" dirty="0">
                <a:solidFill>
                  <a:srgbClr val="070154"/>
                </a:solidFill>
                <a:latin typeface="IBM Plex Sans"/>
                <a:ea typeface="IBM Plex Sans"/>
                <a:cs typeface="IBM Plex Sans"/>
              </a:endParaRPr>
            </a:p>
          </p:txBody>
        </p:sp>
      </p:grpSp>
      <p:grpSp>
        <p:nvGrpSpPr>
          <p:cNvPr id="102" name="node29"/>
          <p:cNvGrpSpPr/>
          <p:nvPr/>
        </p:nvGrpSpPr>
        <p:grpSpPr>
          <a:xfrm>
            <a:off x="9654540" y="4114800"/>
            <a:ext cx="1661160" cy="152400"/>
            <a:chOff x="9654540" y="4114800"/>
            <a:chExt cx="1661160" cy="152400"/>
          </a:xfrm>
        </p:grpSpPr>
        <p:sp>
          <p:nvSpPr>
            <p:cNvPr id="60" name="node29.text"/>
            <p:cNvSpPr/>
            <p:nvPr/>
          </p:nvSpPr>
          <p:spPr>
            <a:xfrm>
              <a:off x="965454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CARRIES</a:t>
              </a:r>
              <a:endParaRPr lang="en-US" sz="900" spc="54" kern="0" b="0" i="0" dirty="0">
                <a:solidFill>
                  <a:srgbClr val="50658E"/>
                </a:solidFill>
                <a:latin typeface="IBM Plex Mono Medium"/>
                <a:ea typeface="IBM Plex Mono Medium"/>
                <a:cs typeface="IBM Plex Mono Medium"/>
              </a:endParaRPr>
            </a:p>
          </p:txBody>
        </p:sp>
      </p:grpSp>
      <p:grpSp>
        <p:nvGrpSpPr>
          <p:cNvPr id="103" name="node30"/>
          <p:cNvGrpSpPr/>
          <p:nvPr/>
        </p:nvGrpSpPr>
        <p:grpSpPr>
          <a:xfrm>
            <a:off x="9654540" y="4343400"/>
            <a:ext cx="1661160" cy="228600"/>
            <a:chOff x="9654540" y="4343400"/>
            <a:chExt cx="1661160" cy="228600"/>
          </a:xfrm>
        </p:grpSpPr>
        <p:sp>
          <p:nvSpPr>
            <p:cNvPr id="61" name="node30.text"/>
            <p:cNvSpPr/>
            <p:nvPr/>
          </p:nvSpPr>
          <p:spPr>
            <a:xfrm>
              <a:off x="965454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Delivery plan</a:t>
              </a:r>
              <a:endParaRPr lang="en-US" sz="1200" spc="0" kern="0" b="0" i="0" dirty="0">
                <a:solidFill>
                  <a:srgbClr val="070154"/>
                </a:solidFill>
                <a:latin typeface="IBM Plex Sans"/>
                <a:ea typeface="IBM Plex Sans"/>
                <a:cs typeface="IBM Plex Sans"/>
              </a:endParaRPr>
            </a:p>
          </p:txBody>
        </p:sp>
      </p:grpSp>
      <p:grpSp>
        <p:nvGrpSpPr>
          <p:cNvPr id="104" name="node31"/>
          <p:cNvGrpSpPr/>
          <p:nvPr/>
        </p:nvGrpSpPr>
        <p:grpSpPr>
          <a:xfrm>
            <a:off x="723900" y="5029200"/>
            <a:ext cx="10744200" cy="914400"/>
            <a:chOff x="723900" y="5029200"/>
            <a:chExt cx="10744200" cy="914400"/>
          </a:xfrm>
        </p:grpSpPr>
        <p:sp>
          <p:nvSpPr>
            <p:cNvPr id="62" name="node31.surface"/>
            <p:cNvSpPr/>
            <p:nvPr/>
          </p:nvSpPr>
          <p:spPr>
            <a:xfrm>
              <a:off x="723900" y="5029200"/>
              <a:ext cx="10744200" cy="914400"/>
            </a:xfrm>
            <a:prstGeom prst="rect">
              <a:avLst/>
            </a:prstGeom>
            <a:solidFill>
              <a:srgbClr val="E8EEF8"/>
            </a:solidFill>
            <a:ln>
              <a:noFill/>
            </a:ln>
          </p:spPr>
        </p:sp>
      </p:grpSp>
      <p:grpSp>
        <p:nvGrpSpPr>
          <p:cNvPr id="105" name="node32"/>
          <p:cNvGrpSpPr/>
          <p:nvPr/>
        </p:nvGrpSpPr>
        <p:grpSpPr>
          <a:xfrm>
            <a:off x="838200" y="5105400"/>
            <a:ext cx="10287000" cy="152400"/>
            <a:chOff x="838200" y="5105400"/>
            <a:chExt cx="10287000" cy="152400"/>
          </a:xfrm>
        </p:grpSpPr>
        <p:sp>
          <p:nvSpPr>
            <p:cNvPr id="63" name="node32.text"/>
            <p:cNvSpPr/>
            <p:nvPr/>
          </p:nvSpPr>
          <p:spPr>
            <a:xfrm>
              <a:off x="838200" y="5105400"/>
              <a:ext cx="1028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TEST INTENT · MAKE DECISIONS, FEASIBILITY, DESIGN CONTEXT AND EVIDENCE VISIBLE</a:t>
              </a:r>
              <a:endParaRPr lang="en-US" sz="900" spc="54" kern="0" b="0" i="0" dirty="0">
                <a:solidFill>
                  <a:srgbClr val="0047FF"/>
                </a:solidFill>
                <a:latin typeface="IBM Plex Mono Medium"/>
                <a:ea typeface="IBM Plex Mono Medium"/>
                <a:cs typeface="IBM Plex Mono Medium"/>
              </a:endParaRPr>
            </a:p>
          </p:txBody>
        </p:sp>
      </p:grpSp>
      <p:grpSp>
        <p:nvGrpSpPr>
          <p:cNvPr id="106" name="node33"/>
          <p:cNvGrpSpPr/>
          <p:nvPr/>
        </p:nvGrpSpPr>
        <p:grpSpPr>
          <a:xfrm>
            <a:off x="723900" y="5257800"/>
            <a:ext cx="1965960" cy="685800"/>
            <a:chOff x="723900" y="5257800"/>
            <a:chExt cx="1965960" cy="685800"/>
          </a:xfrm>
        </p:grpSpPr>
        <p:sp>
          <p:nvSpPr>
            <p:cNvPr id="64" name="node33.container"/>
            <p:cNvSpPr/>
            <p:nvPr/>
          </p:nvSpPr>
          <p:spPr>
            <a:xfrm>
              <a:off x="723900" y="5257800"/>
              <a:ext cx="1965960" cy="685800"/>
            </a:xfrm>
            <a:prstGeom prst="rect">
              <a:avLst/>
            </a:prstGeom>
            <a:solidFill>
              <a:srgbClr val="E8EEF8"/>
            </a:solidFill>
            <a:ln>
              <a:noFill/>
            </a:ln>
          </p:spPr>
        </p:sp>
        <p:sp>
          <p:nvSpPr>
            <p:cNvPr id="65" name="node33.body.dxc-47-node33-body-1.paragraph"/>
            <p:cNvSpPr/>
            <p:nvPr/>
          </p:nvSpPr>
          <p:spPr>
            <a:xfrm>
              <a:off x="838200" y="5372100"/>
              <a:ext cx="17373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Make evidence visible</a:t>
              </a:r>
              <a:endParaRPr lang="en-US" sz="1200" spc="0" kern="0" b="0" i="0" dirty="0">
                <a:solidFill>
                  <a:srgbClr val="50658E"/>
                </a:solidFill>
                <a:latin typeface="IBM Plex Sans"/>
                <a:ea typeface="IBM Plex Sans"/>
                <a:cs typeface="IBM Plex Sans"/>
              </a:endParaRPr>
            </a:p>
          </p:txBody>
        </p:sp>
      </p:grpSp>
      <p:grpSp>
        <p:nvGrpSpPr>
          <p:cNvPr id="107" name="node34"/>
          <p:cNvGrpSpPr/>
          <p:nvPr/>
        </p:nvGrpSpPr>
        <p:grpSpPr>
          <a:xfrm>
            <a:off x="2918460" y="5257800"/>
            <a:ext cx="1965960" cy="685800"/>
            <a:chOff x="2918460" y="5257800"/>
            <a:chExt cx="1965960" cy="685800"/>
          </a:xfrm>
        </p:grpSpPr>
        <p:sp>
          <p:nvSpPr>
            <p:cNvPr id="66" name="node34.container"/>
            <p:cNvSpPr/>
            <p:nvPr/>
          </p:nvSpPr>
          <p:spPr>
            <a:xfrm>
              <a:off x="2918460" y="5257800"/>
              <a:ext cx="1965960" cy="685800"/>
            </a:xfrm>
            <a:prstGeom prst="rect">
              <a:avLst/>
            </a:prstGeom>
            <a:solidFill>
              <a:srgbClr val="E8EEF8"/>
            </a:solidFill>
            <a:ln>
              <a:noFill/>
            </a:ln>
          </p:spPr>
        </p:sp>
        <p:sp>
          <p:nvSpPr>
            <p:cNvPr id="67" name="node34.body.dxc-47-node34-body-1.paragraph"/>
            <p:cNvSpPr/>
            <p:nvPr/>
          </p:nvSpPr>
          <p:spPr>
            <a:xfrm>
              <a:off x="303276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Choose what is worth defining</a:t>
              </a:r>
              <a:endParaRPr lang="en-US" sz="1200" spc="0" kern="0" b="0" i="0" dirty="0">
                <a:solidFill>
                  <a:srgbClr val="50658E"/>
                </a:solidFill>
                <a:latin typeface="IBM Plex Sans"/>
                <a:ea typeface="IBM Plex Sans"/>
                <a:cs typeface="IBM Plex Sans"/>
              </a:endParaRPr>
            </a:p>
          </p:txBody>
        </p:sp>
      </p:grpSp>
      <p:grpSp>
        <p:nvGrpSpPr>
          <p:cNvPr id="108" name="node35"/>
          <p:cNvGrpSpPr/>
          <p:nvPr/>
        </p:nvGrpSpPr>
        <p:grpSpPr>
          <a:xfrm>
            <a:off x="5113020" y="5257800"/>
            <a:ext cx="1965960" cy="685800"/>
            <a:chOff x="5113020" y="5257800"/>
            <a:chExt cx="1965960" cy="685800"/>
          </a:xfrm>
        </p:grpSpPr>
        <p:sp>
          <p:nvSpPr>
            <p:cNvPr id="68" name="node35.container"/>
            <p:cNvSpPr/>
            <p:nvPr/>
          </p:nvSpPr>
          <p:spPr>
            <a:xfrm>
              <a:off x="5113020" y="5257800"/>
              <a:ext cx="1965960" cy="685800"/>
            </a:xfrm>
            <a:prstGeom prst="rect">
              <a:avLst/>
            </a:prstGeom>
            <a:solidFill>
              <a:srgbClr val="E8EEF8"/>
            </a:solidFill>
            <a:ln>
              <a:noFill/>
            </a:ln>
          </p:spPr>
        </p:sp>
        <p:sp>
          <p:nvSpPr>
            <p:cNvPr id="69" name="node35.body.dxc-47-node35-body-1.paragraph"/>
            <p:cNvSpPr/>
            <p:nvPr/>
          </p:nvSpPr>
          <p:spPr>
            <a:xfrm>
              <a:off x="5227320" y="5372100"/>
              <a:ext cx="17373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Make feasibility visible</a:t>
              </a:r>
              <a:endParaRPr lang="en-US" sz="1200" spc="0" kern="0" b="0" i="0" dirty="0">
                <a:solidFill>
                  <a:srgbClr val="50658E"/>
                </a:solidFill>
                <a:latin typeface="IBM Plex Sans"/>
                <a:ea typeface="IBM Plex Sans"/>
                <a:cs typeface="IBM Plex Sans"/>
              </a:endParaRPr>
            </a:p>
          </p:txBody>
        </p:sp>
      </p:grpSp>
      <p:grpSp>
        <p:nvGrpSpPr>
          <p:cNvPr id="109" name="node36"/>
          <p:cNvGrpSpPr/>
          <p:nvPr/>
        </p:nvGrpSpPr>
        <p:grpSpPr>
          <a:xfrm>
            <a:off x="7307580" y="5257800"/>
            <a:ext cx="1965960" cy="685800"/>
            <a:chOff x="7307580" y="5257800"/>
            <a:chExt cx="1965960" cy="685800"/>
          </a:xfrm>
        </p:grpSpPr>
        <p:sp>
          <p:nvSpPr>
            <p:cNvPr id="70" name="node36.container"/>
            <p:cNvSpPr/>
            <p:nvPr/>
          </p:nvSpPr>
          <p:spPr>
            <a:xfrm>
              <a:off x="7307580" y="5257800"/>
              <a:ext cx="1965960" cy="685800"/>
            </a:xfrm>
            <a:prstGeom prst="rect">
              <a:avLst/>
            </a:prstGeom>
            <a:solidFill>
              <a:srgbClr val="E8EEF8"/>
            </a:solidFill>
            <a:ln>
              <a:noFill/>
            </a:ln>
          </p:spPr>
        </p:sp>
        <p:sp>
          <p:nvSpPr>
            <p:cNvPr id="71" name="node36.body.dxc-47-node36-body-1.paragraph"/>
            <p:cNvSpPr/>
            <p:nvPr/>
          </p:nvSpPr>
          <p:spPr>
            <a:xfrm>
              <a:off x="742188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Record context before commitment</a:t>
              </a:r>
              <a:endParaRPr lang="en-US" sz="1200" spc="0" kern="0" b="0" i="0" dirty="0">
                <a:solidFill>
                  <a:srgbClr val="50658E"/>
                </a:solidFill>
                <a:latin typeface="IBM Plex Sans"/>
                <a:ea typeface="IBM Plex Sans"/>
                <a:cs typeface="IBM Plex Sans"/>
              </a:endParaRPr>
            </a:p>
          </p:txBody>
        </p:sp>
      </p:grpSp>
      <p:grpSp>
        <p:nvGrpSpPr>
          <p:cNvPr id="110" name="node37"/>
          <p:cNvGrpSpPr/>
          <p:nvPr/>
        </p:nvGrpSpPr>
        <p:grpSpPr>
          <a:xfrm>
            <a:off x="9502140" y="5257800"/>
            <a:ext cx="1965960" cy="685800"/>
            <a:chOff x="9502140" y="5257800"/>
            <a:chExt cx="1965960" cy="685800"/>
          </a:xfrm>
        </p:grpSpPr>
        <p:sp>
          <p:nvSpPr>
            <p:cNvPr id="72" name="node37.container"/>
            <p:cNvSpPr/>
            <p:nvPr/>
          </p:nvSpPr>
          <p:spPr>
            <a:xfrm>
              <a:off x="9502140" y="5257800"/>
              <a:ext cx="1965960" cy="685800"/>
            </a:xfrm>
            <a:prstGeom prst="rect">
              <a:avLst/>
            </a:prstGeom>
            <a:solidFill>
              <a:srgbClr val="E8EEF8"/>
            </a:solidFill>
            <a:ln>
              <a:noFill/>
            </a:ln>
          </p:spPr>
        </p:sp>
        <p:sp>
          <p:nvSpPr>
            <p:cNvPr id="73" name="node37.body.dxc-47-node37-body-1.paragraph"/>
            <p:cNvSpPr/>
            <p:nvPr/>
          </p:nvSpPr>
          <p:spPr>
            <a:xfrm>
              <a:off x="961644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Test before committing scope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name="dxc-04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 · ENGINEERING STARTS NOW · C CORE; R RECON; RE RULES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Ten recommendations across two linked tracks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48</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318000"/>
            <a:chOff x="723900" y="1600200"/>
            <a:chExt cx="10744200" cy="43180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318000"/>
          </p:xfrm>
          <a:graphic>
            <a:graphicData uri="http://schemas.openxmlformats.org/drawingml/2006/table">
              <a:tbl>
                <a:tblPr/>
                <a:tblGrid>
                  <a:gridCol w="1371600"/>
                  <a:gridCol w="2438400"/>
                  <a:gridCol w="3962400"/>
                  <a:gridCol w="1828800"/>
                  <a:gridCol w="1143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TRACK</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RECOMMENDATION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CHANGES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LINKED ROADMAP</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START/POD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01 Prioritize outcomes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Criteria; capacity; credible 3–4 sprint 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Now</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02 PM business ownership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 owns evidence, outcomes and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Now</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03 Definition path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Signal → PRD → epic → design →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Now</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04 Earlier collaboration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UX / Eng / QA / Release / Ops feasibility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Next</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05 Ship with proof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proof informs roadmap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Next</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E1 Release stability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Root causes and credential expiry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C</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E2 Test automation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Risk-led automation; reuse Recon patterns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C</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E3 Access / test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Remove waits; masked test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R/RE</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E4 Delivery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Flow / quality measures, including vendors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C/R</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E5 Governed AI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Supervised AI + PHI tools before December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R</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 linked tracks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and Engineering roll into roadmaps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Both maps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Review</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Key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Pilot abbreviations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 Core; R Recon; RE Rules Engine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Pilot scope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Check</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name="dxc-049">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E1</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Release stability and repeat causes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49</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Engineering + Release/DevOps + Quality · unplanned changes, rollbacks, causes.</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514600"/>
            <a:ext cx="5029200" cy="152400"/>
            <a:chOff x="723900" y="2514600"/>
            <a:chExt cx="5029200" cy="152400"/>
          </a:xfrm>
        </p:grpSpPr>
        <p:sp>
          <p:nvSpPr>
            <p:cNvPr id="8"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6438900" y="2514600"/>
            <a:ext cx="5029200" cy="152400"/>
            <a:chOff x="6438900" y="2514600"/>
            <a:chExt cx="5029200" cy="152400"/>
          </a:xfrm>
        </p:grpSpPr>
        <p:sp>
          <p:nvSpPr>
            <p:cNvPr id="9"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43" name="node04"/>
          <p:cNvGrpSpPr/>
          <p:nvPr/>
        </p:nvGrpSpPr>
        <p:grpSpPr>
          <a:xfrm>
            <a:off x="723900" y="2743200"/>
            <a:ext cx="5029200" cy="914400"/>
            <a:chOff x="723900" y="2743200"/>
            <a:chExt cx="5029200" cy="914400"/>
          </a:xfrm>
        </p:grpSpPr>
        <p:sp>
          <p:nvSpPr>
            <p:cNvPr id="10" name="node04.container"/>
            <p:cNvSpPr/>
            <p:nvPr/>
          </p:nvSpPr>
          <p:spPr>
            <a:xfrm>
              <a:off x="723900" y="2743200"/>
              <a:ext cx="5029200" cy="914400"/>
            </a:xfrm>
            <a:prstGeom prst="rect">
              <a:avLst/>
            </a:prstGeom>
            <a:solidFill>
              <a:srgbClr val="E8EEF8"/>
            </a:solidFill>
            <a:ln>
              <a:noFill/>
            </a:ln>
          </p:spPr>
        </p:sp>
        <p:sp>
          <p:nvSpPr>
            <p:cNvPr id="11" name="node04.edge"/>
            <p:cNvSpPr/>
            <p:nvPr/>
          </p:nvSpPr>
          <p:spPr>
            <a:xfrm>
              <a:off x="723900" y="2743200"/>
              <a:ext cx="38100" cy="914400"/>
            </a:xfrm>
            <a:prstGeom prst="rect">
              <a:avLst/>
            </a:prstGeom>
            <a:solidFill>
              <a:srgbClr val="0047FF"/>
            </a:solidFill>
            <a:ln>
              <a:noFill/>
            </a:ln>
          </p:spPr>
        </p:sp>
        <p:sp>
          <p:nvSpPr>
            <p:cNvPr id="12"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Root-cause reviews</a:t>
              </a:r>
              <a:endParaRPr lang="en-US" sz="1400" spc="0" kern="0" b="0" i="0" dirty="0">
                <a:solidFill>
                  <a:srgbClr val="070154"/>
                </a:solidFill>
                <a:latin typeface="IBM Plex Sans"/>
                <a:ea typeface="IBM Plex Sans"/>
                <a:cs typeface="IBM Plex Sans"/>
              </a:endParaRPr>
            </a:p>
          </p:txBody>
        </p:sp>
        <p:sp>
          <p:nvSpPr>
            <p:cNvPr id="14" name="node04.body.dxc-49-node04-body-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patches, rollbacks and off-version changes.</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Expiry ownership</a:t>
              </a:r>
              <a:endParaRPr lang="en-US" sz="1400" spc="0" kern="0" b="0" i="0" dirty="0">
                <a:solidFill>
                  <a:srgbClr val="070154"/>
                </a:solidFill>
                <a:latin typeface="IBM Plex Sans"/>
                <a:ea typeface="IBM Plex Sans"/>
                <a:cs typeface="IBM Plex Sans"/>
              </a:endParaRPr>
            </a:p>
          </p:txBody>
        </p:sp>
        <p:sp>
          <p:nvSpPr>
            <p:cNvPr id="19" name="node05.body.dxc-49-node05-body-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Inventory credentials; name owners and alerts.</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5029200"/>
            <a:ext cx="5029200" cy="914400"/>
            <a:chOff x="723900" y="5029200"/>
            <a:chExt cx="5029200" cy="914400"/>
          </a:xfrm>
        </p:grpSpPr>
        <p:sp>
          <p:nvSpPr>
            <p:cNvPr id="20" name="node06.container"/>
            <p:cNvSpPr/>
            <p:nvPr/>
          </p:nvSpPr>
          <p:spPr>
            <a:xfrm>
              <a:off x="723900" y="5029200"/>
              <a:ext cx="5029200" cy="914400"/>
            </a:xfrm>
            <a:prstGeom prst="rect">
              <a:avLst/>
            </a:prstGeom>
            <a:solidFill>
              <a:srgbClr val="E8EEF8"/>
            </a:solidFill>
            <a:ln>
              <a:noFill/>
            </a:ln>
          </p:spPr>
        </p:sp>
        <p:sp>
          <p:nvSpPr>
            <p:cNvPr id="21" name="node06.edge"/>
            <p:cNvSpPr/>
            <p:nvPr/>
          </p:nvSpPr>
          <p:spPr>
            <a:xfrm>
              <a:off x="723900" y="5029200"/>
              <a:ext cx="38100" cy="914400"/>
            </a:xfrm>
            <a:prstGeom prst="rect">
              <a:avLst/>
            </a:prstGeom>
            <a:solidFill>
              <a:srgbClr val="0047FF"/>
            </a:solidFill>
            <a:ln>
              <a:noFill/>
            </a:ln>
          </p:spPr>
        </p:sp>
        <p:sp>
          <p:nvSpPr>
            <p:cNvPr id="22"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Same-artifact control</a:t>
              </a:r>
              <a:endParaRPr lang="en-US" sz="1400" spc="0" kern="0" b="0" i="0" dirty="0">
                <a:solidFill>
                  <a:srgbClr val="070154"/>
                </a:solidFill>
                <a:latin typeface="IBM Plex Sans"/>
                <a:ea typeface="IBM Plex Sans"/>
                <a:cs typeface="IBM Plex Sans"/>
              </a:endParaRPr>
            </a:p>
          </p:txBody>
        </p:sp>
        <p:sp>
          <p:nvSpPr>
            <p:cNvPr id="24" name="node06.body.dxc-49-node06-body-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Clarify CAB coverage and configuration switches.</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6438900" y="2743200"/>
            <a:ext cx="5029200" cy="914400"/>
            <a:chOff x="6438900" y="2743200"/>
            <a:chExt cx="5029200" cy="914400"/>
          </a:xfrm>
        </p:grpSpPr>
        <p:sp>
          <p:nvSpPr>
            <p:cNvPr id="25" name="node07.container"/>
            <p:cNvSpPr/>
            <p:nvPr/>
          </p:nvSpPr>
          <p:spPr>
            <a:xfrm>
              <a:off x="6438900" y="2743200"/>
              <a:ext cx="5029200" cy="914400"/>
            </a:xfrm>
            <a:prstGeom prst="rect">
              <a:avLst/>
            </a:prstGeom>
            <a:solidFill>
              <a:srgbClr val="E8EEF8"/>
            </a:solidFill>
            <a:ln>
              <a:noFill/>
            </a:ln>
          </p:spPr>
        </p:sp>
        <p:sp>
          <p:nvSpPr>
            <p:cNvPr id="26" name="node07.edge"/>
            <p:cNvSpPr/>
            <p:nvPr/>
          </p:nvSpPr>
          <p:spPr>
            <a:xfrm>
              <a:off x="6438900" y="2743200"/>
              <a:ext cx="38100" cy="914400"/>
            </a:xfrm>
            <a:prstGeom prst="rect">
              <a:avLst/>
            </a:prstGeom>
            <a:solidFill>
              <a:srgbClr val="0047FF"/>
            </a:solidFill>
            <a:ln>
              <a:noFill/>
            </a:ln>
          </p:spPr>
        </p:sp>
        <p:sp>
          <p:nvSpPr>
            <p:cNvPr id="27"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Now: Core</a:t>
              </a:r>
              <a:endParaRPr lang="en-US" sz="1400" spc="0" kern="0" b="0" i="0" dirty="0">
                <a:solidFill>
                  <a:srgbClr val="070154"/>
                </a:solidFill>
                <a:latin typeface="IBM Plex Sans"/>
                <a:ea typeface="IBM Plex Sans"/>
                <a:cs typeface="IBM Plex Sans"/>
              </a:endParaRPr>
            </a:p>
          </p:txBody>
        </p:sp>
        <p:sp>
          <p:nvSpPr>
            <p:cNvPr id="29" name="node07.body.dxc-49-node07-body-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15 unplanned 2026 changes; inventory expiry.</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6438900" y="3886200"/>
            <a:ext cx="5029200" cy="914400"/>
            <a:chOff x="6438900" y="3886200"/>
            <a:chExt cx="5029200" cy="914400"/>
          </a:xfrm>
        </p:grpSpPr>
        <p:sp>
          <p:nvSpPr>
            <p:cNvPr id="30" name="node08.container"/>
            <p:cNvSpPr/>
            <p:nvPr/>
          </p:nvSpPr>
          <p:spPr>
            <a:xfrm>
              <a:off x="6438900" y="3886200"/>
              <a:ext cx="5029200" cy="914400"/>
            </a:xfrm>
            <a:prstGeom prst="rect">
              <a:avLst/>
            </a:prstGeom>
            <a:solidFill>
              <a:srgbClr val="E8EEF8"/>
            </a:solidFill>
            <a:ln>
              <a:noFill/>
            </a:ln>
          </p:spPr>
        </p:sp>
        <p:sp>
          <p:nvSpPr>
            <p:cNvPr id="31" name="node08.edge"/>
            <p:cNvSpPr/>
            <p:nvPr/>
          </p:nvSpPr>
          <p:spPr>
            <a:xfrm>
              <a:off x="6438900" y="3886200"/>
              <a:ext cx="38100" cy="914400"/>
            </a:xfrm>
            <a:prstGeom prst="rect">
              <a:avLst/>
            </a:prstGeom>
            <a:solidFill>
              <a:srgbClr val="0047FF"/>
            </a:solidFill>
            <a:ln>
              <a:noFill/>
            </a:ln>
          </p:spPr>
        </p:sp>
        <p:sp>
          <p:nvSpPr>
            <p:cNvPr id="32"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Next: standardize</a:t>
              </a:r>
              <a:endParaRPr lang="en-US" sz="1400" spc="0" kern="0" b="0" i="0" dirty="0">
                <a:solidFill>
                  <a:srgbClr val="070154"/>
                </a:solidFill>
                <a:latin typeface="IBM Plex Sans"/>
                <a:ea typeface="IBM Plex Sans"/>
                <a:cs typeface="IBM Plex Sans"/>
              </a:endParaRPr>
            </a:p>
          </p:txBody>
        </p:sp>
        <p:sp>
          <p:nvSpPr>
            <p:cNvPr id="34" name="node08.body.dxc-49-node08-body-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causes, automate alerts and promotion checks.</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438900" y="5029200"/>
            <a:ext cx="5029200" cy="914400"/>
            <a:chOff x="6438900" y="5029200"/>
            <a:chExt cx="5029200" cy="914400"/>
          </a:xfrm>
        </p:grpSpPr>
        <p:sp>
          <p:nvSpPr>
            <p:cNvPr id="35" name="node09.container"/>
            <p:cNvSpPr/>
            <p:nvPr/>
          </p:nvSpPr>
          <p:spPr>
            <a:xfrm>
              <a:off x="6438900" y="5029200"/>
              <a:ext cx="5029200" cy="914400"/>
            </a:xfrm>
            <a:prstGeom prst="rect">
              <a:avLst/>
            </a:prstGeom>
            <a:solidFill>
              <a:srgbClr val="E8EEF8"/>
            </a:solidFill>
            <a:ln>
              <a:noFill/>
            </a:ln>
          </p:spPr>
        </p:sp>
        <p:sp>
          <p:nvSpPr>
            <p:cNvPr id="36" name="node09.edge"/>
            <p:cNvSpPr/>
            <p:nvPr/>
          </p:nvSpPr>
          <p:spPr>
            <a:xfrm>
              <a:off x="6438900" y="5029200"/>
              <a:ext cx="38100" cy="914400"/>
            </a:xfrm>
            <a:prstGeom prst="rect">
              <a:avLst/>
            </a:prstGeom>
            <a:solidFill>
              <a:srgbClr val="0047FF"/>
            </a:solidFill>
            <a:ln>
              <a:noFill/>
            </a:ln>
          </p:spPr>
        </p:sp>
        <p:sp>
          <p:nvSpPr>
            <p:cNvPr id="37"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Future: all pods</a:t>
              </a:r>
              <a:endParaRPr lang="en-US" sz="1400" spc="0" kern="0" b="0" i="0" dirty="0">
                <a:solidFill>
                  <a:srgbClr val="070154"/>
                </a:solidFill>
                <a:latin typeface="IBM Plex Sans"/>
                <a:ea typeface="IBM Plex Sans"/>
                <a:cs typeface="IBM Plex Sans"/>
              </a:endParaRPr>
            </a:p>
          </p:txBody>
        </p:sp>
        <p:sp>
          <p:nvSpPr>
            <p:cNvPr id="39" name="node09.body.dxc-49-node09-body-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Four quality measures and repeat-cause learning.</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name="dxc-050">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E2</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Automate the highest-risk regression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50</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Quality + Engineering · high-risk coverage and escaped defects.</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514600"/>
            <a:ext cx="5029200" cy="152400"/>
            <a:chOff x="723900" y="2514600"/>
            <a:chExt cx="5029200" cy="152400"/>
          </a:xfrm>
        </p:grpSpPr>
        <p:sp>
          <p:nvSpPr>
            <p:cNvPr id="8"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6438900" y="2514600"/>
            <a:ext cx="5029200" cy="152400"/>
            <a:chOff x="6438900" y="2514600"/>
            <a:chExt cx="5029200" cy="152400"/>
          </a:xfrm>
        </p:grpSpPr>
        <p:sp>
          <p:nvSpPr>
            <p:cNvPr id="9"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43" name="node04"/>
          <p:cNvGrpSpPr/>
          <p:nvPr/>
        </p:nvGrpSpPr>
        <p:grpSpPr>
          <a:xfrm>
            <a:off x="723900" y="2743200"/>
            <a:ext cx="5029200" cy="914400"/>
            <a:chOff x="723900" y="2743200"/>
            <a:chExt cx="5029200" cy="914400"/>
          </a:xfrm>
        </p:grpSpPr>
        <p:sp>
          <p:nvSpPr>
            <p:cNvPr id="10" name="node04.container"/>
            <p:cNvSpPr/>
            <p:nvPr/>
          </p:nvSpPr>
          <p:spPr>
            <a:xfrm>
              <a:off x="723900" y="2743200"/>
              <a:ext cx="5029200" cy="914400"/>
            </a:xfrm>
            <a:prstGeom prst="rect">
              <a:avLst/>
            </a:prstGeom>
            <a:solidFill>
              <a:srgbClr val="E8EEF8"/>
            </a:solidFill>
            <a:ln>
              <a:noFill/>
            </a:ln>
          </p:spPr>
        </p:sp>
        <p:sp>
          <p:nvSpPr>
            <p:cNvPr id="11" name="node04.edge"/>
            <p:cNvSpPr/>
            <p:nvPr/>
          </p:nvSpPr>
          <p:spPr>
            <a:xfrm>
              <a:off x="723900" y="2743200"/>
              <a:ext cx="38100" cy="914400"/>
            </a:xfrm>
            <a:prstGeom prst="rect">
              <a:avLst/>
            </a:prstGeom>
            <a:solidFill>
              <a:srgbClr val="0047FF"/>
            </a:solidFill>
            <a:ln>
              <a:noFill/>
            </a:ln>
          </p:spPr>
        </p:sp>
        <p:sp>
          <p:nvSpPr>
            <p:cNvPr id="12"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Risk-led automation</a:t>
              </a:r>
              <a:endParaRPr lang="en-US" sz="1400" spc="0" kern="0" b="0" i="0" dirty="0">
                <a:solidFill>
                  <a:srgbClr val="070154"/>
                </a:solidFill>
                <a:latin typeface="IBM Plex Sans"/>
                <a:ea typeface="IBM Plex Sans"/>
                <a:cs typeface="IBM Plex Sans"/>
              </a:endParaRPr>
            </a:p>
          </p:txBody>
        </p:sp>
        <p:sp>
          <p:nvSpPr>
            <p:cNvPr id="14" name="node04.body.dxc-50-node04-body-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Highest-impact workflows precede volume targets.</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Reuse Recon patterns</a:t>
              </a:r>
              <a:endParaRPr lang="en-US" sz="1400" spc="0" kern="0" b="0" i="0" dirty="0">
                <a:solidFill>
                  <a:srgbClr val="070154"/>
                </a:solidFill>
                <a:latin typeface="IBM Plex Sans"/>
                <a:ea typeface="IBM Plex Sans"/>
                <a:cs typeface="IBM Plex Sans"/>
              </a:endParaRPr>
            </a:p>
          </p:txBody>
        </p:sp>
        <p:sp>
          <p:nvSpPr>
            <p:cNvPr id="19" name="node05.body.dxc-50-node05-body-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Use them where the stack and workflows fit.</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5029200"/>
            <a:ext cx="5029200" cy="914400"/>
            <a:chOff x="723900" y="5029200"/>
            <a:chExt cx="5029200" cy="914400"/>
          </a:xfrm>
        </p:grpSpPr>
        <p:sp>
          <p:nvSpPr>
            <p:cNvPr id="20" name="node06.container"/>
            <p:cNvSpPr/>
            <p:nvPr/>
          </p:nvSpPr>
          <p:spPr>
            <a:xfrm>
              <a:off x="723900" y="5029200"/>
              <a:ext cx="5029200" cy="914400"/>
            </a:xfrm>
            <a:prstGeom prst="rect">
              <a:avLst/>
            </a:prstGeom>
            <a:solidFill>
              <a:srgbClr val="E8EEF8"/>
            </a:solidFill>
            <a:ln>
              <a:noFill/>
            </a:ln>
          </p:spPr>
        </p:sp>
        <p:sp>
          <p:nvSpPr>
            <p:cNvPr id="21" name="node06.edge"/>
            <p:cNvSpPr/>
            <p:nvPr/>
          </p:nvSpPr>
          <p:spPr>
            <a:xfrm>
              <a:off x="723900" y="5029200"/>
              <a:ext cx="38100" cy="914400"/>
            </a:xfrm>
            <a:prstGeom prst="rect">
              <a:avLst/>
            </a:prstGeom>
            <a:solidFill>
              <a:srgbClr val="0047FF"/>
            </a:solidFill>
            <a:ln>
              <a:noFill/>
            </a:ln>
          </p:spPr>
        </p:sp>
        <p:sp>
          <p:nvSpPr>
            <p:cNvPr id="22"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Release evidence</a:t>
              </a:r>
              <a:endParaRPr lang="en-US" sz="1400" spc="0" kern="0" b="0" i="0" dirty="0">
                <a:solidFill>
                  <a:srgbClr val="070154"/>
                </a:solidFill>
                <a:latin typeface="IBM Plex Sans"/>
                <a:ea typeface="IBM Plex Sans"/>
                <a:cs typeface="IBM Plex Sans"/>
              </a:endParaRPr>
            </a:p>
          </p:txBody>
        </p:sp>
        <p:sp>
          <p:nvSpPr>
            <p:cNvPr id="24" name="node06.body.dxc-50-node06-body-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Require regression evidence before release.</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6438900" y="2743200"/>
            <a:ext cx="5029200" cy="914400"/>
            <a:chOff x="6438900" y="2743200"/>
            <a:chExt cx="5029200" cy="914400"/>
          </a:xfrm>
        </p:grpSpPr>
        <p:sp>
          <p:nvSpPr>
            <p:cNvPr id="25" name="node07.container"/>
            <p:cNvSpPr/>
            <p:nvPr/>
          </p:nvSpPr>
          <p:spPr>
            <a:xfrm>
              <a:off x="6438900" y="2743200"/>
              <a:ext cx="5029200" cy="914400"/>
            </a:xfrm>
            <a:prstGeom prst="rect">
              <a:avLst/>
            </a:prstGeom>
            <a:solidFill>
              <a:srgbClr val="E8EEF8"/>
            </a:solidFill>
            <a:ln>
              <a:noFill/>
            </a:ln>
          </p:spPr>
        </p:sp>
        <p:sp>
          <p:nvSpPr>
            <p:cNvPr id="26" name="node07.edge"/>
            <p:cNvSpPr/>
            <p:nvPr/>
          </p:nvSpPr>
          <p:spPr>
            <a:xfrm>
              <a:off x="6438900" y="2743200"/>
              <a:ext cx="38100" cy="914400"/>
            </a:xfrm>
            <a:prstGeom prst="rect">
              <a:avLst/>
            </a:prstGeom>
            <a:solidFill>
              <a:srgbClr val="0047FF"/>
            </a:solidFill>
            <a:ln>
              <a:noFill/>
            </a:ln>
          </p:spPr>
        </p:sp>
        <p:sp>
          <p:nvSpPr>
            <p:cNvPr id="27"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Now: Core</a:t>
              </a:r>
              <a:endParaRPr lang="en-US" sz="1400" spc="0" kern="0" b="0" i="0" dirty="0">
                <a:solidFill>
                  <a:srgbClr val="070154"/>
                </a:solidFill>
                <a:latin typeface="IBM Plex Sans"/>
                <a:ea typeface="IBM Plex Sans"/>
                <a:cs typeface="IBM Plex Sans"/>
              </a:endParaRPr>
            </a:p>
          </p:txBody>
        </p:sp>
        <p:sp>
          <p:nvSpPr>
            <p:cNvPr id="29" name="node07.body.dxc-50-node07-body-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 manual effort using release root causes.</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6438900" y="3886200"/>
            <a:ext cx="5029200" cy="914400"/>
            <a:chOff x="6438900" y="3886200"/>
            <a:chExt cx="5029200" cy="914400"/>
          </a:xfrm>
        </p:grpSpPr>
        <p:sp>
          <p:nvSpPr>
            <p:cNvPr id="30" name="node08.container"/>
            <p:cNvSpPr/>
            <p:nvPr/>
          </p:nvSpPr>
          <p:spPr>
            <a:xfrm>
              <a:off x="6438900" y="3886200"/>
              <a:ext cx="5029200" cy="914400"/>
            </a:xfrm>
            <a:prstGeom prst="rect">
              <a:avLst/>
            </a:prstGeom>
            <a:solidFill>
              <a:srgbClr val="E8EEF8"/>
            </a:solidFill>
            <a:ln>
              <a:noFill/>
            </a:ln>
          </p:spPr>
        </p:sp>
        <p:sp>
          <p:nvSpPr>
            <p:cNvPr id="31" name="node08.edge"/>
            <p:cNvSpPr/>
            <p:nvPr/>
          </p:nvSpPr>
          <p:spPr>
            <a:xfrm>
              <a:off x="6438900" y="3886200"/>
              <a:ext cx="38100" cy="914400"/>
            </a:xfrm>
            <a:prstGeom prst="rect">
              <a:avLst/>
            </a:prstGeom>
            <a:solidFill>
              <a:srgbClr val="0047FF"/>
            </a:solidFill>
            <a:ln>
              <a:noFill/>
            </a:ln>
          </p:spPr>
        </p:sp>
        <p:sp>
          <p:nvSpPr>
            <p:cNvPr id="32"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Next: extend</a:t>
              </a:r>
              <a:endParaRPr lang="en-US" sz="1400" spc="0" kern="0" b="0" i="0" dirty="0">
                <a:solidFill>
                  <a:srgbClr val="070154"/>
                </a:solidFill>
                <a:latin typeface="IBM Plex Sans"/>
                <a:ea typeface="IBM Plex Sans"/>
                <a:cs typeface="IBM Plex Sans"/>
              </a:endParaRPr>
            </a:p>
          </p:txBody>
        </p:sp>
        <p:sp>
          <p:nvSpPr>
            <p:cNvPr id="34" name="node08.body.dxc-50-node08-body-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Core first, then Eligibility AI and Pay Connect.</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438900" y="5029200"/>
            <a:ext cx="5029200" cy="914400"/>
            <a:chOff x="6438900" y="5029200"/>
            <a:chExt cx="5029200" cy="914400"/>
          </a:xfrm>
        </p:grpSpPr>
        <p:sp>
          <p:nvSpPr>
            <p:cNvPr id="35" name="node09.container"/>
            <p:cNvSpPr/>
            <p:nvPr/>
          </p:nvSpPr>
          <p:spPr>
            <a:xfrm>
              <a:off x="6438900" y="5029200"/>
              <a:ext cx="5029200" cy="914400"/>
            </a:xfrm>
            <a:prstGeom prst="rect">
              <a:avLst/>
            </a:prstGeom>
            <a:solidFill>
              <a:srgbClr val="E8EEF8"/>
            </a:solidFill>
            <a:ln>
              <a:noFill/>
            </a:ln>
          </p:spPr>
        </p:sp>
        <p:sp>
          <p:nvSpPr>
            <p:cNvPr id="36" name="node09.edge"/>
            <p:cNvSpPr/>
            <p:nvPr/>
          </p:nvSpPr>
          <p:spPr>
            <a:xfrm>
              <a:off x="6438900" y="5029200"/>
              <a:ext cx="38100" cy="914400"/>
            </a:xfrm>
            <a:prstGeom prst="rect">
              <a:avLst/>
            </a:prstGeom>
            <a:solidFill>
              <a:srgbClr val="0047FF"/>
            </a:solidFill>
            <a:ln>
              <a:noFill/>
            </a:ln>
          </p:spPr>
        </p:sp>
        <p:sp>
          <p:nvSpPr>
            <p:cNvPr id="37"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Future: entry gate</a:t>
              </a:r>
              <a:endParaRPr lang="en-US" sz="1400" spc="0" kern="0" b="0" i="0" dirty="0">
                <a:solidFill>
                  <a:srgbClr val="070154"/>
                </a:solidFill>
                <a:latin typeface="IBM Plex Sans"/>
                <a:ea typeface="IBM Plex Sans"/>
                <a:cs typeface="IBM Plex Sans"/>
              </a:endParaRPr>
            </a:p>
          </p:txBody>
        </p:sp>
        <p:sp>
          <p:nvSpPr>
            <p:cNvPr id="39" name="node09.body.dxc-50-node09-body-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Regression is a release criterion on every pod.</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name="dxc-05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E3</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Unblock test data and diagnostics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51</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DevOps/Infrastructure + Security · wait time and resolution.</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514600"/>
            <a:ext cx="5029200" cy="152400"/>
            <a:chOff x="723900" y="2514600"/>
            <a:chExt cx="5029200" cy="152400"/>
          </a:xfrm>
        </p:grpSpPr>
        <p:sp>
          <p:nvSpPr>
            <p:cNvPr id="8"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6438900" y="2514600"/>
            <a:ext cx="5029200" cy="152400"/>
            <a:chOff x="6438900" y="2514600"/>
            <a:chExt cx="5029200" cy="152400"/>
          </a:xfrm>
        </p:grpSpPr>
        <p:sp>
          <p:nvSpPr>
            <p:cNvPr id="9"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43" name="node04"/>
          <p:cNvGrpSpPr/>
          <p:nvPr/>
        </p:nvGrpSpPr>
        <p:grpSpPr>
          <a:xfrm>
            <a:off x="723900" y="2743200"/>
            <a:ext cx="5029200" cy="914400"/>
            <a:chOff x="723900" y="2743200"/>
            <a:chExt cx="5029200" cy="914400"/>
          </a:xfrm>
        </p:grpSpPr>
        <p:sp>
          <p:nvSpPr>
            <p:cNvPr id="10" name="node04.container"/>
            <p:cNvSpPr/>
            <p:nvPr/>
          </p:nvSpPr>
          <p:spPr>
            <a:xfrm>
              <a:off x="723900" y="2743200"/>
              <a:ext cx="5029200" cy="914400"/>
            </a:xfrm>
            <a:prstGeom prst="rect">
              <a:avLst/>
            </a:prstGeom>
            <a:solidFill>
              <a:srgbClr val="E8EEF8"/>
            </a:solidFill>
            <a:ln>
              <a:noFill/>
            </a:ln>
          </p:spPr>
        </p:sp>
        <p:sp>
          <p:nvSpPr>
            <p:cNvPr id="11" name="node04.edge"/>
            <p:cNvSpPr/>
            <p:nvPr/>
          </p:nvSpPr>
          <p:spPr>
            <a:xfrm>
              <a:off x="723900" y="2743200"/>
              <a:ext cx="38100" cy="914400"/>
            </a:xfrm>
            <a:prstGeom prst="rect">
              <a:avLst/>
            </a:prstGeom>
            <a:solidFill>
              <a:srgbClr val="0047FF"/>
            </a:solidFill>
            <a:ln>
              <a:noFill/>
            </a:ln>
          </p:spPr>
        </p:sp>
        <p:sp>
          <p:nvSpPr>
            <p:cNvPr id="12"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Make waits visible</a:t>
              </a:r>
              <a:endParaRPr lang="en-US" sz="1400" spc="0" kern="0" b="0" i="0" dirty="0">
                <a:solidFill>
                  <a:srgbClr val="070154"/>
                </a:solidFill>
                <a:latin typeface="IBM Plex Sans"/>
                <a:ea typeface="IBM Plex Sans"/>
                <a:cs typeface="IBM Plex Sans"/>
              </a:endParaRPr>
            </a:p>
          </p:txBody>
        </p:sp>
        <p:sp>
          <p:nvSpPr>
            <p:cNvPr id="14" name="node04.body.dxc-51-node04-body-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Who waits, for what, and for how long.</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Production-like data</a:t>
              </a:r>
              <a:endParaRPr lang="en-US" sz="1400" spc="0" kern="0" b="0" i="0" dirty="0">
                <a:solidFill>
                  <a:srgbClr val="070154"/>
                </a:solidFill>
                <a:latin typeface="IBM Plex Sans"/>
                <a:ea typeface="IBM Plex Sans"/>
                <a:cs typeface="IBM Plex Sans"/>
              </a:endParaRPr>
            </a:p>
          </p:txBody>
        </p:sp>
        <p:sp>
          <p:nvSpPr>
            <p:cNvPr id="19" name="node05.body.dxc-51-node05-body-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Masked data, HIPAA/PHI controls and refresh.</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5029200"/>
            <a:ext cx="5029200" cy="914400"/>
            <a:chOff x="723900" y="5029200"/>
            <a:chExt cx="5029200" cy="914400"/>
          </a:xfrm>
        </p:grpSpPr>
        <p:sp>
          <p:nvSpPr>
            <p:cNvPr id="20" name="node06.container"/>
            <p:cNvSpPr/>
            <p:nvPr/>
          </p:nvSpPr>
          <p:spPr>
            <a:xfrm>
              <a:off x="723900" y="5029200"/>
              <a:ext cx="5029200" cy="914400"/>
            </a:xfrm>
            <a:prstGeom prst="rect">
              <a:avLst/>
            </a:prstGeom>
            <a:solidFill>
              <a:srgbClr val="E8EEF8"/>
            </a:solidFill>
            <a:ln>
              <a:noFill/>
            </a:ln>
          </p:spPr>
        </p:sp>
        <p:sp>
          <p:nvSpPr>
            <p:cNvPr id="21" name="node06.edge"/>
            <p:cNvSpPr/>
            <p:nvPr/>
          </p:nvSpPr>
          <p:spPr>
            <a:xfrm>
              <a:off x="723900" y="5029200"/>
              <a:ext cx="38100" cy="914400"/>
            </a:xfrm>
            <a:prstGeom prst="rect">
              <a:avLst/>
            </a:prstGeom>
            <a:solidFill>
              <a:srgbClr val="0047FF"/>
            </a:solidFill>
            <a:ln>
              <a:noFill/>
            </a:ln>
          </p:spPr>
        </p:sp>
        <p:sp>
          <p:nvSpPr>
            <p:cNvPr id="22"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Approved diagnostics</a:t>
              </a:r>
              <a:endParaRPr lang="en-US" sz="1400" spc="0" kern="0" b="0" i="0" dirty="0">
                <a:solidFill>
                  <a:srgbClr val="070154"/>
                </a:solidFill>
                <a:latin typeface="IBM Plex Sans"/>
                <a:ea typeface="IBM Plex Sans"/>
                <a:cs typeface="IBM Plex Sans"/>
              </a:endParaRPr>
            </a:p>
          </p:txBody>
        </p:sp>
        <p:sp>
          <p:nvSpPr>
            <p:cNvPr id="24" name="node06.body.dxc-51-node06-body-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Read-only access, including offshore teams.</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6438900" y="2743200"/>
            <a:ext cx="5029200" cy="914400"/>
            <a:chOff x="6438900" y="2743200"/>
            <a:chExt cx="5029200" cy="914400"/>
          </a:xfrm>
        </p:grpSpPr>
        <p:sp>
          <p:nvSpPr>
            <p:cNvPr id="25" name="node07.container"/>
            <p:cNvSpPr/>
            <p:nvPr/>
          </p:nvSpPr>
          <p:spPr>
            <a:xfrm>
              <a:off x="6438900" y="2743200"/>
              <a:ext cx="5029200" cy="914400"/>
            </a:xfrm>
            <a:prstGeom prst="rect">
              <a:avLst/>
            </a:prstGeom>
            <a:solidFill>
              <a:srgbClr val="E8EEF8"/>
            </a:solidFill>
            <a:ln>
              <a:noFill/>
            </a:ln>
          </p:spPr>
        </p:sp>
        <p:sp>
          <p:nvSpPr>
            <p:cNvPr id="26" name="node07.edge"/>
            <p:cNvSpPr/>
            <p:nvPr/>
          </p:nvSpPr>
          <p:spPr>
            <a:xfrm>
              <a:off x="6438900" y="2743200"/>
              <a:ext cx="38100" cy="914400"/>
            </a:xfrm>
            <a:prstGeom prst="rect">
              <a:avLst/>
            </a:prstGeom>
            <a:solidFill>
              <a:srgbClr val="0047FF"/>
            </a:solidFill>
            <a:ln>
              <a:noFill/>
            </a:ln>
          </p:spPr>
        </p:sp>
        <p:sp>
          <p:nvSpPr>
            <p:cNvPr id="27"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Now: Recon / Rules</a:t>
              </a:r>
              <a:endParaRPr lang="en-US" sz="1400" spc="0" kern="0" b="0" i="0" dirty="0">
                <a:solidFill>
                  <a:srgbClr val="070154"/>
                </a:solidFill>
                <a:latin typeface="IBM Plex Sans"/>
                <a:ea typeface="IBM Plex Sans"/>
                <a:cs typeface="IBM Plex Sans"/>
              </a:endParaRPr>
            </a:p>
          </p:txBody>
        </p:sp>
        <p:sp>
          <p:nvSpPr>
            <p:cNvPr id="29" name="node07.body.dxc-51-node07-body-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Log blockers and access/data waits.</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6438900" y="3886200"/>
            <a:ext cx="5029200" cy="914400"/>
            <a:chOff x="6438900" y="3886200"/>
            <a:chExt cx="5029200" cy="914400"/>
          </a:xfrm>
        </p:grpSpPr>
        <p:sp>
          <p:nvSpPr>
            <p:cNvPr id="30" name="node08.container"/>
            <p:cNvSpPr/>
            <p:nvPr/>
          </p:nvSpPr>
          <p:spPr>
            <a:xfrm>
              <a:off x="6438900" y="3886200"/>
              <a:ext cx="5029200" cy="914400"/>
            </a:xfrm>
            <a:prstGeom prst="rect">
              <a:avLst/>
            </a:prstGeom>
            <a:solidFill>
              <a:srgbClr val="E8EEF8"/>
            </a:solidFill>
            <a:ln>
              <a:noFill/>
            </a:ln>
          </p:spPr>
        </p:sp>
        <p:sp>
          <p:nvSpPr>
            <p:cNvPr id="31" name="node08.edge"/>
            <p:cNvSpPr/>
            <p:nvPr/>
          </p:nvSpPr>
          <p:spPr>
            <a:xfrm>
              <a:off x="6438900" y="3886200"/>
              <a:ext cx="38100" cy="914400"/>
            </a:xfrm>
            <a:prstGeom prst="rect">
              <a:avLst/>
            </a:prstGeom>
            <a:solidFill>
              <a:srgbClr val="0047FF"/>
            </a:solidFill>
            <a:ln>
              <a:noFill/>
            </a:ln>
          </p:spPr>
        </p:sp>
        <p:sp>
          <p:nvSpPr>
            <p:cNvPr id="32"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Next: Recon</a:t>
              </a:r>
              <a:endParaRPr lang="en-US" sz="1400" spc="0" kern="0" b="0" i="0" dirty="0">
                <a:solidFill>
                  <a:srgbClr val="070154"/>
                </a:solidFill>
                <a:latin typeface="IBM Plex Sans"/>
                <a:ea typeface="IBM Plex Sans"/>
                <a:cs typeface="IBM Plex Sans"/>
              </a:endParaRPr>
            </a:p>
          </p:txBody>
        </p:sp>
        <p:sp>
          <p:nvSpPr>
            <p:cNvPr id="34" name="node08.body.dxc-51-node08-body-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Masked data and approved read-only diagnostics.</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438900" y="5029200"/>
            <a:ext cx="5029200" cy="914400"/>
            <a:chOff x="6438900" y="5029200"/>
            <a:chExt cx="5029200" cy="914400"/>
          </a:xfrm>
        </p:grpSpPr>
        <p:sp>
          <p:nvSpPr>
            <p:cNvPr id="35" name="node09.container"/>
            <p:cNvSpPr/>
            <p:nvPr/>
          </p:nvSpPr>
          <p:spPr>
            <a:xfrm>
              <a:off x="6438900" y="5029200"/>
              <a:ext cx="5029200" cy="914400"/>
            </a:xfrm>
            <a:prstGeom prst="rect">
              <a:avLst/>
            </a:prstGeom>
            <a:solidFill>
              <a:srgbClr val="E8EEF8"/>
            </a:solidFill>
            <a:ln>
              <a:noFill/>
            </a:ln>
          </p:spPr>
        </p:sp>
        <p:sp>
          <p:nvSpPr>
            <p:cNvPr id="36" name="node09.edge"/>
            <p:cNvSpPr/>
            <p:nvPr/>
          </p:nvSpPr>
          <p:spPr>
            <a:xfrm>
              <a:off x="6438900" y="5029200"/>
              <a:ext cx="38100" cy="914400"/>
            </a:xfrm>
            <a:prstGeom prst="rect">
              <a:avLst/>
            </a:prstGeom>
            <a:solidFill>
              <a:srgbClr val="0047FF"/>
            </a:solidFill>
            <a:ln>
              <a:noFill/>
            </a:ln>
          </p:spPr>
        </p:sp>
        <p:sp>
          <p:nvSpPr>
            <p:cNvPr id="37"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Future: self-service</a:t>
              </a:r>
              <a:endParaRPr lang="en-US" sz="1400" spc="0" kern="0" b="0" i="0" dirty="0">
                <a:solidFill>
                  <a:srgbClr val="070154"/>
                </a:solidFill>
                <a:latin typeface="IBM Plex Sans"/>
                <a:ea typeface="IBM Plex Sans"/>
                <a:cs typeface="IBM Plex Sans"/>
              </a:endParaRPr>
            </a:p>
          </p:txBody>
        </p:sp>
        <p:sp>
          <p:nvSpPr>
            <p:cNvPr id="39" name="node09.body.dxc-51-node09-body-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Environment and access provisioning across pods.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name="dxc-05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E4</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Measure delivery end to end</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52</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Engineering leadership · flow, quality and vendor delivery outcomes.</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514600"/>
            <a:ext cx="5029200" cy="152400"/>
            <a:chOff x="723900" y="2514600"/>
            <a:chExt cx="5029200" cy="152400"/>
          </a:xfrm>
        </p:grpSpPr>
        <p:sp>
          <p:nvSpPr>
            <p:cNvPr id="8"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6438900" y="2514600"/>
            <a:ext cx="5029200" cy="152400"/>
            <a:chOff x="6438900" y="2514600"/>
            <a:chExt cx="5029200" cy="152400"/>
          </a:xfrm>
        </p:grpSpPr>
        <p:sp>
          <p:nvSpPr>
            <p:cNvPr id="9"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43" name="node04"/>
          <p:cNvGrpSpPr/>
          <p:nvPr/>
        </p:nvGrpSpPr>
        <p:grpSpPr>
          <a:xfrm>
            <a:off x="723900" y="2743200"/>
            <a:ext cx="5029200" cy="914400"/>
            <a:chOff x="723900" y="2743200"/>
            <a:chExt cx="5029200" cy="914400"/>
          </a:xfrm>
        </p:grpSpPr>
        <p:sp>
          <p:nvSpPr>
            <p:cNvPr id="10" name="node04.container"/>
            <p:cNvSpPr/>
            <p:nvPr/>
          </p:nvSpPr>
          <p:spPr>
            <a:xfrm>
              <a:off x="723900" y="2743200"/>
              <a:ext cx="5029200" cy="914400"/>
            </a:xfrm>
            <a:prstGeom prst="rect">
              <a:avLst/>
            </a:prstGeom>
            <a:solidFill>
              <a:srgbClr val="E8EEF8"/>
            </a:solidFill>
            <a:ln>
              <a:noFill/>
            </a:ln>
          </p:spPr>
        </p:sp>
        <p:sp>
          <p:nvSpPr>
            <p:cNvPr id="11" name="node04.edge"/>
            <p:cNvSpPr/>
            <p:nvPr/>
          </p:nvSpPr>
          <p:spPr>
            <a:xfrm>
              <a:off x="723900" y="2743200"/>
              <a:ext cx="38100" cy="914400"/>
            </a:xfrm>
            <a:prstGeom prst="rect">
              <a:avLst/>
            </a:prstGeom>
            <a:solidFill>
              <a:srgbClr val="0047FF"/>
            </a:solidFill>
            <a:ln>
              <a:noFill/>
            </a:ln>
          </p:spPr>
        </p:sp>
        <p:sp>
          <p:nvSpPr>
            <p:cNvPr id="12"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Common baseline</a:t>
              </a:r>
              <a:endParaRPr lang="en-US" sz="1400" spc="0" kern="0" b="0" i="0" dirty="0">
                <a:solidFill>
                  <a:srgbClr val="070154"/>
                </a:solidFill>
                <a:latin typeface="IBM Plex Sans"/>
                <a:ea typeface="IBM Plex Sans"/>
                <a:cs typeface="IBM Plex Sans"/>
              </a:endParaRPr>
            </a:p>
          </p:txBody>
        </p:sp>
        <p:sp>
          <p:nvSpPr>
            <p:cNvPr id="14" name="node04.body.dxc-52-node04-body-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Frequency, lead time, failure and restore time.</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723900" y="3886200"/>
            <a:ext cx="5029200" cy="914400"/>
            <a:chOff x="723900" y="3886200"/>
            <a:chExt cx="5029200" cy="914400"/>
          </a:xfrm>
        </p:grpSpPr>
        <p:sp>
          <p:nvSpPr>
            <p:cNvPr id="15" name="node05.container"/>
            <p:cNvSpPr/>
            <p:nvPr/>
          </p:nvSpPr>
          <p:spPr>
            <a:xfrm>
              <a:off x="723900" y="3886200"/>
              <a:ext cx="5029200" cy="914400"/>
            </a:xfrm>
            <a:prstGeom prst="rect">
              <a:avLst/>
            </a:prstGeom>
            <a:solidFill>
              <a:srgbClr val="E8EEF8"/>
            </a:solidFill>
            <a:ln>
              <a:noFill/>
            </a:ln>
          </p:spPr>
        </p:sp>
        <p:sp>
          <p:nvSpPr>
            <p:cNvPr id="16" name="node05.edge"/>
            <p:cNvSpPr/>
            <p:nvPr/>
          </p:nvSpPr>
          <p:spPr>
            <a:xfrm>
              <a:off x="723900" y="3886200"/>
              <a:ext cx="38100" cy="914400"/>
            </a:xfrm>
            <a:prstGeom prst="rect">
              <a:avLst/>
            </a:prstGeom>
            <a:solidFill>
              <a:srgbClr val="0047FF"/>
            </a:solidFill>
            <a:ln>
              <a:noFill/>
            </a:ln>
          </p:spPr>
        </p:sp>
        <p:sp>
          <p:nvSpPr>
            <p:cNvPr id="17"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Connect evidence</a:t>
              </a:r>
              <a:endParaRPr lang="en-US" sz="1400" spc="0" kern="0" b="0" i="0" dirty="0">
                <a:solidFill>
                  <a:srgbClr val="070154"/>
                </a:solidFill>
                <a:latin typeface="IBM Plex Sans"/>
                <a:ea typeface="IBM Plex Sans"/>
                <a:cs typeface="IBM Plex Sans"/>
              </a:endParaRPr>
            </a:p>
          </p:txBody>
        </p:sp>
        <p:sp>
          <p:nvSpPr>
            <p:cNvPr id="19" name="node05.body.dxc-52-node05-body-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Use release calendar and Jira data together.</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5029200"/>
            <a:ext cx="5029200" cy="914400"/>
            <a:chOff x="723900" y="5029200"/>
            <a:chExt cx="5029200" cy="914400"/>
          </a:xfrm>
        </p:grpSpPr>
        <p:sp>
          <p:nvSpPr>
            <p:cNvPr id="20" name="node06.container"/>
            <p:cNvSpPr/>
            <p:nvPr/>
          </p:nvSpPr>
          <p:spPr>
            <a:xfrm>
              <a:off x="723900" y="5029200"/>
              <a:ext cx="5029200" cy="914400"/>
            </a:xfrm>
            <a:prstGeom prst="rect">
              <a:avLst/>
            </a:prstGeom>
            <a:solidFill>
              <a:srgbClr val="E8EEF8"/>
            </a:solidFill>
            <a:ln>
              <a:noFill/>
            </a:ln>
          </p:spPr>
        </p:sp>
        <p:sp>
          <p:nvSpPr>
            <p:cNvPr id="21" name="node06.edge"/>
            <p:cNvSpPr/>
            <p:nvPr/>
          </p:nvSpPr>
          <p:spPr>
            <a:xfrm>
              <a:off x="723900" y="5029200"/>
              <a:ext cx="38100" cy="914400"/>
            </a:xfrm>
            <a:prstGeom prst="rect">
              <a:avLst/>
            </a:prstGeom>
            <a:solidFill>
              <a:srgbClr val="0047FF"/>
            </a:solidFill>
            <a:ln>
              <a:noFill/>
            </a:ln>
          </p:spPr>
        </p:sp>
        <p:sp>
          <p:nvSpPr>
            <p:cNvPr id="22"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Vendor outcomes</a:t>
              </a:r>
              <a:endParaRPr lang="en-US" sz="1400" spc="0" kern="0" b="0" i="0" dirty="0">
                <a:solidFill>
                  <a:srgbClr val="070154"/>
                </a:solidFill>
                <a:latin typeface="IBM Plex Sans"/>
                <a:ea typeface="IBM Plex Sans"/>
                <a:cs typeface="IBM Plex Sans"/>
              </a:endParaRPr>
            </a:p>
          </p:txBody>
        </p:sp>
        <p:sp>
          <p:nvSpPr>
            <p:cNvPr id="24" name="node06.body.dxc-52-node06-body-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Measure delivered results rather than headcount.</a:t>
              </a:r>
              <a:endParaRPr lang="en-US" sz="1200" spc="0" kern="0" b="0" i="0" dirty="0">
                <a:solidFill>
                  <a:srgbClr val="50658E"/>
                </a:solidFill>
                <a:latin typeface="IBM Plex Sans"/>
                <a:ea typeface="IBM Plex Sans"/>
                <a:cs typeface="IBM Plex Sans"/>
              </a:endParaRPr>
            </a:p>
          </p:txBody>
        </p:sp>
      </p:grpSp>
      <p:grpSp>
        <p:nvGrpSpPr>
          <p:cNvPr id="46" name="node07"/>
          <p:cNvGrpSpPr/>
          <p:nvPr/>
        </p:nvGrpSpPr>
        <p:grpSpPr>
          <a:xfrm>
            <a:off x="6438900" y="2743200"/>
            <a:ext cx="5029200" cy="914400"/>
            <a:chOff x="6438900" y="2743200"/>
            <a:chExt cx="5029200" cy="914400"/>
          </a:xfrm>
        </p:grpSpPr>
        <p:sp>
          <p:nvSpPr>
            <p:cNvPr id="25" name="node07.container"/>
            <p:cNvSpPr/>
            <p:nvPr/>
          </p:nvSpPr>
          <p:spPr>
            <a:xfrm>
              <a:off x="6438900" y="2743200"/>
              <a:ext cx="5029200" cy="914400"/>
            </a:xfrm>
            <a:prstGeom prst="rect">
              <a:avLst/>
            </a:prstGeom>
            <a:solidFill>
              <a:srgbClr val="E8EEF8"/>
            </a:solidFill>
            <a:ln>
              <a:noFill/>
            </a:ln>
          </p:spPr>
        </p:sp>
        <p:sp>
          <p:nvSpPr>
            <p:cNvPr id="26" name="node07.edge"/>
            <p:cNvSpPr/>
            <p:nvPr/>
          </p:nvSpPr>
          <p:spPr>
            <a:xfrm>
              <a:off x="6438900" y="2743200"/>
              <a:ext cx="38100" cy="914400"/>
            </a:xfrm>
            <a:prstGeom prst="rect">
              <a:avLst/>
            </a:prstGeom>
            <a:solidFill>
              <a:srgbClr val="0047FF"/>
            </a:solidFill>
            <a:ln>
              <a:noFill/>
            </a:ln>
          </p:spPr>
        </p:sp>
        <p:sp>
          <p:nvSpPr>
            <p:cNvPr id="27"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Now: Core + Recon</a:t>
              </a:r>
              <a:endParaRPr lang="en-US" sz="1400" spc="0" kern="0" b="0" i="0" dirty="0">
                <a:solidFill>
                  <a:srgbClr val="070154"/>
                </a:solidFill>
                <a:latin typeface="IBM Plex Sans"/>
                <a:ea typeface="IBM Plex Sans"/>
                <a:cs typeface="IBM Plex Sans"/>
              </a:endParaRPr>
            </a:p>
          </p:txBody>
        </p:sp>
        <p:sp>
          <p:nvSpPr>
            <p:cNvPr id="29" name="node07.body.dxc-52-node07-body-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Baseline the four delivery measures.</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6438900" y="3886200"/>
            <a:ext cx="5029200" cy="914400"/>
            <a:chOff x="6438900" y="3886200"/>
            <a:chExt cx="5029200" cy="914400"/>
          </a:xfrm>
        </p:grpSpPr>
        <p:sp>
          <p:nvSpPr>
            <p:cNvPr id="30" name="node08.container"/>
            <p:cNvSpPr/>
            <p:nvPr/>
          </p:nvSpPr>
          <p:spPr>
            <a:xfrm>
              <a:off x="6438900" y="3886200"/>
              <a:ext cx="5029200" cy="914400"/>
            </a:xfrm>
            <a:prstGeom prst="rect">
              <a:avLst/>
            </a:prstGeom>
            <a:solidFill>
              <a:srgbClr val="E8EEF8"/>
            </a:solidFill>
            <a:ln>
              <a:noFill/>
            </a:ln>
          </p:spPr>
        </p:sp>
        <p:sp>
          <p:nvSpPr>
            <p:cNvPr id="31" name="node08.edge"/>
            <p:cNvSpPr/>
            <p:nvPr/>
          </p:nvSpPr>
          <p:spPr>
            <a:xfrm>
              <a:off x="6438900" y="3886200"/>
              <a:ext cx="38100" cy="914400"/>
            </a:xfrm>
            <a:prstGeom prst="rect">
              <a:avLst/>
            </a:prstGeom>
            <a:solidFill>
              <a:srgbClr val="0047FF"/>
            </a:solidFill>
            <a:ln>
              <a:noFill/>
            </a:ln>
          </p:spPr>
        </p:sp>
        <p:sp>
          <p:nvSpPr>
            <p:cNvPr id="32"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Next: Recon</a:t>
              </a:r>
              <a:endParaRPr lang="en-US" sz="1400" spc="0" kern="0" b="0" i="0" dirty="0">
                <a:solidFill>
                  <a:srgbClr val="070154"/>
                </a:solidFill>
                <a:latin typeface="IBM Plex Sans"/>
                <a:ea typeface="IBM Plex Sans"/>
                <a:cs typeface="IBM Plex Sans"/>
              </a:endParaRPr>
            </a:p>
          </p:txBody>
        </p:sp>
        <p:sp>
          <p:nvSpPr>
            <p:cNvPr id="34" name="node08.body.dxc-52-node08-body-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Activate flow metrics and a monthly vendor view.</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6438900" y="5029200"/>
            <a:ext cx="5029200" cy="914400"/>
            <a:chOff x="6438900" y="5029200"/>
            <a:chExt cx="5029200" cy="914400"/>
          </a:xfrm>
        </p:grpSpPr>
        <p:sp>
          <p:nvSpPr>
            <p:cNvPr id="35" name="node09.container"/>
            <p:cNvSpPr/>
            <p:nvPr/>
          </p:nvSpPr>
          <p:spPr>
            <a:xfrm>
              <a:off x="6438900" y="5029200"/>
              <a:ext cx="5029200" cy="914400"/>
            </a:xfrm>
            <a:prstGeom prst="rect">
              <a:avLst/>
            </a:prstGeom>
            <a:solidFill>
              <a:srgbClr val="E8EEF8"/>
            </a:solidFill>
            <a:ln>
              <a:noFill/>
            </a:ln>
          </p:spPr>
        </p:sp>
        <p:sp>
          <p:nvSpPr>
            <p:cNvPr id="36" name="node09.edge"/>
            <p:cNvSpPr/>
            <p:nvPr/>
          </p:nvSpPr>
          <p:spPr>
            <a:xfrm>
              <a:off x="6438900" y="5029200"/>
              <a:ext cx="38100" cy="914400"/>
            </a:xfrm>
            <a:prstGeom prst="rect">
              <a:avLst/>
            </a:prstGeom>
            <a:solidFill>
              <a:srgbClr val="0047FF"/>
            </a:solidFill>
            <a:ln>
              <a:noFill/>
            </a:ln>
          </p:spPr>
        </p:sp>
        <p:sp>
          <p:nvSpPr>
            <p:cNvPr id="37"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Future: priorities</a:t>
              </a:r>
              <a:endParaRPr lang="en-US" sz="1400" spc="0" kern="0" b="0" i="0" dirty="0">
                <a:solidFill>
                  <a:srgbClr val="070154"/>
                </a:solidFill>
                <a:latin typeface="IBM Plex Sans"/>
                <a:ea typeface="IBM Plex Sans"/>
                <a:cs typeface="IBM Plex Sans"/>
              </a:endParaRPr>
            </a:p>
          </p:txBody>
        </p:sp>
        <p:sp>
          <p:nvSpPr>
            <p:cNvPr id="39" name="node09.body.dxc-52-node09-body-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Use evidence in portfolio and capacity decisions.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name="dxc-05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 · UPDATE TIMING AND OWNERSHIP AFTER EACH LIVE TEST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Activation Roadmap: product track</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53</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013200"/>
            <a:chOff x="723900" y="1600200"/>
            <a:chExt cx="10744200" cy="4013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1828800"/>
                  <a:gridCol w="1828800"/>
                  <a:gridCol w="2514600"/>
                  <a:gridCol w="2743200"/>
                  <a:gridCol w="182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RECOMMENDATION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FIRST ACTION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TIMING / DEPENDENCY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MEASURE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Prioritize outcomes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Apply criteria to the next live priority decision.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 · Decision criteria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Predictability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 business ownership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 PM outcome owner; map decision rights.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 · Role clarity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Outcome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Definition path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Signal → PRD → epic → design →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 · Shared artifacts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Handoff quality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Earlier collaboration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feasibility before commitment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Next · Cadence and access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Rework and wait 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Ship with proof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release proof and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Next ·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Validation coverage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after test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Named owners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Update the next activation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After each quick win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Phase 2 enablement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name="dxc-054">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54</a:t>
            </a:fld>
            <a:endParaRPr lang="en-US" sz="700" spc="0" kern="0" b="0" i="0" dirty="0">
              <a:solidFill>
                <a:srgbClr val="070154"/>
              </a:solidFill>
              <a:latin typeface="IBM Plex Mono SemiBold"/>
              <a:ea typeface="IBM Plex Mono SemiBold"/>
              <a:cs typeface="IBM Plex Mono SemiBold"/>
            </a:endParaRPr>
          </a:p>
        </p:txBody>
      </p:sp>
      <p:grpSp>
        <p:nvGrpSpPr>
          <p:cNvPr id="12" name="ownership"/>
          <p:cNvGrpSpPr/>
          <p:nvPr/>
        </p:nvGrpSpPr>
        <p:grpSpPr>
          <a:xfrm>
            <a:off x="723900" y="2057400"/>
            <a:ext cx="10744200" cy="3213100"/>
            <a:chOff x="723900" y="2057400"/>
            <a:chExt cx="10744200" cy="3213100"/>
          </a:xfrm>
        </p:grpSpPr>
        <p:graphicFrame>
          <p:nvGraphicFramePr>
            <p:cNvPr id="5" name="ownership.native"/>
            <p:cNvGraphicFramePr>
              <a:graphicFrameLocks noGrp="1"/>
            </p:cNvGraphicFramePr>
            <p:nvPr>
              <p:extLst>
                <p:ext uri="{D42A27DB-BD31-4B8C-83A1-F6EECF244321}">
                  <p14:modId xmlns:p14="http://schemas.microsoft.com/office/powerpoint/2010/main" val="1579011935"/>
                </p:ext>
              </p:extLst>
            </p:nvPr>
          </p:nvGraphicFramePr>
          <p:xfrm>
            <a:off x="723900" y="2057400"/>
            <a:ext cx="10744200" cy="3213100"/>
          </p:xfrm>
          <a:graphic>
            <a:graphicData uri="http://schemas.openxmlformats.org/drawingml/2006/table">
              <a:tbl>
                <a:tblPr/>
                <a:tblGrid>
                  <a:gridCol w="2971800"/>
                  <a:gridCol w="1295400"/>
                  <a:gridCol w="1295400"/>
                  <a:gridCol w="1295400"/>
                  <a:gridCol w="1295400"/>
                  <a:gridCol w="1295400"/>
                  <a:gridCol w="1295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ROLE / STAKEHOLDER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OPPORTUNITY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PRODUCT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FEATURE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TECHNICAL PLAN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QA / UAT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RELEASE / GTM</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Manager / Product Lead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Business / Initiative Sponsor</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Owner / Delivery Lead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UX / Design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Engineering Lead / Architect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QA / UAT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Release / Operations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Sales / Customer Success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Leadership</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3" name="legend"/>
          <p:cNvGrpSpPr/>
          <p:nvPr/>
        </p:nvGrpSpPr>
        <p:grpSpPr>
          <a:xfrm>
            <a:off x="723900" y="1600200"/>
            <a:ext cx="10744200" cy="304800"/>
            <a:chOff x="723900" y="1600200"/>
            <a:chExt cx="10744200" cy="304800"/>
          </a:xfrm>
        </p:grpSpPr>
        <p:sp>
          <p:nvSpPr>
            <p:cNvPr id="6" name="legend.text"/>
            <p:cNvSpPr/>
            <p:nvPr/>
          </p:nvSpPr>
          <p:spPr>
            <a:xfrm>
              <a:off x="723900" y="1600200"/>
              <a:ext cx="107442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L · Lead   C · Contribute   I · Inform   A · Approve</a:t>
              </a:r>
              <a:endParaRPr lang="en-US" sz="1200" spc="0" kern="0" b="0" i="0" dirty="0">
                <a:solidFill>
                  <a:srgbClr val="0047FF"/>
                </a:solidFill>
                <a:latin typeface="IBM Plex Sans"/>
                <a:ea typeface="IBM Plex Sans"/>
                <a:cs typeface="IBM Plex Sans"/>
              </a:endParaRPr>
            </a:p>
          </p:txBody>
        </p:sp>
      </p:grpSp>
      <p:grpSp>
        <p:nvGrpSpPr>
          <p:cNvPr id="14" name="readiness"/>
          <p:cNvGrpSpPr/>
          <p:nvPr/>
        </p:nvGrpSpPr>
        <p:grpSpPr>
          <a:xfrm>
            <a:off x="723900" y="5410200"/>
            <a:ext cx="10744200" cy="533400"/>
            <a:chOff x="723900" y="5410200"/>
            <a:chExt cx="10744200" cy="533400"/>
          </a:xfrm>
        </p:grpSpPr>
        <p:sp>
          <p:nvSpPr>
            <p:cNvPr id="7" name="readiness.surface"/>
            <p:cNvSpPr/>
            <p:nvPr/>
          </p:nvSpPr>
          <p:spPr>
            <a:xfrm>
              <a:off x="723900" y="5410200"/>
              <a:ext cx="10744200" cy="533400"/>
            </a:xfrm>
            <a:prstGeom prst="rect">
              <a:avLst/>
            </a:prstGeom>
            <a:solidFill>
              <a:srgbClr val="E8EEF8"/>
            </a:solidFill>
            <a:ln>
              <a:noFill/>
            </a:ln>
          </p:spPr>
        </p:sp>
        <p:sp>
          <p:nvSpPr>
            <p:cNvPr id="8" name="readiness.text"/>
            <p:cNvSpPr/>
            <p:nvPr/>
          </p:nvSpPr>
          <p:spPr>
            <a:xfrm>
              <a:off x="876300" y="54483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marks the stage-gate approver(s). Multiple approvals are intentional where Product, Engineering, QA, or Release share a readiness decision. The lead owns the handoff to the next artifact.</a:t>
              </a:r>
              <a:endParaRPr lang="en-US" sz="1200" spc="0" kern="0" b="0" i="0" dirty="0">
                <a:solidFill>
                  <a:srgbClr val="070154"/>
                </a:solidFill>
                <a:latin typeface="IBM Plex Sans"/>
                <a:ea typeface="IBM Plex Sans"/>
                <a:cs typeface="IBM Plex Sans"/>
              </a:endParaRPr>
            </a:p>
          </p:txBody>
        </p:sp>
      </p:grpSp>
      <p:grpSp>
        <p:nvGrpSpPr>
          <p:cNvPr id="15" name="authored-header"/>
          <p:cNvGrpSpPr/>
          <p:nvPr/>
        </p:nvGrpSpPr>
        <p:grpSpPr>
          <a:xfrm>
            <a:off x="723900" y="685800"/>
            <a:ext cx="9372600" cy="914400"/>
            <a:chOff x="723900" y="685800"/>
            <a:chExt cx="9372600" cy="914400"/>
          </a:xfrm>
        </p:grpSpPr>
        <p:sp>
          <p:nvSpPr>
            <p:cNvPr id="9"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Artifact ownership matrix</a:t>
              </a:r>
              <a:endParaRPr lang="en-US" sz="3200" spc="-64" kern="0" b="0" i="0" dirty="0">
                <a:solidFill>
                  <a:srgbClr val="070154"/>
                </a:solidFill>
                <a:latin typeface="IBM Plex Sans SemiBold"/>
                <a:ea typeface="IBM Plex Sans SemiBold"/>
                <a:cs typeface="IBM Plex Sans SemiBold"/>
              </a:endParaRPr>
            </a:p>
          </p:txBody>
        </p:sp>
      </p:grpSp>
      <p:grpSp>
        <p:nvGrpSpPr>
          <p:cNvPr id="16" name="authored-eyebrow"/>
          <p:cNvGrpSpPr/>
          <p:nvPr/>
        </p:nvGrpSpPr>
        <p:grpSpPr>
          <a:xfrm>
            <a:off x="723900" y="457200"/>
            <a:ext cx="9372600" cy="228600"/>
            <a:chOff x="723900" y="457200"/>
            <a:chExt cx="9372600" cy="228600"/>
          </a:xfrm>
        </p:grpSpPr>
        <p:sp>
          <p:nvSpPr>
            <p:cNvPr id="10"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RECOMMENDED ROLE MODEL</a:t>
              </a:r>
              <a:endParaRPr lang="en-US" sz="1000" spc="80" kern="0" b="0" i="0" dirty="0">
                <a:solidFill>
                  <a:srgbClr val="0047FF"/>
                </a:solidFill>
                <a:latin typeface="IBM Plex Mono SemiBold"/>
                <a:ea typeface="IBM Plex Mono SemiBold"/>
                <a:cs typeface="IBM Plex Mono SemiBold"/>
              </a:endParaRPr>
            </a:p>
          </p:txBody>
        </p:sp>
      </p:grpSp>
      <p:grpSp>
        <p:nvGrpSpPr>
          <p:cNvPr id="17" name="client-brand"/>
          <p:cNvGrpSpPr/>
          <p:nvPr/>
        </p:nvGrpSpPr>
        <p:grpSpPr>
          <a:xfrm>
            <a:off x="10382250" y="457200"/>
            <a:ext cx="1028700" cy="457200"/>
            <a:chOff x="10382250" y="457200"/>
            <a:chExt cx="1028700" cy="457200"/>
          </a:xfrm>
        </p:grpSpPr>
        <p:pic>
          <p:nvPicPr>
            <p:cNvPr id="11"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name="dxc-055">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BUSINESS NEED · BOUNDED ACTIVATION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Keep the live test focused and learn quickly</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9055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Original working scope: validate, improve and activate ways of working; the limits are scope boundaries, not measured outcomes.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55</a:t>
            </a:fld>
            <a:endParaRPr lang="en-US" sz="700" spc="0" kern="0" b="0" i="0" dirty="0">
              <a:solidFill>
                <a:srgbClr val="FFFFFF"/>
              </a:solidFill>
              <a:latin typeface="IBM Plex Mono SemiBold"/>
              <a:ea typeface="IBM Plex Mono SemiBold"/>
              <a:cs typeface="IBM Plex Mono SemiBold"/>
            </a:endParaRPr>
          </a:p>
        </p:txBody>
      </p:sp>
      <p:grpSp>
        <p:nvGrpSpPr>
          <p:cNvPr id="20" name="node01"/>
          <p:cNvGrpSpPr/>
          <p:nvPr/>
        </p:nvGrpSpPr>
        <p:grpSpPr>
          <a:xfrm>
            <a:off x="723900" y="2057400"/>
            <a:ext cx="3429000" cy="954850"/>
            <a:chOff x="723900" y="2057400"/>
            <a:chExt cx="3429000" cy="954850"/>
          </a:xfrm>
        </p:grpSpPr>
        <p:sp>
          <p:nvSpPr>
            <p:cNvPr id="8" name="node01.value"/>
            <p:cNvSpPr/>
            <p:nvPr/>
          </p:nvSpPr>
          <p:spPr>
            <a:xfrm>
              <a:off x="723900" y="20574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Up to 2</a:t>
              </a:r>
              <a:endParaRPr lang="en-US" sz="4800" spc="-96" kern="0" b="0" i="0" dirty="0">
                <a:solidFill>
                  <a:srgbClr val="070154"/>
                </a:solidFill>
                <a:latin typeface="IBM Plex Mono SemiBold"/>
                <a:ea typeface="IBM Plex Mono SemiBold"/>
                <a:cs typeface="IBM Plex Mono SemiBold"/>
              </a:endParaRPr>
            </a:p>
          </p:txBody>
        </p:sp>
        <p:sp>
          <p:nvSpPr>
            <p:cNvPr id="9" name="node01.label"/>
            <p:cNvSpPr/>
            <p:nvPr/>
          </p:nvSpPr>
          <p:spPr>
            <a:xfrm>
              <a:off x="723900" y="27455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live initiatives</a:t>
              </a:r>
              <a:endParaRPr lang="en-US" sz="1400" spc="0" kern="0" b="0" i="0" dirty="0">
                <a:solidFill>
                  <a:srgbClr val="50658E"/>
                </a:solidFill>
                <a:latin typeface="IBM Plex Sans"/>
                <a:ea typeface="IBM Plex Sans"/>
                <a:cs typeface="IBM Plex Sans"/>
              </a:endParaRPr>
            </a:p>
          </p:txBody>
        </p:sp>
      </p:grpSp>
      <p:grpSp>
        <p:nvGrpSpPr>
          <p:cNvPr id="21" name="node02"/>
          <p:cNvGrpSpPr/>
          <p:nvPr/>
        </p:nvGrpSpPr>
        <p:grpSpPr>
          <a:xfrm>
            <a:off x="4381500" y="2057400"/>
            <a:ext cx="3429000" cy="954850"/>
            <a:chOff x="4381500" y="2057400"/>
            <a:chExt cx="3429000" cy="954850"/>
          </a:xfrm>
        </p:grpSpPr>
        <p:sp>
          <p:nvSpPr>
            <p:cNvPr id="10" name="node02.value"/>
            <p:cNvSpPr/>
            <p:nvPr/>
          </p:nvSpPr>
          <p:spPr>
            <a:xfrm>
              <a:off x="4381500" y="20574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Up to 3</a:t>
              </a:r>
              <a:endParaRPr lang="en-US" sz="4800" spc="-96" kern="0" b="0" i="0" dirty="0">
                <a:solidFill>
                  <a:srgbClr val="070154"/>
                </a:solidFill>
                <a:latin typeface="IBM Plex Mono SemiBold"/>
                <a:ea typeface="IBM Plex Mono SemiBold"/>
                <a:cs typeface="IBM Plex Mono SemiBold"/>
              </a:endParaRPr>
            </a:p>
          </p:txBody>
        </p:sp>
        <p:sp>
          <p:nvSpPr>
            <p:cNvPr id="11" name="node02.label"/>
            <p:cNvSpPr/>
            <p:nvPr/>
          </p:nvSpPr>
          <p:spPr>
            <a:xfrm>
              <a:off x="4381500" y="27455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bounded quick wins</a:t>
              </a:r>
              <a:endParaRPr lang="en-US" sz="1400" spc="0" kern="0" b="0" i="0" dirty="0">
                <a:solidFill>
                  <a:srgbClr val="50658E"/>
                </a:solidFill>
                <a:latin typeface="IBM Plex Sans"/>
                <a:ea typeface="IBM Plex Sans"/>
                <a:cs typeface="IBM Plex Sans"/>
              </a:endParaRPr>
            </a:p>
          </p:txBody>
        </p:sp>
      </p:grpSp>
      <p:grpSp>
        <p:nvGrpSpPr>
          <p:cNvPr id="22" name="node03"/>
          <p:cNvGrpSpPr/>
          <p:nvPr/>
        </p:nvGrpSpPr>
        <p:grpSpPr>
          <a:xfrm>
            <a:off x="723900" y="3200400"/>
            <a:ext cx="3429000" cy="954850"/>
            <a:chOff x="723900" y="3200400"/>
            <a:chExt cx="3429000" cy="954850"/>
          </a:xfrm>
        </p:grpSpPr>
        <p:sp>
          <p:nvSpPr>
            <p:cNvPr id="12" name="node03.value"/>
            <p:cNvSpPr/>
            <p:nvPr/>
          </p:nvSpPr>
          <p:spPr>
            <a:xfrm>
              <a:off x="723900" y="32004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 weeks</a:t>
              </a:r>
              <a:endParaRPr lang="en-US" sz="4800" spc="-96" kern="0" b="0" i="0" dirty="0">
                <a:solidFill>
                  <a:srgbClr val="070154"/>
                </a:solidFill>
                <a:latin typeface="IBM Plex Mono SemiBold"/>
                <a:ea typeface="IBM Plex Mono SemiBold"/>
                <a:cs typeface="IBM Plex Mono SemiBold"/>
              </a:endParaRPr>
            </a:p>
          </p:txBody>
        </p:sp>
        <p:sp>
          <p:nvSpPr>
            <p:cNvPr id="13" name="node03.label"/>
            <p:cNvSpPr/>
            <p:nvPr/>
          </p:nvSpPr>
          <p:spPr>
            <a:xfrm>
              <a:off x="723900" y="3888549"/>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launch to executive readout</a:t>
              </a:r>
              <a:endParaRPr lang="en-US" sz="1400" spc="0" kern="0" b="0" i="0" dirty="0">
                <a:solidFill>
                  <a:srgbClr val="50658E"/>
                </a:solidFill>
                <a:latin typeface="IBM Plex Sans"/>
                <a:ea typeface="IBM Plex Sans"/>
                <a:cs typeface="IBM Plex Sans"/>
              </a:endParaRPr>
            </a:p>
          </p:txBody>
        </p:sp>
      </p:grpSp>
      <p:grpSp>
        <p:nvGrpSpPr>
          <p:cNvPr id="23" name="node04"/>
          <p:cNvGrpSpPr/>
          <p:nvPr/>
        </p:nvGrpSpPr>
        <p:grpSpPr>
          <a:xfrm>
            <a:off x="4381500" y="3200400"/>
            <a:ext cx="3429000" cy="954850"/>
            <a:chOff x="4381500" y="3200400"/>
            <a:chExt cx="3429000" cy="954850"/>
          </a:xfrm>
        </p:grpSpPr>
        <p:sp>
          <p:nvSpPr>
            <p:cNvPr id="14" name="node04.value"/>
            <p:cNvSpPr/>
            <p:nvPr/>
          </p:nvSpPr>
          <p:spPr>
            <a:xfrm>
              <a:off x="4381500" y="32004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None</a:t>
              </a:r>
              <a:endParaRPr lang="en-US" sz="4800" spc="-96" kern="0" b="0" i="0" dirty="0">
                <a:solidFill>
                  <a:srgbClr val="070154"/>
                </a:solidFill>
                <a:latin typeface="IBM Plex Mono SemiBold"/>
                <a:ea typeface="IBM Plex Mono SemiBold"/>
                <a:cs typeface="IBM Plex Mono SemiBold"/>
              </a:endParaRPr>
            </a:p>
          </p:txBody>
        </p:sp>
        <p:sp>
          <p:nvSpPr>
            <p:cNvPr id="15" name="node04.label"/>
            <p:cNvSpPr/>
            <p:nvPr/>
          </p:nvSpPr>
          <p:spPr>
            <a:xfrm>
              <a:off x="4381500" y="3888549"/>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production-system change</a:t>
              </a:r>
              <a:endParaRPr lang="en-US" sz="1400" spc="0" kern="0" b="0" i="0" dirty="0">
                <a:solidFill>
                  <a:srgbClr val="50658E"/>
                </a:solidFill>
                <a:latin typeface="IBM Plex Sans"/>
                <a:ea typeface="IBM Plex Sans"/>
                <a:cs typeface="IBM Plex Sans"/>
              </a:endParaRPr>
            </a:p>
          </p:txBody>
        </p:sp>
      </p:grpSp>
      <p:sp>
        <p:nvSpPr>
          <p:cNvPr id="16" name="node05"/>
          <p:cNvSpPr/>
          <p:nvPr/>
        </p:nvSpPr>
        <p:spPr>
          <a:xfrm>
            <a:off x="723900" y="4343400"/>
            <a:ext cx="7086600" cy="9525"/>
          </a:xfrm>
          <a:prstGeom prst="rect">
            <a:avLst/>
          </a:prstGeom>
          <a:solidFill>
            <a:srgbClr val="CED7E6"/>
          </a:solidFill>
          <a:ln>
            <a:noFill/>
          </a:ln>
        </p:spPr>
      </p:sp>
      <p:grpSp>
        <p:nvGrpSpPr>
          <p:cNvPr id="24" name="node06"/>
          <p:cNvGrpSpPr/>
          <p:nvPr/>
        </p:nvGrpSpPr>
        <p:grpSpPr>
          <a:xfrm>
            <a:off x="723900" y="4572000"/>
            <a:ext cx="7086600" cy="533400"/>
            <a:chOff x="723900" y="4572000"/>
            <a:chExt cx="7086600" cy="533400"/>
          </a:xfrm>
        </p:grpSpPr>
        <p:sp>
          <p:nvSpPr>
            <p:cNvPr id="17" name="node06.text"/>
            <p:cNvSpPr/>
            <p:nvPr/>
          </p:nvSpPr>
          <p:spPr>
            <a:xfrm>
              <a:off x="723900" y="45720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Leadership wants meaningful opportunities identified quickly, then activated through live work.</a:t>
              </a:r>
              <a:endParaRPr lang="en-US" sz="1400" spc="0" kern="0" b="0" i="0" dirty="0">
                <a:solidFill>
                  <a:srgbClr val="070154"/>
                </a:solidFill>
                <a:latin typeface="IBM Plex Sans"/>
                <a:ea typeface="IBM Plex Sans"/>
                <a:cs typeface="IBM Plex Sans"/>
              </a:endParaRPr>
            </a:p>
          </p:txBody>
        </p:sp>
      </p:grpSp>
      <p:grpSp>
        <p:nvGrpSpPr>
          <p:cNvPr id="25" name="node07"/>
          <p:cNvGrpSpPr/>
          <p:nvPr/>
        </p:nvGrpSpPr>
        <p:grpSpPr>
          <a:xfrm>
            <a:off x="8953500" y="2057400"/>
            <a:ext cx="2514600" cy="152400"/>
            <a:chOff x="8953500" y="2057400"/>
            <a:chExt cx="2514600" cy="152400"/>
          </a:xfrm>
        </p:grpSpPr>
        <p:sp>
          <p:nvSpPr>
            <p:cNvPr id="18" name="node07.text"/>
            <p:cNvSpPr/>
            <p:nvPr/>
          </p:nvSpPr>
          <p:spPr>
            <a:xfrm>
              <a:off x="8953500" y="2057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WHY THIS WORK MATTERS</a:t>
              </a:r>
              <a:endParaRPr lang="en-US" sz="900" spc="54" kern="0" b="0" i="0" dirty="0">
                <a:solidFill>
                  <a:srgbClr val="CED7E6"/>
                </a:solidFill>
                <a:latin typeface="IBM Plex Mono Medium"/>
                <a:ea typeface="IBM Plex Mono Medium"/>
                <a:cs typeface="IBM Plex Mono Medium"/>
              </a:endParaRPr>
            </a:p>
          </p:txBody>
        </p:sp>
      </p:grpSp>
      <p:grpSp>
        <p:nvGrpSpPr>
          <p:cNvPr id="26" name="node08"/>
          <p:cNvGrpSpPr/>
          <p:nvPr/>
        </p:nvGrpSpPr>
        <p:grpSpPr>
          <a:xfrm>
            <a:off x="8953500" y="2286000"/>
            <a:ext cx="2514600" cy="1333500"/>
            <a:chOff x="8953500" y="2286000"/>
            <a:chExt cx="2514600" cy="1333500"/>
          </a:xfrm>
        </p:grpSpPr>
        <p:sp>
          <p:nvSpPr>
            <p:cNvPr id="19" name="node08.text"/>
            <p:cNvSpPr/>
            <p:nvPr/>
          </p:nvSpPr>
          <p:spPr>
            <a:xfrm>
              <a:off x="8953500" y="2286000"/>
              <a:ext cx="25146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DentalXChange is growing and maturing its SaaS business. The value is a faster, more consistent delivery system that keeps pace with growth.</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name="dxc-05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PILOT → MEASURE → EXTEND · OWNERS AND DEPENDENCIES IN NOTES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Activation Roadmap: engineering priorities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56</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600200"/>
            <a:ext cx="10744200" cy="4292600"/>
            <a:chOff x="723900" y="1600200"/>
            <a:chExt cx="10744200" cy="42926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292600"/>
          </p:xfrm>
          <a:graphic>
            <a:graphicData uri="http://schemas.openxmlformats.org/drawingml/2006/table">
              <a:tbl>
                <a:tblPr/>
                <a:tblGrid>
                  <a:gridCol w="1905000"/>
                  <a:gridCol w="2946400"/>
                  <a:gridCol w="2946400"/>
                  <a:gridCol w="2946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PRACTICE / FIRST PILOT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NOW</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NEXT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FUTURE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Release · Core/Recon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Unplanned changes + owners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Agent outputs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Same artifact + expiry alerts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Recon Release Agent live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Low-risk on-demand release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Agent pattern on all pods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Test · Core/Recon/Rules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High-risk Core regression</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Log access / data waits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Automate; Eligibility + Pay</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Masked production-like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Regression is entry criterion</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Self-service environments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Quality · Rules/Core/Recon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PRD → signed agent tech spec</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Four delivery baselines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technical template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Recon flow + monthly quality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Quality informs priorities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AI guardrail · All pods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PHI rule + sanctioned tools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Staff / contractor access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Govern December AIDLC</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Shared agent registry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Scale speed + quality gains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Rollout sequence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Pilot Core + Reconcile AI</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Pilot Rules Engine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Extend to Eligibility AI</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Extend to Pay Connect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Other pods; light, gated Core AI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highlight-edge"/>
            <p:cNvSpPr/>
            <p:nvPr/>
          </p:nvSpPr>
          <p:spPr>
            <a:xfrm>
              <a:off x="2628900" y="1562100"/>
              <a:ext cx="2946400" cy="38100"/>
            </a:xfrm>
            <a:prstGeom prst="rect">
              <a:avLst/>
            </a:prstGeom>
            <a:solidFill>
              <a:srgbClr val="0047FF"/>
            </a:solidFill>
            <a:ln>
              <a:noFill/>
            </a:ln>
          </p:spPr>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dxc-05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STRATEGY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Product strategy spike</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DentalXChange proposed next phase · Phase 1 credit; package fees cover all three workstreams.</a:t>
            </a:r>
            <a:endParaRPr lang="en-US" sz="900" spc="0" kern="0" b="0" i="0" dirty="0">
              <a:solidFill>
                <a:srgbClr val="50658E"/>
              </a:solidFill>
              <a:latin typeface="IBM Plex Sans"/>
              <a:ea typeface="IBM Plex Sans"/>
              <a:cs typeface="IBM Plex Sans"/>
            </a:endParaRPr>
          </a:p>
        </p:txBody>
      </p:sp>
      <p:sp>
        <p:nvSpPr>
          <p:cNvPr id="7" name="nav.section-01"/>
          <p:cNvSpPr/>
          <p:nvPr/>
        </p:nvSpPr>
        <p:spPr>
          <a:xfrm>
            <a:off x="266700" y="457200"/>
            <a:ext cx="228600" cy="1314450"/>
          </a:xfrm>
          <a:prstGeom prst="rect">
            <a:avLst/>
          </a:prstGeom>
          <a:solidFill>
            <a:srgbClr val="E8EEF8"/>
          </a:solidFill>
          <a:ln>
            <a:noFill/>
          </a:ln>
        </p:spPr>
      </p:sp>
      <p:sp>
        <p:nvSpPr>
          <p:cNvPr id="8"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EVIDENCE</a:t>
            </a:r>
            <a:endParaRPr lang="en-US" sz="800" spc="80" kern="0" b="0" i="0" dirty="0">
              <a:solidFill>
                <a:srgbClr val="50658E"/>
              </a:solidFill>
              <a:latin typeface="IBM Plex Mono SemiBold"/>
              <a:ea typeface="IBM Plex Mono SemiBold"/>
              <a:cs typeface="IBM Plex Mono SemiBold"/>
            </a:endParaRPr>
          </a:p>
        </p:txBody>
      </p:sp>
      <p:sp>
        <p:nvSpPr>
          <p:cNvPr id="9" name="nav.section-02"/>
          <p:cNvSpPr/>
          <p:nvPr/>
        </p:nvSpPr>
        <p:spPr>
          <a:xfrm>
            <a:off x="266700" y="1847850"/>
            <a:ext cx="228600" cy="1314450"/>
          </a:xfrm>
          <a:prstGeom prst="rect">
            <a:avLst/>
          </a:prstGeom>
          <a:solidFill>
            <a:srgbClr val="E8EEF8"/>
          </a:solidFill>
          <a:ln>
            <a:noFill/>
          </a:ln>
        </p:spPr>
      </p:sp>
      <p:sp>
        <p:nvSpPr>
          <p:cNvPr id="10"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STRATEGY</a:t>
            </a:r>
            <a:endParaRPr lang="en-US" sz="800" spc="80" kern="0" b="0" i="0" dirty="0">
              <a:solidFill>
                <a:srgbClr val="50658E"/>
              </a:solidFill>
              <a:latin typeface="IBM Plex Mono SemiBold"/>
              <a:ea typeface="IBM Plex Mono SemiBold"/>
              <a:cs typeface="IBM Plex Mono SemiBold"/>
            </a:endParaRPr>
          </a:p>
        </p:txBody>
      </p:sp>
      <p:sp>
        <p:nvSpPr>
          <p:cNvPr id="11" name="nav.section-03"/>
          <p:cNvSpPr/>
          <p:nvPr/>
        </p:nvSpPr>
        <p:spPr>
          <a:xfrm>
            <a:off x="266700" y="3238500"/>
            <a:ext cx="228600" cy="1314450"/>
          </a:xfrm>
          <a:prstGeom prst="rect">
            <a:avLst/>
          </a:prstGeom>
          <a:solidFill>
            <a:srgbClr val="E8EEF8"/>
          </a:solidFill>
          <a:ln>
            <a:noFill/>
          </a:ln>
        </p:spPr>
      </p:sp>
      <p:sp>
        <p:nvSpPr>
          <p:cNvPr id="12"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PRIORITIES</a:t>
            </a:r>
            <a:endParaRPr lang="en-US" sz="800" spc="80" kern="0" b="0" i="0" dirty="0">
              <a:solidFill>
                <a:srgbClr val="50658E"/>
              </a:solidFill>
              <a:latin typeface="IBM Plex Mono SemiBold"/>
              <a:ea typeface="IBM Plex Mono SemiBold"/>
              <a:cs typeface="IBM Plex Mono SemiBold"/>
            </a:endParaRPr>
          </a:p>
        </p:txBody>
      </p:sp>
      <p:sp>
        <p:nvSpPr>
          <p:cNvPr id="13" name="nav.section-04"/>
          <p:cNvSpPr/>
          <p:nvPr/>
        </p:nvSpPr>
        <p:spPr>
          <a:xfrm>
            <a:off x="266700" y="4629150"/>
            <a:ext cx="228600" cy="1314450"/>
          </a:xfrm>
          <a:prstGeom prst="rect">
            <a:avLst/>
          </a:prstGeom>
          <a:solidFill>
            <a:srgbClr val="070154"/>
          </a:solidFill>
          <a:ln>
            <a:noFill/>
          </a:ln>
        </p:spPr>
      </p:sp>
      <p:sp>
        <p:nvSpPr>
          <p:cNvPr id="14"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ROADMAP</a:t>
            </a:r>
            <a:endParaRPr lang="en-US" sz="800" spc="80" kern="0" b="0" i="0" dirty="0">
              <a:solidFill>
                <a:srgbClr val="FFFFFF"/>
              </a:solidFill>
              <a:latin typeface="IBM Plex Mono SemiBold"/>
              <a:ea typeface="IBM Plex Mono SemiBold"/>
              <a:cs typeface="IBM Plex Mono SemiBold"/>
            </a:endParaRPr>
          </a:p>
        </p:txBody>
      </p:sp>
      <p:sp>
        <p:nvSpPr>
          <p:cNvPr id="1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57</a:t>
            </a:fld>
            <a:endParaRPr lang="en-US" sz="700" spc="0" kern="0" b="0" i="0" dirty="0">
              <a:solidFill>
                <a:srgbClr val="070154"/>
              </a:solidFill>
              <a:latin typeface="IBM Plex Mono SemiBold"/>
              <a:ea typeface="IBM Plex Mono SemiBold"/>
              <a:cs typeface="IBM Plex Mono SemiBold"/>
            </a:endParaRPr>
          </a:p>
        </p:txBody>
      </p:sp>
      <p:grpSp>
        <p:nvGrpSpPr>
          <p:cNvPr id="66" name="node01"/>
          <p:cNvGrpSpPr/>
          <p:nvPr/>
        </p:nvGrpSpPr>
        <p:grpSpPr>
          <a:xfrm>
            <a:off x="723900" y="1600200"/>
            <a:ext cx="10744200" cy="152400"/>
            <a:chOff x="723900" y="1600200"/>
            <a:chExt cx="10744200" cy="152400"/>
          </a:xfrm>
        </p:grpSpPr>
        <p:sp>
          <p:nvSpPr>
            <p:cNvPr id="16" name="node01.text"/>
            <p:cNvSpPr/>
            <p:nvPr/>
          </p:nvSpPr>
          <p:spPr>
            <a:xfrm>
              <a:off x="723900" y="16002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OUTCOME</a:t>
              </a:r>
              <a:endParaRPr lang="en-US" sz="900" spc="54" kern="0" b="0" i="0" dirty="0">
                <a:solidFill>
                  <a:srgbClr val="0047FF"/>
                </a:solidFill>
                <a:latin typeface="IBM Plex Mono Medium"/>
                <a:ea typeface="IBM Plex Mono Medium"/>
                <a:cs typeface="IBM Plex Mono Medium"/>
              </a:endParaRPr>
            </a:p>
          </p:txBody>
        </p:sp>
      </p:grpSp>
      <p:grpSp>
        <p:nvGrpSpPr>
          <p:cNvPr id="67" name="node02"/>
          <p:cNvGrpSpPr/>
          <p:nvPr/>
        </p:nvGrpSpPr>
        <p:grpSpPr>
          <a:xfrm>
            <a:off x="723900" y="1828800"/>
            <a:ext cx="10744200" cy="266700"/>
            <a:chOff x="723900" y="1828800"/>
            <a:chExt cx="10744200" cy="266700"/>
          </a:xfrm>
        </p:grpSpPr>
        <p:sp>
          <p:nvSpPr>
            <p:cNvPr id="17" name="node02.text"/>
            <p:cNvSpPr/>
            <p:nvPr/>
          </p:nvSpPr>
          <p:spPr>
            <a:xfrm>
              <a:off x="723900" y="1828800"/>
              <a:ext cx="1074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Clear product direction and an executable six-month roadmap</a:t>
              </a:r>
              <a:endParaRPr lang="en-US" sz="1400" spc="0" kern="0" b="0" i="0" dirty="0">
                <a:solidFill>
                  <a:srgbClr val="50658E"/>
                </a:solidFill>
                <a:latin typeface="IBM Plex Sans"/>
                <a:ea typeface="IBM Plex Sans"/>
                <a:cs typeface="IBM Plex Sans"/>
              </a:endParaRPr>
            </a:p>
          </p:txBody>
        </p:sp>
      </p:grpSp>
      <p:grpSp>
        <p:nvGrpSpPr>
          <p:cNvPr id="68" name="node03"/>
          <p:cNvGrpSpPr/>
          <p:nvPr/>
        </p:nvGrpSpPr>
        <p:grpSpPr>
          <a:xfrm>
            <a:off x="723900" y="2743200"/>
            <a:ext cx="10744200" cy="152400"/>
            <a:chOff x="723900" y="2743200"/>
            <a:chExt cx="10744200" cy="152400"/>
          </a:xfrm>
        </p:grpSpPr>
        <p:sp>
          <p:nvSpPr>
            <p:cNvPr id="18" name="node03.text"/>
            <p:cNvSpPr/>
            <p:nvPr/>
          </p:nvSpPr>
          <p:spPr>
            <a:xfrm>
              <a:off x="723900" y="27432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KEY ACTIVITIES · FOUR-WEEK SPIKE</a:t>
              </a:r>
              <a:endParaRPr lang="en-US" sz="900" spc="54" kern="0" b="0" i="0" dirty="0">
                <a:solidFill>
                  <a:srgbClr val="0047FF"/>
                </a:solidFill>
                <a:latin typeface="IBM Plex Mono Medium"/>
                <a:ea typeface="IBM Plex Mono Medium"/>
                <a:cs typeface="IBM Plex Mono Medium"/>
              </a:endParaRPr>
            </a:p>
          </p:txBody>
        </p:sp>
      </p:grpSp>
      <p:sp>
        <p:nvSpPr>
          <p:cNvPr id="19" name="node04"/>
          <p:cNvSpPr/>
          <p:nvPr/>
        </p:nvSpPr>
        <p:spPr>
          <a:xfrm>
            <a:off x="723900" y="3009900"/>
            <a:ext cx="2514600" cy="12700"/>
          </a:xfrm>
          <a:prstGeom prst="rect">
            <a:avLst/>
          </a:prstGeom>
          <a:solidFill>
            <a:srgbClr val="CED7E6"/>
          </a:solidFill>
          <a:ln>
            <a:noFill/>
          </a:ln>
        </p:spPr>
      </p:sp>
      <p:grpSp>
        <p:nvGrpSpPr>
          <p:cNvPr id="69" name="node05"/>
          <p:cNvGrpSpPr/>
          <p:nvPr/>
        </p:nvGrpSpPr>
        <p:grpSpPr>
          <a:xfrm>
            <a:off x="723900" y="3124200"/>
            <a:ext cx="2514600" cy="152400"/>
            <a:chOff x="723900" y="3124200"/>
            <a:chExt cx="2514600" cy="152400"/>
          </a:xfrm>
        </p:grpSpPr>
        <p:sp>
          <p:nvSpPr>
            <p:cNvPr id="20" name="node05.text"/>
            <p:cNvSpPr/>
            <p:nvPr/>
          </p:nvSpPr>
          <p:spPr>
            <a:xfrm>
              <a:off x="7239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EVIDENCE</a:t>
              </a:r>
              <a:endParaRPr lang="en-US" sz="900" spc="54" kern="0" b="0" i="0" dirty="0">
                <a:solidFill>
                  <a:srgbClr val="0047FF"/>
                </a:solidFill>
                <a:latin typeface="IBM Plex Mono Medium"/>
                <a:ea typeface="IBM Plex Mono Medium"/>
                <a:cs typeface="IBM Plex Mono Medium"/>
              </a:endParaRPr>
            </a:p>
          </p:txBody>
        </p:sp>
      </p:grpSp>
      <p:grpSp>
        <p:nvGrpSpPr>
          <p:cNvPr id="70" name="node06"/>
          <p:cNvGrpSpPr/>
          <p:nvPr/>
        </p:nvGrpSpPr>
        <p:grpSpPr>
          <a:xfrm>
            <a:off x="723900" y="3352800"/>
            <a:ext cx="2514600" cy="304800"/>
            <a:chOff x="723900" y="3352800"/>
            <a:chExt cx="2514600" cy="304800"/>
          </a:xfrm>
        </p:grpSpPr>
        <p:sp>
          <p:nvSpPr>
            <p:cNvPr id="21" name="node06.text"/>
            <p:cNvSpPr/>
            <p:nvPr/>
          </p:nvSpPr>
          <p:spPr>
            <a:xfrm>
              <a:off x="7239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Evidence</a:t>
              </a:r>
              <a:endParaRPr lang="en-US" sz="1800" spc="-18" kern="0" b="0" i="0" dirty="0">
                <a:solidFill>
                  <a:srgbClr val="070154"/>
                </a:solidFill>
                <a:latin typeface="IBM Plex Sans SemiBold"/>
                <a:ea typeface="IBM Plex Sans SemiBold"/>
                <a:cs typeface="IBM Plex Sans SemiBold"/>
              </a:endParaRPr>
            </a:p>
          </p:txBody>
        </p:sp>
      </p:grpSp>
      <p:grpSp>
        <p:nvGrpSpPr>
          <p:cNvPr id="71" name="node07"/>
          <p:cNvGrpSpPr/>
          <p:nvPr/>
        </p:nvGrpSpPr>
        <p:grpSpPr>
          <a:xfrm>
            <a:off x="723900" y="3695700"/>
            <a:ext cx="2514600" cy="762000"/>
            <a:chOff x="723900" y="3695700"/>
            <a:chExt cx="2514600" cy="762000"/>
          </a:xfrm>
        </p:grpSpPr>
        <p:sp>
          <p:nvSpPr>
            <p:cNvPr id="22" name="node07.example-001.bullet"/>
            <p:cNvSpPr/>
            <p:nvPr/>
          </p:nvSpPr>
          <p:spPr>
            <a:xfrm>
              <a:off x="723900" y="3784600"/>
              <a:ext cx="38100" cy="38100"/>
            </a:xfrm>
            <a:prstGeom prst="rect">
              <a:avLst/>
            </a:prstGeom>
            <a:solidFill>
              <a:srgbClr val="070154"/>
            </a:solidFill>
            <a:ln>
              <a:noFill/>
            </a:ln>
          </p:spPr>
        </p:sp>
        <p:sp>
          <p:nvSpPr>
            <p:cNvPr id="23" name="node07.example-001.text"/>
            <p:cNvSpPr/>
            <p:nvPr/>
          </p:nvSpPr>
          <p:spPr>
            <a:xfrm>
              <a:off x="876300" y="3695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customer needs</a:t>
              </a:r>
              <a:endParaRPr lang="en-US" sz="1200" spc="0" kern="0" b="0" i="0" dirty="0">
                <a:solidFill>
                  <a:srgbClr val="070154"/>
                </a:solidFill>
                <a:latin typeface="IBM Plex Sans"/>
                <a:ea typeface="IBM Plex Sans"/>
                <a:cs typeface="IBM Plex Sans"/>
              </a:endParaRPr>
            </a:p>
          </p:txBody>
        </p:sp>
        <p:sp>
          <p:nvSpPr>
            <p:cNvPr id="24" name="node07.example-002.bullet"/>
            <p:cNvSpPr/>
            <p:nvPr/>
          </p:nvSpPr>
          <p:spPr>
            <a:xfrm>
              <a:off x="723900" y="4051300"/>
              <a:ext cx="38100" cy="38100"/>
            </a:xfrm>
            <a:prstGeom prst="rect">
              <a:avLst/>
            </a:prstGeom>
            <a:solidFill>
              <a:srgbClr val="070154"/>
            </a:solidFill>
            <a:ln>
              <a:noFill/>
            </a:ln>
          </p:spPr>
        </p:sp>
        <p:sp>
          <p:nvSpPr>
            <p:cNvPr id="25" name="node07.example-002.text"/>
            <p:cNvSpPr/>
            <p:nvPr/>
          </p:nvSpPr>
          <p:spPr>
            <a:xfrm>
              <a:off x="876300" y="3962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product performance</a:t>
              </a:r>
              <a:endParaRPr lang="en-US" sz="1200" spc="0" kern="0" b="0" i="0" dirty="0">
                <a:solidFill>
                  <a:srgbClr val="070154"/>
                </a:solidFill>
                <a:latin typeface="IBM Plex Sans"/>
                <a:ea typeface="IBM Plex Sans"/>
                <a:cs typeface="IBM Plex Sans"/>
              </a:endParaRPr>
            </a:p>
          </p:txBody>
        </p:sp>
        <p:sp>
          <p:nvSpPr>
            <p:cNvPr id="26" name="node07.example-003.bullet"/>
            <p:cNvSpPr/>
            <p:nvPr/>
          </p:nvSpPr>
          <p:spPr>
            <a:xfrm>
              <a:off x="723900" y="4318000"/>
              <a:ext cx="38100" cy="38100"/>
            </a:xfrm>
            <a:prstGeom prst="rect">
              <a:avLst/>
            </a:prstGeom>
            <a:solidFill>
              <a:srgbClr val="070154"/>
            </a:solidFill>
            <a:ln>
              <a:noFill/>
            </a:ln>
          </p:spPr>
        </p:sp>
        <p:sp>
          <p:nvSpPr>
            <p:cNvPr id="27" name="node07.example-003.text"/>
            <p:cNvSpPr/>
            <p:nvPr/>
          </p:nvSpPr>
          <p:spPr>
            <a:xfrm>
              <a:off x="8763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business priorities</a:t>
              </a:r>
              <a:endParaRPr lang="en-US" sz="1200" spc="0" kern="0" b="0" i="0" dirty="0">
                <a:solidFill>
                  <a:srgbClr val="070154"/>
                </a:solidFill>
                <a:latin typeface="IBM Plex Sans"/>
                <a:ea typeface="IBM Plex Sans"/>
                <a:cs typeface="IBM Plex Sans"/>
              </a:endParaRPr>
            </a:p>
          </p:txBody>
        </p:sp>
      </p:grpSp>
      <p:sp>
        <p:nvSpPr>
          <p:cNvPr id="28" name="node08"/>
          <p:cNvSpPr/>
          <p:nvPr/>
        </p:nvSpPr>
        <p:spPr>
          <a:xfrm>
            <a:off x="3467100" y="3009900"/>
            <a:ext cx="2514600" cy="12700"/>
          </a:xfrm>
          <a:prstGeom prst="rect">
            <a:avLst/>
          </a:prstGeom>
          <a:solidFill>
            <a:srgbClr val="CED7E6"/>
          </a:solidFill>
          <a:ln>
            <a:noFill/>
          </a:ln>
        </p:spPr>
      </p:sp>
      <p:grpSp>
        <p:nvGrpSpPr>
          <p:cNvPr id="72" name="node09"/>
          <p:cNvGrpSpPr/>
          <p:nvPr/>
        </p:nvGrpSpPr>
        <p:grpSpPr>
          <a:xfrm>
            <a:off x="3467100" y="3124200"/>
            <a:ext cx="2514600" cy="152400"/>
            <a:chOff x="3467100" y="3124200"/>
            <a:chExt cx="2514600" cy="152400"/>
          </a:xfrm>
        </p:grpSpPr>
        <p:sp>
          <p:nvSpPr>
            <p:cNvPr id="29" name="node09.text"/>
            <p:cNvSpPr/>
            <p:nvPr/>
          </p:nvSpPr>
          <p:spPr>
            <a:xfrm>
              <a:off x="34671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STRATEGY</a:t>
              </a:r>
              <a:endParaRPr lang="en-US" sz="900" spc="54" kern="0" b="0" i="0" dirty="0">
                <a:solidFill>
                  <a:srgbClr val="0047FF"/>
                </a:solidFill>
                <a:latin typeface="IBM Plex Mono Medium"/>
                <a:ea typeface="IBM Plex Mono Medium"/>
                <a:cs typeface="IBM Plex Mono Medium"/>
              </a:endParaRPr>
            </a:p>
          </p:txBody>
        </p:sp>
      </p:grpSp>
      <p:grpSp>
        <p:nvGrpSpPr>
          <p:cNvPr id="73" name="node10"/>
          <p:cNvGrpSpPr/>
          <p:nvPr/>
        </p:nvGrpSpPr>
        <p:grpSpPr>
          <a:xfrm>
            <a:off x="3467100" y="3352800"/>
            <a:ext cx="2514600" cy="304800"/>
            <a:chOff x="3467100" y="3352800"/>
            <a:chExt cx="2514600" cy="304800"/>
          </a:xfrm>
        </p:grpSpPr>
        <p:sp>
          <p:nvSpPr>
            <p:cNvPr id="30" name="node10.text"/>
            <p:cNvSpPr/>
            <p:nvPr/>
          </p:nvSpPr>
          <p:spPr>
            <a:xfrm>
              <a:off x="34671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Strategy</a:t>
              </a:r>
              <a:endParaRPr lang="en-US" sz="1800" spc="-18" kern="0" b="0" i="0" dirty="0">
                <a:solidFill>
                  <a:srgbClr val="070154"/>
                </a:solidFill>
                <a:latin typeface="IBM Plex Sans SemiBold"/>
                <a:ea typeface="IBM Plex Sans SemiBold"/>
                <a:cs typeface="IBM Plex Sans SemiBold"/>
              </a:endParaRPr>
            </a:p>
          </p:txBody>
        </p:sp>
      </p:grpSp>
      <p:grpSp>
        <p:nvGrpSpPr>
          <p:cNvPr id="74" name="node11"/>
          <p:cNvGrpSpPr/>
          <p:nvPr/>
        </p:nvGrpSpPr>
        <p:grpSpPr>
          <a:xfrm>
            <a:off x="3467100" y="3695700"/>
            <a:ext cx="2514600" cy="762000"/>
            <a:chOff x="3467100" y="3695700"/>
            <a:chExt cx="2514600" cy="762000"/>
          </a:xfrm>
        </p:grpSpPr>
        <p:sp>
          <p:nvSpPr>
            <p:cNvPr id="31" name="node11.example-001.bullet"/>
            <p:cNvSpPr/>
            <p:nvPr/>
          </p:nvSpPr>
          <p:spPr>
            <a:xfrm>
              <a:off x="3467100" y="3784600"/>
              <a:ext cx="38100" cy="38100"/>
            </a:xfrm>
            <a:prstGeom prst="rect">
              <a:avLst/>
            </a:prstGeom>
            <a:solidFill>
              <a:srgbClr val="070154"/>
            </a:solidFill>
            <a:ln>
              <a:noFill/>
            </a:ln>
          </p:spPr>
        </p:sp>
        <p:sp>
          <p:nvSpPr>
            <p:cNvPr id="32" name="node11.example-001.text"/>
            <p:cNvSpPr/>
            <p:nvPr/>
          </p:nvSpPr>
          <p:spPr>
            <a:xfrm>
              <a:off x="3619500" y="3695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Prepare a strategy workshop</a:t>
              </a:r>
              <a:endParaRPr lang="en-US" sz="1200" spc="0" kern="0" b="0" i="0" dirty="0">
                <a:solidFill>
                  <a:srgbClr val="070154"/>
                </a:solidFill>
                <a:latin typeface="IBM Plex Sans"/>
                <a:ea typeface="IBM Plex Sans"/>
                <a:cs typeface="IBM Plex Sans"/>
              </a:endParaRPr>
            </a:p>
          </p:txBody>
        </p:sp>
        <p:sp>
          <p:nvSpPr>
            <p:cNvPr id="33" name="node11.example-002.bullet"/>
            <p:cNvSpPr/>
            <p:nvPr/>
          </p:nvSpPr>
          <p:spPr>
            <a:xfrm>
              <a:off x="3467100" y="4051300"/>
              <a:ext cx="38100" cy="38100"/>
            </a:xfrm>
            <a:prstGeom prst="rect">
              <a:avLst/>
            </a:prstGeom>
            <a:solidFill>
              <a:srgbClr val="070154"/>
            </a:solidFill>
            <a:ln>
              <a:noFill/>
            </a:ln>
          </p:spPr>
        </p:sp>
        <p:sp>
          <p:nvSpPr>
            <p:cNvPr id="34" name="node11.example-002.text"/>
            <p:cNvSpPr/>
            <p:nvPr/>
          </p:nvSpPr>
          <p:spPr>
            <a:xfrm>
              <a:off x="3619500" y="3962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Facilitate with product leaders</a:t>
              </a:r>
              <a:endParaRPr lang="en-US" sz="1200" spc="0" kern="0" b="0" i="0" dirty="0">
                <a:solidFill>
                  <a:srgbClr val="070154"/>
                </a:solidFill>
                <a:latin typeface="IBM Plex Sans"/>
                <a:ea typeface="IBM Plex Sans"/>
                <a:cs typeface="IBM Plex Sans"/>
              </a:endParaRPr>
            </a:p>
          </p:txBody>
        </p:sp>
        <p:sp>
          <p:nvSpPr>
            <p:cNvPr id="35" name="node11.example-003.bullet"/>
            <p:cNvSpPr/>
            <p:nvPr/>
          </p:nvSpPr>
          <p:spPr>
            <a:xfrm>
              <a:off x="3467100" y="4318000"/>
              <a:ext cx="38100" cy="38100"/>
            </a:xfrm>
            <a:prstGeom prst="rect">
              <a:avLst/>
            </a:prstGeom>
            <a:solidFill>
              <a:srgbClr val="070154"/>
            </a:solidFill>
            <a:ln>
              <a:noFill/>
            </a:ln>
          </p:spPr>
        </p:sp>
        <p:sp>
          <p:nvSpPr>
            <p:cNvPr id="36" name="node11.example-003.text"/>
            <p:cNvSpPr/>
            <p:nvPr/>
          </p:nvSpPr>
          <p:spPr>
            <a:xfrm>
              <a:off x="36195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Align on product strategy</a:t>
              </a:r>
              <a:endParaRPr lang="en-US" sz="1200" spc="0" kern="0" b="0" i="0" dirty="0">
                <a:solidFill>
                  <a:srgbClr val="070154"/>
                </a:solidFill>
                <a:latin typeface="IBM Plex Sans"/>
                <a:ea typeface="IBM Plex Sans"/>
                <a:cs typeface="IBM Plex Sans"/>
              </a:endParaRPr>
            </a:p>
          </p:txBody>
        </p:sp>
      </p:grpSp>
      <p:sp>
        <p:nvSpPr>
          <p:cNvPr id="37" name="node12"/>
          <p:cNvSpPr/>
          <p:nvPr/>
        </p:nvSpPr>
        <p:spPr>
          <a:xfrm>
            <a:off x="6210300" y="3009900"/>
            <a:ext cx="2514600" cy="12700"/>
          </a:xfrm>
          <a:prstGeom prst="rect">
            <a:avLst/>
          </a:prstGeom>
          <a:solidFill>
            <a:srgbClr val="CED7E6"/>
          </a:solidFill>
          <a:ln>
            <a:noFill/>
          </a:ln>
        </p:spPr>
      </p:sp>
      <p:grpSp>
        <p:nvGrpSpPr>
          <p:cNvPr id="75" name="node13"/>
          <p:cNvGrpSpPr/>
          <p:nvPr/>
        </p:nvGrpSpPr>
        <p:grpSpPr>
          <a:xfrm>
            <a:off x="6210300" y="3124200"/>
            <a:ext cx="2514600" cy="152400"/>
            <a:chOff x="6210300" y="3124200"/>
            <a:chExt cx="2514600" cy="152400"/>
          </a:xfrm>
        </p:grpSpPr>
        <p:sp>
          <p:nvSpPr>
            <p:cNvPr id="38" name="node13.text"/>
            <p:cNvSpPr/>
            <p:nvPr/>
          </p:nvSpPr>
          <p:spPr>
            <a:xfrm>
              <a:off x="62103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PRIORITIES</a:t>
              </a:r>
              <a:endParaRPr lang="en-US" sz="900" spc="54" kern="0" b="0" i="0" dirty="0">
                <a:solidFill>
                  <a:srgbClr val="0047FF"/>
                </a:solidFill>
                <a:latin typeface="IBM Plex Mono Medium"/>
                <a:ea typeface="IBM Plex Mono Medium"/>
                <a:cs typeface="IBM Plex Mono Medium"/>
              </a:endParaRPr>
            </a:p>
          </p:txBody>
        </p:sp>
      </p:grpSp>
      <p:grpSp>
        <p:nvGrpSpPr>
          <p:cNvPr id="76" name="node14"/>
          <p:cNvGrpSpPr/>
          <p:nvPr/>
        </p:nvGrpSpPr>
        <p:grpSpPr>
          <a:xfrm>
            <a:off x="6210300" y="3352800"/>
            <a:ext cx="2514600" cy="304800"/>
            <a:chOff x="6210300" y="3352800"/>
            <a:chExt cx="2514600" cy="304800"/>
          </a:xfrm>
        </p:grpSpPr>
        <p:sp>
          <p:nvSpPr>
            <p:cNvPr id="39" name="node14.text"/>
            <p:cNvSpPr/>
            <p:nvPr/>
          </p:nvSpPr>
          <p:spPr>
            <a:xfrm>
              <a:off x="62103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Priorities</a:t>
              </a:r>
              <a:endParaRPr lang="en-US" sz="1800" spc="-18" kern="0" b="0" i="0" dirty="0">
                <a:solidFill>
                  <a:srgbClr val="070154"/>
                </a:solidFill>
                <a:latin typeface="IBM Plex Sans SemiBold"/>
                <a:ea typeface="IBM Plex Sans SemiBold"/>
                <a:cs typeface="IBM Plex Sans SemiBold"/>
              </a:endParaRPr>
            </a:p>
          </p:txBody>
        </p:sp>
      </p:grpSp>
      <p:grpSp>
        <p:nvGrpSpPr>
          <p:cNvPr id="77" name="node15"/>
          <p:cNvGrpSpPr/>
          <p:nvPr/>
        </p:nvGrpSpPr>
        <p:grpSpPr>
          <a:xfrm>
            <a:off x="6210300" y="3695700"/>
            <a:ext cx="2514600" cy="762000"/>
            <a:chOff x="6210300" y="3695700"/>
            <a:chExt cx="2514600" cy="762000"/>
          </a:xfrm>
        </p:grpSpPr>
        <p:sp>
          <p:nvSpPr>
            <p:cNvPr id="40" name="node15.example-001.bullet"/>
            <p:cNvSpPr/>
            <p:nvPr/>
          </p:nvSpPr>
          <p:spPr>
            <a:xfrm>
              <a:off x="6210300" y="3784600"/>
              <a:ext cx="38100" cy="38100"/>
            </a:xfrm>
            <a:prstGeom prst="rect">
              <a:avLst/>
            </a:prstGeom>
            <a:solidFill>
              <a:srgbClr val="070154"/>
            </a:solidFill>
            <a:ln>
              <a:noFill/>
            </a:ln>
          </p:spPr>
        </p:sp>
        <p:sp>
          <p:nvSpPr>
            <p:cNvPr id="41" name="node15.example-001.text"/>
            <p:cNvSpPr/>
            <p:nvPr/>
          </p:nvSpPr>
          <p:spPr>
            <a:xfrm>
              <a:off x="6362700" y="3695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Set product-area direction</a:t>
              </a:r>
              <a:endParaRPr lang="en-US" sz="1200" spc="0" kern="0" b="0" i="0" dirty="0">
                <a:solidFill>
                  <a:srgbClr val="070154"/>
                </a:solidFill>
                <a:latin typeface="IBM Plex Sans"/>
                <a:ea typeface="IBM Plex Sans"/>
                <a:cs typeface="IBM Plex Sans"/>
              </a:endParaRPr>
            </a:p>
          </p:txBody>
        </p:sp>
        <p:sp>
          <p:nvSpPr>
            <p:cNvPr id="42" name="node15.example-002.bullet"/>
            <p:cNvSpPr/>
            <p:nvPr/>
          </p:nvSpPr>
          <p:spPr>
            <a:xfrm>
              <a:off x="6210300" y="4051300"/>
              <a:ext cx="38100" cy="38100"/>
            </a:xfrm>
            <a:prstGeom prst="rect">
              <a:avLst/>
            </a:prstGeom>
            <a:solidFill>
              <a:srgbClr val="070154"/>
            </a:solidFill>
            <a:ln>
              <a:noFill/>
            </a:ln>
          </p:spPr>
        </p:sp>
        <p:sp>
          <p:nvSpPr>
            <p:cNvPr id="43" name="node15.example-002.text"/>
            <p:cNvSpPr/>
            <p:nvPr/>
          </p:nvSpPr>
          <p:spPr>
            <a:xfrm>
              <a:off x="6362700" y="3962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 measurable outcomes</a:t>
              </a:r>
              <a:endParaRPr lang="en-US" sz="1200" spc="0" kern="0" b="0" i="0" dirty="0">
                <a:solidFill>
                  <a:srgbClr val="070154"/>
                </a:solidFill>
                <a:latin typeface="IBM Plex Sans"/>
                <a:ea typeface="IBM Plex Sans"/>
                <a:cs typeface="IBM Plex Sans"/>
              </a:endParaRPr>
            </a:p>
          </p:txBody>
        </p:sp>
        <p:sp>
          <p:nvSpPr>
            <p:cNvPr id="44" name="node15.example-003.bullet"/>
            <p:cNvSpPr/>
            <p:nvPr/>
          </p:nvSpPr>
          <p:spPr>
            <a:xfrm>
              <a:off x="6210300" y="4318000"/>
              <a:ext cx="38100" cy="38100"/>
            </a:xfrm>
            <a:prstGeom prst="rect">
              <a:avLst/>
            </a:prstGeom>
            <a:solidFill>
              <a:srgbClr val="070154"/>
            </a:solidFill>
            <a:ln>
              <a:noFill/>
            </a:ln>
          </p:spPr>
        </p:sp>
        <p:sp>
          <p:nvSpPr>
            <p:cNvPr id="45" name="node15.example-003.text"/>
            <p:cNvSpPr/>
            <p:nvPr/>
          </p:nvSpPr>
          <p:spPr>
            <a:xfrm>
              <a:off x="63627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roadmap trade-offs</a:t>
              </a:r>
              <a:endParaRPr lang="en-US" sz="1200" spc="0" kern="0" b="0" i="0" dirty="0">
                <a:solidFill>
                  <a:srgbClr val="070154"/>
                </a:solidFill>
                <a:latin typeface="IBM Plex Sans"/>
                <a:ea typeface="IBM Plex Sans"/>
                <a:cs typeface="IBM Plex Sans"/>
              </a:endParaRPr>
            </a:p>
          </p:txBody>
        </p:sp>
      </p:grpSp>
      <p:sp>
        <p:nvSpPr>
          <p:cNvPr id="46" name="node16"/>
          <p:cNvSpPr/>
          <p:nvPr/>
        </p:nvSpPr>
        <p:spPr>
          <a:xfrm>
            <a:off x="8953500" y="3009900"/>
            <a:ext cx="2514600" cy="12700"/>
          </a:xfrm>
          <a:prstGeom prst="rect">
            <a:avLst/>
          </a:prstGeom>
          <a:solidFill>
            <a:srgbClr val="CED7E6"/>
          </a:solidFill>
          <a:ln>
            <a:noFill/>
          </a:ln>
        </p:spPr>
      </p:sp>
      <p:grpSp>
        <p:nvGrpSpPr>
          <p:cNvPr id="78" name="node17"/>
          <p:cNvGrpSpPr/>
          <p:nvPr/>
        </p:nvGrpSpPr>
        <p:grpSpPr>
          <a:xfrm>
            <a:off x="8953500" y="3124200"/>
            <a:ext cx="2514600" cy="152400"/>
            <a:chOff x="8953500" y="3124200"/>
            <a:chExt cx="2514600" cy="152400"/>
          </a:xfrm>
        </p:grpSpPr>
        <p:sp>
          <p:nvSpPr>
            <p:cNvPr id="47" name="node17.text"/>
            <p:cNvSpPr/>
            <p:nvPr/>
          </p:nvSpPr>
          <p:spPr>
            <a:xfrm>
              <a:off x="89535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04 · ROADMAP</a:t>
              </a:r>
              <a:endParaRPr lang="en-US" sz="900" spc="54" kern="0" b="0" i="0" dirty="0">
                <a:solidFill>
                  <a:srgbClr val="0047FF"/>
                </a:solidFill>
                <a:latin typeface="IBM Plex Mono Medium"/>
                <a:ea typeface="IBM Plex Mono Medium"/>
                <a:cs typeface="IBM Plex Mono Medium"/>
              </a:endParaRPr>
            </a:p>
          </p:txBody>
        </p:sp>
      </p:grpSp>
      <p:grpSp>
        <p:nvGrpSpPr>
          <p:cNvPr id="79" name="node18"/>
          <p:cNvGrpSpPr/>
          <p:nvPr/>
        </p:nvGrpSpPr>
        <p:grpSpPr>
          <a:xfrm>
            <a:off x="8953500" y="3352800"/>
            <a:ext cx="2514600" cy="304800"/>
            <a:chOff x="8953500" y="3352800"/>
            <a:chExt cx="2514600" cy="304800"/>
          </a:xfrm>
        </p:grpSpPr>
        <p:sp>
          <p:nvSpPr>
            <p:cNvPr id="48" name="node18.text"/>
            <p:cNvSpPr/>
            <p:nvPr/>
          </p:nvSpPr>
          <p:spPr>
            <a:xfrm>
              <a:off x="89535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Roadmap</a:t>
              </a:r>
              <a:endParaRPr lang="en-US" sz="1800" spc="-18" kern="0" b="0" i="0" dirty="0">
                <a:solidFill>
                  <a:srgbClr val="070154"/>
                </a:solidFill>
                <a:latin typeface="IBM Plex Sans SemiBold"/>
                <a:ea typeface="IBM Plex Sans SemiBold"/>
                <a:cs typeface="IBM Plex Sans SemiBold"/>
              </a:endParaRPr>
            </a:p>
          </p:txBody>
        </p:sp>
      </p:grpSp>
      <p:grpSp>
        <p:nvGrpSpPr>
          <p:cNvPr id="80" name="node19"/>
          <p:cNvGrpSpPr/>
          <p:nvPr/>
        </p:nvGrpSpPr>
        <p:grpSpPr>
          <a:xfrm>
            <a:off x="8953500" y="3695700"/>
            <a:ext cx="2514600" cy="762000"/>
            <a:chOff x="8953500" y="3695700"/>
            <a:chExt cx="2514600" cy="762000"/>
          </a:xfrm>
        </p:grpSpPr>
        <p:sp>
          <p:nvSpPr>
            <p:cNvPr id="49" name="node19.example-001.bullet"/>
            <p:cNvSpPr/>
            <p:nvPr/>
          </p:nvSpPr>
          <p:spPr>
            <a:xfrm>
              <a:off x="8953500" y="3784600"/>
              <a:ext cx="38100" cy="38100"/>
            </a:xfrm>
            <a:prstGeom prst="rect">
              <a:avLst/>
            </a:prstGeom>
            <a:solidFill>
              <a:srgbClr val="070154"/>
            </a:solidFill>
            <a:ln>
              <a:noFill/>
            </a:ln>
          </p:spPr>
        </p:sp>
        <p:sp>
          <p:nvSpPr>
            <p:cNvPr id="50" name="node19.example-001.text"/>
            <p:cNvSpPr/>
            <p:nvPr/>
          </p:nvSpPr>
          <p:spPr>
            <a:xfrm>
              <a:off x="9105900" y="3695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Complete product briefs</a:t>
              </a:r>
              <a:endParaRPr lang="en-US" sz="1200" spc="0" kern="0" b="0" i="0" dirty="0">
                <a:solidFill>
                  <a:srgbClr val="070154"/>
                </a:solidFill>
                <a:latin typeface="IBM Plex Sans"/>
                <a:ea typeface="IBM Plex Sans"/>
                <a:cs typeface="IBM Plex Sans"/>
              </a:endParaRPr>
            </a:p>
          </p:txBody>
        </p:sp>
        <p:sp>
          <p:nvSpPr>
            <p:cNvPr id="51" name="node19.example-002.bullet"/>
            <p:cNvSpPr/>
            <p:nvPr/>
          </p:nvSpPr>
          <p:spPr>
            <a:xfrm>
              <a:off x="8953500" y="4051300"/>
              <a:ext cx="38100" cy="38100"/>
            </a:xfrm>
            <a:prstGeom prst="rect">
              <a:avLst/>
            </a:prstGeom>
            <a:solidFill>
              <a:srgbClr val="070154"/>
            </a:solidFill>
            <a:ln>
              <a:noFill/>
            </a:ln>
          </p:spPr>
        </p:sp>
        <p:sp>
          <p:nvSpPr>
            <p:cNvPr id="52" name="node19.example-002.text"/>
            <p:cNvSpPr/>
            <p:nvPr/>
          </p:nvSpPr>
          <p:spPr>
            <a:xfrm>
              <a:off x="9105900" y="3962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 ownership</a:t>
              </a:r>
              <a:endParaRPr lang="en-US" sz="1200" spc="0" kern="0" b="0" i="0" dirty="0">
                <a:solidFill>
                  <a:srgbClr val="070154"/>
                </a:solidFill>
                <a:latin typeface="IBM Plex Sans"/>
                <a:ea typeface="IBM Plex Sans"/>
                <a:cs typeface="IBM Plex Sans"/>
              </a:endParaRPr>
            </a:p>
          </p:txBody>
        </p:sp>
        <p:sp>
          <p:nvSpPr>
            <p:cNvPr id="53" name="node19.example-003.bullet"/>
            <p:cNvSpPr/>
            <p:nvPr/>
          </p:nvSpPr>
          <p:spPr>
            <a:xfrm>
              <a:off x="8953500" y="4318000"/>
              <a:ext cx="38100" cy="38100"/>
            </a:xfrm>
            <a:prstGeom prst="rect">
              <a:avLst/>
            </a:prstGeom>
            <a:solidFill>
              <a:srgbClr val="070154"/>
            </a:solidFill>
            <a:ln>
              <a:noFill/>
            </a:ln>
          </p:spPr>
        </p:sp>
        <p:sp>
          <p:nvSpPr>
            <p:cNvPr id="54" name="node19.example-003.text"/>
            <p:cNvSpPr/>
            <p:nvPr/>
          </p:nvSpPr>
          <p:spPr>
            <a:xfrm>
              <a:off x="91059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Plan six-month handoffs</a:t>
              </a:r>
              <a:endParaRPr lang="en-US" sz="1200" spc="0" kern="0" b="0" i="0" dirty="0">
                <a:solidFill>
                  <a:srgbClr val="070154"/>
                </a:solidFill>
                <a:latin typeface="IBM Plex Sans"/>
                <a:ea typeface="IBM Plex Sans"/>
                <a:cs typeface="IBM Plex Sans"/>
              </a:endParaRPr>
            </a:p>
          </p:txBody>
        </p:sp>
      </p:grpSp>
      <p:grpSp>
        <p:nvGrpSpPr>
          <p:cNvPr id="81" name="node20"/>
          <p:cNvGrpSpPr/>
          <p:nvPr/>
        </p:nvGrpSpPr>
        <p:grpSpPr>
          <a:xfrm>
            <a:off x="723900" y="4800600"/>
            <a:ext cx="2514600" cy="914400"/>
            <a:chOff x="723900" y="4800600"/>
            <a:chExt cx="2514600" cy="914400"/>
          </a:xfrm>
        </p:grpSpPr>
        <p:sp>
          <p:nvSpPr>
            <p:cNvPr id="55" name="node20.surface"/>
            <p:cNvSpPr/>
            <p:nvPr/>
          </p:nvSpPr>
          <p:spPr>
            <a:xfrm>
              <a:off x="723900" y="4800600"/>
              <a:ext cx="2514600" cy="914400"/>
            </a:xfrm>
            <a:prstGeom prst="rect">
              <a:avLst/>
            </a:prstGeom>
            <a:solidFill>
              <a:srgbClr val="070154"/>
            </a:solidFill>
            <a:ln>
              <a:noFill/>
            </a:ln>
          </p:spPr>
        </p:sp>
      </p:grpSp>
      <p:grpSp>
        <p:nvGrpSpPr>
          <p:cNvPr id="82" name="node21"/>
          <p:cNvGrpSpPr/>
          <p:nvPr/>
        </p:nvGrpSpPr>
        <p:grpSpPr>
          <a:xfrm>
            <a:off x="876300" y="4914900"/>
            <a:ext cx="2209800" cy="152400"/>
            <a:chOff x="876300" y="4914900"/>
            <a:chExt cx="2209800" cy="152400"/>
          </a:xfrm>
        </p:grpSpPr>
        <p:sp>
          <p:nvSpPr>
            <p:cNvPr id="56" name="node21.text"/>
            <p:cNvSpPr/>
            <p:nvPr/>
          </p:nvSpPr>
          <p:spPr>
            <a:xfrm>
              <a:off x="876300" y="49149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3 · ALL 3 WORKSTREAMS</a:t>
              </a:r>
              <a:endParaRPr lang="en-US" sz="900" spc="54" kern="0" b="0" i="0" dirty="0">
                <a:solidFill>
                  <a:srgbClr val="CED7E6"/>
                </a:solidFill>
                <a:latin typeface="IBM Plex Mono Medium"/>
                <a:ea typeface="IBM Plex Mono Medium"/>
                <a:cs typeface="IBM Plex Mono Medium"/>
              </a:endParaRPr>
            </a:p>
          </p:txBody>
        </p:sp>
      </p:grpSp>
      <p:grpSp>
        <p:nvGrpSpPr>
          <p:cNvPr id="83" name="node22"/>
          <p:cNvGrpSpPr/>
          <p:nvPr/>
        </p:nvGrpSpPr>
        <p:grpSpPr>
          <a:xfrm>
            <a:off x="876300" y="5143500"/>
            <a:ext cx="1143000" cy="458978"/>
            <a:chOff x="876300" y="5143500"/>
            <a:chExt cx="1143000" cy="458978"/>
          </a:xfrm>
        </p:grpSpPr>
        <p:sp>
          <p:nvSpPr>
            <p:cNvPr id="57" name="node22.text"/>
            <p:cNvSpPr/>
            <p:nvPr/>
          </p:nvSpPr>
          <p:spPr>
            <a:xfrm>
              <a:off x="876300" y="5143500"/>
              <a:ext cx="11430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345K</a:t>
              </a:r>
              <a:endParaRPr lang="en-US" sz="3600" spc="-72" kern="0" b="0" i="0" dirty="0">
                <a:solidFill>
                  <a:srgbClr val="FFFFFF"/>
                </a:solidFill>
                <a:latin typeface="IBM Plex Mono SemiBold"/>
                <a:ea typeface="IBM Plex Mono SemiBold"/>
                <a:cs typeface="IBM Plex Mono SemiBold"/>
              </a:endParaRPr>
            </a:p>
          </p:txBody>
        </p:sp>
      </p:grpSp>
      <p:grpSp>
        <p:nvGrpSpPr>
          <p:cNvPr id="84" name="node23"/>
          <p:cNvGrpSpPr/>
          <p:nvPr/>
        </p:nvGrpSpPr>
        <p:grpSpPr>
          <a:xfrm>
            <a:off x="2095500" y="5257800"/>
            <a:ext cx="1066800" cy="228600"/>
            <a:chOff x="2095500" y="5257800"/>
            <a:chExt cx="1066800" cy="228600"/>
          </a:xfrm>
        </p:grpSpPr>
        <p:sp>
          <p:nvSpPr>
            <p:cNvPr id="58" name="node23.text"/>
            <p:cNvSpPr/>
            <p:nvPr/>
          </p:nvSpPr>
          <p:spPr>
            <a:xfrm>
              <a:off x="2095500" y="52578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USD · total</a:t>
              </a:r>
              <a:endParaRPr lang="en-US" sz="1200" spc="0" kern="0" b="0" i="0" dirty="0">
                <a:solidFill>
                  <a:srgbClr val="FFFFFF"/>
                </a:solidFill>
                <a:latin typeface="IBM Plex Sans"/>
                <a:ea typeface="IBM Plex Sans"/>
                <a:cs typeface="IBM Plex Sans"/>
              </a:endParaRPr>
            </a:p>
          </p:txBody>
        </p:sp>
      </p:grpSp>
      <p:grpSp>
        <p:nvGrpSpPr>
          <p:cNvPr id="85" name="node24"/>
          <p:cNvGrpSpPr/>
          <p:nvPr/>
        </p:nvGrpSpPr>
        <p:grpSpPr>
          <a:xfrm>
            <a:off x="3467100" y="4800600"/>
            <a:ext cx="8001000" cy="914400"/>
            <a:chOff x="3467100" y="4800600"/>
            <a:chExt cx="8001000" cy="914400"/>
          </a:xfrm>
        </p:grpSpPr>
        <p:sp>
          <p:nvSpPr>
            <p:cNvPr id="59" name="node24.surface"/>
            <p:cNvSpPr/>
            <p:nvPr/>
          </p:nvSpPr>
          <p:spPr>
            <a:xfrm>
              <a:off x="3467100" y="4800600"/>
              <a:ext cx="8001000" cy="914400"/>
            </a:xfrm>
            <a:prstGeom prst="rect">
              <a:avLst/>
            </a:prstGeom>
            <a:solidFill>
              <a:srgbClr val="E8EEF8"/>
            </a:solidFill>
            <a:ln>
              <a:noFill/>
            </a:ln>
          </p:spPr>
        </p:sp>
      </p:grpSp>
      <p:grpSp>
        <p:nvGrpSpPr>
          <p:cNvPr id="86" name="node25"/>
          <p:cNvGrpSpPr/>
          <p:nvPr/>
        </p:nvGrpSpPr>
        <p:grpSpPr>
          <a:xfrm>
            <a:off x="3619500" y="4914900"/>
            <a:ext cx="1905000" cy="152400"/>
            <a:chOff x="3619500" y="4914900"/>
            <a:chExt cx="1905000" cy="152400"/>
          </a:xfrm>
        </p:grpSpPr>
        <p:sp>
          <p:nvSpPr>
            <p:cNvPr id="60" name="node25.text"/>
            <p:cNvSpPr/>
            <p:nvPr/>
          </p:nvSpPr>
          <p:spPr>
            <a:xfrm>
              <a:off x="3619500" y="4914900"/>
              <a:ext cx="1905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DELIVERABLES</a:t>
              </a:r>
              <a:endParaRPr lang="en-US" sz="900" spc="54" kern="0" b="0" i="0" dirty="0">
                <a:solidFill>
                  <a:srgbClr val="0047FF"/>
                </a:solidFill>
                <a:latin typeface="IBM Plex Mono Medium"/>
                <a:ea typeface="IBM Plex Mono Medium"/>
                <a:cs typeface="IBM Plex Mono Medium"/>
              </a:endParaRPr>
            </a:p>
          </p:txBody>
        </p:sp>
      </p:grpSp>
      <p:grpSp>
        <p:nvGrpSpPr>
          <p:cNvPr id="87" name="node26"/>
          <p:cNvGrpSpPr/>
          <p:nvPr/>
        </p:nvGrpSpPr>
        <p:grpSpPr>
          <a:xfrm>
            <a:off x="3619500" y="5143500"/>
            <a:ext cx="2438400" cy="457200"/>
            <a:chOff x="3619500" y="5143500"/>
            <a:chExt cx="2438400" cy="457200"/>
          </a:xfrm>
        </p:grpSpPr>
        <p:sp>
          <p:nvSpPr>
            <p:cNvPr id="61" name="node26.text"/>
            <p:cNvSpPr/>
            <p:nvPr/>
          </p:nvSpPr>
          <p:spPr>
            <a:xfrm>
              <a:off x="3619500" y="5143500"/>
              <a:ext cx="2438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direction, measures and an executable six-month roadmap</a:t>
              </a:r>
              <a:endParaRPr lang="en-US" sz="1200" spc="0" kern="0" b="0" i="0" dirty="0">
                <a:solidFill>
                  <a:srgbClr val="070154"/>
                </a:solidFill>
                <a:latin typeface="IBM Plex Sans"/>
                <a:ea typeface="IBM Plex Sans"/>
                <a:cs typeface="IBM Plex Sans"/>
              </a:endParaRPr>
            </a:p>
          </p:txBody>
        </p:sp>
      </p:grpSp>
      <p:grpSp>
        <p:nvGrpSpPr>
          <p:cNvPr id="88" name="node27"/>
          <p:cNvGrpSpPr/>
          <p:nvPr/>
        </p:nvGrpSpPr>
        <p:grpSpPr>
          <a:xfrm>
            <a:off x="6286500" y="4914900"/>
            <a:ext cx="2133600" cy="152400"/>
            <a:chOff x="6286500" y="4914900"/>
            <a:chExt cx="2133600" cy="152400"/>
          </a:xfrm>
        </p:grpSpPr>
        <p:sp>
          <p:nvSpPr>
            <p:cNvPr id="62" name="node27.text"/>
            <p:cNvSpPr/>
            <p:nvPr/>
          </p:nvSpPr>
          <p:spPr>
            <a:xfrm>
              <a:off x="6286500" y="4914900"/>
              <a:ext cx="2133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PRODUCT TEAM</a:t>
              </a:r>
              <a:endParaRPr lang="en-US" sz="900" spc="54" kern="0" b="0" i="0" dirty="0">
                <a:solidFill>
                  <a:srgbClr val="0047FF"/>
                </a:solidFill>
                <a:latin typeface="IBM Plex Mono Medium"/>
                <a:ea typeface="IBM Plex Mono Medium"/>
                <a:cs typeface="IBM Plex Mono Medium"/>
              </a:endParaRPr>
            </a:p>
          </p:txBody>
        </p:sp>
      </p:grpSp>
      <p:grpSp>
        <p:nvGrpSpPr>
          <p:cNvPr id="89" name="node28"/>
          <p:cNvGrpSpPr/>
          <p:nvPr/>
        </p:nvGrpSpPr>
        <p:grpSpPr>
          <a:xfrm>
            <a:off x="6286500" y="5143500"/>
            <a:ext cx="2133600" cy="457200"/>
            <a:chOff x="6286500" y="5143500"/>
            <a:chExt cx="2133600" cy="457200"/>
          </a:xfrm>
        </p:grpSpPr>
        <p:sp>
          <p:nvSpPr>
            <p:cNvPr id="63" name="node28.text"/>
            <p:cNvSpPr/>
            <p:nvPr/>
          </p:nvSpPr>
          <p:spPr>
            <a:xfrm>
              <a:off x="6286500" y="5143500"/>
              <a:ext cx="2133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Sameer Karim · Executive PT</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Mzati Kapalamula · Senior FT</a:t>
              </a:r>
              <a:endParaRPr lang="en-US" sz="1200" spc="0" kern="0" b="0" i="0" dirty="0">
                <a:solidFill>
                  <a:srgbClr val="070154"/>
                </a:solidFill>
                <a:latin typeface="IBM Plex Sans"/>
                <a:ea typeface="IBM Plex Sans"/>
                <a:cs typeface="IBM Plex Sans"/>
              </a:endParaRPr>
            </a:p>
          </p:txBody>
        </p:sp>
      </p:grpSp>
      <p:grpSp>
        <p:nvGrpSpPr>
          <p:cNvPr id="90" name="node29"/>
          <p:cNvGrpSpPr/>
          <p:nvPr/>
        </p:nvGrpSpPr>
        <p:grpSpPr>
          <a:xfrm>
            <a:off x="8648700" y="4914900"/>
            <a:ext cx="2667000" cy="152400"/>
            <a:chOff x="8648700" y="4914900"/>
            <a:chExt cx="2667000" cy="152400"/>
          </a:xfrm>
        </p:grpSpPr>
        <p:sp>
          <p:nvSpPr>
            <p:cNvPr id="64" name="node29.text"/>
            <p:cNvSpPr/>
            <p:nvPr/>
          </p:nvSpPr>
          <p:spPr>
            <a:xfrm>
              <a:off x="8648700" y="4914900"/>
              <a:ext cx="266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PRICING SCOPE</a:t>
              </a:r>
              <a:endParaRPr lang="en-US" sz="900" spc="54" kern="0" b="0" i="0" dirty="0">
                <a:solidFill>
                  <a:srgbClr val="0047FF"/>
                </a:solidFill>
                <a:latin typeface="IBM Plex Mono Medium"/>
                <a:ea typeface="IBM Plex Mono Medium"/>
                <a:cs typeface="IBM Plex Mono Medium"/>
              </a:endParaRPr>
            </a:p>
          </p:txBody>
        </p:sp>
      </p:grpSp>
      <p:grpSp>
        <p:nvGrpSpPr>
          <p:cNvPr id="91" name="node30"/>
          <p:cNvGrpSpPr/>
          <p:nvPr/>
        </p:nvGrpSpPr>
        <p:grpSpPr>
          <a:xfrm>
            <a:off x="8648700" y="5143500"/>
            <a:ext cx="2667000" cy="457200"/>
            <a:chOff x="8648700" y="5143500"/>
            <a:chExt cx="2667000" cy="457200"/>
          </a:xfrm>
        </p:grpSpPr>
        <p:sp>
          <p:nvSpPr>
            <p:cNvPr id="65" name="node30.text"/>
            <p:cNvSpPr/>
            <p:nvPr/>
          </p:nvSpPr>
          <p:spPr>
            <a:xfrm>
              <a:off x="8648700" y="5143500"/>
              <a:ext cx="2667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$370K − $25K credit = $345K.</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All 3: Product 4w; Eng 6w; QA 6w.</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dxc-engineering-findings-cover">
    <p:spTree>
      <p:nvGrpSpPr>
        <p:cNvPr id="1" name=""/>
        <p:cNvGrpSpPr/>
        <p:nvPr/>
      </p:nvGrpSpPr>
      <p:grpSpPr>
        <a:xfrm>
          <a:off x="0" y="0"/>
          <a:ext cx="0" cy="0"/>
          <a:chOff x="0" y="0"/>
          <a:chExt cx="0" cy="0"/>
        </a:xfrm>
      </p:grpSpPr>
      <p:sp>
        <p:nvSpPr>
          <p:cNvPr id="2" name="wm.library-whiteboard.001.001.001"/>
          <p:cNvSpPr/>
          <p:nvPr/>
        </p:nvSpPr>
        <p:spPr>
          <a:xfrm>
            <a:off x="8039100" y="1371600"/>
            <a:ext cx="38100" cy="38100"/>
          </a:xfrm>
          <a:prstGeom prst="rect">
            <a:avLst/>
          </a:prstGeom>
          <a:solidFill>
            <a:srgbClr val="CED7E6"/>
          </a:solidFill>
          <a:ln>
            <a:noFill/>
          </a:ln>
        </p:spPr>
      </p:sp>
      <p:sp>
        <p:nvSpPr>
          <p:cNvPr id="3" name="wm.library-whiteboard.001.001.002"/>
          <p:cNvSpPr/>
          <p:nvPr/>
        </p:nvSpPr>
        <p:spPr>
          <a:xfrm>
            <a:off x="8039100" y="1600200"/>
            <a:ext cx="38100" cy="38100"/>
          </a:xfrm>
          <a:prstGeom prst="rect">
            <a:avLst/>
          </a:prstGeom>
          <a:solidFill>
            <a:srgbClr val="CED7E6"/>
          </a:solidFill>
          <a:ln>
            <a:noFill/>
          </a:ln>
        </p:spPr>
      </p:sp>
      <p:sp>
        <p:nvSpPr>
          <p:cNvPr id="4" name="wm.library-whiteboard.001.001.003"/>
          <p:cNvSpPr/>
          <p:nvPr/>
        </p:nvSpPr>
        <p:spPr>
          <a:xfrm>
            <a:off x="8039100" y="1828800"/>
            <a:ext cx="38100" cy="38100"/>
          </a:xfrm>
          <a:prstGeom prst="rect">
            <a:avLst/>
          </a:prstGeom>
          <a:solidFill>
            <a:srgbClr val="CED7E6"/>
          </a:solidFill>
          <a:ln>
            <a:noFill/>
          </a:ln>
        </p:spPr>
      </p:sp>
      <p:sp>
        <p:nvSpPr>
          <p:cNvPr id="5" name="wm.library-whiteboard.001.001.004"/>
          <p:cNvSpPr/>
          <p:nvPr/>
        </p:nvSpPr>
        <p:spPr>
          <a:xfrm>
            <a:off x="8039100" y="2057400"/>
            <a:ext cx="38100" cy="38100"/>
          </a:xfrm>
          <a:prstGeom prst="rect">
            <a:avLst/>
          </a:prstGeom>
          <a:solidFill>
            <a:srgbClr val="CED7E6"/>
          </a:solidFill>
          <a:ln>
            <a:noFill/>
          </a:ln>
        </p:spPr>
      </p:sp>
      <p:sp>
        <p:nvSpPr>
          <p:cNvPr id="6" name="wm.library-whiteboard.001.001.005"/>
          <p:cNvSpPr/>
          <p:nvPr/>
        </p:nvSpPr>
        <p:spPr>
          <a:xfrm>
            <a:off x="8039100" y="2286000"/>
            <a:ext cx="38100" cy="38100"/>
          </a:xfrm>
          <a:prstGeom prst="rect">
            <a:avLst/>
          </a:prstGeom>
          <a:solidFill>
            <a:srgbClr val="CED7E6"/>
          </a:solidFill>
          <a:ln>
            <a:noFill/>
          </a:ln>
        </p:spPr>
      </p:sp>
      <p:sp>
        <p:nvSpPr>
          <p:cNvPr id="7" name="wm.library-whiteboard.001.001.006"/>
          <p:cNvSpPr/>
          <p:nvPr/>
        </p:nvSpPr>
        <p:spPr>
          <a:xfrm>
            <a:off x="8039100" y="2514600"/>
            <a:ext cx="38100" cy="38100"/>
          </a:xfrm>
          <a:prstGeom prst="rect">
            <a:avLst/>
          </a:prstGeom>
          <a:solidFill>
            <a:srgbClr val="CED7E6"/>
          </a:solidFill>
          <a:ln>
            <a:noFill/>
          </a:ln>
        </p:spPr>
      </p:sp>
      <p:sp>
        <p:nvSpPr>
          <p:cNvPr id="8" name="wm.library-whiteboard.001.001.007"/>
          <p:cNvSpPr/>
          <p:nvPr/>
        </p:nvSpPr>
        <p:spPr>
          <a:xfrm>
            <a:off x="8039100" y="2743200"/>
            <a:ext cx="38100" cy="38100"/>
          </a:xfrm>
          <a:prstGeom prst="rect">
            <a:avLst/>
          </a:prstGeom>
          <a:solidFill>
            <a:srgbClr val="CED7E6"/>
          </a:solidFill>
          <a:ln>
            <a:noFill/>
          </a:ln>
        </p:spPr>
      </p:sp>
      <p:sp>
        <p:nvSpPr>
          <p:cNvPr id="9" name="wm.library-whiteboard.001.001.008"/>
          <p:cNvSpPr/>
          <p:nvPr/>
        </p:nvSpPr>
        <p:spPr>
          <a:xfrm>
            <a:off x="8039100" y="2971800"/>
            <a:ext cx="38100" cy="38100"/>
          </a:xfrm>
          <a:prstGeom prst="rect">
            <a:avLst/>
          </a:prstGeom>
          <a:solidFill>
            <a:srgbClr val="CED7E6"/>
          </a:solidFill>
          <a:ln>
            <a:noFill/>
          </a:ln>
        </p:spPr>
      </p:sp>
      <p:sp>
        <p:nvSpPr>
          <p:cNvPr id="10" name="wm.library-whiteboard.001.001.009"/>
          <p:cNvSpPr/>
          <p:nvPr/>
        </p:nvSpPr>
        <p:spPr>
          <a:xfrm>
            <a:off x="8039100" y="3200400"/>
            <a:ext cx="38100" cy="38100"/>
          </a:xfrm>
          <a:prstGeom prst="rect">
            <a:avLst/>
          </a:prstGeom>
          <a:solidFill>
            <a:srgbClr val="CED7E6"/>
          </a:solidFill>
          <a:ln>
            <a:noFill/>
          </a:ln>
        </p:spPr>
      </p:sp>
      <p:sp>
        <p:nvSpPr>
          <p:cNvPr id="11" name="wm.library-whiteboard.001.001.010"/>
          <p:cNvSpPr/>
          <p:nvPr/>
        </p:nvSpPr>
        <p:spPr>
          <a:xfrm>
            <a:off x="8039100" y="3429000"/>
            <a:ext cx="38100" cy="38100"/>
          </a:xfrm>
          <a:prstGeom prst="rect">
            <a:avLst/>
          </a:prstGeom>
          <a:solidFill>
            <a:srgbClr val="CED7E6"/>
          </a:solidFill>
          <a:ln>
            <a:noFill/>
          </a:ln>
        </p:spPr>
      </p:sp>
      <p:sp>
        <p:nvSpPr>
          <p:cNvPr id="12" name="wm.library-whiteboard.001.001.011"/>
          <p:cNvSpPr/>
          <p:nvPr/>
        </p:nvSpPr>
        <p:spPr>
          <a:xfrm>
            <a:off x="8039100" y="3657600"/>
            <a:ext cx="38100" cy="38100"/>
          </a:xfrm>
          <a:prstGeom prst="rect">
            <a:avLst/>
          </a:prstGeom>
          <a:solidFill>
            <a:srgbClr val="CED7E6"/>
          </a:solidFill>
          <a:ln>
            <a:noFill/>
          </a:ln>
        </p:spPr>
      </p:sp>
      <p:sp>
        <p:nvSpPr>
          <p:cNvPr id="13" name="wm.library-whiteboard.001.001.012"/>
          <p:cNvSpPr/>
          <p:nvPr/>
        </p:nvSpPr>
        <p:spPr>
          <a:xfrm>
            <a:off x="8039100" y="3886200"/>
            <a:ext cx="38100" cy="38100"/>
          </a:xfrm>
          <a:prstGeom prst="rect">
            <a:avLst/>
          </a:prstGeom>
          <a:solidFill>
            <a:srgbClr val="CED7E6"/>
          </a:solidFill>
          <a:ln>
            <a:noFill/>
          </a:ln>
        </p:spPr>
      </p:sp>
      <p:sp>
        <p:nvSpPr>
          <p:cNvPr id="14" name="wm.library-whiteboard.001.001.013"/>
          <p:cNvSpPr/>
          <p:nvPr/>
        </p:nvSpPr>
        <p:spPr>
          <a:xfrm>
            <a:off x="8039100" y="4114800"/>
            <a:ext cx="38100" cy="38100"/>
          </a:xfrm>
          <a:prstGeom prst="rect">
            <a:avLst/>
          </a:prstGeom>
          <a:solidFill>
            <a:srgbClr val="CED7E6"/>
          </a:solidFill>
          <a:ln>
            <a:noFill/>
          </a:ln>
        </p:spPr>
      </p:sp>
      <p:sp>
        <p:nvSpPr>
          <p:cNvPr id="15" name="wm.library-whiteboard.001.001.014"/>
          <p:cNvSpPr/>
          <p:nvPr/>
        </p:nvSpPr>
        <p:spPr>
          <a:xfrm>
            <a:off x="8039100" y="4343400"/>
            <a:ext cx="38100" cy="38100"/>
          </a:xfrm>
          <a:prstGeom prst="rect">
            <a:avLst/>
          </a:prstGeom>
          <a:solidFill>
            <a:srgbClr val="CED7E6"/>
          </a:solidFill>
          <a:ln>
            <a:noFill/>
          </a:ln>
        </p:spPr>
      </p:sp>
      <p:sp>
        <p:nvSpPr>
          <p:cNvPr id="16" name="wm.library-whiteboard.001.001.015"/>
          <p:cNvSpPr/>
          <p:nvPr/>
        </p:nvSpPr>
        <p:spPr>
          <a:xfrm>
            <a:off x="8039100" y="4572000"/>
            <a:ext cx="38100" cy="38100"/>
          </a:xfrm>
          <a:prstGeom prst="rect">
            <a:avLst/>
          </a:prstGeom>
          <a:solidFill>
            <a:srgbClr val="CED7E6"/>
          </a:solidFill>
          <a:ln>
            <a:noFill/>
          </a:ln>
        </p:spPr>
      </p:sp>
      <p:sp>
        <p:nvSpPr>
          <p:cNvPr id="17" name="wm.library-whiteboard.001.001.016"/>
          <p:cNvSpPr/>
          <p:nvPr/>
        </p:nvSpPr>
        <p:spPr>
          <a:xfrm>
            <a:off x="8039100" y="4800600"/>
            <a:ext cx="38100" cy="38100"/>
          </a:xfrm>
          <a:prstGeom prst="rect">
            <a:avLst/>
          </a:prstGeom>
          <a:solidFill>
            <a:srgbClr val="CED7E6"/>
          </a:solidFill>
          <a:ln>
            <a:noFill/>
          </a:ln>
        </p:spPr>
      </p:sp>
      <p:sp>
        <p:nvSpPr>
          <p:cNvPr id="18" name="wm.library-whiteboard.001.002.001"/>
          <p:cNvSpPr/>
          <p:nvPr/>
        </p:nvSpPr>
        <p:spPr>
          <a:xfrm>
            <a:off x="8267700" y="1371600"/>
            <a:ext cx="38100" cy="38100"/>
          </a:xfrm>
          <a:prstGeom prst="rect">
            <a:avLst/>
          </a:prstGeom>
          <a:solidFill>
            <a:srgbClr val="CED7E6"/>
          </a:solidFill>
          <a:ln>
            <a:noFill/>
          </a:ln>
        </p:spPr>
      </p:sp>
      <p:sp>
        <p:nvSpPr>
          <p:cNvPr id="19" name="wm.library-whiteboard.001.002.002"/>
          <p:cNvSpPr/>
          <p:nvPr/>
        </p:nvSpPr>
        <p:spPr>
          <a:xfrm>
            <a:off x="8267700" y="1600200"/>
            <a:ext cx="38100" cy="38100"/>
          </a:xfrm>
          <a:prstGeom prst="rect">
            <a:avLst/>
          </a:prstGeom>
          <a:solidFill>
            <a:srgbClr val="CED7E6"/>
          </a:solidFill>
          <a:ln>
            <a:noFill/>
          </a:ln>
        </p:spPr>
      </p:sp>
      <p:sp>
        <p:nvSpPr>
          <p:cNvPr id="20" name="wm.library-whiteboard.001.002.003"/>
          <p:cNvSpPr/>
          <p:nvPr/>
        </p:nvSpPr>
        <p:spPr>
          <a:xfrm>
            <a:off x="8267700" y="1828800"/>
            <a:ext cx="38100" cy="38100"/>
          </a:xfrm>
          <a:prstGeom prst="rect">
            <a:avLst/>
          </a:prstGeom>
          <a:solidFill>
            <a:srgbClr val="CED7E6"/>
          </a:solidFill>
          <a:ln>
            <a:noFill/>
          </a:ln>
        </p:spPr>
      </p:sp>
      <p:sp>
        <p:nvSpPr>
          <p:cNvPr id="21" name="wm.library-whiteboard.001.002.004"/>
          <p:cNvSpPr/>
          <p:nvPr/>
        </p:nvSpPr>
        <p:spPr>
          <a:xfrm>
            <a:off x="8267700" y="2057400"/>
            <a:ext cx="38100" cy="38100"/>
          </a:xfrm>
          <a:prstGeom prst="rect">
            <a:avLst/>
          </a:prstGeom>
          <a:solidFill>
            <a:srgbClr val="CED7E6"/>
          </a:solidFill>
          <a:ln>
            <a:noFill/>
          </a:ln>
        </p:spPr>
      </p:sp>
      <p:sp>
        <p:nvSpPr>
          <p:cNvPr id="22" name="wm.library-whiteboard.001.002.005"/>
          <p:cNvSpPr/>
          <p:nvPr/>
        </p:nvSpPr>
        <p:spPr>
          <a:xfrm>
            <a:off x="8267700" y="2286000"/>
            <a:ext cx="38100" cy="38100"/>
          </a:xfrm>
          <a:prstGeom prst="rect">
            <a:avLst/>
          </a:prstGeom>
          <a:solidFill>
            <a:srgbClr val="CED7E6"/>
          </a:solidFill>
          <a:ln>
            <a:noFill/>
          </a:ln>
        </p:spPr>
      </p:sp>
      <p:sp>
        <p:nvSpPr>
          <p:cNvPr id="23" name="wm.library-whiteboard.001.002.006"/>
          <p:cNvSpPr/>
          <p:nvPr/>
        </p:nvSpPr>
        <p:spPr>
          <a:xfrm>
            <a:off x="8267700" y="2514600"/>
            <a:ext cx="38100" cy="38100"/>
          </a:xfrm>
          <a:prstGeom prst="rect">
            <a:avLst/>
          </a:prstGeom>
          <a:solidFill>
            <a:srgbClr val="CED7E6"/>
          </a:solidFill>
          <a:ln>
            <a:noFill/>
          </a:ln>
        </p:spPr>
      </p:sp>
      <p:sp>
        <p:nvSpPr>
          <p:cNvPr id="24" name="wm.library-whiteboard.001.002.007"/>
          <p:cNvSpPr/>
          <p:nvPr/>
        </p:nvSpPr>
        <p:spPr>
          <a:xfrm>
            <a:off x="8267700" y="2743200"/>
            <a:ext cx="38100" cy="38100"/>
          </a:xfrm>
          <a:prstGeom prst="rect">
            <a:avLst/>
          </a:prstGeom>
          <a:solidFill>
            <a:srgbClr val="CED7E6"/>
          </a:solidFill>
          <a:ln>
            <a:noFill/>
          </a:ln>
        </p:spPr>
      </p:sp>
      <p:sp>
        <p:nvSpPr>
          <p:cNvPr id="25" name="wm.library-whiteboard.001.002.008"/>
          <p:cNvSpPr/>
          <p:nvPr/>
        </p:nvSpPr>
        <p:spPr>
          <a:xfrm>
            <a:off x="8267700" y="2971800"/>
            <a:ext cx="38100" cy="38100"/>
          </a:xfrm>
          <a:prstGeom prst="rect">
            <a:avLst/>
          </a:prstGeom>
          <a:solidFill>
            <a:srgbClr val="CED7E6"/>
          </a:solidFill>
          <a:ln>
            <a:noFill/>
          </a:ln>
        </p:spPr>
      </p:sp>
      <p:sp>
        <p:nvSpPr>
          <p:cNvPr id="26" name="wm.library-whiteboard.001.002.009"/>
          <p:cNvSpPr/>
          <p:nvPr/>
        </p:nvSpPr>
        <p:spPr>
          <a:xfrm>
            <a:off x="8267700" y="3200400"/>
            <a:ext cx="38100" cy="38100"/>
          </a:xfrm>
          <a:prstGeom prst="rect">
            <a:avLst/>
          </a:prstGeom>
          <a:solidFill>
            <a:srgbClr val="CED7E6"/>
          </a:solidFill>
          <a:ln>
            <a:noFill/>
          </a:ln>
        </p:spPr>
      </p:sp>
      <p:sp>
        <p:nvSpPr>
          <p:cNvPr id="27" name="wm.library-whiteboard.001.002.010"/>
          <p:cNvSpPr/>
          <p:nvPr/>
        </p:nvSpPr>
        <p:spPr>
          <a:xfrm>
            <a:off x="8267700" y="3429000"/>
            <a:ext cx="38100" cy="38100"/>
          </a:xfrm>
          <a:prstGeom prst="rect">
            <a:avLst/>
          </a:prstGeom>
          <a:solidFill>
            <a:srgbClr val="CED7E6"/>
          </a:solidFill>
          <a:ln>
            <a:noFill/>
          </a:ln>
        </p:spPr>
      </p:sp>
      <p:sp>
        <p:nvSpPr>
          <p:cNvPr id="28" name="wm.library-whiteboard.001.002.011"/>
          <p:cNvSpPr/>
          <p:nvPr/>
        </p:nvSpPr>
        <p:spPr>
          <a:xfrm>
            <a:off x="8267700" y="3657600"/>
            <a:ext cx="38100" cy="38100"/>
          </a:xfrm>
          <a:prstGeom prst="rect">
            <a:avLst/>
          </a:prstGeom>
          <a:solidFill>
            <a:srgbClr val="CED7E6"/>
          </a:solidFill>
          <a:ln>
            <a:noFill/>
          </a:ln>
        </p:spPr>
      </p:sp>
      <p:sp>
        <p:nvSpPr>
          <p:cNvPr id="29" name="wm.library-whiteboard.001.002.012"/>
          <p:cNvSpPr/>
          <p:nvPr/>
        </p:nvSpPr>
        <p:spPr>
          <a:xfrm>
            <a:off x="8267700" y="3886200"/>
            <a:ext cx="38100" cy="38100"/>
          </a:xfrm>
          <a:prstGeom prst="rect">
            <a:avLst/>
          </a:prstGeom>
          <a:solidFill>
            <a:srgbClr val="CED7E6"/>
          </a:solidFill>
          <a:ln>
            <a:noFill/>
          </a:ln>
        </p:spPr>
      </p:sp>
      <p:sp>
        <p:nvSpPr>
          <p:cNvPr id="30" name="wm.library-whiteboard.001.002.013"/>
          <p:cNvSpPr/>
          <p:nvPr/>
        </p:nvSpPr>
        <p:spPr>
          <a:xfrm>
            <a:off x="8267700" y="4114800"/>
            <a:ext cx="38100" cy="38100"/>
          </a:xfrm>
          <a:prstGeom prst="rect">
            <a:avLst/>
          </a:prstGeom>
          <a:solidFill>
            <a:srgbClr val="CED7E6"/>
          </a:solidFill>
          <a:ln>
            <a:noFill/>
          </a:ln>
        </p:spPr>
      </p:sp>
      <p:sp>
        <p:nvSpPr>
          <p:cNvPr id="31" name="wm.library-whiteboard.001.002.014"/>
          <p:cNvSpPr/>
          <p:nvPr/>
        </p:nvSpPr>
        <p:spPr>
          <a:xfrm>
            <a:off x="8267700" y="4343400"/>
            <a:ext cx="38100" cy="38100"/>
          </a:xfrm>
          <a:prstGeom prst="rect">
            <a:avLst/>
          </a:prstGeom>
          <a:solidFill>
            <a:srgbClr val="CED7E6"/>
          </a:solidFill>
          <a:ln>
            <a:noFill/>
          </a:ln>
        </p:spPr>
      </p:sp>
      <p:sp>
        <p:nvSpPr>
          <p:cNvPr id="32" name="wm.library-whiteboard.001.002.015"/>
          <p:cNvSpPr/>
          <p:nvPr/>
        </p:nvSpPr>
        <p:spPr>
          <a:xfrm>
            <a:off x="8267700" y="4572000"/>
            <a:ext cx="38100" cy="38100"/>
          </a:xfrm>
          <a:prstGeom prst="rect">
            <a:avLst/>
          </a:prstGeom>
          <a:solidFill>
            <a:srgbClr val="CED7E6"/>
          </a:solidFill>
          <a:ln>
            <a:noFill/>
          </a:ln>
        </p:spPr>
      </p:sp>
      <p:sp>
        <p:nvSpPr>
          <p:cNvPr id="33" name="wm.library-whiteboard.001.002.016"/>
          <p:cNvSpPr/>
          <p:nvPr/>
        </p:nvSpPr>
        <p:spPr>
          <a:xfrm>
            <a:off x="8267700" y="4800600"/>
            <a:ext cx="38100" cy="38100"/>
          </a:xfrm>
          <a:prstGeom prst="rect">
            <a:avLst/>
          </a:prstGeom>
          <a:solidFill>
            <a:srgbClr val="CED7E6"/>
          </a:solidFill>
          <a:ln>
            <a:noFill/>
          </a:ln>
        </p:spPr>
      </p:sp>
      <p:sp>
        <p:nvSpPr>
          <p:cNvPr id="34" name="wm.library-whiteboard.001.003.001"/>
          <p:cNvSpPr/>
          <p:nvPr/>
        </p:nvSpPr>
        <p:spPr>
          <a:xfrm>
            <a:off x="8496300" y="1371600"/>
            <a:ext cx="38100" cy="38100"/>
          </a:xfrm>
          <a:prstGeom prst="rect">
            <a:avLst/>
          </a:prstGeom>
          <a:solidFill>
            <a:srgbClr val="CED7E6"/>
          </a:solidFill>
          <a:ln>
            <a:noFill/>
          </a:ln>
        </p:spPr>
      </p:sp>
      <p:sp>
        <p:nvSpPr>
          <p:cNvPr id="35" name="wm.library-whiteboard.001.003.002"/>
          <p:cNvSpPr/>
          <p:nvPr/>
        </p:nvSpPr>
        <p:spPr>
          <a:xfrm>
            <a:off x="8496300" y="1600200"/>
            <a:ext cx="38100" cy="38100"/>
          </a:xfrm>
          <a:prstGeom prst="rect">
            <a:avLst/>
          </a:prstGeom>
          <a:solidFill>
            <a:srgbClr val="CED7E6"/>
          </a:solidFill>
          <a:ln>
            <a:noFill/>
          </a:ln>
        </p:spPr>
      </p:sp>
      <p:sp>
        <p:nvSpPr>
          <p:cNvPr id="36" name="wm.library-whiteboard.001.003.003"/>
          <p:cNvSpPr/>
          <p:nvPr/>
        </p:nvSpPr>
        <p:spPr>
          <a:xfrm>
            <a:off x="8496300" y="1828800"/>
            <a:ext cx="38100" cy="38100"/>
          </a:xfrm>
          <a:prstGeom prst="rect">
            <a:avLst/>
          </a:prstGeom>
          <a:solidFill>
            <a:srgbClr val="CED7E6"/>
          </a:solidFill>
          <a:ln>
            <a:noFill/>
          </a:ln>
        </p:spPr>
      </p:sp>
      <p:sp>
        <p:nvSpPr>
          <p:cNvPr id="37" name="wm.library-whiteboard.001.003.004"/>
          <p:cNvSpPr/>
          <p:nvPr/>
        </p:nvSpPr>
        <p:spPr>
          <a:xfrm>
            <a:off x="8496300" y="2057400"/>
            <a:ext cx="38100" cy="38100"/>
          </a:xfrm>
          <a:prstGeom prst="rect">
            <a:avLst/>
          </a:prstGeom>
          <a:solidFill>
            <a:srgbClr val="CED7E6"/>
          </a:solidFill>
          <a:ln>
            <a:noFill/>
          </a:ln>
        </p:spPr>
      </p:sp>
      <p:sp>
        <p:nvSpPr>
          <p:cNvPr id="38" name="wm.library-whiteboard.001.003.005"/>
          <p:cNvSpPr/>
          <p:nvPr/>
        </p:nvSpPr>
        <p:spPr>
          <a:xfrm>
            <a:off x="8496300" y="2286000"/>
            <a:ext cx="38100" cy="38100"/>
          </a:xfrm>
          <a:prstGeom prst="rect">
            <a:avLst/>
          </a:prstGeom>
          <a:solidFill>
            <a:srgbClr val="CED7E6"/>
          </a:solidFill>
          <a:ln>
            <a:noFill/>
          </a:ln>
        </p:spPr>
      </p:sp>
      <p:sp>
        <p:nvSpPr>
          <p:cNvPr id="39" name="wm.library-whiteboard.001.003.006"/>
          <p:cNvSpPr/>
          <p:nvPr/>
        </p:nvSpPr>
        <p:spPr>
          <a:xfrm>
            <a:off x="8496300" y="2514600"/>
            <a:ext cx="38100" cy="38100"/>
          </a:xfrm>
          <a:prstGeom prst="rect">
            <a:avLst/>
          </a:prstGeom>
          <a:solidFill>
            <a:srgbClr val="CED7E6"/>
          </a:solidFill>
          <a:ln>
            <a:noFill/>
          </a:ln>
        </p:spPr>
      </p:sp>
      <p:sp>
        <p:nvSpPr>
          <p:cNvPr id="40" name="wm.library-whiteboard.001.003.007"/>
          <p:cNvSpPr/>
          <p:nvPr/>
        </p:nvSpPr>
        <p:spPr>
          <a:xfrm>
            <a:off x="8496300" y="2743200"/>
            <a:ext cx="38100" cy="38100"/>
          </a:xfrm>
          <a:prstGeom prst="rect">
            <a:avLst/>
          </a:prstGeom>
          <a:solidFill>
            <a:srgbClr val="CED7E6"/>
          </a:solidFill>
          <a:ln>
            <a:noFill/>
          </a:ln>
        </p:spPr>
      </p:sp>
      <p:sp>
        <p:nvSpPr>
          <p:cNvPr id="41" name="wm.library-whiteboard.001.003.008"/>
          <p:cNvSpPr/>
          <p:nvPr/>
        </p:nvSpPr>
        <p:spPr>
          <a:xfrm>
            <a:off x="8496300" y="2971800"/>
            <a:ext cx="38100" cy="38100"/>
          </a:xfrm>
          <a:prstGeom prst="rect">
            <a:avLst/>
          </a:prstGeom>
          <a:solidFill>
            <a:srgbClr val="CED7E6"/>
          </a:solidFill>
          <a:ln>
            <a:noFill/>
          </a:ln>
        </p:spPr>
      </p:sp>
      <p:sp>
        <p:nvSpPr>
          <p:cNvPr id="42" name="wm.library-whiteboard.001.003.009"/>
          <p:cNvSpPr/>
          <p:nvPr/>
        </p:nvSpPr>
        <p:spPr>
          <a:xfrm>
            <a:off x="8496300" y="3200400"/>
            <a:ext cx="38100" cy="38100"/>
          </a:xfrm>
          <a:prstGeom prst="rect">
            <a:avLst/>
          </a:prstGeom>
          <a:solidFill>
            <a:srgbClr val="CED7E6"/>
          </a:solidFill>
          <a:ln>
            <a:noFill/>
          </a:ln>
        </p:spPr>
      </p:sp>
      <p:sp>
        <p:nvSpPr>
          <p:cNvPr id="43" name="wm.library-whiteboard.001.003.010"/>
          <p:cNvSpPr/>
          <p:nvPr/>
        </p:nvSpPr>
        <p:spPr>
          <a:xfrm>
            <a:off x="8496300" y="3429000"/>
            <a:ext cx="38100" cy="38100"/>
          </a:xfrm>
          <a:prstGeom prst="rect">
            <a:avLst/>
          </a:prstGeom>
          <a:solidFill>
            <a:srgbClr val="CED7E6"/>
          </a:solidFill>
          <a:ln>
            <a:noFill/>
          </a:ln>
        </p:spPr>
      </p:sp>
      <p:sp>
        <p:nvSpPr>
          <p:cNvPr id="44" name="wm.library-whiteboard.001.003.011"/>
          <p:cNvSpPr/>
          <p:nvPr/>
        </p:nvSpPr>
        <p:spPr>
          <a:xfrm>
            <a:off x="8496300" y="3657600"/>
            <a:ext cx="38100" cy="38100"/>
          </a:xfrm>
          <a:prstGeom prst="rect">
            <a:avLst/>
          </a:prstGeom>
          <a:solidFill>
            <a:srgbClr val="CED7E6"/>
          </a:solidFill>
          <a:ln>
            <a:noFill/>
          </a:ln>
        </p:spPr>
      </p:sp>
      <p:sp>
        <p:nvSpPr>
          <p:cNvPr id="45" name="wm.library-whiteboard.001.003.012"/>
          <p:cNvSpPr/>
          <p:nvPr/>
        </p:nvSpPr>
        <p:spPr>
          <a:xfrm>
            <a:off x="8496300" y="3886200"/>
            <a:ext cx="38100" cy="38100"/>
          </a:xfrm>
          <a:prstGeom prst="rect">
            <a:avLst/>
          </a:prstGeom>
          <a:solidFill>
            <a:srgbClr val="CED7E6"/>
          </a:solidFill>
          <a:ln>
            <a:noFill/>
          </a:ln>
        </p:spPr>
      </p:sp>
      <p:sp>
        <p:nvSpPr>
          <p:cNvPr id="46" name="wm.library-whiteboard.001.003.013"/>
          <p:cNvSpPr/>
          <p:nvPr/>
        </p:nvSpPr>
        <p:spPr>
          <a:xfrm>
            <a:off x="8496300" y="4114800"/>
            <a:ext cx="38100" cy="38100"/>
          </a:xfrm>
          <a:prstGeom prst="rect">
            <a:avLst/>
          </a:prstGeom>
          <a:solidFill>
            <a:srgbClr val="CED7E6"/>
          </a:solidFill>
          <a:ln>
            <a:noFill/>
          </a:ln>
        </p:spPr>
      </p:sp>
      <p:sp>
        <p:nvSpPr>
          <p:cNvPr id="47" name="wm.library-whiteboard.001.003.014"/>
          <p:cNvSpPr/>
          <p:nvPr/>
        </p:nvSpPr>
        <p:spPr>
          <a:xfrm>
            <a:off x="8496300" y="4343400"/>
            <a:ext cx="38100" cy="38100"/>
          </a:xfrm>
          <a:prstGeom prst="rect">
            <a:avLst/>
          </a:prstGeom>
          <a:solidFill>
            <a:srgbClr val="CED7E6"/>
          </a:solidFill>
          <a:ln>
            <a:noFill/>
          </a:ln>
        </p:spPr>
      </p:sp>
      <p:sp>
        <p:nvSpPr>
          <p:cNvPr id="48" name="wm.library-whiteboard.001.003.015"/>
          <p:cNvSpPr/>
          <p:nvPr/>
        </p:nvSpPr>
        <p:spPr>
          <a:xfrm>
            <a:off x="8496300" y="4572000"/>
            <a:ext cx="38100" cy="38100"/>
          </a:xfrm>
          <a:prstGeom prst="rect">
            <a:avLst/>
          </a:prstGeom>
          <a:solidFill>
            <a:srgbClr val="CED7E6"/>
          </a:solidFill>
          <a:ln>
            <a:noFill/>
          </a:ln>
        </p:spPr>
      </p:sp>
      <p:sp>
        <p:nvSpPr>
          <p:cNvPr id="49" name="wm.library-whiteboard.001.003.016"/>
          <p:cNvSpPr/>
          <p:nvPr/>
        </p:nvSpPr>
        <p:spPr>
          <a:xfrm>
            <a:off x="8496300" y="4800600"/>
            <a:ext cx="38100" cy="38100"/>
          </a:xfrm>
          <a:prstGeom prst="rect">
            <a:avLst/>
          </a:prstGeom>
          <a:solidFill>
            <a:srgbClr val="CED7E6"/>
          </a:solidFill>
          <a:ln>
            <a:noFill/>
          </a:ln>
        </p:spPr>
      </p:sp>
      <p:sp>
        <p:nvSpPr>
          <p:cNvPr id="50" name="wm.library-whiteboard.001.004.001"/>
          <p:cNvSpPr/>
          <p:nvPr/>
        </p:nvSpPr>
        <p:spPr>
          <a:xfrm>
            <a:off x="8724900" y="1371600"/>
            <a:ext cx="38100" cy="38100"/>
          </a:xfrm>
          <a:prstGeom prst="rect">
            <a:avLst/>
          </a:prstGeom>
          <a:solidFill>
            <a:srgbClr val="CED7E6"/>
          </a:solidFill>
          <a:ln>
            <a:noFill/>
          </a:ln>
        </p:spPr>
      </p:sp>
      <p:sp>
        <p:nvSpPr>
          <p:cNvPr id="51" name="wm.library-whiteboard.001.004.002"/>
          <p:cNvSpPr/>
          <p:nvPr/>
        </p:nvSpPr>
        <p:spPr>
          <a:xfrm>
            <a:off x="8724900" y="1600200"/>
            <a:ext cx="38100" cy="38100"/>
          </a:xfrm>
          <a:prstGeom prst="rect">
            <a:avLst/>
          </a:prstGeom>
          <a:solidFill>
            <a:srgbClr val="CED7E6"/>
          </a:solidFill>
          <a:ln>
            <a:noFill/>
          </a:ln>
        </p:spPr>
      </p:sp>
      <p:sp>
        <p:nvSpPr>
          <p:cNvPr id="52" name="wm.library-whiteboard.001.004.003"/>
          <p:cNvSpPr/>
          <p:nvPr/>
        </p:nvSpPr>
        <p:spPr>
          <a:xfrm>
            <a:off x="8724900" y="1828800"/>
            <a:ext cx="38100" cy="38100"/>
          </a:xfrm>
          <a:prstGeom prst="rect">
            <a:avLst/>
          </a:prstGeom>
          <a:solidFill>
            <a:srgbClr val="CED7E6"/>
          </a:solidFill>
          <a:ln>
            <a:noFill/>
          </a:ln>
        </p:spPr>
      </p:sp>
      <p:sp>
        <p:nvSpPr>
          <p:cNvPr id="53" name="wm.library-whiteboard.001.004.004"/>
          <p:cNvSpPr/>
          <p:nvPr/>
        </p:nvSpPr>
        <p:spPr>
          <a:xfrm>
            <a:off x="8724900" y="2057400"/>
            <a:ext cx="38100" cy="38100"/>
          </a:xfrm>
          <a:prstGeom prst="rect">
            <a:avLst/>
          </a:prstGeom>
          <a:solidFill>
            <a:srgbClr val="CED7E6"/>
          </a:solidFill>
          <a:ln>
            <a:noFill/>
          </a:ln>
        </p:spPr>
      </p:sp>
      <p:sp>
        <p:nvSpPr>
          <p:cNvPr id="54" name="wm.library-whiteboard.001.004.005"/>
          <p:cNvSpPr/>
          <p:nvPr/>
        </p:nvSpPr>
        <p:spPr>
          <a:xfrm>
            <a:off x="8724900" y="2286000"/>
            <a:ext cx="38100" cy="38100"/>
          </a:xfrm>
          <a:prstGeom prst="rect">
            <a:avLst/>
          </a:prstGeom>
          <a:solidFill>
            <a:srgbClr val="CED7E6"/>
          </a:solidFill>
          <a:ln>
            <a:noFill/>
          </a:ln>
        </p:spPr>
      </p:sp>
      <p:sp>
        <p:nvSpPr>
          <p:cNvPr id="55" name="wm.library-whiteboard.001.004.006"/>
          <p:cNvSpPr/>
          <p:nvPr/>
        </p:nvSpPr>
        <p:spPr>
          <a:xfrm>
            <a:off x="8724900" y="2514600"/>
            <a:ext cx="38100" cy="38100"/>
          </a:xfrm>
          <a:prstGeom prst="rect">
            <a:avLst/>
          </a:prstGeom>
          <a:solidFill>
            <a:srgbClr val="CED7E6"/>
          </a:solidFill>
          <a:ln>
            <a:noFill/>
          </a:ln>
        </p:spPr>
      </p:sp>
      <p:sp>
        <p:nvSpPr>
          <p:cNvPr id="56" name="wm.library-whiteboard.001.004.007"/>
          <p:cNvSpPr/>
          <p:nvPr/>
        </p:nvSpPr>
        <p:spPr>
          <a:xfrm>
            <a:off x="8724900" y="2743200"/>
            <a:ext cx="38100" cy="38100"/>
          </a:xfrm>
          <a:prstGeom prst="rect">
            <a:avLst/>
          </a:prstGeom>
          <a:solidFill>
            <a:srgbClr val="CED7E6"/>
          </a:solidFill>
          <a:ln>
            <a:noFill/>
          </a:ln>
        </p:spPr>
      </p:sp>
      <p:sp>
        <p:nvSpPr>
          <p:cNvPr id="57" name="wm.library-whiteboard.001.004.008"/>
          <p:cNvSpPr/>
          <p:nvPr/>
        </p:nvSpPr>
        <p:spPr>
          <a:xfrm>
            <a:off x="8724900" y="2971800"/>
            <a:ext cx="38100" cy="38100"/>
          </a:xfrm>
          <a:prstGeom prst="rect">
            <a:avLst/>
          </a:prstGeom>
          <a:solidFill>
            <a:srgbClr val="CED7E6"/>
          </a:solidFill>
          <a:ln>
            <a:noFill/>
          </a:ln>
        </p:spPr>
      </p:sp>
      <p:sp>
        <p:nvSpPr>
          <p:cNvPr id="58" name="wm.library-whiteboard.001.004.009"/>
          <p:cNvSpPr/>
          <p:nvPr/>
        </p:nvSpPr>
        <p:spPr>
          <a:xfrm>
            <a:off x="8724900" y="3200400"/>
            <a:ext cx="38100" cy="38100"/>
          </a:xfrm>
          <a:prstGeom prst="rect">
            <a:avLst/>
          </a:prstGeom>
          <a:solidFill>
            <a:srgbClr val="CED7E6"/>
          </a:solidFill>
          <a:ln>
            <a:noFill/>
          </a:ln>
        </p:spPr>
      </p:sp>
      <p:sp>
        <p:nvSpPr>
          <p:cNvPr id="59" name="wm.library-whiteboard.001.004.010"/>
          <p:cNvSpPr/>
          <p:nvPr/>
        </p:nvSpPr>
        <p:spPr>
          <a:xfrm>
            <a:off x="8724900" y="3429000"/>
            <a:ext cx="38100" cy="38100"/>
          </a:xfrm>
          <a:prstGeom prst="rect">
            <a:avLst/>
          </a:prstGeom>
          <a:solidFill>
            <a:srgbClr val="CED7E6"/>
          </a:solidFill>
          <a:ln>
            <a:noFill/>
          </a:ln>
        </p:spPr>
      </p:sp>
      <p:sp>
        <p:nvSpPr>
          <p:cNvPr id="60" name="wm.library-whiteboard.001.004.011"/>
          <p:cNvSpPr/>
          <p:nvPr/>
        </p:nvSpPr>
        <p:spPr>
          <a:xfrm>
            <a:off x="8724900" y="3657600"/>
            <a:ext cx="38100" cy="38100"/>
          </a:xfrm>
          <a:prstGeom prst="rect">
            <a:avLst/>
          </a:prstGeom>
          <a:solidFill>
            <a:srgbClr val="CED7E6"/>
          </a:solidFill>
          <a:ln>
            <a:noFill/>
          </a:ln>
        </p:spPr>
      </p:sp>
      <p:sp>
        <p:nvSpPr>
          <p:cNvPr id="61" name="wm.library-whiteboard.001.004.012"/>
          <p:cNvSpPr/>
          <p:nvPr/>
        </p:nvSpPr>
        <p:spPr>
          <a:xfrm>
            <a:off x="8724900" y="3886200"/>
            <a:ext cx="38100" cy="38100"/>
          </a:xfrm>
          <a:prstGeom prst="rect">
            <a:avLst/>
          </a:prstGeom>
          <a:solidFill>
            <a:srgbClr val="CED7E6"/>
          </a:solidFill>
          <a:ln>
            <a:noFill/>
          </a:ln>
        </p:spPr>
      </p:sp>
      <p:sp>
        <p:nvSpPr>
          <p:cNvPr id="62" name="wm.library-whiteboard.001.004.013"/>
          <p:cNvSpPr/>
          <p:nvPr/>
        </p:nvSpPr>
        <p:spPr>
          <a:xfrm>
            <a:off x="8724900" y="4114800"/>
            <a:ext cx="38100" cy="38100"/>
          </a:xfrm>
          <a:prstGeom prst="rect">
            <a:avLst/>
          </a:prstGeom>
          <a:solidFill>
            <a:srgbClr val="CED7E6"/>
          </a:solidFill>
          <a:ln>
            <a:noFill/>
          </a:ln>
        </p:spPr>
      </p:sp>
      <p:sp>
        <p:nvSpPr>
          <p:cNvPr id="63" name="wm.library-whiteboard.001.004.014"/>
          <p:cNvSpPr/>
          <p:nvPr/>
        </p:nvSpPr>
        <p:spPr>
          <a:xfrm>
            <a:off x="8724900" y="4343400"/>
            <a:ext cx="38100" cy="38100"/>
          </a:xfrm>
          <a:prstGeom prst="rect">
            <a:avLst/>
          </a:prstGeom>
          <a:solidFill>
            <a:srgbClr val="CED7E6"/>
          </a:solidFill>
          <a:ln>
            <a:noFill/>
          </a:ln>
        </p:spPr>
      </p:sp>
      <p:sp>
        <p:nvSpPr>
          <p:cNvPr id="64" name="wm.library-whiteboard.001.004.015"/>
          <p:cNvSpPr/>
          <p:nvPr/>
        </p:nvSpPr>
        <p:spPr>
          <a:xfrm>
            <a:off x="8724900" y="4572000"/>
            <a:ext cx="38100" cy="38100"/>
          </a:xfrm>
          <a:prstGeom prst="rect">
            <a:avLst/>
          </a:prstGeom>
          <a:solidFill>
            <a:srgbClr val="CED7E6"/>
          </a:solidFill>
          <a:ln>
            <a:noFill/>
          </a:ln>
        </p:spPr>
      </p:sp>
      <p:sp>
        <p:nvSpPr>
          <p:cNvPr id="65" name="wm.library-whiteboard.001.004.016"/>
          <p:cNvSpPr/>
          <p:nvPr/>
        </p:nvSpPr>
        <p:spPr>
          <a:xfrm>
            <a:off x="8724900" y="4800600"/>
            <a:ext cx="38100" cy="38100"/>
          </a:xfrm>
          <a:prstGeom prst="rect">
            <a:avLst/>
          </a:prstGeom>
          <a:solidFill>
            <a:srgbClr val="CED7E6"/>
          </a:solidFill>
          <a:ln>
            <a:noFill/>
          </a:ln>
        </p:spPr>
      </p:sp>
      <p:sp>
        <p:nvSpPr>
          <p:cNvPr id="66" name="wm.library-whiteboard.001.005.001"/>
          <p:cNvSpPr/>
          <p:nvPr/>
        </p:nvSpPr>
        <p:spPr>
          <a:xfrm>
            <a:off x="8953500" y="1371600"/>
            <a:ext cx="38100" cy="38100"/>
          </a:xfrm>
          <a:prstGeom prst="rect">
            <a:avLst/>
          </a:prstGeom>
          <a:solidFill>
            <a:srgbClr val="CED7E6"/>
          </a:solidFill>
          <a:ln>
            <a:noFill/>
          </a:ln>
        </p:spPr>
      </p:sp>
      <p:sp>
        <p:nvSpPr>
          <p:cNvPr id="67" name="wm.library-whiteboard.001.005.002"/>
          <p:cNvSpPr/>
          <p:nvPr/>
        </p:nvSpPr>
        <p:spPr>
          <a:xfrm>
            <a:off x="8953500" y="1600200"/>
            <a:ext cx="38100" cy="38100"/>
          </a:xfrm>
          <a:prstGeom prst="rect">
            <a:avLst/>
          </a:prstGeom>
          <a:solidFill>
            <a:srgbClr val="CED7E6"/>
          </a:solidFill>
          <a:ln>
            <a:noFill/>
          </a:ln>
        </p:spPr>
      </p:sp>
      <p:sp>
        <p:nvSpPr>
          <p:cNvPr id="68" name="wm.library-whiteboard.001.005.003"/>
          <p:cNvSpPr/>
          <p:nvPr/>
        </p:nvSpPr>
        <p:spPr>
          <a:xfrm>
            <a:off x="8953500" y="1828800"/>
            <a:ext cx="38100" cy="38100"/>
          </a:xfrm>
          <a:prstGeom prst="rect">
            <a:avLst/>
          </a:prstGeom>
          <a:solidFill>
            <a:srgbClr val="CED7E6"/>
          </a:solidFill>
          <a:ln>
            <a:noFill/>
          </a:ln>
        </p:spPr>
      </p:sp>
      <p:sp>
        <p:nvSpPr>
          <p:cNvPr id="69" name="wm.library-whiteboard.001.005.004"/>
          <p:cNvSpPr/>
          <p:nvPr/>
        </p:nvSpPr>
        <p:spPr>
          <a:xfrm>
            <a:off x="8953500" y="2057400"/>
            <a:ext cx="38100" cy="38100"/>
          </a:xfrm>
          <a:prstGeom prst="rect">
            <a:avLst/>
          </a:prstGeom>
          <a:solidFill>
            <a:srgbClr val="CED7E6"/>
          </a:solidFill>
          <a:ln>
            <a:noFill/>
          </a:ln>
        </p:spPr>
      </p:sp>
      <p:sp>
        <p:nvSpPr>
          <p:cNvPr id="70" name="wm.library-whiteboard.001.005.005"/>
          <p:cNvSpPr/>
          <p:nvPr/>
        </p:nvSpPr>
        <p:spPr>
          <a:xfrm>
            <a:off x="8953500" y="2286000"/>
            <a:ext cx="38100" cy="38100"/>
          </a:xfrm>
          <a:prstGeom prst="rect">
            <a:avLst/>
          </a:prstGeom>
          <a:solidFill>
            <a:srgbClr val="CED7E6"/>
          </a:solidFill>
          <a:ln>
            <a:noFill/>
          </a:ln>
        </p:spPr>
      </p:sp>
      <p:sp>
        <p:nvSpPr>
          <p:cNvPr id="71" name="wm.library-whiteboard.001.005.006"/>
          <p:cNvSpPr/>
          <p:nvPr/>
        </p:nvSpPr>
        <p:spPr>
          <a:xfrm>
            <a:off x="8953500" y="2514600"/>
            <a:ext cx="38100" cy="38100"/>
          </a:xfrm>
          <a:prstGeom prst="rect">
            <a:avLst/>
          </a:prstGeom>
          <a:solidFill>
            <a:srgbClr val="CED7E6"/>
          </a:solidFill>
          <a:ln>
            <a:noFill/>
          </a:ln>
        </p:spPr>
      </p:sp>
      <p:sp>
        <p:nvSpPr>
          <p:cNvPr id="72" name="wm.library-whiteboard.001.005.007"/>
          <p:cNvSpPr/>
          <p:nvPr/>
        </p:nvSpPr>
        <p:spPr>
          <a:xfrm>
            <a:off x="8953500" y="2743200"/>
            <a:ext cx="38100" cy="38100"/>
          </a:xfrm>
          <a:prstGeom prst="rect">
            <a:avLst/>
          </a:prstGeom>
          <a:solidFill>
            <a:srgbClr val="CED7E6"/>
          </a:solidFill>
          <a:ln>
            <a:noFill/>
          </a:ln>
        </p:spPr>
      </p:sp>
      <p:sp>
        <p:nvSpPr>
          <p:cNvPr id="73" name="wm.library-whiteboard.001.005.008"/>
          <p:cNvSpPr/>
          <p:nvPr/>
        </p:nvSpPr>
        <p:spPr>
          <a:xfrm>
            <a:off x="8953500" y="2971800"/>
            <a:ext cx="38100" cy="38100"/>
          </a:xfrm>
          <a:prstGeom prst="rect">
            <a:avLst/>
          </a:prstGeom>
          <a:solidFill>
            <a:srgbClr val="CED7E6"/>
          </a:solidFill>
          <a:ln>
            <a:noFill/>
          </a:ln>
        </p:spPr>
      </p:sp>
      <p:sp>
        <p:nvSpPr>
          <p:cNvPr id="74" name="wm.library-whiteboard.001.005.009"/>
          <p:cNvSpPr/>
          <p:nvPr/>
        </p:nvSpPr>
        <p:spPr>
          <a:xfrm>
            <a:off x="8953500" y="3200400"/>
            <a:ext cx="38100" cy="38100"/>
          </a:xfrm>
          <a:prstGeom prst="rect">
            <a:avLst/>
          </a:prstGeom>
          <a:solidFill>
            <a:srgbClr val="CED7E6"/>
          </a:solidFill>
          <a:ln>
            <a:noFill/>
          </a:ln>
        </p:spPr>
      </p:sp>
      <p:sp>
        <p:nvSpPr>
          <p:cNvPr id="75" name="wm.library-whiteboard.001.005.010"/>
          <p:cNvSpPr/>
          <p:nvPr/>
        </p:nvSpPr>
        <p:spPr>
          <a:xfrm>
            <a:off x="8953500" y="3429000"/>
            <a:ext cx="38100" cy="38100"/>
          </a:xfrm>
          <a:prstGeom prst="rect">
            <a:avLst/>
          </a:prstGeom>
          <a:solidFill>
            <a:srgbClr val="CED7E6"/>
          </a:solidFill>
          <a:ln>
            <a:noFill/>
          </a:ln>
        </p:spPr>
      </p:sp>
      <p:sp>
        <p:nvSpPr>
          <p:cNvPr id="76" name="wm.library-whiteboard.001.005.011"/>
          <p:cNvSpPr/>
          <p:nvPr/>
        </p:nvSpPr>
        <p:spPr>
          <a:xfrm>
            <a:off x="8953500" y="3657600"/>
            <a:ext cx="38100" cy="38100"/>
          </a:xfrm>
          <a:prstGeom prst="rect">
            <a:avLst/>
          </a:prstGeom>
          <a:solidFill>
            <a:srgbClr val="CED7E6"/>
          </a:solidFill>
          <a:ln>
            <a:noFill/>
          </a:ln>
        </p:spPr>
      </p:sp>
      <p:sp>
        <p:nvSpPr>
          <p:cNvPr id="77" name="wm.library-whiteboard.001.005.012"/>
          <p:cNvSpPr/>
          <p:nvPr/>
        </p:nvSpPr>
        <p:spPr>
          <a:xfrm>
            <a:off x="8953500" y="3886200"/>
            <a:ext cx="38100" cy="38100"/>
          </a:xfrm>
          <a:prstGeom prst="rect">
            <a:avLst/>
          </a:prstGeom>
          <a:solidFill>
            <a:srgbClr val="CED7E6"/>
          </a:solidFill>
          <a:ln>
            <a:noFill/>
          </a:ln>
        </p:spPr>
      </p:sp>
      <p:sp>
        <p:nvSpPr>
          <p:cNvPr id="78" name="wm.library-whiteboard.001.005.013"/>
          <p:cNvSpPr/>
          <p:nvPr/>
        </p:nvSpPr>
        <p:spPr>
          <a:xfrm>
            <a:off x="8953500" y="4114800"/>
            <a:ext cx="38100" cy="38100"/>
          </a:xfrm>
          <a:prstGeom prst="rect">
            <a:avLst/>
          </a:prstGeom>
          <a:solidFill>
            <a:srgbClr val="CED7E6"/>
          </a:solidFill>
          <a:ln>
            <a:noFill/>
          </a:ln>
        </p:spPr>
      </p:sp>
      <p:sp>
        <p:nvSpPr>
          <p:cNvPr id="79" name="wm.library-whiteboard.001.005.014"/>
          <p:cNvSpPr/>
          <p:nvPr/>
        </p:nvSpPr>
        <p:spPr>
          <a:xfrm>
            <a:off x="8953500" y="4343400"/>
            <a:ext cx="38100" cy="38100"/>
          </a:xfrm>
          <a:prstGeom prst="rect">
            <a:avLst/>
          </a:prstGeom>
          <a:solidFill>
            <a:srgbClr val="CED7E6"/>
          </a:solidFill>
          <a:ln>
            <a:noFill/>
          </a:ln>
        </p:spPr>
      </p:sp>
      <p:sp>
        <p:nvSpPr>
          <p:cNvPr id="80" name="wm.library-whiteboard.001.005.015"/>
          <p:cNvSpPr/>
          <p:nvPr/>
        </p:nvSpPr>
        <p:spPr>
          <a:xfrm>
            <a:off x="8953500" y="4572000"/>
            <a:ext cx="38100" cy="38100"/>
          </a:xfrm>
          <a:prstGeom prst="rect">
            <a:avLst/>
          </a:prstGeom>
          <a:solidFill>
            <a:srgbClr val="CED7E6"/>
          </a:solidFill>
          <a:ln>
            <a:noFill/>
          </a:ln>
        </p:spPr>
      </p:sp>
      <p:sp>
        <p:nvSpPr>
          <p:cNvPr id="81" name="wm.library-whiteboard.001.005.016"/>
          <p:cNvSpPr/>
          <p:nvPr/>
        </p:nvSpPr>
        <p:spPr>
          <a:xfrm>
            <a:off x="8953500" y="4800600"/>
            <a:ext cx="38100" cy="38100"/>
          </a:xfrm>
          <a:prstGeom prst="rect">
            <a:avLst/>
          </a:prstGeom>
          <a:solidFill>
            <a:srgbClr val="CED7E6"/>
          </a:solidFill>
          <a:ln>
            <a:noFill/>
          </a:ln>
        </p:spPr>
      </p:sp>
      <p:sp>
        <p:nvSpPr>
          <p:cNvPr id="82" name="wm.library-whiteboard.001.006.001"/>
          <p:cNvSpPr/>
          <p:nvPr/>
        </p:nvSpPr>
        <p:spPr>
          <a:xfrm>
            <a:off x="9182100" y="1371600"/>
            <a:ext cx="38100" cy="38100"/>
          </a:xfrm>
          <a:prstGeom prst="rect">
            <a:avLst/>
          </a:prstGeom>
          <a:solidFill>
            <a:srgbClr val="CED7E6"/>
          </a:solidFill>
          <a:ln>
            <a:noFill/>
          </a:ln>
        </p:spPr>
      </p:sp>
      <p:sp>
        <p:nvSpPr>
          <p:cNvPr id="83" name="wm.library-whiteboard.001.006.002"/>
          <p:cNvSpPr/>
          <p:nvPr/>
        </p:nvSpPr>
        <p:spPr>
          <a:xfrm>
            <a:off x="9182100" y="1600200"/>
            <a:ext cx="38100" cy="38100"/>
          </a:xfrm>
          <a:prstGeom prst="rect">
            <a:avLst/>
          </a:prstGeom>
          <a:solidFill>
            <a:srgbClr val="CED7E6"/>
          </a:solidFill>
          <a:ln>
            <a:noFill/>
          </a:ln>
        </p:spPr>
      </p:sp>
      <p:sp>
        <p:nvSpPr>
          <p:cNvPr id="84" name="wm.library-whiteboard.001.006.003"/>
          <p:cNvSpPr/>
          <p:nvPr/>
        </p:nvSpPr>
        <p:spPr>
          <a:xfrm>
            <a:off x="9182100" y="1828800"/>
            <a:ext cx="38100" cy="38100"/>
          </a:xfrm>
          <a:prstGeom prst="rect">
            <a:avLst/>
          </a:prstGeom>
          <a:solidFill>
            <a:srgbClr val="CED7E6"/>
          </a:solidFill>
          <a:ln>
            <a:noFill/>
          </a:ln>
        </p:spPr>
      </p:sp>
      <p:sp>
        <p:nvSpPr>
          <p:cNvPr id="85" name="wm.library-whiteboard.001.006.004"/>
          <p:cNvSpPr/>
          <p:nvPr/>
        </p:nvSpPr>
        <p:spPr>
          <a:xfrm>
            <a:off x="9182100" y="2057400"/>
            <a:ext cx="38100" cy="38100"/>
          </a:xfrm>
          <a:prstGeom prst="rect">
            <a:avLst/>
          </a:prstGeom>
          <a:solidFill>
            <a:srgbClr val="CED7E6"/>
          </a:solidFill>
          <a:ln>
            <a:noFill/>
          </a:ln>
        </p:spPr>
      </p:sp>
      <p:sp>
        <p:nvSpPr>
          <p:cNvPr id="86" name="wm.library-whiteboard.001.006.005"/>
          <p:cNvSpPr/>
          <p:nvPr/>
        </p:nvSpPr>
        <p:spPr>
          <a:xfrm>
            <a:off x="9182100" y="2286000"/>
            <a:ext cx="38100" cy="38100"/>
          </a:xfrm>
          <a:prstGeom prst="rect">
            <a:avLst/>
          </a:prstGeom>
          <a:solidFill>
            <a:srgbClr val="CED7E6"/>
          </a:solidFill>
          <a:ln>
            <a:noFill/>
          </a:ln>
        </p:spPr>
      </p:sp>
      <p:sp>
        <p:nvSpPr>
          <p:cNvPr id="87" name="wm.library-whiteboard.001.006.006"/>
          <p:cNvSpPr/>
          <p:nvPr/>
        </p:nvSpPr>
        <p:spPr>
          <a:xfrm>
            <a:off x="9182100" y="2514600"/>
            <a:ext cx="38100" cy="38100"/>
          </a:xfrm>
          <a:prstGeom prst="rect">
            <a:avLst/>
          </a:prstGeom>
          <a:solidFill>
            <a:srgbClr val="CED7E6"/>
          </a:solidFill>
          <a:ln>
            <a:noFill/>
          </a:ln>
        </p:spPr>
      </p:sp>
      <p:sp>
        <p:nvSpPr>
          <p:cNvPr id="88" name="wm.library-whiteboard.001.006.007"/>
          <p:cNvSpPr/>
          <p:nvPr/>
        </p:nvSpPr>
        <p:spPr>
          <a:xfrm>
            <a:off x="9182100" y="2743200"/>
            <a:ext cx="38100" cy="38100"/>
          </a:xfrm>
          <a:prstGeom prst="rect">
            <a:avLst/>
          </a:prstGeom>
          <a:solidFill>
            <a:srgbClr val="CED7E6"/>
          </a:solidFill>
          <a:ln>
            <a:noFill/>
          </a:ln>
        </p:spPr>
      </p:sp>
      <p:sp>
        <p:nvSpPr>
          <p:cNvPr id="89" name="wm.library-whiteboard.001.006.008"/>
          <p:cNvSpPr/>
          <p:nvPr/>
        </p:nvSpPr>
        <p:spPr>
          <a:xfrm>
            <a:off x="9182100" y="2971800"/>
            <a:ext cx="38100" cy="38100"/>
          </a:xfrm>
          <a:prstGeom prst="rect">
            <a:avLst/>
          </a:prstGeom>
          <a:solidFill>
            <a:srgbClr val="CED7E6"/>
          </a:solidFill>
          <a:ln>
            <a:noFill/>
          </a:ln>
        </p:spPr>
      </p:sp>
      <p:sp>
        <p:nvSpPr>
          <p:cNvPr id="90" name="wm.library-whiteboard.001.006.009"/>
          <p:cNvSpPr/>
          <p:nvPr/>
        </p:nvSpPr>
        <p:spPr>
          <a:xfrm>
            <a:off x="9182100" y="3200400"/>
            <a:ext cx="38100" cy="38100"/>
          </a:xfrm>
          <a:prstGeom prst="rect">
            <a:avLst/>
          </a:prstGeom>
          <a:solidFill>
            <a:srgbClr val="CED7E6"/>
          </a:solidFill>
          <a:ln>
            <a:noFill/>
          </a:ln>
        </p:spPr>
      </p:sp>
      <p:sp>
        <p:nvSpPr>
          <p:cNvPr id="91" name="wm.library-whiteboard.001.006.010"/>
          <p:cNvSpPr/>
          <p:nvPr/>
        </p:nvSpPr>
        <p:spPr>
          <a:xfrm>
            <a:off x="9182100" y="3429000"/>
            <a:ext cx="38100" cy="38100"/>
          </a:xfrm>
          <a:prstGeom prst="rect">
            <a:avLst/>
          </a:prstGeom>
          <a:solidFill>
            <a:srgbClr val="CED7E6"/>
          </a:solidFill>
          <a:ln>
            <a:noFill/>
          </a:ln>
        </p:spPr>
      </p:sp>
      <p:sp>
        <p:nvSpPr>
          <p:cNvPr id="92" name="wm.library-whiteboard.001.006.011"/>
          <p:cNvSpPr/>
          <p:nvPr/>
        </p:nvSpPr>
        <p:spPr>
          <a:xfrm>
            <a:off x="9182100" y="3657600"/>
            <a:ext cx="38100" cy="38100"/>
          </a:xfrm>
          <a:prstGeom prst="rect">
            <a:avLst/>
          </a:prstGeom>
          <a:solidFill>
            <a:srgbClr val="CED7E6"/>
          </a:solidFill>
          <a:ln>
            <a:noFill/>
          </a:ln>
        </p:spPr>
      </p:sp>
      <p:sp>
        <p:nvSpPr>
          <p:cNvPr id="93" name="wm.library-whiteboard.001.006.012"/>
          <p:cNvSpPr/>
          <p:nvPr/>
        </p:nvSpPr>
        <p:spPr>
          <a:xfrm>
            <a:off x="9182100" y="3886200"/>
            <a:ext cx="38100" cy="38100"/>
          </a:xfrm>
          <a:prstGeom prst="rect">
            <a:avLst/>
          </a:prstGeom>
          <a:solidFill>
            <a:srgbClr val="CED7E6"/>
          </a:solidFill>
          <a:ln>
            <a:noFill/>
          </a:ln>
        </p:spPr>
      </p:sp>
      <p:sp>
        <p:nvSpPr>
          <p:cNvPr id="94" name="wm.library-whiteboard.001.006.013"/>
          <p:cNvSpPr/>
          <p:nvPr/>
        </p:nvSpPr>
        <p:spPr>
          <a:xfrm>
            <a:off x="9182100" y="4114800"/>
            <a:ext cx="38100" cy="38100"/>
          </a:xfrm>
          <a:prstGeom prst="rect">
            <a:avLst/>
          </a:prstGeom>
          <a:solidFill>
            <a:srgbClr val="CED7E6"/>
          </a:solidFill>
          <a:ln>
            <a:noFill/>
          </a:ln>
        </p:spPr>
      </p:sp>
      <p:sp>
        <p:nvSpPr>
          <p:cNvPr id="95" name="wm.library-whiteboard.001.006.014"/>
          <p:cNvSpPr/>
          <p:nvPr/>
        </p:nvSpPr>
        <p:spPr>
          <a:xfrm>
            <a:off x="9182100" y="4343400"/>
            <a:ext cx="38100" cy="38100"/>
          </a:xfrm>
          <a:prstGeom prst="rect">
            <a:avLst/>
          </a:prstGeom>
          <a:solidFill>
            <a:srgbClr val="CED7E6"/>
          </a:solidFill>
          <a:ln>
            <a:noFill/>
          </a:ln>
        </p:spPr>
      </p:sp>
      <p:sp>
        <p:nvSpPr>
          <p:cNvPr id="96" name="wm.library-whiteboard.001.006.015"/>
          <p:cNvSpPr/>
          <p:nvPr/>
        </p:nvSpPr>
        <p:spPr>
          <a:xfrm>
            <a:off x="9182100" y="4572000"/>
            <a:ext cx="38100" cy="38100"/>
          </a:xfrm>
          <a:prstGeom prst="rect">
            <a:avLst/>
          </a:prstGeom>
          <a:solidFill>
            <a:srgbClr val="CED7E6"/>
          </a:solidFill>
          <a:ln>
            <a:noFill/>
          </a:ln>
        </p:spPr>
      </p:sp>
      <p:sp>
        <p:nvSpPr>
          <p:cNvPr id="97" name="wm.library-whiteboard.001.006.016"/>
          <p:cNvSpPr/>
          <p:nvPr/>
        </p:nvSpPr>
        <p:spPr>
          <a:xfrm>
            <a:off x="9182100" y="4800600"/>
            <a:ext cx="38100" cy="38100"/>
          </a:xfrm>
          <a:prstGeom prst="rect">
            <a:avLst/>
          </a:prstGeom>
          <a:solidFill>
            <a:srgbClr val="CED7E6"/>
          </a:solidFill>
          <a:ln>
            <a:noFill/>
          </a:ln>
        </p:spPr>
      </p:sp>
      <p:sp>
        <p:nvSpPr>
          <p:cNvPr id="98" name="wm.library-whiteboard.001.007.001"/>
          <p:cNvSpPr/>
          <p:nvPr/>
        </p:nvSpPr>
        <p:spPr>
          <a:xfrm>
            <a:off x="9410700" y="1371600"/>
            <a:ext cx="38100" cy="38100"/>
          </a:xfrm>
          <a:prstGeom prst="rect">
            <a:avLst/>
          </a:prstGeom>
          <a:solidFill>
            <a:srgbClr val="CED7E6"/>
          </a:solidFill>
          <a:ln>
            <a:noFill/>
          </a:ln>
        </p:spPr>
      </p:sp>
      <p:sp>
        <p:nvSpPr>
          <p:cNvPr id="99" name="wm.library-whiteboard.001.007.002"/>
          <p:cNvSpPr/>
          <p:nvPr/>
        </p:nvSpPr>
        <p:spPr>
          <a:xfrm>
            <a:off x="9410700" y="1600200"/>
            <a:ext cx="38100" cy="38100"/>
          </a:xfrm>
          <a:prstGeom prst="rect">
            <a:avLst/>
          </a:prstGeom>
          <a:solidFill>
            <a:srgbClr val="CED7E6"/>
          </a:solidFill>
          <a:ln>
            <a:noFill/>
          </a:ln>
        </p:spPr>
      </p:sp>
      <p:sp>
        <p:nvSpPr>
          <p:cNvPr id="100" name="wm.library-whiteboard.001.007.003"/>
          <p:cNvSpPr/>
          <p:nvPr/>
        </p:nvSpPr>
        <p:spPr>
          <a:xfrm>
            <a:off x="9410700" y="1828800"/>
            <a:ext cx="38100" cy="38100"/>
          </a:xfrm>
          <a:prstGeom prst="rect">
            <a:avLst/>
          </a:prstGeom>
          <a:solidFill>
            <a:srgbClr val="CED7E6"/>
          </a:solidFill>
          <a:ln>
            <a:noFill/>
          </a:ln>
        </p:spPr>
      </p:sp>
      <p:sp>
        <p:nvSpPr>
          <p:cNvPr id="101" name="wm.library-whiteboard.001.007.004"/>
          <p:cNvSpPr/>
          <p:nvPr/>
        </p:nvSpPr>
        <p:spPr>
          <a:xfrm>
            <a:off x="9410700" y="2057400"/>
            <a:ext cx="38100" cy="38100"/>
          </a:xfrm>
          <a:prstGeom prst="rect">
            <a:avLst/>
          </a:prstGeom>
          <a:solidFill>
            <a:srgbClr val="CED7E6"/>
          </a:solidFill>
          <a:ln>
            <a:noFill/>
          </a:ln>
        </p:spPr>
      </p:sp>
      <p:sp>
        <p:nvSpPr>
          <p:cNvPr id="102" name="wm.library-whiteboard.001.007.005"/>
          <p:cNvSpPr/>
          <p:nvPr/>
        </p:nvSpPr>
        <p:spPr>
          <a:xfrm>
            <a:off x="9410700" y="2286000"/>
            <a:ext cx="38100" cy="38100"/>
          </a:xfrm>
          <a:prstGeom prst="rect">
            <a:avLst/>
          </a:prstGeom>
          <a:solidFill>
            <a:srgbClr val="CED7E6"/>
          </a:solidFill>
          <a:ln>
            <a:noFill/>
          </a:ln>
        </p:spPr>
      </p:sp>
      <p:sp>
        <p:nvSpPr>
          <p:cNvPr id="103" name="wm.library-whiteboard.001.007.006"/>
          <p:cNvSpPr/>
          <p:nvPr/>
        </p:nvSpPr>
        <p:spPr>
          <a:xfrm>
            <a:off x="9410700" y="2514600"/>
            <a:ext cx="38100" cy="38100"/>
          </a:xfrm>
          <a:prstGeom prst="rect">
            <a:avLst/>
          </a:prstGeom>
          <a:solidFill>
            <a:srgbClr val="CED7E6"/>
          </a:solidFill>
          <a:ln>
            <a:noFill/>
          </a:ln>
        </p:spPr>
      </p:sp>
      <p:sp>
        <p:nvSpPr>
          <p:cNvPr id="104" name="wm.library-whiteboard.001.007.007"/>
          <p:cNvSpPr/>
          <p:nvPr/>
        </p:nvSpPr>
        <p:spPr>
          <a:xfrm>
            <a:off x="9410700" y="2743200"/>
            <a:ext cx="38100" cy="38100"/>
          </a:xfrm>
          <a:prstGeom prst="rect">
            <a:avLst/>
          </a:prstGeom>
          <a:solidFill>
            <a:srgbClr val="CED7E6"/>
          </a:solidFill>
          <a:ln>
            <a:noFill/>
          </a:ln>
        </p:spPr>
      </p:sp>
      <p:sp>
        <p:nvSpPr>
          <p:cNvPr id="105" name="wm.library-whiteboard.001.007.008"/>
          <p:cNvSpPr/>
          <p:nvPr/>
        </p:nvSpPr>
        <p:spPr>
          <a:xfrm>
            <a:off x="9410700" y="2971800"/>
            <a:ext cx="38100" cy="38100"/>
          </a:xfrm>
          <a:prstGeom prst="rect">
            <a:avLst/>
          </a:prstGeom>
          <a:solidFill>
            <a:srgbClr val="CED7E6"/>
          </a:solidFill>
          <a:ln>
            <a:noFill/>
          </a:ln>
        </p:spPr>
      </p:sp>
      <p:sp>
        <p:nvSpPr>
          <p:cNvPr id="106" name="wm.library-whiteboard.001.007.009"/>
          <p:cNvSpPr/>
          <p:nvPr/>
        </p:nvSpPr>
        <p:spPr>
          <a:xfrm>
            <a:off x="9410700" y="3200400"/>
            <a:ext cx="38100" cy="38100"/>
          </a:xfrm>
          <a:prstGeom prst="rect">
            <a:avLst/>
          </a:prstGeom>
          <a:solidFill>
            <a:srgbClr val="CED7E6"/>
          </a:solidFill>
          <a:ln>
            <a:noFill/>
          </a:ln>
        </p:spPr>
      </p:sp>
      <p:sp>
        <p:nvSpPr>
          <p:cNvPr id="107" name="wm.library-whiteboard.001.007.010"/>
          <p:cNvSpPr/>
          <p:nvPr/>
        </p:nvSpPr>
        <p:spPr>
          <a:xfrm>
            <a:off x="9410700" y="3429000"/>
            <a:ext cx="38100" cy="38100"/>
          </a:xfrm>
          <a:prstGeom prst="rect">
            <a:avLst/>
          </a:prstGeom>
          <a:solidFill>
            <a:srgbClr val="CED7E6"/>
          </a:solidFill>
          <a:ln>
            <a:noFill/>
          </a:ln>
        </p:spPr>
      </p:sp>
      <p:sp>
        <p:nvSpPr>
          <p:cNvPr id="108" name="wm.library-whiteboard.001.007.011"/>
          <p:cNvSpPr/>
          <p:nvPr/>
        </p:nvSpPr>
        <p:spPr>
          <a:xfrm>
            <a:off x="9410700" y="3657600"/>
            <a:ext cx="38100" cy="38100"/>
          </a:xfrm>
          <a:prstGeom prst="rect">
            <a:avLst/>
          </a:prstGeom>
          <a:solidFill>
            <a:srgbClr val="CED7E6"/>
          </a:solidFill>
          <a:ln>
            <a:noFill/>
          </a:ln>
        </p:spPr>
      </p:sp>
      <p:sp>
        <p:nvSpPr>
          <p:cNvPr id="109" name="wm.library-whiteboard.001.007.012"/>
          <p:cNvSpPr/>
          <p:nvPr/>
        </p:nvSpPr>
        <p:spPr>
          <a:xfrm>
            <a:off x="9410700" y="3886200"/>
            <a:ext cx="38100" cy="38100"/>
          </a:xfrm>
          <a:prstGeom prst="rect">
            <a:avLst/>
          </a:prstGeom>
          <a:solidFill>
            <a:srgbClr val="CED7E6"/>
          </a:solidFill>
          <a:ln>
            <a:noFill/>
          </a:ln>
        </p:spPr>
      </p:sp>
      <p:sp>
        <p:nvSpPr>
          <p:cNvPr id="110" name="wm.library-whiteboard.001.007.013"/>
          <p:cNvSpPr/>
          <p:nvPr/>
        </p:nvSpPr>
        <p:spPr>
          <a:xfrm>
            <a:off x="9410700" y="4114800"/>
            <a:ext cx="38100" cy="38100"/>
          </a:xfrm>
          <a:prstGeom prst="rect">
            <a:avLst/>
          </a:prstGeom>
          <a:solidFill>
            <a:srgbClr val="CED7E6"/>
          </a:solidFill>
          <a:ln>
            <a:noFill/>
          </a:ln>
        </p:spPr>
      </p:sp>
      <p:sp>
        <p:nvSpPr>
          <p:cNvPr id="111" name="wm.library-whiteboard.001.007.014"/>
          <p:cNvSpPr/>
          <p:nvPr/>
        </p:nvSpPr>
        <p:spPr>
          <a:xfrm>
            <a:off x="9410700" y="4343400"/>
            <a:ext cx="38100" cy="38100"/>
          </a:xfrm>
          <a:prstGeom prst="rect">
            <a:avLst/>
          </a:prstGeom>
          <a:solidFill>
            <a:srgbClr val="CED7E6"/>
          </a:solidFill>
          <a:ln>
            <a:noFill/>
          </a:ln>
        </p:spPr>
      </p:sp>
      <p:sp>
        <p:nvSpPr>
          <p:cNvPr id="112" name="wm.library-whiteboard.001.007.015"/>
          <p:cNvSpPr/>
          <p:nvPr/>
        </p:nvSpPr>
        <p:spPr>
          <a:xfrm>
            <a:off x="9410700" y="4572000"/>
            <a:ext cx="38100" cy="38100"/>
          </a:xfrm>
          <a:prstGeom prst="rect">
            <a:avLst/>
          </a:prstGeom>
          <a:solidFill>
            <a:srgbClr val="CED7E6"/>
          </a:solidFill>
          <a:ln>
            <a:noFill/>
          </a:ln>
        </p:spPr>
      </p:sp>
      <p:sp>
        <p:nvSpPr>
          <p:cNvPr id="113" name="wm.library-whiteboard.001.007.016"/>
          <p:cNvSpPr/>
          <p:nvPr/>
        </p:nvSpPr>
        <p:spPr>
          <a:xfrm>
            <a:off x="9410700" y="4800600"/>
            <a:ext cx="38100" cy="38100"/>
          </a:xfrm>
          <a:prstGeom prst="rect">
            <a:avLst/>
          </a:prstGeom>
          <a:solidFill>
            <a:srgbClr val="CED7E6"/>
          </a:solidFill>
          <a:ln>
            <a:noFill/>
          </a:ln>
        </p:spPr>
      </p:sp>
      <p:sp>
        <p:nvSpPr>
          <p:cNvPr id="114" name="wm.library-whiteboard.001.008.001"/>
          <p:cNvSpPr/>
          <p:nvPr/>
        </p:nvSpPr>
        <p:spPr>
          <a:xfrm>
            <a:off x="9639300" y="1371600"/>
            <a:ext cx="38100" cy="38100"/>
          </a:xfrm>
          <a:prstGeom prst="rect">
            <a:avLst/>
          </a:prstGeom>
          <a:solidFill>
            <a:srgbClr val="CED7E6"/>
          </a:solidFill>
          <a:ln>
            <a:noFill/>
          </a:ln>
        </p:spPr>
      </p:sp>
      <p:sp>
        <p:nvSpPr>
          <p:cNvPr id="115" name="wm.library-whiteboard.001.008.002"/>
          <p:cNvSpPr/>
          <p:nvPr/>
        </p:nvSpPr>
        <p:spPr>
          <a:xfrm>
            <a:off x="9639300" y="1600200"/>
            <a:ext cx="38100" cy="38100"/>
          </a:xfrm>
          <a:prstGeom prst="rect">
            <a:avLst/>
          </a:prstGeom>
          <a:solidFill>
            <a:srgbClr val="CED7E6"/>
          </a:solidFill>
          <a:ln>
            <a:noFill/>
          </a:ln>
        </p:spPr>
      </p:sp>
      <p:sp>
        <p:nvSpPr>
          <p:cNvPr id="116" name="wm.library-whiteboard.001.008.003"/>
          <p:cNvSpPr/>
          <p:nvPr/>
        </p:nvSpPr>
        <p:spPr>
          <a:xfrm>
            <a:off x="9639300" y="1828800"/>
            <a:ext cx="38100" cy="38100"/>
          </a:xfrm>
          <a:prstGeom prst="rect">
            <a:avLst/>
          </a:prstGeom>
          <a:solidFill>
            <a:srgbClr val="CED7E6"/>
          </a:solidFill>
          <a:ln>
            <a:noFill/>
          </a:ln>
        </p:spPr>
      </p:sp>
      <p:sp>
        <p:nvSpPr>
          <p:cNvPr id="117" name="wm.library-whiteboard.001.008.004"/>
          <p:cNvSpPr/>
          <p:nvPr/>
        </p:nvSpPr>
        <p:spPr>
          <a:xfrm>
            <a:off x="9639300" y="2057400"/>
            <a:ext cx="38100" cy="38100"/>
          </a:xfrm>
          <a:prstGeom prst="rect">
            <a:avLst/>
          </a:prstGeom>
          <a:solidFill>
            <a:srgbClr val="CED7E6"/>
          </a:solidFill>
          <a:ln>
            <a:noFill/>
          </a:ln>
        </p:spPr>
      </p:sp>
      <p:sp>
        <p:nvSpPr>
          <p:cNvPr id="118" name="wm.library-whiteboard.001.008.005"/>
          <p:cNvSpPr/>
          <p:nvPr/>
        </p:nvSpPr>
        <p:spPr>
          <a:xfrm>
            <a:off x="9639300" y="2286000"/>
            <a:ext cx="38100" cy="38100"/>
          </a:xfrm>
          <a:prstGeom prst="rect">
            <a:avLst/>
          </a:prstGeom>
          <a:solidFill>
            <a:srgbClr val="CED7E6"/>
          </a:solidFill>
          <a:ln>
            <a:noFill/>
          </a:ln>
        </p:spPr>
      </p:sp>
      <p:sp>
        <p:nvSpPr>
          <p:cNvPr id="119" name="wm.library-whiteboard.001.008.006"/>
          <p:cNvSpPr/>
          <p:nvPr/>
        </p:nvSpPr>
        <p:spPr>
          <a:xfrm>
            <a:off x="9639300" y="2514600"/>
            <a:ext cx="38100" cy="38100"/>
          </a:xfrm>
          <a:prstGeom prst="rect">
            <a:avLst/>
          </a:prstGeom>
          <a:solidFill>
            <a:srgbClr val="CED7E6"/>
          </a:solidFill>
          <a:ln>
            <a:noFill/>
          </a:ln>
        </p:spPr>
      </p:sp>
      <p:sp>
        <p:nvSpPr>
          <p:cNvPr id="120" name="wm.library-whiteboard.001.008.007"/>
          <p:cNvSpPr/>
          <p:nvPr/>
        </p:nvSpPr>
        <p:spPr>
          <a:xfrm>
            <a:off x="9639300" y="2743200"/>
            <a:ext cx="38100" cy="38100"/>
          </a:xfrm>
          <a:prstGeom prst="rect">
            <a:avLst/>
          </a:prstGeom>
          <a:solidFill>
            <a:srgbClr val="CED7E6"/>
          </a:solidFill>
          <a:ln>
            <a:noFill/>
          </a:ln>
        </p:spPr>
      </p:sp>
      <p:sp>
        <p:nvSpPr>
          <p:cNvPr id="121" name="wm.library-whiteboard.001.008.008"/>
          <p:cNvSpPr/>
          <p:nvPr/>
        </p:nvSpPr>
        <p:spPr>
          <a:xfrm>
            <a:off x="9639300" y="2971800"/>
            <a:ext cx="38100" cy="38100"/>
          </a:xfrm>
          <a:prstGeom prst="rect">
            <a:avLst/>
          </a:prstGeom>
          <a:solidFill>
            <a:srgbClr val="CED7E6"/>
          </a:solidFill>
          <a:ln>
            <a:noFill/>
          </a:ln>
        </p:spPr>
      </p:sp>
      <p:sp>
        <p:nvSpPr>
          <p:cNvPr id="122" name="wm.library-whiteboard.001.008.009"/>
          <p:cNvSpPr/>
          <p:nvPr/>
        </p:nvSpPr>
        <p:spPr>
          <a:xfrm>
            <a:off x="9639300" y="3200400"/>
            <a:ext cx="38100" cy="38100"/>
          </a:xfrm>
          <a:prstGeom prst="rect">
            <a:avLst/>
          </a:prstGeom>
          <a:solidFill>
            <a:srgbClr val="CED7E6"/>
          </a:solidFill>
          <a:ln>
            <a:noFill/>
          </a:ln>
        </p:spPr>
      </p:sp>
      <p:sp>
        <p:nvSpPr>
          <p:cNvPr id="123" name="wm.library-whiteboard.001.008.010"/>
          <p:cNvSpPr/>
          <p:nvPr/>
        </p:nvSpPr>
        <p:spPr>
          <a:xfrm>
            <a:off x="9639300" y="3429000"/>
            <a:ext cx="38100" cy="38100"/>
          </a:xfrm>
          <a:prstGeom prst="rect">
            <a:avLst/>
          </a:prstGeom>
          <a:solidFill>
            <a:srgbClr val="CED7E6"/>
          </a:solidFill>
          <a:ln>
            <a:noFill/>
          </a:ln>
        </p:spPr>
      </p:sp>
      <p:sp>
        <p:nvSpPr>
          <p:cNvPr id="124" name="wm.library-whiteboard.001.008.011"/>
          <p:cNvSpPr/>
          <p:nvPr/>
        </p:nvSpPr>
        <p:spPr>
          <a:xfrm>
            <a:off x="9639300" y="3657600"/>
            <a:ext cx="38100" cy="38100"/>
          </a:xfrm>
          <a:prstGeom prst="rect">
            <a:avLst/>
          </a:prstGeom>
          <a:solidFill>
            <a:srgbClr val="CED7E6"/>
          </a:solidFill>
          <a:ln>
            <a:noFill/>
          </a:ln>
        </p:spPr>
      </p:sp>
      <p:sp>
        <p:nvSpPr>
          <p:cNvPr id="125" name="wm.library-whiteboard.001.008.012"/>
          <p:cNvSpPr/>
          <p:nvPr/>
        </p:nvSpPr>
        <p:spPr>
          <a:xfrm>
            <a:off x="9639300" y="3886200"/>
            <a:ext cx="38100" cy="38100"/>
          </a:xfrm>
          <a:prstGeom prst="rect">
            <a:avLst/>
          </a:prstGeom>
          <a:solidFill>
            <a:srgbClr val="CED7E6"/>
          </a:solidFill>
          <a:ln>
            <a:noFill/>
          </a:ln>
        </p:spPr>
      </p:sp>
      <p:sp>
        <p:nvSpPr>
          <p:cNvPr id="126" name="wm.library-whiteboard.001.008.013"/>
          <p:cNvSpPr/>
          <p:nvPr/>
        </p:nvSpPr>
        <p:spPr>
          <a:xfrm>
            <a:off x="9639300" y="4114800"/>
            <a:ext cx="38100" cy="38100"/>
          </a:xfrm>
          <a:prstGeom prst="rect">
            <a:avLst/>
          </a:prstGeom>
          <a:solidFill>
            <a:srgbClr val="CED7E6"/>
          </a:solidFill>
          <a:ln>
            <a:noFill/>
          </a:ln>
        </p:spPr>
      </p:sp>
      <p:sp>
        <p:nvSpPr>
          <p:cNvPr id="127" name="wm.library-whiteboard.001.008.014"/>
          <p:cNvSpPr/>
          <p:nvPr/>
        </p:nvSpPr>
        <p:spPr>
          <a:xfrm>
            <a:off x="9639300" y="4343400"/>
            <a:ext cx="38100" cy="38100"/>
          </a:xfrm>
          <a:prstGeom prst="rect">
            <a:avLst/>
          </a:prstGeom>
          <a:solidFill>
            <a:srgbClr val="CED7E6"/>
          </a:solidFill>
          <a:ln>
            <a:noFill/>
          </a:ln>
        </p:spPr>
      </p:sp>
      <p:sp>
        <p:nvSpPr>
          <p:cNvPr id="128" name="wm.library-whiteboard.001.008.015"/>
          <p:cNvSpPr/>
          <p:nvPr/>
        </p:nvSpPr>
        <p:spPr>
          <a:xfrm>
            <a:off x="9639300" y="4572000"/>
            <a:ext cx="38100" cy="38100"/>
          </a:xfrm>
          <a:prstGeom prst="rect">
            <a:avLst/>
          </a:prstGeom>
          <a:solidFill>
            <a:srgbClr val="CED7E6"/>
          </a:solidFill>
          <a:ln>
            <a:noFill/>
          </a:ln>
        </p:spPr>
      </p:sp>
      <p:sp>
        <p:nvSpPr>
          <p:cNvPr id="129" name="wm.library-whiteboard.001.008.016"/>
          <p:cNvSpPr/>
          <p:nvPr/>
        </p:nvSpPr>
        <p:spPr>
          <a:xfrm>
            <a:off x="9639300" y="4800600"/>
            <a:ext cx="38100" cy="38100"/>
          </a:xfrm>
          <a:prstGeom prst="rect">
            <a:avLst/>
          </a:prstGeom>
          <a:solidFill>
            <a:srgbClr val="CED7E6"/>
          </a:solidFill>
          <a:ln>
            <a:noFill/>
          </a:ln>
        </p:spPr>
      </p:sp>
      <p:sp>
        <p:nvSpPr>
          <p:cNvPr id="130" name="wm.library-whiteboard.001.009.001"/>
          <p:cNvSpPr/>
          <p:nvPr/>
        </p:nvSpPr>
        <p:spPr>
          <a:xfrm>
            <a:off x="9867900" y="1371600"/>
            <a:ext cx="38100" cy="38100"/>
          </a:xfrm>
          <a:prstGeom prst="rect">
            <a:avLst/>
          </a:prstGeom>
          <a:solidFill>
            <a:srgbClr val="CED7E6"/>
          </a:solidFill>
          <a:ln>
            <a:noFill/>
          </a:ln>
        </p:spPr>
      </p:sp>
      <p:sp>
        <p:nvSpPr>
          <p:cNvPr id="131" name="wm.library-whiteboard.001.009.002"/>
          <p:cNvSpPr/>
          <p:nvPr/>
        </p:nvSpPr>
        <p:spPr>
          <a:xfrm>
            <a:off x="9867900" y="1600200"/>
            <a:ext cx="38100" cy="38100"/>
          </a:xfrm>
          <a:prstGeom prst="rect">
            <a:avLst/>
          </a:prstGeom>
          <a:solidFill>
            <a:srgbClr val="CED7E6"/>
          </a:solidFill>
          <a:ln>
            <a:noFill/>
          </a:ln>
        </p:spPr>
      </p:sp>
      <p:sp>
        <p:nvSpPr>
          <p:cNvPr id="132" name="wm.library-whiteboard.001.009.003"/>
          <p:cNvSpPr/>
          <p:nvPr/>
        </p:nvSpPr>
        <p:spPr>
          <a:xfrm>
            <a:off x="9867900" y="1828800"/>
            <a:ext cx="38100" cy="38100"/>
          </a:xfrm>
          <a:prstGeom prst="rect">
            <a:avLst/>
          </a:prstGeom>
          <a:solidFill>
            <a:srgbClr val="CED7E6"/>
          </a:solidFill>
          <a:ln>
            <a:noFill/>
          </a:ln>
        </p:spPr>
      </p:sp>
      <p:sp>
        <p:nvSpPr>
          <p:cNvPr id="133" name="wm.library-whiteboard.001.009.004"/>
          <p:cNvSpPr/>
          <p:nvPr/>
        </p:nvSpPr>
        <p:spPr>
          <a:xfrm>
            <a:off x="9867900" y="2057400"/>
            <a:ext cx="38100" cy="38100"/>
          </a:xfrm>
          <a:prstGeom prst="rect">
            <a:avLst/>
          </a:prstGeom>
          <a:solidFill>
            <a:srgbClr val="CED7E6"/>
          </a:solidFill>
          <a:ln>
            <a:noFill/>
          </a:ln>
        </p:spPr>
      </p:sp>
      <p:sp>
        <p:nvSpPr>
          <p:cNvPr id="134" name="wm.library-whiteboard.001.009.005"/>
          <p:cNvSpPr/>
          <p:nvPr/>
        </p:nvSpPr>
        <p:spPr>
          <a:xfrm>
            <a:off x="9867900" y="2286000"/>
            <a:ext cx="38100" cy="38100"/>
          </a:xfrm>
          <a:prstGeom prst="rect">
            <a:avLst/>
          </a:prstGeom>
          <a:solidFill>
            <a:srgbClr val="CED7E6"/>
          </a:solidFill>
          <a:ln>
            <a:noFill/>
          </a:ln>
        </p:spPr>
      </p:sp>
      <p:sp>
        <p:nvSpPr>
          <p:cNvPr id="135" name="wm.library-whiteboard.001.009.006"/>
          <p:cNvSpPr/>
          <p:nvPr/>
        </p:nvSpPr>
        <p:spPr>
          <a:xfrm>
            <a:off x="9867900" y="2514600"/>
            <a:ext cx="38100" cy="38100"/>
          </a:xfrm>
          <a:prstGeom prst="rect">
            <a:avLst/>
          </a:prstGeom>
          <a:solidFill>
            <a:srgbClr val="CED7E6"/>
          </a:solidFill>
          <a:ln>
            <a:noFill/>
          </a:ln>
        </p:spPr>
      </p:sp>
      <p:sp>
        <p:nvSpPr>
          <p:cNvPr id="136" name="wm.library-whiteboard.001.009.007"/>
          <p:cNvSpPr/>
          <p:nvPr/>
        </p:nvSpPr>
        <p:spPr>
          <a:xfrm>
            <a:off x="9867900" y="2743200"/>
            <a:ext cx="38100" cy="38100"/>
          </a:xfrm>
          <a:prstGeom prst="rect">
            <a:avLst/>
          </a:prstGeom>
          <a:solidFill>
            <a:srgbClr val="CED7E6"/>
          </a:solidFill>
          <a:ln>
            <a:noFill/>
          </a:ln>
        </p:spPr>
      </p:sp>
      <p:sp>
        <p:nvSpPr>
          <p:cNvPr id="137" name="wm.library-whiteboard.001.009.008"/>
          <p:cNvSpPr/>
          <p:nvPr/>
        </p:nvSpPr>
        <p:spPr>
          <a:xfrm>
            <a:off x="9867900" y="2971800"/>
            <a:ext cx="38100" cy="38100"/>
          </a:xfrm>
          <a:prstGeom prst="rect">
            <a:avLst/>
          </a:prstGeom>
          <a:solidFill>
            <a:srgbClr val="CED7E6"/>
          </a:solidFill>
          <a:ln>
            <a:noFill/>
          </a:ln>
        </p:spPr>
      </p:sp>
      <p:sp>
        <p:nvSpPr>
          <p:cNvPr id="138" name="wm.library-whiteboard.001.009.009"/>
          <p:cNvSpPr/>
          <p:nvPr/>
        </p:nvSpPr>
        <p:spPr>
          <a:xfrm>
            <a:off x="9867900" y="3200400"/>
            <a:ext cx="38100" cy="38100"/>
          </a:xfrm>
          <a:prstGeom prst="rect">
            <a:avLst/>
          </a:prstGeom>
          <a:solidFill>
            <a:srgbClr val="CED7E6"/>
          </a:solidFill>
          <a:ln>
            <a:noFill/>
          </a:ln>
        </p:spPr>
      </p:sp>
      <p:sp>
        <p:nvSpPr>
          <p:cNvPr id="139" name="wm.library-whiteboard.001.009.010"/>
          <p:cNvSpPr/>
          <p:nvPr/>
        </p:nvSpPr>
        <p:spPr>
          <a:xfrm>
            <a:off x="9867900" y="3429000"/>
            <a:ext cx="38100" cy="38100"/>
          </a:xfrm>
          <a:prstGeom prst="rect">
            <a:avLst/>
          </a:prstGeom>
          <a:solidFill>
            <a:srgbClr val="CED7E6"/>
          </a:solidFill>
          <a:ln>
            <a:noFill/>
          </a:ln>
        </p:spPr>
      </p:sp>
      <p:sp>
        <p:nvSpPr>
          <p:cNvPr id="140" name="wm.library-whiteboard.001.009.011"/>
          <p:cNvSpPr/>
          <p:nvPr/>
        </p:nvSpPr>
        <p:spPr>
          <a:xfrm>
            <a:off x="9867900" y="3657600"/>
            <a:ext cx="38100" cy="38100"/>
          </a:xfrm>
          <a:prstGeom prst="rect">
            <a:avLst/>
          </a:prstGeom>
          <a:solidFill>
            <a:srgbClr val="CED7E6"/>
          </a:solidFill>
          <a:ln>
            <a:noFill/>
          </a:ln>
        </p:spPr>
      </p:sp>
      <p:sp>
        <p:nvSpPr>
          <p:cNvPr id="141" name="wm.library-whiteboard.001.009.012"/>
          <p:cNvSpPr/>
          <p:nvPr/>
        </p:nvSpPr>
        <p:spPr>
          <a:xfrm>
            <a:off x="9867900" y="3886200"/>
            <a:ext cx="38100" cy="38100"/>
          </a:xfrm>
          <a:prstGeom prst="rect">
            <a:avLst/>
          </a:prstGeom>
          <a:solidFill>
            <a:srgbClr val="CED7E6"/>
          </a:solidFill>
          <a:ln>
            <a:noFill/>
          </a:ln>
        </p:spPr>
      </p:sp>
      <p:sp>
        <p:nvSpPr>
          <p:cNvPr id="142" name="wm.library-whiteboard.001.009.013"/>
          <p:cNvSpPr/>
          <p:nvPr/>
        </p:nvSpPr>
        <p:spPr>
          <a:xfrm>
            <a:off x="9867900" y="4114800"/>
            <a:ext cx="38100" cy="38100"/>
          </a:xfrm>
          <a:prstGeom prst="rect">
            <a:avLst/>
          </a:prstGeom>
          <a:solidFill>
            <a:srgbClr val="CED7E6"/>
          </a:solidFill>
          <a:ln>
            <a:noFill/>
          </a:ln>
        </p:spPr>
      </p:sp>
      <p:sp>
        <p:nvSpPr>
          <p:cNvPr id="143" name="wm.library-whiteboard.001.009.014"/>
          <p:cNvSpPr/>
          <p:nvPr/>
        </p:nvSpPr>
        <p:spPr>
          <a:xfrm>
            <a:off x="9867900" y="4343400"/>
            <a:ext cx="38100" cy="38100"/>
          </a:xfrm>
          <a:prstGeom prst="rect">
            <a:avLst/>
          </a:prstGeom>
          <a:solidFill>
            <a:srgbClr val="CED7E6"/>
          </a:solidFill>
          <a:ln>
            <a:noFill/>
          </a:ln>
        </p:spPr>
      </p:sp>
      <p:sp>
        <p:nvSpPr>
          <p:cNvPr id="144" name="wm.library-whiteboard.001.009.015"/>
          <p:cNvSpPr/>
          <p:nvPr/>
        </p:nvSpPr>
        <p:spPr>
          <a:xfrm>
            <a:off x="9867900" y="4572000"/>
            <a:ext cx="38100" cy="38100"/>
          </a:xfrm>
          <a:prstGeom prst="rect">
            <a:avLst/>
          </a:prstGeom>
          <a:solidFill>
            <a:srgbClr val="CED7E6"/>
          </a:solidFill>
          <a:ln>
            <a:noFill/>
          </a:ln>
        </p:spPr>
      </p:sp>
      <p:sp>
        <p:nvSpPr>
          <p:cNvPr id="145" name="wm.library-whiteboard.001.009.016"/>
          <p:cNvSpPr/>
          <p:nvPr/>
        </p:nvSpPr>
        <p:spPr>
          <a:xfrm>
            <a:off x="9867900" y="4800600"/>
            <a:ext cx="38100" cy="38100"/>
          </a:xfrm>
          <a:prstGeom prst="rect">
            <a:avLst/>
          </a:prstGeom>
          <a:solidFill>
            <a:srgbClr val="CED7E6"/>
          </a:solidFill>
          <a:ln>
            <a:noFill/>
          </a:ln>
        </p:spPr>
      </p:sp>
      <p:sp>
        <p:nvSpPr>
          <p:cNvPr id="146" name="wm.library-whiteboard.001.010.001"/>
          <p:cNvSpPr/>
          <p:nvPr/>
        </p:nvSpPr>
        <p:spPr>
          <a:xfrm>
            <a:off x="10096500" y="1371600"/>
            <a:ext cx="38100" cy="38100"/>
          </a:xfrm>
          <a:prstGeom prst="rect">
            <a:avLst/>
          </a:prstGeom>
          <a:solidFill>
            <a:srgbClr val="CED7E6"/>
          </a:solidFill>
          <a:ln>
            <a:noFill/>
          </a:ln>
        </p:spPr>
      </p:sp>
      <p:sp>
        <p:nvSpPr>
          <p:cNvPr id="147" name="wm.library-whiteboard.001.010.002"/>
          <p:cNvSpPr/>
          <p:nvPr/>
        </p:nvSpPr>
        <p:spPr>
          <a:xfrm>
            <a:off x="10096500" y="1600200"/>
            <a:ext cx="38100" cy="38100"/>
          </a:xfrm>
          <a:prstGeom prst="rect">
            <a:avLst/>
          </a:prstGeom>
          <a:solidFill>
            <a:srgbClr val="CED7E6"/>
          </a:solidFill>
          <a:ln>
            <a:noFill/>
          </a:ln>
        </p:spPr>
      </p:sp>
      <p:sp>
        <p:nvSpPr>
          <p:cNvPr id="148" name="wm.library-whiteboard.001.010.003"/>
          <p:cNvSpPr/>
          <p:nvPr/>
        </p:nvSpPr>
        <p:spPr>
          <a:xfrm>
            <a:off x="10096500" y="1828800"/>
            <a:ext cx="38100" cy="38100"/>
          </a:xfrm>
          <a:prstGeom prst="rect">
            <a:avLst/>
          </a:prstGeom>
          <a:solidFill>
            <a:srgbClr val="CED7E6"/>
          </a:solidFill>
          <a:ln>
            <a:noFill/>
          </a:ln>
        </p:spPr>
      </p:sp>
      <p:sp>
        <p:nvSpPr>
          <p:cNvPr id="149" name="wm.library-whiteboard.001.010.004"/>
          <p:cNvSpPr/>
          <p:nvPr/>
        </p:nvSpPr>
        <p:spPr>
          <a:xfrm>
            <a:off x="10096500" y="2057400"/>
            <a:ext cx="38100" cy="38100"/>
          </a:xfrm>
          <a:prstGeom prst="rect">
            <a:avLst/>
          </a:prstGeom>
          <a:solidFill>
            <a:srgbClr val="CED7E6"/>
          </a:solidFill>
          <a:ln>
            <a:noFill/>
          </a:ln>
        </p:spPr>
      </p:sp>
      <p:sp>
        <p:nvSpPr>
          <p:cNvPr id="150" name="wm.library-whiteboard.001.010.005"/>
          <p:cNvSpPr/>
          <p:nvPr/>
        </p:nvSpPr>
        <p:spPr>
          <a:xfrm>
            <a:off x="10096500" y="2286000"/>
            <a:ext cx="38100" cy="38100"/>
          </a:xfrm>
          <a:prstGeom prst="rect">
            <a:avLst/>
          </a:prstGeom>
          <a:solidFill>
            <a:srgbClr val="CED7E6"/>
          </a:solidFill>
          <a:ln>
            <a:noFill/>
          </a:ln>
        </p:spPr>
      </p:sp>
      <p:sp>
        <p:nvSpPr>
          <p:cNvPr id="151" name="wm.library-whiteboard.001.010.006"/>
          <p:cNvSpPr/>
          <p:nvPr/>
        </p:nvSpPr>
        <p:spPr>
          <a:xfrm>
            <a:off x="10096500" y="2514600"/>
            <a:ext cx="38100" cy="38100"/>
          </a:xfrm>
          <a:prstGeom prst="rect">
            <a:avLst/>
          </a:prstGeom>
          <a:solidFill>
            <a:srgbClr val="CED7E6"/>
          </a:solidFill>
          <a:ln>
            <a:noFill/>
          </a:ln>
        </p:spPr>
      </p:sp>
      <p:sp>
        <p:nvSpPr>
          <p:cNvPr id="152" name="wm.library-whiteboard.001.010.007"/>
          <p:cNvSpPr/>
          <p:nvPr/>
        </p:nvSpPr>
        <p:spPr>
          <a:xfrm>
            <a:off x="10096500" y="2743200"/>
            <a:ext cx="38100" cy="38100"/>
          </a:xfrm>
          <a:prstGeom prst="rect">
            <a:avLst/>
          </a:prstGeom>
          <a:solidFill>
            <a:srgbClr val="CED7E6"/>
          </a:solidFill>
          <a:ln>
            <a:noFill/>
          </a:ln>
        </p:spPr>
      </p:sp>
      <p:sp>
        <p:nvSpPr>
          <p:cNvPr id="153" name="wm.library-whiteboard.001.010.008"/>
          <p:cNvSpPr/>
          <p:nvPr/>
        </p:nvSpPr>
        <p:spPr>
          <a:xfrm>
            <a:off x="10096500" y="2971800"/>
            <a:ext cx="38100" cy="38100"/>
          </a:xfrm>
          <a:prstGeom prst="rect">
            <a:avLst/>
          </a:prstGeom>
          <a:solidFill>
            <a:srgbClr val="CED7E6"/>
          </a:solidFill>
          <a:ln>
            <a:noFill/>
          </a:ln>
        </p:spPr>
      </p:sp>
      <p:sp>
        <p:nvSpPr>
          <p:cNvPr id="154" name="wm.library-whiteboard.001.010.009"/>
          <p:cNvSpPr/>
          <p:nvPr/>
        </p:nvSpPr>
        <p:spPr>
          <a:xfrm>
            <a:off x="10096500" y="3200400"/>
            <a:ext cx="38100" cy="38100"/>
          </a:xfrm>
          <a:prstGeom prst="rect">
            <a:avLst/>
          </a:prstGeom>
          <a:solidFill>
            <a:srgbClr val="CED7E6"/>
          </a:solidFill>
          <a:ln>
            <a:noFill/>
          </a:ln>
        </p:spPr>
      </p:sp>
      <p:sp>
        <p:nvSpPr>
          <p:cNvPr id="155" name="wm.library-whiteboard.001.010.010"/>
          <p:cNvSpPr/>
          <p:nvPr/>
        </p:nvSpPr>
        <p:spPr>
          <a:xfrm>
            <a:off x="10096500" y="3429000"/>
            <a:ext cx="38100" cy="38100"/>
          </a:xfrm>
          <a:prstGeom prst="rect">
            <a:avLst/>
          </a:prstGeom>
          <a:solidFill>
            <a:srgbClr val="CED7E6"/>
          </a:solidFill>
          <a:ln>
            <a:noFill/>
          </a:ln>
        </p:spPr>
      </p:sp>
      <p:sp>
        <p:nvSpPr>
          <p:cNvPr id="156" name="wm.library-whiteboard.001.010.011"/>
          <p:cNvSpPr/>
          <p:nvPr/>
        </p:nvSpPr>
        <p:spPr>
          <a:xfrm>
            <a:off x="10096500" y="3657600"/>
            <a:ext cx="38100" cy="38100"/>
          </a:xfrm>
          <a:prstGeom prst="rect">
            <a:avLst/>
          </a:prstGeom>
          <a:solidFill>
            <a:srgbClr val="CED7E6"/>
          </a:solidFill>
          <a:ln>
            <a:noFill/>
          </a:ln>
        </p:spPr>
      </p:sp>
      <p:sp>
        <p:nvSpPr>
          <p:cNvPr id="157" name="wm.library-whiteboard.001.010.012"/>
          <p:cNvSpPr/>
          <p:nvPr/>
        </p:nvSpPr>
        <p:spPr>
          <a:xfrm>
            <a:off x="10096500" y="3886200"/>
            <a:ext cx="38100" cy="38100"/>
          </a:xfrm>
          <a:prstGeom prst="rect">
            <a:avLst/>
          </a:prstGeom>
          <a:solidFill>
            <a:srgbClr val="CED7E6"/>
          </a:solidFill>
          <a:ln>
            <a:noFill/>
          </a:ln>
        </p:spPr>
      </p:sp>
      <p:sp>
        <p:nvSpPr>
          <p:cNvPr id="158" name="wm.library-whiteboard.001.010.013"/>
          <p:cNvSpPr/>
          <p:nvPr/>
        </p:nvSpPr>
        <p:spPr>
          <a:xfrm>
            <a:off x="10096500" y="4114800"/>
            <a:ext cx="38100" cy="38100"/>
          </a:xfrm>
          <a:prstGeom prst="rect">
            <a:avLst/>
          </a:prstGeom>
          <a:solidFill>
            <a:srgbClr val="CED7E6"/>
          </a:solidFill>
          <a:ln>
            <a:noFill/>
          </a:ln>
        </p:spPr>
      </p:sp>
      <p:sp>
        <p:nvSpPr>
          <p:cNvPr id="159" name="wm.library-whiteboard.001.010.014"/>
          <p:cNvSpPr/>
          <p:nvPr/>
        </p:nvSpPr>
        <p:spPr>
          <a:xfrm>
            <a:off x="10096500" y="4343400"/>
            <a:ext cx="38100" cy="38100"/>
          </a:xfrm>
          <a:prstGeom prst="rect">
            <a:avLst/>
          </a:prstGeom>
          <a:solidFill>
            <a:srgbClr val="CED7E6"/>
          </a:solidFill>
          <a:ln>
            <a:noFill/>
          </a:ln>
        </p:spPr>
      </p:sp>
      <p:sp>
        <p:nvSpPr>
          <p:cNvPr id="160" name="wm.library-whiteboard.001.010.015"/>
          <p:cNvSpPr/>
          <p:nvPr/>
        </p:nvSpPr>
        <p:spPr>
          <a:xfrm>
            <a:off x="10096500" y="4572000"/>
            <a:ext cx="38100" cy="38100"/>
          </a:xfrm>
          <a:prstGeom prst="rect">
            <a:avLst/>
          </a:prstGeom>
          <a:solidFill>
            <a:srgbClr val="CED7E6"/>
          </a:solidFill>
          <a:ln>
            <a:noFill/>
          </a:ln>
        </p:spPr>
      </p:sp>
      <p:sp>
        <p:nvSpPr>
          <p:cNvPr id="161" name="wm.library-whiteboard.001.010.016"/>
          <p:cNvSpPr/>
          <p:nvPr/>
        </p:nvSpPr>
        <p:spPr>
          <a:xfrm>
            <a:off x="10096500" y="4800600"/>
            <a:ext cx="38100" cy="38100"/>
          </a:xfrm>
          <a:prstGeom prst="rect">
            <a:avLst/>
          </a:prstGeom>
          <a:solidFill>
            <a:srgbClr val="CED7E6"/>
          </a:solidFill>
          <a:ln>
            <a:noFill/>
          </a:ln>
        </p:spPr>
      </p:sp>
      <p:sp>
        <p:nvSpPr>
          <p:cNvPr id="162" name="wm.library-whiteboard.001.011.001"/>
          <p:cNvSpPr/>
          <p:nvPr/>
        </p:nvSpPr>
        <p:spPr>
          <a:xfrm>
            <a:off x="10325100" y="1371600"/>
            <a:ext cx="38100" cy="38100"/>
          </a:xfrm>
          <a:prstGeom prst="rect">
            <a:avLst/>
          </a:prstGeom>
          <a:solidFill>
            <a:srgbClr val="CED7E6"/>
          </a:solidFill>
          <a:ln>
            <a:noFill/>
          </a:ln>
        </p:spPr>
      </p:sp>
      <p:sp>
        <p:nvSpPr>
          <p:cNvPr id="163" name="wm.library-whiteboard.001.011.002"/>
          <p:cNvSpPr/>
          <p:nvPr/>
        </p:nvSpPr>
        <p:spPr>
          <a:xfrm>
            <a:off x="10325100" y="1600200"/>
            <a:ext cx="38100" cy="38100"/>
          </a:xfrm>
          <a:prstGeom prst="rect">
            <a:avLst/>
          </a:prstGeom>
          <a:solidFill>
            <a:srgbClr val="CED7E6"/>
          </a:solidFill>
          <a:ln>
            <a:noFill/>
          </a:ln>
        </p:spPr>
      </p:sp>
      <p:sp>
        <p:nvSpPr>
          <p:cNvPr id="164" name="wm.library-whiteboard.001.011.003"/>
          <p:cNvSpPr/>
          <p:nvPr/>
        </p:nvSpPr>
        <p:spPr>
          <a:xfrm>
            <a:off x="10325100" y="1828800"/>
            <a:ext cx="38100" cy="38100"/>
          </a:xfrm>
          <a:prstGeom prst="rect">
            <a:avLst/>
          </a:prstGeom>
          <a:solidFill>
            <a:srgbClr val="CED7E6"/>
          </a:solidFill>
          <a:ln>
            <a:noFill/>
          </a:ln>
        </p:spPr>
      </p:sp>
      <p:sp>
        <p:nvSpPr>
          <p:cNvPr id="165" name="wm.library-whiteboard.001.011.004"/>
          <p:cNvSpPr/>
          <p:nvPr/>
        </p:nvSpPr>
        <p:spPr>
          <a:xfrm>
            <a:off x="10325100" y="2057400"/>
            <a:ext cx="38100" cy="38100"/>
          </a:xfrm>
          <a:prstGeom prst="rect">
            <a:avLst/>
          </a:prstGeom>
          <a:solidFill>
            <a:srgbClr val="CED7E6"/>
          </a:solidFill>
          <a:ln>
            <a:noFill/>
          </a:ln>
        </p:spPr>
      </p:sp>
      <p:sp>
        <p:nvSpPr>
          <p:cNvPr id="166" name="wm.library-whiteboard.001.011.005"/>
          <p:cNvSpPr/>
          <p:nvPr/>
        </p:nvSpPr>
        <p:spPr>
          <a:xfrm>
            <a:off x="10325100" y="2286000"/>
            <a:ext cx="38100" cy="38100"/>
          </a:xfrm>
          <a:prstGeom prst="rect">
            <a:avLst/>
          </a:prstGeom>
          <a:solidFill>
            <a:srgbClr val="CED7E6"/>
          </a:solidFill>
          <a:ln>
            <a:noFill/>
          </a:ln>
        </p:spPr>
      </p:sp>
      <p:sp>
        <p:nvSpPr>
          <p:cNvPr id="167" name="wm.library-whiteboard.001.011.006"/>
          <p:cNvSpPr/>
          <p:nvPr/>
        </p:nvSpPr>
        <p:spPr>
          <a:xfrm>
            <a:off x="10325100" y="2514600"/>
            <a:ext cx="38100" cy="38100"/>
          </a:xfrm>
          <a:prstGeom prst="rect">
            <a:avLst/>
          </a:prstGeom>
          <a:solidFill>
            <a:srgbClr val="CED7E6"/>
          </a:solidFill>
          <a:ln>
            <a:noFill/>
          </a:ln>
        </p:spPr>
      </p:sp>
      <p:sp>
        <p:nvSpPr>
          <p:cNvPr id="168" name="wm.library-whiteboard.001.011.007"/>
          <p:cNvSpPr/>
          <p:nvPr/>
        </p:nvSpPr>
        <p:spPr>
          <a:xfrm>
            <a:off x="10325100" y="2743200"/>
            <a:ext cx="38100" cy="38100"/>
          </a:xfrm>
          <a:prstGeom prst="rect">
            <a:avLst/>
          </a:prstGeom>
          <a:solidFill>
            <a:srgbClr val="CED7E6"/>
          </a:solidFill>
          <a:ln>
            <a:noFill/>
          </a:ln>
        </p:spPr>
      </p:sp>
      <p:sp>
        <p:nvSpPr>
          <p:cNvPr id="169" name="wm.library-whiteboard.001.011.008"/>
          <p:cNvSpPr/>
          <p:nvPr/>
        </p:nvSpPr>
        <p:spPr>
          <a:xfrm>
            <a:off x="10325100" y="2971800"/>
            <a:ext cx="38100" cy="38100"/>
          </a:xfrm>
          <a:prstGeom prst="rect">
            <a:avLst/>
          </a:prstGeom>
          <a:solidFill>
            <a:srgbClr val="CED7E6"/>
          </a:solidFill>
          <a:ln>
            <a:noFill/>
          </a:ln>
        </p:spPr>
      </p:sp>
      <p:sp>
        <p:nvSpPr>
          <p:cNvPr id="170" name="wm.library-whiteboard.001.011.009"/>
          <p:cNvSpPr/>
          <p:nvPr/>
        </p:nvSpPr>
        <p:spPr>
          <a:xfrm>
            <a:off x="10325100" y="3200400"/>
            <a:ext cx="38100" cy="38100"/>
          </a:xfrm>
          <a:prstGeom prst="rect">
            <a:avLst/>
          </a:prstGeom>
          <a:solidFill>
            <a:srgbClr val="CED7E6"/>
          </a:solidFill>
          <a:ln>
            <a:noFill/>
          </a:ln>
        </p:spPr>
      </p:sp>
      <p:sp>
        <p:nvSpPr>
          <p:cNvPr id="171" name="wm.library-whiteboard.001.011.010"/>
          <p:cNvSpPr/>
          <p:nvPr/>
        </p:nvSpPr>
        <p:spPr>
          <a:xfrm>
            <a:off x="10325100" y="3429000"/>
            <a:ext cx="38100" cy="38100"/>
          </a:xfrm>
          <a:prstGeom prst="rect">
            <a:avLst/>
          </a:prstGeom>
          <a:solidFill>
            <a:srgbClr val="CED7E6"/>
          </a:solidFill>
          <a:ln>
            <a:noFill/>
          </a:ln>
        </p:spPr>
      </p:sp>
      <p:sp>
        <p:nvSpPr>
          <p:cNvPr id="172" name="wm.library-whiteboard.001.011.011"/>
          <p:cNvSpPr/>
          <p:nvPr/>
        </p:nvSpPr>
        <p:spPr>
          <a:xfrm>
            <a:off x="10325100" y="3657600"/>
            <a:ext cx="38100" cy="38100"/>
          </a:xfrm>
          <a:prstGeom prst="rect">
            <a:avLst/>
          </a:prstGeom>
          <a:solidFill>
            <a:srgbClr val="CED7E6"/>
          </a:solidFill>
          <a:ln>
            <a:noFill/>
          </a:ln>
        </p:spPr>
      </p:sp>
      <p:sp>
        <p:nvSpPr>
          <p:cNvPr id="173" name="wm.library-whiteboard.001.011.012"/>
          <p:cNvSpPr/>
          <p:nvPr/>
        </p:nvSpPr>
        <p:spPr>
          <a:xfrm>
            <a:off x="10325100" y="3886200"/>
            <a:ext cx="38100" cy="38100"/>
          </a:xfrm>
          <a:prstGeom prst="rect">
            <a:avLst/>
          </a:prstGeom>
          <a:solidFill>
            <a:srgbClr val="CED7E6"/>
          </a:solidFill>
          <a:ln>
            <a:noFill/>
          </a:ln>
        </p:spPr>
      </p:sp>
      <p:sp>
        <p:nvSpPr>
          <p:cNvPr id="174" name="wm.library-whiteboard.001.011.013"/>
          <p:cNvSpPr/>
          <p:nvPr/>
        </p:nvSpPr>
        <p:spPr>
          <a:xfrm>
            <a:off x="10325100" y="4114800"/>
            <a:ext cx="38100" cy="38100"/>
          </a:xfrm>
          <a:prstGeom prst="rect">
            <a:avLst/>
          </a:prstGeom>
          <a:solidFill>
            <a:srgbClr val="CED7E6"/>
          </a:solidFill>
          <a:ln>
            <a:noFill/>
          </a:ln>
        </p:spPr>
      </p:sp>
      <p:sp>
        <p:nvSpPr>
          <p:cNvPr id="175" name="wm.library-whiteboard.001.011.014"/>
          <p:cNvSpPr/>
          <p:nvPr/>
        </p:nvSpPr>
        <p:spPr>
          <a:xfrm>
            <a:off x="10325100" y="4343400"/>
            <a:ext cx="38100" cy="38100"/>
          </a:xfrm>
          <a:prstGeom prst="rect">
            <a:avLst/>
          </a:prstGeom>
          <a:solidFill>
            <a:srgbClr val="CED7E6"/>
          </a:solidFill>
          <a:ln>
            <a:noFill/>
          </a:ln>
        </p:spPr>
      </p:sp>
      <p:sp>
        <p:nvSpPr>
          <p:cNvPr id="176" name="wm.library-whiteboard.001.011.015"/>
          <p:cNvSpPr/>
          <p:nvPr/>
        </p:nvSpPr>
        <p:spPr>
          <a:xfrm>
            <a:off x="10325100" y="4572000"/>
            <a:ext cx="38100" cy="38100"/>
          </a:xfrm>
          <a:prstGeom prst="rect">
            <a:avLst/>
          </a:prstGeom>
          <a:solidFill>
            <a:srgbClr val="CED7E6"/>
          </a:solidFill>
          <a:ln>
            <a:noFill/>
          </a:ln>
        </p:spPr>
      </p:sp>
      <p:sp>
        <p:nvSpPr>
          <p:cNvPr id="177" name="wm.library-whiteboard.001.011.016"/>
          <p:cNvSpPr/>
          <p:nvPr/>
        </p:nvSpPr>
        <p:spPr>
          <a:xfrm>
            <a:off x="10325100" y="4800600"/>
            <a:ext cx="38100" cy="38100"/>
          </a:xfrm>
          <a:prstGeom prst="rect">
            <a:avLst/>
          </a:prstGeom>
          <a:solidFill>
            <a:srgbClr val="CED7E6"/>
          </a:solidFill>
          <a:ln>
            <a:noFill/>
          </a:ln>
        </p:spPr>
      </p:sp>
      <p:sp>
        <p:nvSpPr>
          <p:cNvPr id="178" name="wm.library-whiteboard.001.012.001"/>
          <p:cNvSpPr/>
          <p:nvPr/>
        </p:nvSpPr>
        <p:spPr>
          <a:xfrm>
            <a:off x="10553700" y="1371600"/>
            <a:ext cx="38100" cy="38100"/>
          </a:xfrm>
          <a:prstGeom prst="rect">
            <a:avLst/>
          </a:prstGeom>
          <a:solidFill>
            <a:srgbClr val="CED7E6"/>
          </a:solidFill>
          <a:ln>
            <a:noFill/>
          </a:ln>
        </p:spPr>
      </p:sp>
      <p:sp>
        <p:nvSpPr>
          <p:cNvPr id="179" name="wm.library-whiteboard.001.012.002"/>
          <p:cNvSpPr/>
          <p:nvPr/>
        </p:nvSpPr>
        <p:spPr>
          <a:xfrm>
            <a:off x="10553700" y="1600200"/>
            <a:ext cx="38100" cy="38100"/>
          </a:xfrm>
          <a:prstGeom prst="rect">
            <a:avLst/>
          </a:prstGeom>
          <a:solidFill>
            <a:srgbClr val="CED7E6"/>
          </a:solidFill>
          <a:ln>
            <a:noFill/>
          </a:ln>
        </p:spPr>
      </p:sp>
      <p:sp>
        <p:nvSpPr>
          <p:cNvPr id="180" name="wm.library-whiteboard.001.012.003"/>
          <p:cNvSpPr/>
          <p:nvPr/>
        </p:nvSpPr>
        <p:spPr>
          <a:xfrm>
            <a:off x="10553700" y="1828800"/>
            <a:ext cx="38100" cy="38100"/>
          </a:xfrm>
          <a:prstGeom prst="rect">
            <a:avLst/>
          </a:prstGeom>
          <a:solidFill>
            <a:srgbClr val="CED7E6"/>
          </a:solidFill>
          <a:ln>
            <a:noFill/>
          </a:ln>
        </p:spPr>
      </p:sp>
      <p:sp>
        <p:nvSpPr>
          <p:cNvPr id="181" name="wm.library-whiteboard.001.012.004"/>
          <p:cNvSpPr/>
          <p:nvPr/>
        </p:nvSpPr>
        <p:spPr>
          <a:xfrm>
            <a:off x="10553700" y="2057400"/>
            <a:ext cx="38100" cy="38100"/>
          </a:xfrm>
          <a:prstGeom prst="rect">
            <a:avLst/>
          </a:prstGeom>
          <a:solidFill>
            <a:srgbClr val="CED7E6"/>
          </a:solidFill>
          <a:ln>
            <a:noFill/>
          </a:ln>
        </p:spPr>
      </p:sp>
      <p:sp>
        <p:nvSpPr>
          <p:cNvPr id="182" name="wm.library-whiteboard.001.012.005"/>
          <p:cNvSpPr/>
          <p:nvPr/>
        </p:nvSpPr>
        <p:spPr>
          <a:xfrm>
            <a:off x="10553700" y="2286000"/>
            <a:ext cx="38100" cy="38100"/>
          </a:xfrm>
          <a:prstGeom prst="rect">
            <a:avLst/>
          </a:prstGeom>
          <a:solidFill>
            <a:srgbClr val="CED7E6"/>
          </a:solidFill>
          <a:ln>
            <a:noFill/>
          </a:ln>
        </p:spPr>
      </p:sp>
      <p:sp>
        <p:nvSpPr>
          <p:cNvPr id="183" name="wm.library-whiteboard.001.012.006"/>
          <p:cNvSpPr/>
          <p:nvPr/>
        </p:nvSpPr>
        <p:spPr>
          <a:xfrm>
            <a:off x="10553700" y="2514600"/>
            <a:ext cx="38100" cy="38100"/>
          </a:xfrm>
          <a:prstGeom prst="rect">
            <a:avLst/>
          </a:prstGeom>
          <a:solidFill>
            <a:srgbClr val="CED7E6"/>
          </a:solidFill>
          <a:ln>
            <a:noFill/>
          </a:ln>
        </p:spPr>
      </p:sp>
      <p:sp>
        <p:nvSpPr>
          <p:cNvPr id="184" name="wm.library-whiteboard.001.012.007"/>
          <p:cNvSpPr/>
          <p:nvPr/>
        </p:nvSpPr>
        <p:spPr>
          <a:xfrm>
            <a:off x="10553700" y="2743200"/>
            <a:ext cx="38100" cy="38100"/>
          </a:xfrm>
          <a:prstGeom prst="rect">
            <a:avLst/>
          </a:prstGeom>
          <a:solidFill>
            <a:srgbClr val="CED7E6"/>
          </a:solidFill>
          <a:ln>
            <a:noFill/>
          </a:ln>
        </p:spPr>
      </p:sp>
      <p:sp>
        <p:nvSpPr>
          <p:cNvPr id="185" name="wm.library-whiteboard.001.012.008"/>
          <p:cNvSpPr/>
          <p:nvPr/>
        </p:nvSpPr>
        <p:spPr>
          <a:xfrm>
            <a:off x="10553700" y="2971800"/>
            <a:ext cx="38100" cy="38100"/>
          </a:xfrm>
          <a:prstGeom prst="rect">
            <a:avLst/>
          </a:prstGeom>
          <a:solidFill>
            <a:srgbClr val="CED7E6"/>
          </a:solidFill>
          <a:ln>
            <a:noFill/>
          </a:ln>
        </p:spPr>
      </p:sp>
      <p:sp>
        <p:nvSpPr>
          <p:cNvPr id="186" name="wm.library-whiteboard.001.012.009"/>
          <p:cNvSpPr/>
          <p:nvPr/>
        </p:nvSpPr>
        <p:spPr>
          <a:xfrm>
            <a:off x="10553700" y="3200400"/>
            <a:ext cx="38100" cy="38100"/>
          </a:xfrm>
          <a:prstGeom prst="rect">
            <a:avLst/>
          </a:prstGeom>
          <a:solidFill>
            <a:srgbClr val="CED7E6"/>
          </a:solidFill>
          <a:ln>
            <a:noFill/>
          </a:ln>
        </p:spPr>
      </p:sp>
      <p:sp>
        <p:nvSpPr>
          <p:cNvPr id="187" name="wm.library-whiteboard.001.012.010"/>
          <p:cNvSpPr/>
          <p:nvPr/>
        </p:nvSpPr>
        <p:spPr>
          <a:xfrm>
            <a:off x="10553700" y="3429000"/>
            <a:ext cx="38100" cy="38100"/>
          </a:xfrm>
          <a:prstGeom prst="rect">
            <a:avLst/>
          </a:prstGeom>
          <a:solidFill>
            <a:srgbClr val="CED7E6"/>
          </a:solidFill>
          <a:ln>
            <a:noFill/>
          </a:ln>
        </p:spPr>
      </p:sp>
      <p:sp>
        <p:nvSpPr>
          <p:cNvPr id="188" name="wm.library-whiteboard.001.012.011"/>
          <p:cNvSpPr/>
          <p:nvPr/>
        </p:nvSpPr>
        <p:spPr>
          <a:xfrm>
            <a:off x="10553700" y="3657600"/>
            <a:ext cx="38100" cy="38100"/>
          </a:xfrm>
          <a:prstGeom prst="rect">
            <a:avLst/>
          </a:prstGeom>
          <a:solidFill>
            <a:srgbClr val="CED7E6"/>
          </a:solidFill>
          <a:ln>
            <a:noFill/>
          </a:ln>
        </p:spPr>
      </p:sp>
      <p:sp>
        <p:nvSpPr>
          <p:cNvPr id="189" name="wm.library-whiteboard.001.012.012"/>
          <p:cNvSpPr/>
          <p:nvPr/>
        </p:nvSpPr>
        <p:spPr>
          <a:xfrm>
            <a:off x="10553700" y="3886200"/>
            <a:ext cx="38100" cy="38100"/>
          </a:xfrm>
          <a:prstGeom prst="rect">
            <a:avLst/>
          </a:prstGeom>
          <a:solidFill>
            <a:srgbClr val="CED7E6"/>
          </a:solidFill>
          <a:ln>
            <a:noFill/>
          </a:ln>
        </p:spPr>
      </p:sp>
      <p:sp>
        <p:nvSpPr>
          <p:cNvPr id="190" name="wm.library-whiteboard.001.012.013"/>
          <p:cNvSpPr/>
          <p:nvPr/>
        </p:nvSpPr>
        <p:spPr>
          <a:xfrm>
            <a:off x="10553700" y="4114800"/>
            <a:ext cx="38100" cy="38100"/>
          </a:xfrm>
          <a:prstGeom prst="rect">
            <a:avLst/>
          </a:prstGeom>
          <a:solidFill>
            <a:srgbClr val="CED7E6"/>
          </a:solidFill>
          <a:ln>
            <a:noFill/>
          </a:ln>
        </p:spPr>
      </p:sp>
      <p:sp>
        <p:nvSpPr>
          <p:cNvPr id="191" name="wm.library-whiteboard.001.012.014"/>
          <p:cNvSpPr/>
          <p:nvPr/>
        </p:nvSpPr>
        <p:spPr>
          <a:xfrm>
            <a:off x="10553700" y="4343400"/>
            <a:ext cx="38100" cy="38100"/>
          </a:xfrm>
          <a:prstGeom prst="rect">
            <a:avLst/>
          </a:prstGeom>
          <a:solidFill>
            <a:srgbClr val="CED7E6"/>
          </a:solidFill>
          <a:ln>
            <a:noFill/>
          </a:ln>
        </p:spPr>
      </p:sp>
      <p:sp>
        <p:nvSpPr>
          <p:cNvPr id="192" name="wm.library-whiteboard.001.012.015"/>
          <p:cNvSpPr/>
          <p:nvPr/>
        </p:nvSpPr>
        <p:spPr>
          <a:xfrm>
            <a:off x="10553700" y="4572000"/>
            <a:ext cx="38100" cy="38100"/>
          </a:xfrm>
          <a:prstGeom prst="rect">
            <a:avLst/>
          </a:prstGeom>
          <a:solidFill>
            <a:srgbClr val="CED7E6"/>
          </a:solidFill>
          <a:ln>
            <a:noFill/>
          </a:ln>
        </p:spPr>
      </p:sp>
      <p:sp>
        <p:nvSpPr>
          <p:cNvPr id="193" name="wm.library-whiteboard.001.012.016"/>
          <p:cNvSpPr/>
          <p:nvPr/>
        </p:nvSpPr>
        <p:spPr>
          <a:xfrm>
            <a:off x="10553700" y="4800600"/>
            <a:ext cx="38100" cy="38100"/>
          </a:xfrm>
          <a:prstGeom prst="rect">
            <a:avLst/>
          </a:prstGeom>
          <a:solidFill>
            <a:srgbClr val="CED7E6"/>
          </a:solidFill>
          <a:ln>
            <a:noFill/>
          </a:ln>
        </p:spPr>
      </p:sp>
      <p:sp>
        <p:nvSpPr>
          <p:cNvPr id="194" name="wm.library-whiteboard.001.013.001"/>
          <p:cNvSpPr/>
          <p:nvPr/>
        </p:nvSpPr>
        <p:spPr>
          <a:xfrm>
            <a:off x="10782300" y="1371600"/>
            <a:ext cx="38100" cy="38100"/>
          </a:xfrm>
          <a:prstGeom prst="rect">
            <a:avLst/>
          </a:prstGeom>
          <a:solidFill>
            <a:srgbClr val="CED7E6"/>
          </a:solidFill>
          <a:ln>
            <a:noFill/>
          </a:ln>
        </p:spPr>
      </p:sp>
      <p:sp>
        <p:nvSpPr>
          <p:cNvPr id="195" name="wm.library-whiteboard.001.013.002"/>
          <p:cNvSpPr/>
          <p:nvPr/>
        </p:nvSpPr>
        <p:spPr>
          <a:xfrm>
            <a:off x="10782300" y="1600200"/>
            <a:ext cx="38100" cy="38100"/>
          </a:xfrm>
          <a:prstGeom prst="rect">
            <a:avLst/>
          </a:prstGeom>
          <a:solidFill>
            <a:srgbClr val="CED7E6"/>
          </a:solidFill>
          <a:ln>
            <a:noFill/>
          </a:ln>
        </p:spPr>
      </p:sp>
      <p:sp>
        <p:nvSpPr>
          <p:cNvPr id="196" name="wm.library-whiteboard.001.013.003"/>
          <p:cNvSpPr/>
          <p:nvPr/>
        </p:nvSpPr>
        <p:spPr>
          <a:xfrm>
            <a:off x="10782300" y="1828800"/>
            <a:ext cx="38100" cy="38100"/>
          </a:xfrm>
          <a:prstGeom prst="rect">
            <a:avLst/>
          </a:prstGeom>
          <a:solidFill>
            <a:srgbClr val="CED7E6"/>
          </a:solidFill>
          <a:ln>
            <a:noFill/>
          </a:ln>
        </p:spPr>
      </p:sp>
      <p:sp>
        <p:nvSpPr>
          <p:cNvPr id="197" name="wm.library-whiteboard.001.013.004"/>
          <p:cNvSpPr/>
          <p:nvPr/>
        </p:nvSpPr>
        <p:spPr>
          <a:xfrm>
            <a:off x="10782300" y="2057400"/>
            <a:ext cx="38100" cy="38100"/>
          </a:xfrm>
          <a:prstGeom prst="rect">
            <a:avLst/>
          </a:prstGeom>
          <a:solidFill>
            <a:srgbClr val="CED7E6"/>
          </a:solidFill>
          <a:ln>
            <a:noFill/>
          </a:ln>
        </p:spPr>
      </p:sp>
      <p:sp>
        <p:nvSpPr>
          <p:cNvPr id="198" name="wm.library-whiteboard.001.013.005"/>
          <p:cNvSpPr/>
          <p:nvPr/>
        </p:nvSpPr>
        <p:spPr>
          <a:xfrm>
            <a:off x="10782300" y="2286000"/>
            <a:ext cx="38100" cy="38100"/>
          </a:xfrm>
          <a:prstGeom prst="rect">
            <a:avLst/>
          </a:prstGeom>
          <a:solidFill>
            <a:srgbClr val="CED7E6"/>
          </a:solidFill>
          <a:ln>
            <a:noFill/>
          </a:ln>
        </p:spPr>
      </p:sp>
      <p:sp>
        <p:nvSpPr>
          <p:cNvPr id="199" name="wm.library-whiteboard.001.013.006"/>
          <p:cNvSpPr/>
          <p:nvPr/>
        </p:nvSpPr>
        <p:spPr>
          <a:xfrm>
            <a:off x="10782300" y="2514600"/>
            <a:ext cx="38100" cy="38100"/>
          </a:xfrm>
          <a:prstGeom prst="rect">
            <a:avLst/>
          </a:prstGeom>
          <a:solidFill>
            <a:srgbClr val="CED7E6"/>
          </a:solidFill>
          <a:ln>
            <a:noFill/>
          </a:ln>
        </p:spPr>
      </p:sp>
      <p:sp>
        <p:nvSpPr>
          <p:cNvPr id="200" name="wm.library-whiteboard.001.013.007"/>
          <p:cNvSpPr/>
          <p:nvPr/>
        </p:nvSpPr>
        <p:spPr>
          <a:xfrm>
            <a:off x="10782300" y="2743200"/>
            <a:ext cx="38100" cy="38100"/>
          </a:xfrm>
          <a:prstGeom prst="rect">
            <a:avLst/>
          </a:prstGeom>
          <a:solidFill>
            <a:srgbClr val="CED7E6"/>
          </a:solidFill>
          <a:ln>
            <a:noFill/>
          </a:ln>
        </p:spPr>
      </p:sp>
      <p:sp>
        <p:nvSpPr>
          <p:cNvPr id="201" name="wm.library-whiteboard.001.013.008"/>
          <p:cNvSpPr/>
          <p:nvPr/>
        </p:nvSpPr>
        <p:spPr>
          <a:xfrm>
            <a:off x="10782300" y="2971800"/>
            <a:ext cx="38100" cy="38100"/>
          </a:xfrm>
          <a:prstGeom prst="rect">
            <a:avLst/>
          </a:prstGeom>
          <a:solidFill>
            <a:srgbClr val="CED7E6"/>
          </a:solidFill>
          <a:ln>
            <a:noFill/>
          </a:ln>
        </p:spPr>
      </p:sp>
      <p:sp>
        <p:nvSpPr>
          <p:cNvPr id="202" name="wm.library-whiteboard.001.013.009"/>
          <p:cNvSpPr/>
          <p:nvPr/>
        </p:nvSpPr>
        <p:spPr>
          <a:xfrm>
            <a:off x="10782300" y="3200400"/>
            <a:ext cx="38100" cy="38100"/>
          </a:xfrm>
          <a:prstGeom prst="rect">
            <a:avLst/>
          </a:prstGeom>
          <a:solidFill>
            <a:srgbClr val="CED7E6"/>
          </a:solidFill>
          <a:ln>
            <a:noFill/>
          </a:ln>
        </p:spPr>
      </p:sp>
      <p:sp>
        <p:nvSpPr>
          <p:cNvPr id="203" name="wm.library-whiteboard.001.013.010"/>
          <p:cNvSpPr/>
          <p:nvPr/>
        </p:nvSpPr>
        <p:spPr>
          <a:xfrm>
            <a:off x="10782300" y="3429000"/>
            <a:ext cx="38100" cy="38100"/>
          </a:xfrm>
          <a:prstGeom prst="rect">
            <a:avLst/>
          </a:prstGeom>
          <a:solidFill>
            <a:srgbClr val="CED7E6"/>
          </a:solidFill>
          <a:ln>
            <a:noFill/>
          </a:ln>
        </p:spPr>
      </p:sp>
      <p:sp>
        <p:nvSpPr>
          <p:cNvPr id="204" name="wm.library-whiteboard.001.013.011"/>
          <p:cNvSpPr/>
          <p:nvPr/>
        </p:nvSpPr>
        <p:spPr>
          <a:xfrm>
            <a:off x="10782300" y="3657600"/>
            <a:ext cx="38100" cy="38100"/>
          </a:xfrm>
          <a:prstGeom prst="rect">
            <a:avLst/>
          </a:prstGeom>
          <a:solidFill>
            <a:srgbClr val="CED7E6"/>
          </a:solidFill>
          <a:ln>
            <a:noFill/>
          </a:ln>
        </p:spPr>
      </p:sp>
      <p:sp>
        <p:nvSpPr>
          <p:cNvPr id="205" name="wm.library-whiteboard.001.013.012"/>
          <p:cNvSpPr/>
          <p:nvPr/>
        </p:nvSpPr>
        <p:spPr>
          <a:xfrm>
            <a:off x="10782300" y="3886200"/>
            <a:ext cx="38100" cy="38100"/>
          </a:xfrm>
          <a:prstGeom prst="rect">
            <a:avLst/>
          </a:prstGeom>
          <a:solidFill>
            <a:srgbClr val="CED7E6"/>
          </a:solidFill>
          <a:ln>
            <a:noFill/>
          </a:ln>
        </p:spPr>
      </p:sp>
      <p:sp>
        <p:nvSpPr>
          <p:cNvPr id="206" name="wm.library-whiteboard.001.013.013"/>
          <p:cNvSpPr/>
          <p:nvPr/>
        </p:nvSpPr>
        <p:spPr>
          <a:xfrm>
            <a:off x="10782300" y="4114800"/>
            <a:ext cx="38100" cy="38100"/>
          </a:xfrm>
          <a:prstGeom prst="rect">
            <a:avLst/>
          </a:prstGeom>
          <a:solidFill>
            <a:srgbClr val="CED7E6"/>
          </a:solidFill>
          <a:ln>
            <a:noFill/>
          </a:ln>
        </p:spPr>
      </p:sp>
      <p:sp>
        <p:nvSpPr>
          <p:cNvPr id="207" name="wm.library-whiteboard.001.013.014"/>
          <p:cNvSpPr/>
          <p:nvPr/>
        </p:nvSpPr>
        <p:spPr>
          <a:xfrm>
            <a:off x="10782300" y="4343400"/>
            <a:ext cx="38100" cy="38100"/>
          </a:xfrm>
          <a:prstGeom prst="rect">
            <a:avLst/>
          </a:prstGeom>
          <a:solidFill>
            <a:srgbClr val="CED7E6"/>
          </a:solidFill>
          <a:ln>
            <a:noFill/>
          </a:ln>
        </p:spPr>
      </p:sp>
      <p:sp>
        <p:nvSpPr>
          <p:cNvPr id="208" name="wm.library-whiteboard.001.013.015"/>
          <p:cNvSpPr/>
          <p:nvPr/>
        </p:nvSpPr>
        <p:spPr>
          <a:xfrm>
            <a:off x="10782300" y="4572000"/>
            <a:ext cx="38100" cy="38100"/>
          </a:xfrm>
          <a:prstGeom prst="rect">
            <a:avLst/>
          </a:prstGeom>
          <a:solidFill>
            <a:srgbClr val="CED7E6"/>
          </a:solidFill>
          <a:ln>
            <a:noFill/>
          </a:ln>
        </p:spPr>
      </p:sp>
      <p:sp>
        <p:nvSpPr>
          <p:cNvPr id="209" name="wm.library-whiteboard.001.013.016"/>
          <p:cNvSpPr/>
          <p:nvPr/>
        </p:nvSpPr>
        <p:spPr>
          <a:xfrm>
            <a:off x="10782300" y="4800600"/>
            <a:ext cx="38100" cy="38100"/>
          </a:xfrm>
          <a:prstGeom prst="rect">
            <a:avLst/>
          </a:prstGeom>
          <a:solidFill>
            <a:srgbClr val="CED7E6"/>
          </a:solidFill>
          <a:ln>
            <a:noFill/>
          </a:ln>
        </p:spPr>
      </p:sp>
      <p:sp>
        <p:nvSpPr>
          <p:cNvPr id="210" name="wm.library-whiteboard.001.014.001"/>
          <p:cNvSpPr/>
          <p:nvPr/>
        </p:nvSpPr>
        <p:spPr>
          <a:xfrm>
            <a:off x="11010900" y="1371600"/>
            <a:ext cx="38100" cy="38100"/>
          </a:xfrm>
          <a:prstGeom prst="rect">
            <a:avLst/>
          </a:prstGeom>
          <a:solidFill>
            <a:srgbClr val="CED7E6"/>
          </a:solidFill>
          <a:ln>
            <a:noFill/>
          </a:ln>
        </p:spPr>
      </p:sp>
      <p:sp>
        <p:nvSpPr>
          <p:cNvPr id="211" name="wm.library-whiteboard.001.014.002"/>
          <p:cNvSpPr/>
          <p:nvPr/>
        </p:nvSpPr>
        <p:spPr>
          <a:xfrm>
            <a:off x="11010900" y="1600200"/>
            <a:ext cx="38100" cy="38100"/>
          </a:xfrm>
          <a:prstGeom prst="rect">
            <a:avLst/>
          </a:prstGeom>
          <a:solidFill>
            <a:srgbClr val="CED7E6"/>
          </a:solidFill>
          <a:ln>
            <a:noFill/>
          </a:ln>
        </p:spPr>
      </p:sp>
      <p:sp>
        <p:nvSpPr>
          <p:cNvPr id="212" name="wm.library-whiteboard.001.014.003"/>
          <p:cNvSpPr/>
          <p:nvPr/>
        </p:nvSpPr>
        <p:spPr>
          <a:xfrm>
            <a:off x="11010900" y="1828800"/>
            <a:ext cx="38100" cy="38100"/>
          </a:xfrm>
          <a:prstGeom prst="rect">
            <a:avLst/>
          </a:prstGeom>
          <a:solidFill>
            <a:srgbClr val="CED7E6"/>
          </a:solidFill>
          <a:ln>
            <a:noFill/>
          </a:ln>
        </p:spPr>
      </p:sp>
      <p:sp>
        <p:nvSpPr>
          <p:cNvPr id="213" name="wm.library-whiteboard.001.014.004"/>
          <p:cNvSpPr/>
          <p:nvPr/>
        </p:nvSpPr>
        <p:spPr>
          <a:xfrm>
            <a:off x="11010900" y="2057400"/>
            <a:ext cx="38100" cy="38100"/>
          </a:xfrm>
          <a:prstGeom prst="rect">
            <a:avLst/>
          </a:prstGeom>
          <a:solidFill>
            <a:srgbClr val="CED7E6"/>
          </a:solidFill>
          <a:ln>
            <a:noFill/>
          </a:ln>
        </p:spPr>
      </p:sp>
      <p:sp>
        <p:nvSpPr>
          <p:cNvPr id="214" name="wm.library-whiteboard.001.014.005"/>
          <p:cNvSpPr/>
          <p:nvPr/>
        </p:nvSpPr>
        <p:spPr>
          <a:xfrm>
            <a:off x="11010900" y="2286000"/>
            <a:ext cx="38100" cy="38100"/>
          </a:xfrm>
          <a:prstGeom prst="rect">
            <a:avLst/>
          </a:prstGeom>
          <a:solidFill>
            <a:srgbClr val="CED7E6"/>
          </a:solidFill>
          <a:ln>
            <a:noFill/>
          </a:ln>
        </p:spPr>
      </p:sp>
      <p:sp>
        <p:nvSpPr>
          <p:cNvPr id="215" name="wm.library-whiteboard.001.014.006"/>
          <p:cNvSpPr/>
          <p:nvPr/>
        </p:nvSpPr>
        <p:spPr>
          <a:xfrm>
            <a:off x="11010900" y="2514600"/>
            <a:ext cx="38100" cy="38100"/>
          </a:xfrm>
          <a:prstGeom prst="rect">
            <a:avLst/>
          </a:prstGeom>
          <a:solidFill>
            <a:srgbClr val="CED7E6"/>
          </a:solidFill>
          <a:ln>
            <a:noFill/>
          </a:ln>
        </p:spPr>
      </p:sp>
      <p:sp>
        <p:nvSpPr>
          <p:cNvPr id="216" name="wm.library-whiteboard.001.014.007"/>
          <p:cNvSpPr/>
          <p:nvPr/>
        </p:nvSpPr>
        <p:spPr>
          <a:xfrm>
            <a:off x="11010900" y="2743200"/>
            <a:ext cx="38100" cy="38100"/>
          </a:xfrm>
          <a:prstGeom prst="rect">
            <a:avLst/>
          </a:prstGeom>
          <a:solidFill>
            <a:srgbClr val="CED7E6"/>
          </a:solidFill>
          <a:ln>
            <a:noFill/>
          </a:ln>
        </p:spPr>
      </p:sp>
      <p:sp>
        <p:nvSpPr>
          <p:cNvPr id="217" name="wm.library-whiteboard.001.014.008"/>
          <p:cNvSpPr/>
          <p:nvPr/>
        </p:nvSpPr>
        <p:spPr>
          <a:xfrm>
            <a:off x="11010900" y="2971800"/>
            <a:ext cx="38100" cy="38100"/>
          </a:xfrm>
          <a:prstGeom prst="rect">
            <a:avLst/>
          </a:prstGeom>
          <a:solidFill>
            <a:srgbClr val="CED7E6"/>
          </a:solidFill>
          <a:ln>
            <a:noFill/>
          </a:ln>
        </p:spPr>
      </p:sp>
      <p:sp>
        <p:nvSpPr>
          <p:cNvPr id="218" name="wm.library-whiteboard.001.014.009"/>
          <p:cNvSpPr/>
          <p:nvPr/>
        </p:nvSpPr>
        <p:spPr>
          <a:xfrm>
            <a:off x="11010900" y="3200400"/>
            <a:ext cx="38100" cy="38100"/>
          </a:xfrm>
          <a:prstGeom prst="rect">
            <a:avLst/>
          </a:prstGeom>
          <a:solidFill>
            <a:srgbClr val="CED7E6"/>
          </a:solidFill>
          <a:ln>
            <a:noFill/>
          </a:ln>
        </p:spPr>
      </p:sp>
      <p:sp>
        <p:nvSpPr>
          <p:cNvPr id="219" name="wm.library-whiteboard.001.014.010"/>
          <p:cNvSpPr/>
          <p:nvPr/>
        </p:nvSpPr>
        <p:spPr>
          <a:xfrm>
            <a:off x="11010900" y="3429000"/>
            <a:ext cx="38100" cy="38100"/>
          </a:xfrm>
          <a:prstGeom prst="rect">
            <a:avLst/>
          </a:prstGeom>
          <a:solidFill>
            <a:srgbClr val="CED7E6"/>
          </a:solidFill>
          <a:ln>
            <a:noFill/>
          </a:ln>
        </p:spPr>
      </p:sp>
      <p:sp>
        <p:nvSpPr>
          <p:cNvPr id="220" name="wm.library-whiteboard.001.014.011"/>
          <p:cNvSpPr/>
          <p:nvPr/>
        </p:nvSpPr>
        <p:spPr>
          <a:xfrm>
            <a:off x="11010900" y="3657600"/>
            <a:ext cx="38100" cy="38100"/>
          </a:xfrm>
          <a:prstGeom prst="rect">
            <a:avLst/>
          </a:prstGeom>
          <a:solidFill>
            <a:srgbClr val="CED7E6"/>
          </a:solidFill>
          <a:ln>
            <a:noFill/>
          </a:ln>
        </p:spPr>
      </p:sp>
      <p:sp>
        <p:nvSpPr>
          <p:cNvPr id="221" name="wm.library-whiteboard.001.014.012"/>
          <p:cNvSpPr/>
          <p:nvPr/>
        </p:nvSpPr>
        <p:spPr>
          <a:xfrm>
            <a:off x="11010900" y="3886200"/>
            <a:ext cx="38100" cy="38100"/>
          </a:xfrm>
          <a:prstGeom prst="rect">
            <a:avLst/>
          </a:prstGeom>
          <a:solidFill>
            <a:srgbClr val="CED7E6"/>
          </a:solidFill>
          <a:ln>
            <a:noFill/>
          </a:ln>
        </p:spPr>
      </p:sp>
      <p:sp>
        <p:nvSpPr>
          <p:cNvPr id="222" name="wm.library-whiteboard.001.014.013"/>
          <p:cNvSpPr/>
          <p:nvPr/>
        </p:nvSpPr>
        <p:spPr>
          <a:xfrm>
            <a:off x="11010900" y="4114800"/>
            <a:ext cx="38100" cy="38100"/>
          </a:xfrm>
          <a:prstGeom prst="rect">
            <a:avLst/>
          </a:prstGeom>
          <a:solidFill>
            <a:srgbClr val="CED7E6"/>
          </a:solidFill>
          <a:ln>
            <a:noFill/>
          </a:ln>
        </p:spPr>
      </p:sp>
      <p:sp>
        <p:nvSpPr>
          <p:cNvPr id="223" name="wm.library-whiteboard.001.014.014"/>
          <p:cNvSpPr/>
          <p:nvPr/>
        </p:nvSpPr>
        <p:spPr>
          <a:xfrm>
            <a:off x="11010900" y="4343400"/>
            <a:ext cx="38100" cy="38100"/>
          </a:xfrm>
          <a:prstGeom prst="rect">
            <a:avLst/>
          </a:prstGeom>
          <a:solidFill>
            <a:srgbClr val="CED7E6"/>
          </a:solidFill>
          <a:ln>
            <a:noFill/>
          </a:ln>
        </p:spPr>
      </p:sp>
      <p:sp>
        <p:nvSpPr>
          <p:cNvPr id="224" name="wm.library-whiteboard.001.014.015"/>
          <p:cNvSpPr/>
          <p:nvPr/>
        </p:nvSpPr>
        <p:spPr>
          <a:xfrm>
            <a:off x="11010900" y="4572000"/>
            <a:ext cx="38100" cy="38100"/>
          </a:xfrm>
          <a:prstGeom prst="rect">
            <a:avLst/>
          </a:prstGeom>
          <a:solidFill>
            <a:srgbClr val="CED7E6"/>
          </a:solidFill>
          <a:ln>
            <a:noFill/>
          </a:ln>
        </p:spPr>
      </p:sp>
      <p:sp>
        <p:nvSpPr>
          <p:cNvPr id="225" name="wm.library-whiteboard.001.014.016"/>
          <p:cNvSpPr/>
          <p:nvPr/>
        </p:nvSpPr>
        <p:spPr>
          <a:xfrm>
            <a:off x="11010900" y="4800600"/>
            <a:ext cx="38100" cy="38100"/>
          </a:xfrm>
          <a:prstGeom prst="rect">
            <a:avLst/>
          </a:prstGeom>
          <a:solidFill>
            <a:srgbClr val="CED7E6"/>
          </a:solidFill>
          <a:ln>
            <a:noFill/>
          </a:ln>
        </p:spPr>
      </p:sp>
      <p:sp>
        <p:nvSpPr>
          <p:cNvPr id="226" name="wm.library-whiteboard.001.015.001"/>
          <p:cNvSpPr/>
          <p:nvPr/>
        </p:nvSpPr>
        <p:spPr>
          <a:xfrm>
            <a:off x="11239500" y="1371600"/>
            <a:ext cx="38100" cy="38100"/>
          </a:xfrm>
          <a:prstGeom prst="rect">
            <a:avLst/>
          </a:prstGeom>
          <a:solidFill>
            <a:srgbClr val="CED7E6"/>
          </a:solidFill>
          <a:ln>
            <a:noFill/>
          </a:ln>
        </p:spPr>
      </p:sp>
      <p:sp>
        <p:nvSpPr>
          <p:cNvPr id="227" name="wm.library-whiteboard.001.015.002"/>
          <p:cNvSpPr/>
          <p:nvPr/>
        </p:nvSpPr>
        <p:spPr>
          <a:xfrm>
            <a:off x="11239500" y="1600200"/>
            <a:ext cx="38100" cy="38100"/>
          </a:xfrm>
          <a:prstGeom prst="rect">
            <a:avLst/>
          </a:prstGeom>
          <a:solidFill>
            <a:srgbClr val="CED7E6"/>
          </a:solidFill>
          <a:ln>
            <a:noFill/>
          </a:ln>
        </p:spPr>
      </p:sp>
      <p:sp>
        <p:nvSpPr>
          <p:cNvPr id="228" name="wm.library-whiteboard.001.015.003"/>
          <p:cNvSpPr/>
          <p:nvPr/>
        </p:nvSpPr>
        <p:spPr>
          <a:xfrm>
            <a:off x="11239500" y="1828800"/>
            <a:ext cx="38100" cy="38100"/>
          </a:xfrm>
          <a:prstGeom prst="rect">
            <a:avLst/>
          </a:prstGeom>
          <a:solidFill>
            <a:srgbClr val="CED7E6"/>
          </a:solidFill>
          <a:ln>
            <a:noFill/>
          </a:ln>
        </p:spPr>
      </p:sp>
      <p:sp>
        <p:nvSpPr>
          <p:cNvPr id="229" name="wm.library-whiteboard.001.015.004"/>
          <p:cNvSpPr/>
          <p:nvPr/>
        </p:nvSpPr>
        <p:spPr>
          <a:xfrm>
            <a:off x="11239500" y="2057400"/>
            <a:ext cx="38100" cy="38100"/>
          </a:xfrm>
          <a:prstGeom prst="rect">
            <a:avLst/>
          </a:prstGeom>
          <a:solidFill>
            <a:srgbClr val="CED7E6"/>
          </a:solidFill>
          <a:ln>
            <a:noFill/>
          </a:ln>
        </p:spPr>
      </p:sp>
      <p:sp>
        <p:nvSpPr>
          <p:cNvPr id="230" name="wm.library-whiteboard.001.015.005"/>
          <p:cNvSpPr/>
          <p:nvPr/>
        </p:nvSpPr>
        <p:spPr>
          <a:xfrm>
            <a:off x="11239500" y="2286000"/>
            <a:ext cx="38100" cy="38100"/>
          </a:xfrm>
          <a:prstGeom prst="rect">
            <a:avLst/>
          </a:prstGeom>
          <a:solidFill>
            <a:srgbClr val="CED7E6"/>
          </a:solidFill>
          <a:ln>
            <a:noFill/>
          </a:ln>
        </p:spPr>
      </p:sp>
      <p:sp>
        <p:nvSpPr>
          <p:cNvPr id="231" name="wm.library-whiteboard.001.015.006"/>
          <p:cNvSpPr/>
          <p:nvPr/>
        </p:nvSpPr>
        <p:spPr>
          <a:xfrm>
            <a:off x="11239500" y="2514600"/>
            <a:ext cx="38100" cy="38100"/>
          </a:xfrm>
          <a:prstGeom prst="rect">
            <a:avLst/>
          </a:prstGeom>
          <a:solidFill>
            <a:srgbClr val="CED7E6"/>
          </a:solidFill>
          <a:ln>
            <a:noFill/>
          </a:ln>
        </p:spPr>
      </p:sp>
      <p:sp>
        <p:nvSpPr>
          <p:cNvPr id="232" name="wm.library-whiteboard.001.015.007"/>
          <p:cNvSpPr/>
          <p:nvPr/>
        </p:nvSpPr>
        <p:spPr>
          <a:xfrm>
            <a:off x="11239500" y="2743200"/>
            <a:ext cx="38100" cy="38100"/>
          </a:xfrm>
          <a:prstGeom prst="rect">
            <a:avLst/>
          </a:prstGeom>
          <a:solidFill>
            <a:srgbClr val="CED7E6"/>
          </a:solidFill>
          <a:ln>
            <a:noFill/>
          </a:ln>
        </p:spPr>
      </p:sp>
      <p:sp>
        <p:nvSpPr>
          <p:cNvPr id="233" name="wm.library-whiteboard.001.015.008"/>
          <p:cNvSpPr/>
          <p:nvPr/>
        </p:nvSpPr>
        <p:spPr>
          <a:xfrm>
            <a:off x="11239500" y="2971800"/>
            <a:ext cx="38100" cy="38100"/>
          </a:xfrm>
          <a:prstGeom prst="rect">
            <a:avLst/>
          </a:prstGeom>
          <a:solidFill>
            <a:srgbClr val="CED7E6"/>
          </a:solidFill>
          <a:ln>
            <a:noFill/>
          </a:ln>
        </p:spPr>
      </p:sp>
      <p:sp>
        <p:nvSpPr>
          <p:cNvPr id="234" name="wm.library-whiteboard.001.015.009"/>
          <p:cNvSpPr/>
          <p:nvPr/>
        </p:nvSpPr>
        <p:spPr>
          <a:xfrm>
            <a:off x="11239500" y="3200400"/>
            <a:ext cx="38100" cy="38100"/>
          </a:xfrm>
          <a:prstGeom prst="rect">
            <a:avLst/>
          </a:prstGeom>
          <a:solidFill>
            <a:srgbClr val="CED7E6"/>
          </a:solidFill>
          <a:ln>
            <a:noFill/>
          </a:ln>
        </p:spPr>
      </p:sp>
      <p:sp>
        <p:nvSpPr>
          <p:cNvPr id="235" name="wm.library-whiteboard.001.015.010"/>
          <p:cNvSpPr/>
          <p:nvPr/>
        </p:nvSpPr>
        <p:spPr>
          <a:xfrm>
            <a:off x="11239500" y="3429000"/>
            <a:ext cx="38100" cy="38100"/>
          </a:xfrm>
          <a:prstGeom prst="rect">
            <a:avLst/>
          </a:prstGeom>
          <a:solidFill>
            <a:srgbClr val="CED7E6"/>
          </a:solidFill>
          <a:ln>
            <a:noFill/>
          </a:ln>
        </p:spPr>
      </p:sp>
      <p:sp>
        <p:nvSpPr>
          <p:cNvPr id="236" name="wm.library-whiteboard.001.015.011"/>
          <p:cNvSpPr/>
          <p:nvPr/>
        </p:nvSpPr>
        <p:spPr>
          <a:xfrm>
            <a:off x="11239500" y="3657600"/>
            <a:ext cx="38100" cy="38100"/>
          </a:xfrm>
          <a:prstGeom prst="rect">
            <a:avLst/>
          </a:prstGeom>
          <a:solidFill>
            <a:srgbClr val="CED7E6"/>
          </a:solidFill>
          <a:ln>
            <a:noFill/>
          </a:ln>
        </p:spPr>
      </p:sp>
      <p:sp>
        <p:nvSpPr>
          <p:cNvPr id="237" name="wm.library-whiteboard.001.015.012"/>
          <p:cNvSpPr/>
          <p:nvPr/>
        </p:nvSpPr>
        <p:spPr>
          <a:xfrm>
            <a:off x="11239500" y="3886200"/>
            <a:ext cx="38100" cy="38100"/>
          </a:xfrm>
          <a:prstGeom prst="rect">
            <a:avLst/>
          </a:prstGeom>
          <a:solidFill>
            <a:srgbClr val="CED7E6"/>
          </a:solidFill>
          <a:ln>
            <a:noFill/>
          </a:ln>
        </p:spPr>
      </p:sp>
      <p:sp>
        <p:nvSpPr>
          <p:cNvPr id="238" name="wm.library-whiteboard.001.015.013"/>
          <p:cNvSpPr/>
          <p:nvPr/>
        </p:nvSpPr>
        <p:spPr>
          <a:xfrm>
            <a:off x="11239500" y="4114800"/>
            <a:ext cx="38100" cy="38100"/>
          </a:xfrm>
          <a:prstGeom prst="rect">
            <a:avLst/>
          </a:prstGeom>
          <a:solidFill>
            <a:srgbClr val="CED7E6"/>
          </a:solidFill>
          <a:ln>
            <a:noFill/>
          </a:ln>
        </p:spPr>
      </p:sp>
      <p:sp>
        <p:nvSpPr>
          <p:cNvPr id="239" name="wm.library-whiteboard.001.015.014"/>
          <p:cNvSpPr/>
          <p:nvPr/>
        </p:nvSpPr>
        <p:spPr>
          <a:xfrm>
            <a:off x="11239500" y="4343400"/>
            <a:ext cx="38100" cy="38100"/>
          </a:xfrm>
          <a:prstGeom prst="rect">
            <a:avLst/>
          </a:prstGeom>
          <a:solidFill>
            <a:srgbClr val="CED7E6"/>
          </a:solidFill>
          <a:ln>
            <a:noFill/>
          </a:ln>
        </p:spPr>
      </p:sp>
      <p:sp>
        <p:nvSpPr>
          <p:cNvPr id="240" name="wm.library-whiteboard.001.015.015"/>
          <p:cNvSpPr/>
          <p:nvPr/>
        </p:nvSpPr>
        <p:spPr>
          <a:xfrm>
            <a:off x="11239500" y="4572000"/>
            <a:ext cx="38100" cy="38100"/>
          </a:xfrm>
          <a:prstGeom prst="rect">
            <a:avLst/>
          </a:prstGeom>
          <a:solidFill>
            <a:srgbClr val="CED7E6"/>
          </a:solidFill>
          <a:ln>
            <a:noFill/>
          </a:ln>
        </p:spPr>
      </p:sp>
      <p:sp>
        <p:nvSpPr>
          <p:cNvPr id="241" name="wm.library-whiteboard.001.015.016"/>
          <p:cNvSpPr/>
          <p:nvPr/>
        </p:nvSpPr>
        <p:spPr>
          <a:xfrm>
            <a:off x="11239500" y="4800600"/>
            <a:ext cx="38100" cy="38100"/>
          </a:xfrm>
          <a:prstGeom prst="rect">
            <a:avLst/>
          </a:prstGeom>
          <a:solidFill>
            <a:srgbClr val="CED7E6"/>
          </a:solidFill>
          <a:ln>
            <a:noFill/>
          </a:ln>
        </p:spPr>
      </p:sp>
      <p:sp>
        <p:nvSpPr>
          <p:cNvPr id="242" name="wm.library-whiteboard.001.016.001"/>
          <p:cNvSpPr/>
          <p:nvPr/>
        </p:nvSpPr>
        <p:spPr>
          <a:xfrm>
            <a:off x="11468100" y="1371600"/>
            <a:ext cx="38100" cy="38100"/>
          </a:xfrm>
          <a:prstGeom prst="rect">
            <a:avLst/>
          </a:prstGeom>
          <a:solidFill>
            <a:srgbClr val="CED7E6"/>
          </a:solidFill>
          <a:ln>
            <a:noFill/>
          </a:ln>
        </p:spPr>
      </p:sp>
      <p:sp>
        <p:nvSpPr>
          <p:cNvPr id="243" name="wm.library-whiteboard.001.016.002"/>
          <p:cNvSpPr/>
          <p:nvPr/>
        </p:nvSpPr>
        <p:spPr>
          <a:xfrm>
            <a:off x="11468100" y="1600200"/>
            <a:ext cx="38100" cy="38100"/>
          </a:xfrm>
          <a:prstGeom prst="rect">
            <a:avLst/>
          </a:prstGeom>
          <a:solidFill>
            <a:srgbClr val="CED7E6"/>
          </a:solidFill>
          <a:ln>
            <a:noFill/>
          </a:ln>
        </p:spPr>
      </p:sp>
      <p:sp>
        <p:nvSpPr>
          <p:cNvPr id="244" name="wm.library-whiteboard.001.016.003"/>
          <p:cNvSpPr/>
          <p:nvPr/>
        </p:nvSpPr>
        <p:spPr>
          <a:xfrm>
            <a:off x="11468100" y="1828800"/>
            <a:ext cx="38100" cy="38100"/>
          </a:xfrm>
          <a:prstGeom prst="rect">
            <a:avLst/>
          </a:prstGeom>
          <a:solidFill>
            <a:srgbClr val="CED7E6"/>
          </a:solidFill>
          <a:ln>
            <a:noFill/>
          </a:ln>
        </p:spPr>
      </p:sp>
      <p:sp>
        <p:nvSpPr>
          <p:cNvPr id="245" name="wm.library-whiteboard.001.016.004"/>
          <p:cNvSpPr/>
          <p:nvPr/>
        </p:nvSpPr>
        <p:spPr>
          <a:xfrm>
            <a:off x="11468100" y="2057400"/>
            <a:ext cx="38100" cy="38100"/>
          </a:xfrm>
          <a:prstGeom prst="rect">
            <a:avLst/>
          </a:prstGeom>
          <a:solidFill>
            <a:srgbClr val="CED7E6"/>
          </a:solidFill>
          <a:ln>
            <a:noFill/>
          </a:ln>
        </p:spPr>
      </p:sp>
      <p:sp>
        <p:nvSpPr>
          <p:cNvPr id="246" name="wm.library-whiteboard.001.016.005"/>
          <p:cNvSpPr/>
          <p:nvPr/>
        </p:nvSpPr>
        <p:spPr>
          <a:xfrm>
            <a:off x="11468100" y="2286000"/>
            <a:ext cx="38100" cy="38100"/>
          </a:xfrm>
          <a:prstGeom prst="rect">
            <a:avLst/>
          </a:prstGeom>
          <a:solidFill>
            <a:srgbClr val="CED7E6"/>
          </a:solidFill>
          <a:ln>
            <a:noFill/>
          </a:ln>
        </p:spPr>
      </p:sp>
      <p:sp>
        <p:nvSpPr>
          <p:cNvPr id="247" name="wm.library-whiteboard.001.016.006"/>
          <p:cNvSpPr/>
          <p:nvPr/>
        </p:nvSpPr>
        <p:spPr>
          <a:xfrm>
            <a:off x="11468100" y="2514600"/>
            <a:ext cx="38100" cy="38100"/>
          </a:xfrm>
          <a:prstGeom prst="rect">
            <a:avLst/>
          </a:prstGeom>
          <a:solidFill>
            <a:srgbClr val="CED7E6"/>
          </a:solidFill>
          <a:ln>
            <a:noFill/>
          </a:ln>
        </p:spPr>
      </p:sp>
      <p:sp>
        <p:nvSpPr>
          <p:cNvPr id="248" name="wm.library-whiteboard.001.016.007"/>
          <p:cNvSpPr/>
          <p:nvPr/>
        </p:nvSpPr>
        <p:spPr>
          <a:xfrm>
            <a:off x="11468100" y="2743200"/>
            <a:ext cx="38100" cy="38100"/>
          </a:xfrm>
          <a:prstGeom prst="rect">
            <a:avLst/>
          </a:prstGeom>
          <a:solidFill>
            <a:srgbClr val="CED7E6"/>
          </a:solidFill>
          <a:ln>
            <a:noFill/>
          </a:ln>
        </p:spPr>
      </p:sp>
      <p:sp>
        <p:nvSpPr>
          <p:cNvPr id="249" name="wm.library-whiteboard.001.016.008"/>
          <p:cNvSpPr/>
          <p:nvPr/>
        </p:nvSpPr>
        <p:spPr>
          <a:xfrm>
            <a:off x="11468100" y="2971800"/>
            <a:ext cx="38100" cy="38100"/>
          </a:xfrm>
          <a:prstGeom prst="rect">
            <a:avLst/>
          </a:prstGeom>
          <a:solidFill>
            <a:srgbClr val="CED7E6"/>
          </a:solidFill>
          <a:ln>
            <a:noFill/>
          </a:ln>
        </p:spPr>
      </p:sp>
      <p:sp>
        <p:nvSpPr>
          <p:cNvPr id="250" name="wm.library-whiteboard.001.016.009"/>
          <p:cNvSpPr/>
          <p:nvPr/>
        </p:nvSpPr>
        <p:spPr>
          <a:xfrm>
            <a:off x="11468100" y="3200400"/>
            <a:ext cx="38100" cy="38100"/>
          </a:xfrm>
          <a:prstGeom prst="rect">
            <a:avLst/>
          </a:prstGeom>
          <a:solidFill>
            <a:srgbClr val="CED7E6"/>
          </a:solidFill>
          <a:ln>
            <a:noFill/>
          </a:ln>
        </p:spPr>
      </p:sp>
      <p:sp>
        <p:nvSpPr>
          <p:cNvPr id="251" name="wm.library-whiteboard.001.016.010"/>
          <p:cNvSpPr/>
          <p:nvPr/>
        </p:nvSpPr>
        <p:spPr>
          <a:xfrm>
            <a:off x="11468100" y="3429000"/>
            <a:ext cx="38100" cy="38100"/>
          </a:xfrm>
          <a:prstGeom prst="rect">
            <a:avLst/>
          </a:prstGeom>
          <a:solidFill>
            <a:srgbClr val="CED7E6"/>
          </a:solidFill>
          <a:ln>
            <a:noFill/>
          </a:ln>
        </p:spPr>
      </p:sp>
      <p:sp>
        <p:nvSpPr>
          <p:cNvPr id="252" name="wm.library-whiteboard.001.016.011"/>
          <p:cNvSpPr/>
          <p:nvPr/>
        </p:nvSpPr>
        <p:spPr>
          <a:xfrm>
            <a:off x="11468100" y="3657600"/>
            <a:ext cx="38100" cy="38100"/>
          </a:xfrm>
          <a:prstGeom prst="rect">
            <a:avLst/>
          </a:prstGeom>
          <a:solidFill>
            <a:srgbClr val="CED7E6"/>
          </a:solidFill>
          <a:ln>
            <a:noFill/>
          </a:ln>
        </p:spPr>
      </p:sp>
      <p:sp>
        <p:nvSpPr>
          <p:cNvPr id="253" name="wm.library-whiteboard.001.016.012"/>
          <p:cNvSpPr/>
          <p:nvPr/>
        </p:nvSpPr>
        <p:spPr>
          <a:xfrm>
            <a:off x="11468100" y="3886200"/>
            <a:ext cx="38100" cy="38100"/>
          </a:xfrm>
          <a:prstGeom prst="rect">
            <a:avLst/>
          </a:prstGeom>
          <a:solidFill>
            <a:srgbClr val="CED7E6"/>
          </a:solidFill>
          <a:ln>
            <a:noFill/>
          </a:ln>
        </p:spPr>
      </p:sp>
      <p:sp>
        <p:nvSpPr>
          <p:cNvPr id="254" name="wm.library-whiteboard.001.016.013"/>
          <p:cNvSpPr/>
          <p:nvPr/>
        </p:nvSpPr>
        <p:spPr>
          <a:xfrm>
            <a:off x="11468100" y="4114800"/>
            <a:ext cx="38100" cy="38100"/>
          </a:xfrm>
          <a:prstGeom prst="rect">
            <a:avLst/>
          </a:prstGeom>
          <a:solidFill>
            <a:srgbClr val="CED7E6"/>
          </a:solidFill>
          <a:ln>
            <a:noFill/>
          </a:ln>
        </p:spPr>
      </p:sp>
      <p:sp>
        <p:nvSpPr>
          <p:cNvPr id="255" name="wm.library-whiteboard.001.016.014"/>
          <p:cNvSpPr/>
          <p:nvPr/>
        </p:nvSpPr>
        <p:spPr>
          <a:xfrm>
            <a:off x="11468100" y="4343400"/>
            <a:ext cx="38100" cy="38100"/>
          </a:xfrm>
          <a:prstGeom prst="rect">
            <a:avLst/>
          </a:prstGeom>
          <a:solidFill>
            <a:srgbClr val="CED7E6"/>
          </a:solidFill>
          <a:ln>
            <a:noFill/>
          </a:ln>
        </p:spPr>
      </p:sp>
      <p:sp>
        <p:nvSpPr>
          <p:cNvPr id="256" name="wm.library-whiteboard.001.016.015"/>
          <p:cNvSpPr/>
          <p:nvPr/>
        </p:nvSpPr>
        <p:spPr>
          <a:xfrm>
            <a:off x="11468100" y="4572000"/>
            <a:ext cx="38100" cy="38100"/>
          </a:xfrm>
          <a:prstGeom prst="rect">
            <a:avLst/>
          </a:prstGeom>
          <a:solidFill>
            <a:srgbClr val="CED7E6"/>
          </a:solidFill>
          <a:ln>
            <a:noFill/>
          </a:ln>
        </p:spPr>
      </p:sp>
      <p:sp>
        <p:nvSpPr>
          <p:cNvPr id="257" name="wm.library-whiteboard.001.016.016"/>
          <p:cNvSpPr/>
          <p:nvPr/>
        </p:nvSpPr>
        <p:spPr>
          <a:xfrm>
            <a:off x="11468100" y="4800600"/>
            <a:ext cx="38100" cy="38100"/>
          </a:xfrm>
          <a:prstGeom prst="rect">
            <a:avLst/>
          </a:prstGeom>
          <a:solidFill>
            <a:srgbClr val="CED7E6"/>
          </a:solidFill>
          <a:ln>
            <a:noFill/>
          </a:ln>
        </p:spPr>
      </p:sp>
      <p:grpSp>
        <p:nvGrpSpPr>
          <p:cNvPr id="268" name="node01"/>
          <p:cNvGrpSpPr/>
          <p:nvPr/>
        </p:nvGrpSpPr>
        <p:grpSpPr>
          <a:xfrm>
            <a:off x="723900" y="685800"/>
            <a:ext cx="1600200" cy="334342"/>
            <a:chOff x="723900" y="685800"/>
            <a:chExt cx="1600200" cy="334342"/>
          </a:xfrm>
        </p:grpSpPr>
        <p:pic>
          <p:nvPicPr>
            <p:cNvPr id="260" name="node01.image" descr="logo-pos; canonical SHA256=1792d6399d80ca979fc609aa50c9cc0dc1b9358132748180df858fb82ad39d86">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85800"/>
              <a:ext cx="1600200" cy="334342"/>
            </a:xfrm>
            <a:prstGeom prst="rect">
              <a:avLst/>
            </a:prstGeom>
          </p:spPr>
        </p:pic>
      </p:grpSp>
      <p:grpSp>
        <p:nvGrpSpPr>
          <p:cNvPr id="269" name="node02"/>
          <p:cNvGrpSpPr/>
          <p:nvPr/>
        </p:nvGrpSpPr>
        <p:grpSpPr>
          <a:xfrm>
            <a:off x="723900" y="2057400"/>
            <a:ext cx="7086600" cy="152400"/>
            <a:chOff x="723900" y="2057400"/>
            <a:chExt cx="7086600" cy="152400"/>
          </a:xfrm>
        </p:grpSpPr>
        <p:sp>
          <p:nvSpPr>
            <p:cNvPr id="261" name="node02.text"/>
            <p:cNvSpPr/>
            <p:nvPr/>
          </p:nvSpPr>
          <p:spPr>
            <a:xfrm>
              <a:off x="723900" y="20574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DENTALXCHANGE · DRAFT FOR INTERNAL REVIEW · OCTOBER 2026</a:t>
              </a:r>
              <a:endParaRPr lang="en-US" sz="1000" spc="80" kern="0" b="0" i="0" dirty="0">
                <a:solidFill>
                  <a:srgbClr val="0047FF"/>
                </a:solidFill>
                <a:latin typeface="IBM Plex Mono SemiBold"/>
                <a:ea typeface="IBM Plex Mono SemiBold"/>
                <a:cs typeface="IBM Plex Mono SemiBold"/>
              </a:endParaRPr>
            </a:p>
          </p:txBody>
        </p:sp>
      </p:grpSp>
      <p:grpSp>
        <p:nvGrpSpPr>
          <p:cNvPr id="270" name="node03"/>
          <p:cNvGrpSpPr/>
          <p:nvPr/>
        </p:nvGrpSpPr>
        <p:grpSpPr>
          <a:xfrm>
            <a:off x="723900" y="2286000"/>
            <a:ext cx="6858000" cy="1524000"/>
            <a:chOff x="723900" y="2286000"/>
            <a:chExt cx="6858000" cy="1524000"/>
          </a:xfrm>
        </p:grpSpPr>
        <p:pic>
          <p:nvPicPr>
            <p:cNvPr id="262" name="node03.text.mark-002-002" descr="underscore; canonical SHA256=49d5a97f776a33dcf11e794bad153776f1f33cf3747f42e2c277857faa224278;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3955" y="3703320"/>
              <a:ext cx="3542511" cy="319596"/>
            </a:xfrm>
            <a:prstGeom prst="rect">
              <a:avLst/>
            </a:prstGeom>
          </p:spPr>
        </p:pic>
        <p:sp>
          <p:nvSpPr>
            <p:cNvPr id="263" name="node03.text"/>
            <p:cNvSpPr/>
            <p:nvPr/>
          </p:nvSpPr>
          <p:spPr>
            <a:xfrm>
              <a:off x="723900" y="2286000"/>
              <a:ext cx="6858000" cy="1524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070154"/>
                  </a:solidFill>
                  <a:latin typeface="IBM Plex Sans SemiBold"/>
                  <a:ea typeface="IBM Plex Sans SemiBold"/>
                  <a:cs typeface="IBM Plex Sans SemiBold"/>
                </a:rPr>
                <a:t xml:space="preserve">Engineering findings </a:t>
              </a:r>
              <a:br>
                <a:rPr lang="en-US" sz="5400" spc="-135" kern="0" b="0" i="0" dirty="0">
                  <a:solidFill>
                    <a:srgbClr val="070154"/>
                  </a:solidFill>
                  <a:latin typeface="IBM Plex Sans SemiBold"/>
                  <a:ea typeface="IBM Plex Sans SemiBold"/>
                  <a:cs typeface="IBM Plex Sans SemiBold"/>
                </a:rPr>
              </a:br>
              <a:r>
                <a:rPr lang="en-US" sz="5400" spc="-135" kern="0" b="0" i="0" dirty="0">
                  <a:solidFill>
                    <a:srgbClr val="070154"/>
                  </a:solidFill>
                  <a:latin typeface="IBM Plex Sans SemiBold"/>
                  <a:ea typeface="IBM Plex Sans SemiBold"/>
                  <a:cs typeface="IBM Plex Sans SemiBold"/>
                </a:rPr>
                <a:t xml:space="preserve">and </a:t>
              </a:r>
              <a:r>
                <a:rPr lang="en-US" sz="5400" spc="-135" kern="0" b="0" i="0" dirty="0">
                  <a:solidFill>
                    <a:srgbClr val="070154"/>
                  </a:solidFill>
                  <a:latin typeface="IBM Plex Sans SemiBold"/>
                  <a:ea typeface="IBM Plex Sans SemiBold"/>
                  <a:cs typeface="IBM Plex Sans SemiBold"/>
                </a:rPr>
                <a:t xml:space="preserve">action plan</a:t>
              </a:r>
              <a:endParaRPr lang="en-US" sz="5400" spc="-135" kern="0" b="0" i="0" dirty="0">
                <a:solidFill>
                  <a:srgbClr val="070154"/>
                </a:solidFill>
                <a:latin typeface="IBM Plex Sans SemiBold"/>
                <a:ea typeface="IBM Plex Sans SemiBold"/>
                <a:cs typeface="IBM Plex Sans SemiBold"/>
              </a:endParaRPr>
            </a:p>
          </p:txBody>
        </p:sp>
      </p:grpSp>
      <p:grpSp>
        <p:nvGrpSpPr>
          <p:cNvPr id="271" name="node04"/>
          <p:cNvGrpSpPr/>
          <p:nvPr/>
        </p:nvGrpSpPr>
        <p:grpSpPr>
          <a:xfrm>
            <a:off x="723900" y="4343400"/>
            <a:ext cx="5257800" cy="304800"/>
            <a:chOff x="723900" y="4343400"/>
            <a:chExt cx="5257800" cy="304800"/>
          </a:xfrm>
        </p:grpSpPr>
        <p:sp>
          <p:nvSpPr>
            <p:cNvPr id="264" name="node04.text"/>
            <p:cNvSpPr/>
            <p:nvPr/>
          </p:nvSpPr>
          <p:spPr>
            <a:xfrm>
              <a:off x="723900" y="4343400"/>
              <a:ext cx="52578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50658E"/>
                  </a:solidFill>
                  <a:latin typeface="IBM Plex Sans"/>
                  <a:ea typeface="IBM Plex Sans"/>
                  <a:cs typeface="IBM Plex Sans"/>
                </a:rPr>
                <a:t>Core SDLC · Agile with Claude Code · Robust QA · Metrics</a:t>
              </a:r>
              <a:endParaRPr lang="en-US" sz="1600" spc="0" kern="0" b="0" i="0" dirty="0">
                <a:solidFill>
                  <a:srgbClr val="50658E"/>
                </a:solidFill>
                <a:latin typeface="IBM Plex Sans"/>
                <a:ea typeface="IBM Plex Sans"/>
                <a:cs typeface="IBM Plex Sans"/>
              </a:endParaRPr>
            </a:p>
          </p:txBody>
        </p:sp>
      </p:grpSp>
      <p:grpSp>
        <p:nvGrpSpPr>
          <p:cNvPr id="272" name="node05"/>
          <p:cNvGrpSpPr/>
          <p:nvPr/>
        </p:nvGrpSpPr>
        <p:grpSpPr>
          <a:xfrm>
            <a:off x="8953500" y="2286000"/>
            <a:ext cx="2514600" cy="2514600"/>
            <a:chOff x="8953500" y="2286000"/>
            <a:chExt cx="2514600" cy="2514600"/>
          </a:xfrm>
        </p:grpSpPr>
        <p:sp>
          <p:nvSpPr>
            <p:cNvPr id="265" name="node05.surface"/>
            <p:cNvSpPr/>
            <p:nvPr/>
          </p:nvSpPr>
          <p:spPr>
            <a:xfrm>
              <a:off x="8953500" y="2286000"/>
              <a:ext cx="2514600" cy="2514600"/>
            </a:xfrm>
            <a:prstGeom prst="rect">
              <a:avLst/>
            </a:prstGeom>
            <a:solidFill>
              <a:srgbClr val="070154"/>
            </a:solidFill>
            <a:ln>
              <a:noFill/>
            </a:ln>
          </p:spPr>
        </p:sp>
        <p:sp>
          <p:nvSpPr>
            <p:cNvPr id="266" name="node05.stat"/>
            <p:cNvSpPr/>
            <p:nvPr/>
          </p:nvSpPr>
          <p:spPr>
            <a:xfrm>
              <a:off x="9105900" y="3922522"/>
              <a:ext cx="2209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DXC</a:t>
              </a:r>
              <a:endParaRPr lang="en-US" sz="3600" spc="-72" kern="0" b="0" i="0" dirty="0">
                <a:solidFill>
                  <a:srgbClr val="FFFFFF"/>
                </a:solidFill>
                <a:latin typeface="IBM Plex Mono SemiBold"/>
                <a:ea typeface="IBM Plex Mono SemiBold"/>
                <a:cs typeface="IBM Plex Mono SemiBold"/>
              </a:endParaRPr>
            </a:p>
          </p:txBody>
        </p:sp>
        <p:sp>
          <p:nvSpPr>
            <p:cNvPr id="267" name="node05.label"/>
            <p:cNvSpPr/>
            <p:nvPr/>
          </p:nvSpPr>
          <p:spPr>
            <a:xfrm>
              <a:off x="9105900" y="44196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Engineering</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dxc-engineering-six-findings">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FINDINGS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engineering findings, each with a clear fix</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9055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Draft evidence; details and verification qualifications retained in notes.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59</a:t>
            </a:fld>
            <a:endParaRPr lang="en-US" sz="700" spc="0" kern="0" b="0" i="0" dirty="0">
              <a:solidFill>
                <a:srgbClr val="070154"/>
              </a:solidFill>
              <a:latin typeface="IBM Plex Mono SemiBold"/>
              <a:ea typeface="IBM Plex Mono SemiBold"/>
              <a:cs typeface="IBM Plex Mono SemiBold"/>
            </a:endParaRPr>
          </a:p>
        </p:txBody>
      </p:sp>
      <p:grpSp>
        <p:nvGrpSpPr>
          <p:cNvPr id="35" name="node01"/>
          <p:cNvGrpSpPr/>
          <p:nvPr/>
        </p:nvGrpSpPr>
        <p:grpSpPr>
          <a:xfrm>
            <a:off x="723900" y="1600200"/>
            <a:ext cx="2514600" cy="152400"/>
            <a:chOff x="723900" y="1600200"/>
            <a:chExt cx="2514600" cy="152400"/>
          </a:xfrm>
        </p:grpSpPr>
        <p:sp>
          <p:nvSpPr>
            <p:cNvPr id="8"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WE SAW</a:t>
              </a:r>
              <a:endParaRPr lang="en-US" sz="1000" spc="80" kern="0" b="0" i="0" dirty="0">
                <a:solidFill>
                  <a:srgbClr val="0047FF"/>
                </a:solidFill>
                <a:latin typeface="IBM Plex Mono SemiBold"/>
                <a:ea typeface="IBM Plex Mono SemiBold"/>
                <a:cs typeface="IBM Plex Mono SemiBold"/>
              </a:endParaRPr>
            </a:p>
          </p:txBody>
        </p:sp>
      </p:grpSp>
      <p:grpSp>
        <p:nvGrpSpPr>
          <p:cNvPr id="36" name="node02"/>
          <p:cNvGrpSpPr/>
          <p:nvPr/>
        </p:nvGrpSpPr>
        <p:grpSpPr>
          <a:xfrm>
            <a:off x="723900" y="1828800"/>
            <a:ext cx="2514600" cy="685800"/>
            <a:chOff x="723900" y="1828800"/>
            <a:chExt cx="2514600" cy="685800"/>
          </a:xfrm>
        </p:grpSpPr>
        <p:sp>
          <p:nvSpPr>
            <p:cNvPr id="9"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Evidence to verify; fixes to decide</a:t>
              </a:r>
              <a:endParaRPr lang="en-US" sz="1800" spc="-18" kern="0" b="0" i="0" dirty="0">
                <a:solidFill>
                  <a:srgbClr val="070154"/>
                </a:solidFill>
                <a:latin typeface="IBM Plex Sans SemiBold"/>
                <a:ea typeface="IBM Plex Sans SemiBold"/>
                <a:cs typeface="IBM Plex Sans SemiBold"/>
              </a:endParaRPr>
            </a:p>
          </p:txBody>
        </p:sp>
      </p:grpSp>
      <p:grpSp>
        <p:nvGrpSpPr>
          <p:cNvPr id="37" name="node03"/>
          <p:cNvGrpSpPr/>
          <p:nvPr/>
        </p:nvGrpSpPr>
        <p:grpSpPr>
          <a:xfrm>
            <a:off x="723900" y="2743200"/>
            <a:ext cx="2514600" cy="1333500"/>
            <a:chOff x="723900" y="2743200"/>
            <a:chExt cx="2514600" cy="1333500"/>
          </a:xfrm>
        </p:grpSpPr>
        <p:sp>
          <p:nvSpPr>
            <p:cNvPr id="10" name="node03.text"/>
            <p:cNvSpPr/>
            <p:nvPr/>
          </p:nvSpPr>
          <p:spPr>
            <a:xfrm>
              <a:off x="723900" y="2743200"/>
              <a:ext cx="25146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Core release calendar, working sessions and survey (n=44). Confirm cause classification with release management before presenting.</a:t>
              </a:r>
              <a:endParaRPr lang="en-US" sz="1400" spc="0" kern="0" b="0" i="0" dirty="0">
                <a:solidFill>
                  <a:srgbClr val="070154"/>
                </a:solidFill>
                <a:latin typeface="IBM Plex Sans"/>
                <a:ea typeface="IBM Plex Sans"/>
                <a:cs typeface="IBM Plex Sans"/>
              </a:endParaRPr>
            </a:p>
          </p:txBody>
        </p:sp>
      </p:grpSp>
      <p:grpSp>
        <p:nvGrpSpPr>
          <p:cNvPr id="38" name="node04"/>
          <p:cNvGrpSpPr/>
          <p:nvPr/>
        </p:nvGrpSpPr>
        <p:grpSpPr>
          <a:xfrm>
            <a:off x="3467100" y="1600200"/>
            <a:ext cx="2514600" cy="1828800"/>
            <a:chOff x="3467100" y="1600200"/>
            <a:chExt cx="2514600" cy="1828800"/>
          </a:xfrm>
        </p:grpSpPr>
        <p:sp>
          <p:nvSpPr>
            <p:cNvPr id="11" name="node04.container"/>
            <p:cNvSpPr/>
            <p:nvPr/>
          </p:nvSpPr>
          <p:spPr>
            <a:xfrm>
              <a:off x="3467100" y="1600200"/>
              <a:ext cx="2514600" cy="1828800"/>
            </a:xfrm>
            <a:prstGeom prst="rect">
              <a:avLst/>
            </a:prstGeom>
            <a:solidFill>
              <a:srgbClr val="E8EEF8"/>
            </a:solidFill>
            <a:ln>
              <a:noFill/>
            </a:ln>
          </p:spPr>
        </p:sp>
        <p:sp>
          <p:nvSpPr>
            <p:cNvPr id="12" name="node04.number"/>
            <p:cNvSpPr/>
            <p:nvPr/>
          </p:nvSpPr>
          <p:spPr>
            <a:xfrm>
              <a:off x="36957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40957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Unplanned</a:t>
              </a:r>
              <a:endParaRPr lang="en-US" sz="1800" spc="-18" kern="0" b="0" i="0" dirty="0">
                <a:solidFill>
                  <a:srgbClr val="070154"/>
                </a:solidFill>
                <a:latin typeface="IBM Plex Sans SemiBold"/>
                <a:ea typeface="IBM Plex Sans SemiBold"/>
                <a:cs typeface="IBM Plex Sans SemiBold"/>
              </a:endParaRPr>
            </a:p>
          </p:txBody>
        </p:sp>
        <p:sp>
          <p:nvSpPr>
            <p:cNvPr id="14" name="node04.body.node04-body-1.paragraph"/>
            <p:cNvSpPr/>
            <p:nvPr/>
          </p:nvSpPr>
          <p:spPr>
            <a:xfrm>
              <a:off x="3695700" y="2247900"/>
              <a:ext cx="20574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15/30 Core events unplanned; causes not trended. Two-week triage fix list.</a:t>
              </a:r>
              <a:endParaRPr lang="en-US" sz="1200" spc="0" kern="0" b="0" i="0" dirty="0">
                <a:solidFill>
                  <a:srgbClr val="50658E"/>
                </a:solidFill>
                <a:latin typeface="IBM Plex Sans"/>
                <a:ea typeface="IBM Plex Sans"/>
                <a:cs typeface="IBM Plex Sans"/>
              </a:endParaRPr>
            </a:p>
          </p:txBody>
        </p:sp>
      </p:grpSp>
      <p:grpSp>
        <p:nvGrpSpPr>
          <p:cNvPr id="39" name="node05"/>
          <p:cNvGrpSpPr/>
          <p:nvPr/>
        </p:nvGrpSpPr>
        <p:grpSpPr>
          <a:xfrm>
            <a:off x="6210300" y="1600200"/>
            <a:ext cx="2514600" cy="1828800"/>
            <a:chOff x="6210300" y="1600200"/>
            <a:chExt cx="2514600" cy="1828800"/>
          </a:xfrm>
        </p:grpSpPr>
        <p:sp>
          <p:nvSpPr>
            <p:cNvPr id="15" name="node05.container"/>
            <p:cNvSpPr/>
            <p:nvPr/>
          </p:nvSpPr>
          <p:spPr>
            <a:xfrm>
              <a:off x="6210300" y="1600200"/>
              <a:ext cx="2514600" cy="1828800"/>
            </a:xfrm>
            <a:prstGeom prst="rect">
              <a:avLst/>
            </a:prstGeom>
            <a:solidFill>
              <a:srgbClr val="E8EEF8"/>
            </a:solidFill>
            <a:ln>
              <a:noFill/>
            </a:ln>
          </p:spPr>
        </p:sp>
        <p:sp>
          <p:nvSpPr>
            <p:cNvPr id="16" name="node05.number"/>
            <p:cNvSpPr/>
            <p:nvPr/>
          </p:nvSpPr>
          <p:spPr>
            <a:xfrm>
              <a:off x="64389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7" name="node05.title"/>
            <p:cNvSpPr/>
            <p:nvPr/>
          </p:nvSpPr>
          <p:spPr>
            <a:xfrm>
              <a:off x="68389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Repeats</a:t>
              </a:r>
              <a:endParaRPr lang="en-US" sz="1800" spc="-18" kern="0" b="0" i="0" dirty="0">
                <a:solidFill>
                  <a:srgbClr val="070154"/>
                </a:solidFill>
                <a:latin typeface="IBM Plex Sans SemiBold"/>
                <a:ea typeface="IBM Plex Sans SemiBold"/>
                <a:cs typeface="IBM Plex Sans SemiBold"/>
              </a:endParaRPr>
            </a:p>
          </p:txBody>
        </p:sp>
        <p:sp>
          <p:nvSpPr>
            <p:cNvPr id="18" name="node05.body.node05-body-1.paragraph"/>
            <p:cNvSpPr/>
            <p:nvPr/>
          </p:nvSpPr>
          <p:spPr>
            <a:xfrm>
              <a:off x="6438900" y="22479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Salesforce expiry blocked HS1 twice. Inventory owners and alerts.</a:t>
              </a:r>
              <a:endParaRPr lang="en-US" sz="1200" spc="0" kern="0" b="0" i="0" dirty="0">
                <a:solidFill>
                  <a:srgbClr val="50658E"/>
                </a:solidFill>
                <a:latin typeface="IBM Plex Sans"/>
                <a:ea typeface="IBM Plex Sans"/>
                <a:cs typeface="IBM Plex Sans"/>
              </a:endParaRPr>
            </a:p>
          </p:txBody>
        </p:sp>
      </p:grpSp>
      <p:grpSp>
        <p:nvGrpSpPr>
          <p:cNvPr id="40" name="node06"/>
          <p:cNvGrpSpPr/>
          <p:nvPr/>
        </p:nvGrpSpPr>
        <p:grpSpPr>
          <a:xfrm>
            <a:off x="8953500" y="1600200"/>
            <a:ext cx="2514600" cy="1828800"/>
            <a:chOff x="8953500" y="1600200"/>
            <a:chExt cx="2514600" cy="1828800"/>
          </a:xfrm>
        </p:grpSpPr>
        <p:sp>
          <p:nvSpPr>
            <p:cNvPr id="19" name="node06.container"/>
            <p:cNvSpPr/>
            <p:nvPr/>
          </p:nvSpPr>
          <p:spPr>
            <a:xfrm>
              <a:off x="8953500" y="1600200"/>
              <a:ext cx="2514600" cy="1828800"/>
            </a:xfrm>
            <a:prstGeom prst="rect">
              <a:avLst/>
            </a:prstGeom>
            <a:solidFill>
              <a:srgbClr val="E8EEF8"/>
            </a:solidFill>
            <a:ln>
              <a:noFill/>
            </a:ln>
          </p:spPr>
        </p:sp>
        <p:sp>
          <p:nvSpPr>
            <p:cNvPr id="20" name="node06.number"/>
            <p:cNvSpPr/>
            <p:nvPr/>
          </p:nvSpPr>
          <p:spPr>
            <a:xfrm>
              <a:off x="91821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1" name="node06.title"/>
            <p:cNvSpPr/>
            <p:nvPr/>
          </p:nvSpPr>
          <p:spPr>
            <a:xfrm>
              <a:off x="95821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Promotion</a:t>
              </a:r>
              <a:endParaRPr lang="en-US" sz="1800" spc="-18" kern="0" b="0" i="0" dirty="0">
                <a:solidFill>
                  <a:srgbClr val="070154"/>
                </a:solidFill>
                <a:latin typeface="IBM Plex Sans SemiBold"/>
                <a:ea typeface="IBM Plex Sans SemiBold"/>
                <a:cs typeface="IBM Plex Sans SemiBold"/>
              </a:endParaRPr>
            </a:p>
          </p:txBody>
        </p:sp>
        <p:sp>
          <p:nvSpPr>
            <p:cNvPr id="22" name="node06.body.node06-body-1.paragraph"/>
            <p:cNvSpPr/>
            <p:nvPr/>
          </p:nvSpPr>
          <p:spPr>
            <a:xfrm>
              <a:off x="9182100" y="22479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Four-day window; non-prod pre-live. Harden and promote tested build.</a:t>
              </a:r>
              <a:endParaRPr lang="en-US" sz="1200" spc="0" kern="0" b="0" i="0" dirty="0">
                <a:solidFill>
                  <a:srgbClr val="50658E"/>
                </a:solidFill>
                <a:latin typeface="IBM Plex Sans"/>
                <a:ea typeface="IBM Plex Sans"/>
                <a:cs typeface="IBM Plex Sans"/>
              </a:endParaRPr>
            </a:p>
          </p:txBody>
        </p:sp>
      </p:grpSp>
      <p:grpSp>
        <p:nvGrpSpPr>
          <p:cNvPr id="41" name="node07"/>
          <p:cNvGrpSpPr/>
          <p:nvPr/>
        </p:nvGrpSpPr>
        <p:grpSpPr>
          <a:xfrm>
            <a:off x="3467100" y="3657600"/>
            <a:ext cx="2514600" cy="1828800"/>
            <a:chOff x="3467100" y="3657600"/>
            <a:chExt cx="2514600" cy="1828800"/>
          </a:xfrm>
        </p:grpSpPr>
        <p:sp>
          <p:nvSpPr>
            <p:cNvPr id="23" name="node07.container"/>
            <p:cNvSpPr/>
            <p:nvPr/>
          </p:nvSpPr>
          <p:spPr>
            <a:xfrm>
              <a:off x="3467100" y="3657600"/>
              <a:ext cx="2514600" cy="1828800"/>
            </a:xfrm>
            <a:prstGeom prst="rect">
              <a:avLst/>
            </a:prstGeom>
            <a:solidFill>
              <a:srgbClr val="E8EEF8"/>
            </a:solidFill>
            <a:ln>
              <a:noFill/>
            </a:ln>
          </p:spPr>
        </p:sp>
        <p:sp>
          <p:nvSpPr>
            <p:cNvPr id="24" name="node07.number"/>
            <p:cNvSpPr/>
            <p:nvPr/>
          </p:nvSpPr>
          <p:spPr>
            <a:xfrm>
              <a:off x="36957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5" name="node07.title"/>
            <p:cNvSpPr/>
            <p:nvPr/>
          </p:nvSpPr>
          <p:spPr>
            <a:xfrm>
              <a:off x="40957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 access</a:t>
              </a:r>
              <a:endParaRPr lang="en-US" sz="1800" spc="-18" kern="0" b="0" i="0" dirty="0">
                <a:solidFill>
                  <a:srgbClr val="070154"/>
                </a:solidFill>
                <a:latin typeface="IBM Plex Sans SemiBold"/>
                <a:ea typeface="IBM Plex Sans SemiBold"/>
                <a:cs typeface="IBM Plex Sans SemiBold"/>
              </a:endParaRPr>
            </a:p>
          </p:txBody>
        </p:sp>
        <p:sp>
          <p:nvSpPr>
            <p:cNvPr id="26" name="node07.body.node07-body-1.paragraph"/>
            <p:cNvSpPr/>
            <p:nvPr/>
          </p:nvSpPr>
          <p:spPr>
            <a:xfrm>
              <a:off x="3695700" y="43053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Most QA contractors lack Claude. Extend sanctioned access and guardrails.</a:t>
              </a:r>
              <a:endParaRPr lang="en-US" sz="1200" spc="0" kern="0" b="0" i="0" dirty="0">
                <a:solidFill>
                  <a:srgbClr val="50658E"/>
                </a:solidFill>
                <a:latin typeface="IBM Plex Sans"/>
                <a:ea typeface="IBM Plex Sans"/>
                <a:cs typeface="IBM Plex Sans"/>
              </a:endParaRPr>
            </a:p>
          </p:txBody>
        </p:sp>
      </p:grpSp>
      <p:grpSp>
        <p:nvGrpSpPr>
          <p:cNvPr id="42" name="node08"/>
          <p:cNvGrpSpPr/>
          <p:nvPr/>
        </p:nvGrpSpPr>
        <p:grpSpPr>
          <a:xfrm>
            <a:off x="6210300" y="3657600"/>
            <a:ext cx="2514600" cy="1828800"/>
            <a:chOff x="6210300" y="3657600"/>
            <a:chExt cx="2514600" cy="1828800"/>
          </a:xfrm>
        </p:grpSpPr>
        <p:sp>
          <p:nvSpPr>
            <p:cNvPr id="27" name="node08.container"/>
            <p:cNvSpPr/>
            <p:nvPr/>
          </p:nvSpPr>
          <p:spPr>
            <a:xfrm>
              <a:off x="6210300" y="3657600"/>
              <a:ext cx="2514600" cy="1828800"/>
            </a:xfrm>
            <a:prstGeom prst="rect">
              <a:avLst/>
            </a:prstGeom>
            <a:solidFill>
              <a:srgbClr val="E8EEF8"/>
            </a:solidFill>
            <a:ln>
              <a:noFill/>
            </a:ln>
          </p:spPr>
        </p:sp>
        <p:sp>
          <p:nvSpPr>
            <p:cNvPr id="28" name="node08.number"/>
            <p:cNvSpPr/>
            <p:nvPr/>
          </p:nvSpPr>
          <p:spPr>
            <a:xfrm>
              <a:off x="64389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29" name="node08.title"/>
            <p:cNvSpPr/>
            <p:nvPr/>
          </p:nvSpPr>
          <p:spPr>
            <a:xfrm>
              <a:off x="68389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Spec first</a:t>
              </a:r>
              <a:endParaRPr lang="en-US" sz="1800" spc="-18" kern="0" b="0" i="0" dirty="0">
                <a:solidFill>
                  <a:srgbClr val="070154"/>
                </a:solidFill>
                <a:latin typeface="IBM Plex Sans SemiBold"/>
                <a:ea typeface="IBM Plex Sans SemiBold"/>
                <a:cs typeface="IBM Plex Sans SemiBold"/>
              </a:endParaRPr>
            </a:p>
          </p:txBody>
        </p:sp>
        <p:sp>
          <p:nvSpPr>
            <p:cNvPr id="30" name="node08.body.node08-body-1.paragraph"/>
            <p:cNvSpPr/>
            <p:nvPr/>
          </p:nvSpPr>
          <p:spPr>
            <a:xfrm>
              <a:off x="6438900" y="43053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Rules MVP date precedes platform/team decisions. Sign spec before date.</a:t>
              </a:r>
              <a:endParaRPr lang="en-US" sz="1200" spc="0" kern="0" b="0" i="0" dirty="0">
                <a:solidFill>
                  <a:srgbClr val="50658E"/>
                </a:solidFill>
                <a:latin typeface="IBM Plex Sans"/>
                <a:ea typeface="IBM Plex Sans"/>
                <a:cs typeface="IBM Plex Sans"/>
              </a:endParaRPr>
            </a:p>
          </p:txBody>
        </p:sp>
      </p:grpSp>
      <p:grpSp>
        <p:nvGrpSpPr>
          <p:cNvPr id="43" name="node09"/>
          <p:cNvGrpSpPr/>
          <p:nvPr/>
        </p:nvGrpSpPr>
        <p:grpSpPr>
          <a:xfrm>
            <a:off x="8953500" y="3657600"/>
            <a:ext cx="2514600" cy="1828800"/>
            <a:chOff x="8953500" y="3657600"/>
            <a:chExt cx="2514600" cy="1828800"/>
          </a:xfrm>
        </p:grpSpPr>
        <p:sp>
          <p:nvSpPr>
            <p:cNvPr id="31" name="node09.container"/>
            <p:cNvSpPr/>
            <p:nvPr/>
          </p:nvSpPr>
          <p:spPr>
            <a:xfrm>
              <a:off x="8953500" y="3657600"/>
              <a:ext cx="2514600" cy="1828800"/>
            </a:xfrm>
            <a:prstGeom prst="rect">
              <a:avLst/>
            </a:prstGeom>
            <a:solidFill>
              <a:srgbClr val="E8EEF8"/>
            </a:solidFill>
            <a:ln>
              <a:noFill/>
            </a:ln>
          </p:spPr>
        </p:sp>
        <p:sp>
          <p:nvSpPr>
            <p:cNvPr id="32" name="node09.number"/>
            <p:cNvSpPr/>
            <p:nvPr/>
          </p:nvSpPr>
          <p:spPr>
            <a:xfrm>
              <a:off x="91821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3" name="node09.title"/>
            <p:cNvSpPr/>
            <p:nvPr/>
          </p:nvSpPr>
          <p:spPr>
            <a:xfrm>
              <a:off x="95821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QA capacity</a:t>
              </a:r>
              <a:endParaRPr lang="en-US" sz="1800" spc="-18" kern="0" b="0" i="0" dirty="0">
                <a:solidFill>
                  <a:srgbClr val="070154"/>
                </a:solidFill>
                <a:latin typeface="IBM Plex Sans SemiBold"/>
                <a:ea typeface="IBM Plex Sans SemiBold"/>
                <a:cs typeface="IBM Plex Sans SemiBold"/>
              </a:endParaRPr>
            </a:p>
          </p:txBody>
        </p:sp>
        <p:sp>
          <p:nvSpPr>
            <p:cNvPr id="34" name="node09.body.node09-body-1.paragraph"/>
            <p:cNvSpPr/>
            <p:nvPr/>
          </p:nvSpPr>
          <p:spPr>
            <a:xfrm>
              <a:off x="9182100" y="43053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21 → 200+ tests; one lead, ~15 testers. Host tools, cover paths, name QA lead.</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dxc-engineering-four-moves">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MOVES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engineering moves answer the findings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9055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All four: sanctioned Claude, contractors included; DXC accounts, no PHI, human review before merge. No Core re-platforming.</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60</a:t>
            </a:fld>
            <a:endParaRPr lang="en-US" sz="700" spc="0" kern="0" b="0" i="0" dirty="0">
              <a:solidFill>
                <a:srgbClr val="070154"/>
              </a:solidFill>
              <a:latin typeface="IBM Plex Mono SemiBold"/>
              <a:ea typeface="IBM Plex Mono SemiBold"/>
              <a:cs typeface="IBM Plex Mono SemiBold"/>
            </a:endParaRPr>
          </a:p>
        </p:txBody>
      </p:sp>
      <p:grpSp>
        <p:nvGrpSpPr>
          <p:cNvPr id="44" name="node01"/>
          <p:cNvGrpSpPr/>
          <p:nvPr/>
        </p:nvGrpSpPr>
        <p:grpSpPr>
          <a:xfrm>
            <a:off x="723900" y="1600200"/>
            <a:ext cx="2514600" cy="609600"/>
            <a:chOff x="723900" y="1600200"/>
            <a:chExt cx="2514600" cy="609600"/>
          </a:xfrm>
        </p:grpSpPr>
        <p:sp>
          <p:nvSpPr>
            <p:cNvPr id="8" name="node01.rule"/>
            <p:cNvSpPr/>
            <p:nvPr/>
          </p:nvSpPr>
          <p:spPr>
            <a:xfrm>
              <a:off x="723900" y="1600200"/>
              <a:ext cx="2514600" cy="38100"/>
            </a:xfrm>
            <a:prstGeom prst="rect">
              <a:avLst/>
            </a:prstGeom>
            <a:solidFill>
              <a:srgbClr val="070154"/>
            </a:solidFill>
            <a:ln>
              <a:noFill/>
            </a:ln>
          </p:spPr>
        </p:sp>
        <p:sp>
          <p:nvSpPr>
            <p:cNvPr id="9" name="node01.label"/>
            <p:cNvSpPr/>
            <p:nvPr/>
          </p:nvSpPr>
          <p:spPr>
            <a:xfrm>
              <a:off x="723900" y="1752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FINDINGS 1/2/3</a:t>
              </a:r>
              <a:endParaRPr lang="en-US" sz="900" spc="54" kern="0" b="0" i="0" dirty="0">
                <a:solidFill>
                  <a:srgbClr val="0047FF"/>
                </a:solidFill>
                <a:latin typeface="IBM Plex Mono Medium"/>
                <a:ea typeface="IBM Plex Mono Medium"/>
                <a:cs typeface="IBM Plex Mono Medium"/>
              </a:endParaRPr>
            </a:p>
          </p:txBody>
        </p:sp>
        <p:sp>
          <p:nvSpPr>
            <p:cNvPr id="10" name="node01.title"/>
            <p:cNvSpPr/>
            <p:nvPr/>
          </p:nvSpPr>
          <p:spPr>
            <a:xfrm>
              <a:off x="723900" y="1905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Stabilize Core SDLC</a:t>
              </a:r>
              <a:endParaRPr lang="en-US" sz="1800" spc="-18" kern="0" b="0" i="0" dirty="0">
                <a:solidFill>
                  <a:srgbClr val="070154"/>
                </a:solidFill>
                <a:latin typeface="IBM Plex Sans SemiBold"/>
                <a:ea typeface="IBM Plex Sans SemiBold"/>
                <a:cs typeface="IBM Plex Sans SemiBold"/>
              </a:endParaRPr>
            </a:p>
          </p:txBody>
        </p:sp>
      </p:grpSp>
      <p:grpSp>
        <p:nvGrpSpPr>
          <p:cNvPr id="45" name="node02"/>
          <p:cNvGrpSpPr/>
          <p:nvPr/>
        </p:nvGrpSpPr>
        <p:grpSpPr>
          <a:xfrm>
            <a:off x="723900" y="2362200"/>
            <a:ext cx="2514600" cy="1485900"/>
            <a:chOff x="723900" y="2362200"/>
            <a:chExt cx="2514600" cy="1485900"/>
          </a:xfrm>
        </p:grpSpPr>
        <p:sp>
          <p:nvSpPr>
            <p:cNvPr id="11" name="node02.node02-items-1.bullet"/>
            <p:cNvSpPr/>
            <p:nvPr/>
          </p:nvSpPr>
          <p:spPr>
            <a:xfrm>
              <a:off x="723900" y="2470150"/>
              <a:ext cx="50800" cy="50800"/>
            </a:xfrm>
            <a:prstGeom prst="rect">
              <a:avLst/>
            </a:prstGeom>
            <a:solidFill>
              <a:srgbClr val="070154"/>
            </a:solidFill>
            <a:ln>
              <a:noFill/>
            </a:ln>
          </p:spPr>
        </p:sp>
        <p:sp>
          <p:nvSpPr>
            <p:cNvPr id="12" name="node02.node02-items-1.text"/>
            <p:cNvSpPr/>
            <p:nvPr/>
          </p:nvSpPr>
          <p:spPr>
            <a:xfrm>
              <a:off x="914400" y="2362200"/>
              <a:ext cx="23241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9–10-day hardening; same tested build promoted</a:t>
              </a:r>
              <a:endParaRPr lang="en-US" sz="1400" spc="0" kern="0" b="0" i="0" dirty="0">
                <a:solidFill>
                  <a:srgbClr val="070154"/>
                </a:solidFill>
                <a:latin typeface="IBM Plex Sans"/>
                <a:ea typeface="IBM Plex Sans"/>
                <a:cs typeface="IBM Plex Sans"/>
              </a:endParaRPr>
            </a:p>
          </p:txBody>
        </p:sp>
        <p:sp>
          <p:nvSpPr>
            <p:cNvPr id="13" name="node02.node02-items-2.bullet"/>
            <p:cNvSpPr/>
            <p:nvPr/>
          </p:nvSpPr>
          <p:spPr>
            <a:xfrm>
              <a:off x="723900" y="3079750"/>
              <a:ext cx="50800" cy="50800"/>
            </a:xfrm>
            <a:prstGeom prst="rect">
              <a:avLst/>
            </a:prstGeom>
            <a:solidFill>
              <a:srgbClr val="070154"/>
            </a:solidFill>
            <a:ln>
              <a:noFill/>
            </a:ln>
          </p:spPr>
        </p:sp>
        <p:sp>
          <p:nvSpPr>
            <p:cNvPr id="14" name="node02.node02-items-2.text"/>
            <p:cNvSpPr/>
            <p:nvPr/>
          </p:nvSpPr>
          <p:spPr>
            <a:xfrm>
              <a:off x="914400" y="2971800"/>
              <a:ext cx="23241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Hotfix lane, root-cause review and expiry alerts</a:t>
              </a:r>
              <a:endParaRPr lang="en-US" sz="1400" spc="0" kern="0" b="0" i="0" dirty="0">
                <a:solidFill>
                  <a:srgbClr val="070154"/>
                </a:solidFill>
                <a:latin typeface="IBM Plex Sans"/>
                <a:ea typeface="IBM Plex Sans"/>
                <a:cs typeface="IBM Plex Sans"/>
              </a:endParaRPr>
            </a:p>
          </p:txBody>
        </p:sp>
        <p:sp>
          <p:nvSpPr>
            <p:cNvPr id="15" name="node02.node02-items-3.bullet"/>
            <p:cNvSpPr/>
            <p:nvPr/>
          </p:nvSpPr>
          <p:spPr>
            <a:xfrm>
              <a:off x="723900" y="3689350"/>
              <a:ext cx="50800" cy="50800"/>
            </a:xfrm>
            <a:prstGeom prst="rect">
              <a:avLst/>
            </a:prstGeom>
            <a:solidFill>
              <a:srgbClr val="070154"/>
            </a:solidFill>
            <a:ln>
              <a:noFill/>
            </a:ln>
          </p:spPr>
        </p:sp>
        <p:sp>
          <p:nvSpPr>
            <p:cNvPr id="16" name="node02.node02-items-3.text"/>
            <p:cNvSpPr/>
            <p:nvPr/>
          </p:nvSpPr>
          <p:spPr>
            <a:xfrm>
              <a:off x="914400" y="3581400"/>
              <a:ext cx="2324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Both workstreams</a:t>
              </a:r>
              <a:endParaRPr lang="en-US" sz="1400" spc="0" kern="0" b="0" i="0" dirty="0">
                <a:solidFill>
                  <a:srgbClr val="070154"/>
                </a:solidFill>
                <a:latin typeface="IBM Plex Sans"/>
                <a:ea typeface="IBM Plex Sans"/>
                <a:cs typeface="IBM Plex Sans"/>
              </a:endParaRPr>
            </a:p>
          </p:txBody>
        </p:sp>
      </p:grpSp>
      <p:grpSp>
        <p:nvGrpSpPr>
          <p:cNvPr id="46" name="node03"/>
          <p:cNvGrpSpPr/>
          <p:nvPr/>
        </p:nvGrpSpPr>
        <p:grpSpPr>
          <a:xfrm>
            <a:off x="3467100" y="1600200"/>
            <a:ext cx="2514600" cy="609600"/>
            <a:chOff x="3467100" y="1600200"/>
            <a:chExt cx="2514600" cy="609600"/>
          </a:xfrm>
        </p:grpSpPr>
        <p:sp>
          <p:nvSpPr>
            <p:cNvPr id="17" name="node03.rule"/>
            <p:cNvSpPr/>
            <p:nvPr/>
          </p:nvSpPr>
          <p:spPr>
            <a:xfrm>
              <a:off x="3467100" y="1600200"/>
              <a:ext cx="2514600" cy="38100"/>
            </a:xfrm>
            <a:prstGeom prst="rect">
              <a:avLst/>
            </a:prstGeom>
            <a:solidFill>
              <a:srgbClr val="070154"/>
            </a:solidFill>
            <a:ln>
              <a:noFill/>
            </a:ln>
          </p:spPr>
        </p:sp>
        <p:sp>
          <p:nvSpPr>
            <p:cNvPr id="18" name="node03.label"/>
            <p:cNvSpPr/>
            <p:nvPr/>
          </p:nvSpPr>
          <p:spPr>
            <a:xfrm>
              <a:off x="3467100" y="1752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FINDINGS 4/5</a:t>
              </a:r>
              <a:endParaRPr lang="en-US" sz="900" spc="54" kern="0" b="0" i="0" dirty="0">
                <a:solidFill>
                  <a:srgbClr val="0047FF"/>
                </a:solidFill>
                <a:latin typeface="IBM Plex Mono Medium"/>
                <a:ea typeface="IBM Plex Mono Medium"/>
                <a:cs typeface="IBM Plex Mono Medium"/>
              </a:endParaRPr>
            </a:p>
          </p:txBody>
        </p:sp>
        <p:sp>
          <p:nvSpPr>
            <p:cNvPr id="19" name="node03.title"/>
            <p:cNvSpPr/>
            <p:nvPr/>
          </p:nvSpPr>
          <p:spPr>
            <a:xfrm>
              <a:off x="3467100" y="1905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Agile with Claude</a:t>
              </a:r>
              <a:endParaRPr lang="en-US" sz="1800" spc="-18" kern="0" b="0" i="0" dirty="0">
                <a:solidFill>
                  <a:srgbClr val="070154"/>
                </a:solidFill>
                <a:latin typeface="IBM Plex Sans SemiBold"/>
                <a:ea typeface="IBM Plex Sans SemiBold"/>
                <a:cs typeface="IBM Plex Sans SemiBold"/>
              </a:endParaRPr>
            </a:p>
          </p:txBody>
        </p:sp>
      </p:grpSp>
      <p:grpSp>
        <p:nvGrpSpPr>
          <p:cNvPr id="47" name="node04"/>
          <p:cNvGrpSpPr/>
          <p:nvPr/>
        </p:nvGrpSpPr>
        <p:grpSpPr>
          <a:xfrm>
            <a:off x="3467100" y="2362200"/>
            <a:ext cx="2514600" cy="2019300"/>
            <a:chOff x="3467100" y="2362200"/>
            <a:chExt cx="2514600" cy="2019300"/>
          </a:xfrm>
        </p:grpSpPr>
        <p:sp>
          <p:nvSpPr>
            <p:cNvPr id="20" name="node04.node04-items-1.bullet"/>
            <p:cNvSpPr/>
            <p:nvPr/>
          </p:nvSpPr>
          <p:spPr>
            <a:xfrm>
              <a:off x="3467100" y="2470150"/>
              <a:ext cx="50800" cy="50800"/>
            </a:xfrm>
            <a:prstGeom prst="rect">
              <a:avLst/>
            </a:prstGeom>
            <a:solidFill>
              <a:srgbClr val="070154"/>
            </a:solidFill>
            <a:ln>
              <a:noFill/>
            </a:ln>
          </p:spPr>
        </p:sp>
        <p:sp>
          <p:nvSpPr>
            <p:cNvPr id="21" name="node04.node04-items-1.text"/>
            <p:cNvSpPr/>
            <p:nvPr/>
          </p:nvSpPr>
          <p:spPr>
            <a:xfrm>
              <a:off x="3657600" y="2362200"/>
              <a:ext cx="23241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Ready tests and technical notes; spec before date</a:t>
              </a:r>
              <a:endParaRPr lang="en-US" sz="1400" spc="0" kern="0" b="0" i="0" dirty="0">
                <a:solidFill>
                  <a:srgbClr val="070154"/>
                </a:solidFill>
                <a:latin typeface="IBM Plex Sans"/>
                <a:ea typeface="IBM Plex Sans"/>
                <a:cs typeface="IBM Plex Sans"/>
              </a:endParaRPr>
            </a:p>
          </p:txBody>
        </p:sp>
        <p:sp>
          <p:nvSpPr>
            <p:cNvPr id="22" name="node04.node04-items-2.bullet"/>
            <p:cNvSpPr/>
            <p:nvPr/>
          </p:nvSpPr>
          <p:spPr>
            <a:xfrm>
              <a:off x="3467100" y="3079750"/>
              <a:ext cx="50800" cy="50800"/>
            </a:xfrm>
            <a:prstGeom prst="rect">
              <a:avLst/>
            </a:prstGeom>
            <a:solidFill>
              <a:srgbClr val="070154"/>
            </a:solidFill>
            <a:ln>
              <a:noFill/>
            </a:ln>
          </p:spPr>
        </p:sp>
        <p:sp>
          <p:nvSpPr>
            <p:cNvPr id="23" name="node04.node04-items-2.text"/>
            <p:cNvSpPr/>
            <p:nvPr/>
          </p:nvSpPr>
          <p:spPr>
            <a:xfrm>
              <a:off x="3657600" y="2971800"/>
              <a:ext cx="23241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Pair on code, unit tests and docs; PR bot + second reviewer</a:t>
              </a:r>
              <a:endParaRPr lang="en-US" sz="1400" spc="0" kern="0" b="0" i="0" dirty="0">
                <a:solidFill>
                  <a:srgbClr val="070154"/>
                </a:solidFill>
                <a:latin typeface="IBM Plex Sans"/>
                <a:ea typeface="IBM Plex Sans"/>
                <a:cs typeface="IBM Plex Sans"/>
              </a:endParaRPr>
            </a:p>
          </p:txBody>
        </p:sp>
        <p:sp>
          <p:nvSpPr>
            <p:cNvPr id="24" name="node04.node04-items-3.bullet"/>
            <p:cNvSpPr/>
            <p:nvPr/>
          </p:nvSpPr>
          <p:spPr>
            <a:xfrm>
              <a:off x="3467100" y="3956050"/>
              <a:ext cx="50800" cy="50800"/>
            </a:xfrm>
            <a:prstGeom prst="rect">
              <a:avLst/>
            </a:prstGeom>
            <a:solidFill>
              <a:srgbClr val="070154"/>
            </a:solidFill>
            <a:ln>
              <a:noFill/>
            </a:ln>
          </p:spPr>
        </p:sp>
        <p:sp>
          <p:nvSpPr>
            <p:cNvPr id="25" name="node04.node04-items-3.text"/>
            <p:cNvSpPr/>
            <p:nvPr/>
          </p:nvSpPr>
          <p:spPr>
            <a:xfrm>
              <a:off x="3657600" y="3848100"/>
              <a:ext cx="23241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Reconcile AI engineering across Core</a:t>
              </a:r>
              <a:endParaRPr lang="en-US" sz="1400" spc="0" kern="0" b="0" i="0" dirty="0">
                <a:solidFill>
                  <a:srgbClr val="070154"/>
                </a:solidFill>
                <a:latin typeface="IBM Plex Sans"/>
                <a:ea typeface="IBM Plex Sans"/>
                <a:cs typeface="IBM Plex Sans"/>
              </a:endParaRPr>
            </a:p>
          </p:txBody>
        </p:sp>
      </p:grpSp>
      <p:grpSp>
        <p:nvGrpSpPr>
          <p:cNvPr id="48" name="node05"/>
          <p:cNvGrpSpPr/>
          <p:nvPr/>
        </p:nvGrpSpPr>
        <p:grpSpPr>
          <a:xfrm>
            <a:off x="6210300" y="1600200"/>
            <a:ext cx="2514600" cy="609600"/>
            <a:chOff x="6210300" y="1600200"/>
            <a:chExt cx="2514600" cy="609600"/>
          </a:xfrm>
        </p:grpSpPr>
        <p:sp>
          <p:nvSpPr>
            <p:cNvPr id="26" name="node05.rule"/>
            <p:cNvSpPr/>
            <p:nvPr/>
          </p:nvSpPr>
          <p:spPr>
            <a:xfrm>
              <a:off x="6210300" y="1600200"/>
              <a:ext cx="2514600" cy="38100"/>
            </a:xfrm>
            <a:prstGeom prst="rect">
              <a:avLst/>
            </a:prstGeom>
            <a:solidFill>
              <a:srgbClr val="070154"/>
            </a:solidFill>
            <a:ln>
              <a:noFill/>
            </a:ln>
          </p:spPr>
        </p:sp>
        <p:sp>
          <p:nvSpPr>
            <p:cNvPr id="27" name="node05.label"/>
            <p:cNvSpPr/>
            <p:nvPr/>
          </p:nvSpPr>
          <p:spPr>
            <a:xfrm>
              <a:off x="6210300" y="1752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FINDINGS 3/4/6</a:t>
              </a:r>
              <a:endParaRPr lang="en-US" sz="900" spc="54" kern="0" b="0" i="0" dirty="0">
                <a:solidFill>
                  <a:srgbClr val="0047FF"/>
                </a:solidFill>
                <a:latin typeface="IBM Plex Mono Medium"/>
                <a:ea typeface="IBM Plex Mono Medium"/>
                <a:cs typeface="IBM Plex Mono Medium"/>
              </a:endParaRPr>
            </a:p>
          </p:txBody>
        </p:sp>
        <p:sp>
          <p:nvSpPr>
            <p:cNvPr id="28" name="node05.title"/>
            <p:cNvSpPr/>
            <p:nvPr/>
          </p:nvSpPr>
          <p:spPr>
            <a:xfrm>
              <a:off x="6210300" y="1905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Robust QA</a:t>
              </a:r>
              <a:endParaRPr lang="en-US" sz="1800" spc="-18" kern="0" b="0" i="0" dirty="0">
                <a:solidFill>
                  <a:srgbClr val="070154"/>
                </a:solidFill>
                <a:latin typeface="IBM Plex Sans SemiBold"/>
                <a:ea typeface="IBM Plex Sans SemiBold"/>
                <a:cs typeface="IBM Plex Sans SemiBold"/>
              </a:endParaRPr>
            </a:p>
          </p:txBody>
        </p:sp>
      </p:grpSp>
      <p:grpSp>
        <p:nvGrpSpPr>
          <p:cNvPr id="49" name="node06"/>
          <p:cNvGrpSpPr/>
          <p:nvPr/>
        </p:nvGrpSpPr>
        <p:grpSpPr>
          <a:xfrm>
            <a:off x="6210300" y="2362200"/>
            <a:ext cx="2514600" cy="2019300"/>
            <a:chOff x="6210300" y="2362200"/>
            <a:chExt cx="2514600" cy="2019300"/>
          </a:xfrm>
        </p:grpSpPr>
        <p:sp>
          <p:nvSpPr>
            <p:cNvPr id="29" name="node06.node06-items-1.bullet"/>
            <p:cNvSpPr/>
            <p:nvPr/>
          </p:nvSpPr>
          <p:spPr>
            <a:xfrm>
              <a:off x="6210300" y="2470150"/>
              <a:ext cx="50800" cy="50800"/>
            </a:xfrm>
            <a:prstGeom prst="rect">
              <a:avLst/>
            </a:prstGeom>
            <a:solidFill>
              <a:srgbClr val="070154"/>
            </a:solidFill>
            <a:ln>
              <a:noFill/>
            </a:ln>
          </p:spPr>
        </p:sp>
        <p:sp>
          <p:nvSpPr>
            <p:cNvPr id="30" name="node06.node06-items-1.text"/>
            <p:cNvSpPr/>
            <p:nvPr/>
          </p:nvSpPr>
          <p:spPr>
            <a:xfrm>
              <a:off x="6400800" y="2362200"/>
              <a:ext cx="23241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Automate defined critical paths, ~10–15% today</a:t>
              </a:r>
              <a:endParaRPr lang="en-US" sz="1400" spc="0" kern="0" b="0" i="0" dirty="0">
                <a:solidFill>
                  <a:srgbClr val="070154"/>
                </a:solidFill>
                <a:latin typeface="IBM Plex Sans"/>
                <a:ea typeface="IBM Plex Sans"/>
                <a:cs typeface="IBM Plex Sans"/>
              </a:endParaRPr>
            </a:p>
          </p:txBody>
        </p:sp>
        <p:sp>
          <p:nvSpPr>
            <p:cNvPr id="31" name="node06.node06-items-2.bullet"/>
            <p:cNvSpPr/>
            <p:nvPr/>
          </p:nvSpPr>
          <p:spPr>
            <a:xfrm>
              <a:off x="6210300" y="3079750"/>
              <a:ext cx="50800" cy="50800"/>
            </a:xfrm>
            <a:prstGeom prst="rect">
              <a:avLst/>
            </a:prstGeom>
            <a:solidFill>
              <a:srgbClr val="070154"/>
            </a:solidFill>
            <a:ln>
              <a:noFill/>
            </a:ln>
          </p:spPr>
        </p:sp>
        <p:sp>
          <p:nvSpPr>
            <p:cNvPr id="32" name="node06.node06-items-2.text"/>
            <p:cNvSpPr/>
            <p:nvPr/>
          </p:nvSpPr>
          <p:spPr>
            <a:xfrm>
              <a:off x="6400800" y="2971800"/>
              <a:ext cx="23241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Host QA agents, PR bot and Jira test generator in DXC</a:t>
              </a:r>
              <a:endParaRPr lang="en-US" sz="1400" spc="0" kern="0" b="0" i="0" dirty="0">
                <a:solidFill>
                  <a:srgbClr val="070154"/>
                </a:solidFill>
                <a:latin typeface="IBM Plex Sans"/>
                <a:ea typeface="IBM Plex Sans"/>
                <a:cs typeface="IBM Plex Sans"/>
              </a:endParaRPr>
            </a:p>
          </p:txBody>
        </p:sp>
        <p:sp>
          <p:nvSpPr>
            <p:cNvPr id="33" name="node06.node06-items-3.bullet"/>
            <p:cNvSpPr/>
            <p:nvPr/>
          </p:nvSpPr>
          <p:spPr>
            <a:xfrm>
              <a:off x="6210300" y="3689350"/>
              <a:ext cx="50800" cy="50800"/>
            </a:xfrm>
            <a:prstGeom prst="rect">
              <a:avLst/>
            </a:prstGeom>
            <a:solidFill>
              <a:srgbClr val="070154"/>
            </a:solidFill>
            <a:ln>
              <a:noFill/>
            </a:ln>
          </p:spPr>
        </p:sp>
        <p:sp>
          <p:nvSpPr>
            <p:cNvPr id="34" name="node06.node06-items-3.text"/>
            <p:cNvSpPr/>
            <p:nvPr/>
          </p:nvSpPr>
          <p:spPr>
            <a:xfrm>
              <a:off x="6400800" y="3581400"/>
              <a:ext cx="23241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QA lead + sanctioned Claude for every tester; Testing &amp; release</a:t>
              </a:r>
              <a:endParaRPr lang="en-US" sz="1400" spc="0" kern="0" b="0" i="0" dirty="0">
                <a:solidFill>
                  <a:srgbClr val="070154"/>
                </a:solidFill>
                <a:latin typeface="IBM Plex Sans"/>
                <a:ea typeface="IBM Plex Sans"/>
                <a:cs typeface="IBM Plex Sans"/>
              </a:endParaRPr>
            </a:p>
          </p:txBody>
        </p:sp>
      </p:grpSp>
      <p:grpSp>
        <p:nvGrpSpPr>
          <p:cNvPr id="50" name="node07"/>
          <p:cNvGrpSpPr/>
          <p:nvPr/>
        </p:nvGrpSpPr>
        <p:grpSpPr>
          <a:xfrm>
            <a:off x="8953500" y="1600200"/>
            <a:ext cx="2514600" cy="609600"/>
            <a:chOff x="8953500" y="1600200"/>
            <a:chExt cx="2514600" cy="609600"/>
          </a:xfrm>
        </p:grpSpPr>
        <p:sp>
          <p:nvSpPr>
            <p:cNvPr id="35" name="node07.rule"/>
            <p:cNvSpPr/>
            <p:nvPr/>
          </p:nvSpPr>
          <p:spPr>
            <a:xfrm>
              <a:off x="8953500" y="1600200"/>
              <a:ext cx="2514600" cy="38100"/>
            </a:xfrm>
            <a:prstGeom prst="rect">
              <a:avLst/>
            </a:prstGeom>
            <a:solidFill>
              <a:srgbClr val="070154"/>
            </a:solidFill>
            <a:ln>
              <a:noFill/>
            </a:ln>
          </p:spPr>
        </p:sp>
        <p:sp>
          <p:nvSpPr>
            <p:cNvPr id="36" name="node07.label"/>
            <p:cNvSpPr/>
            <p:nvPr/>
          </p:nvSpPr>
          <p:spPr>
            <a:xfrm>
              <a:off x="8953500" y="1752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METRICS GAP / 1</a:t>
              </a:r>
              <a:endParaRPr lang="en-US" sz="900" spc="54" kern="0" b="0" i="0" dirty="0">
                <a:solidFill>
                  <a:srgbClr val="0047FF"/>
                </a:solidFill>
                <a:latin typeface="IBM Plex Mono Medium"/>
                <a:ea typeface="IBM Plex Mono Medium"/>
                <a:cs typeface="IBM Plex Mono Medium"/>
              </a:endParaRPr>
            </a:p>
          </p:txBody>
        </p:sp>
        <p:sp>
          <p:nvSpPr>
            <p:cNvPr id="37" name="node07.title"/>
            <p:cNvSpPr/>
            <p:nvPr/>
          </p:nvSpPr>
          <p:spPr>
            <a:xfrm>
              <a:off x="8953500" y="1905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Measure what matters</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08"/>
          <p:cNvGrpSpPr/>
          <p:nvPr/>
        </p:nvGrpSpPr>
        <p:grpSpPr>
          <a:xfrm>
            <a:off x="8953500" y="2362200"/>
            <a:ext cx="2514600" cy="2019300"/>
            <a:chOff x="8953500" y="2362200"/>
            <a:chExt cx="2514600" cy="2019300"/>
          </a:xfrm>
        </p:grpSpPr>
        <p:sp>
          <p:nvSpPr>
            <p:cNvPr id="38" name="node08.node08-items-1.bullet"/>
            <p:cNvSpPr/>
            <p:nvPr/>
          </p:nvSpPr>
          <p:spPr>
            <a:xfrm>
              <a:off x="8953500" y="2470150"/>
              <a:ext cx="50800" cy="50800"/>
            </a:xfrm>
            <a:prstGeom prst="rect">
              <a:avLst/>
            </a:prstGeom>
            <a:solidFill>
              <a:srgbClr val="070154"/>
            </a:solidFill>
            <a:ln>
              <a:noFill/>
            </a:ln>
          </p:spPr>
        </p:sp>
        <p:sp>
          <p:nvSpPr>
            <p:cNvPr id="39" name="node08.node08-items-1.text"/>
            <p:cNvSpPr/>
            <p:nvPr/>
          </p:nvSpPr>
          <p:spPr>
            <a:xfrm>
              <a:off x="9144000" y="2362200"/>
              <a:ext cx="23241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Four delivery measures: frequency, lead time, failure, restore</a:t>
              </a:r>
              <a:endParaRPr lang="en-US" sz="1400" spc="0" kern="0" b="0" i="0" dirty="0">
                <a:solidFill>
                  <a:srgbClr val="070154"/>
                </a:solidFill>
                <a:latin typeface="IBM Plex Sans"/>
                <a:ea typeface="IBM Plex Sans"/>
                <a:cs typeface="IBM Plex Sans"/>
              </a:endParaRPr>
            </a:p>
          </p:txBody>
        </p:sp>
        <p:sp>
          <p:nvSpPr>
            <p:cNvPr id="40" name="node08.node08-items-2.bullet"/>
            <p:cNvSpPr/>
            <p:nvPr/>
          </p:nvSpPr>
          <p:spPr>
            <a:xfrm>
              <a:off x="8953500" y="3346450"/>
              <a:ext cx="50800" cy="50800"/>
            </a:xfrm>
            <a:prstGeom prst="rect">
              <a:avLst/>
            </a:prstGeom>
            <a:solidFill>
              <a:srgbClr val="070154"/>
            </a:solidFill>
            <a:ln>
              <a:noFill/>
            </a:ln>
          </p:spPr>
        </p:sp>
        <p:sp>
          <p:nvSpPr>
            <p:cNvPr id="41" name="node08.node08-items-2.text"/>
            <p:cNvSpPr/>
            <p:nvPr/>
          </p:nvSpPr>
          <p:spPr>
            <a:xfrm>
              <a:off x="9144000" y="3238500"/>
              <a:ext cx="23241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Stage flow, unplanned work and commitment reliability</a:t>
              </a:r>
              <a:endParaRPr lang="en-US" sz="1400" spc="0" kern="0" b="0" i="0" dirty="0">
                <a:solidFill>
                  <a:srgbClr val="070154"/>
                </a:solidFill>
                <a:latin typeface="IBM Plex Sans"/>
                <a:ea typeface="IBM Plex Sans"/>
                <a:cs typeface="IBM Plex Sans"/>
              </a:endParaRPr>
            </a:p>
          </p:txBody>
        </p:sp>
        <p:sp>
          <p:nvSpPr>
            <p:cNvPr id="42" name="node08.node08-items-3.bullet"/>
            <p:cNvSpPr/>
            <p:nvPr/>
          </p:nvSpPr>
          <p:spPr>
            <a:xfrm>
              <a:off x="8953500" y="3956050"/>
              <a:ext cx="50800" cy="50800"/>
            </a:xfrm>
            <a:prstGeom prst="rect">
              <a:avLst/>
            </a:prstGeom>
            <a:solidFill>
              <a:srgbClr val="070154"/>
            </a:solidFill>
            <a:ln>
              <a:noFill/>
            </a:ln>
          </p:spPr>
        </p:sp>
        <p:sp>
          <p:nvSpPr>
            <p:cNvPr id="43" name="node08.node08-items-3.text"/>
            <p:cNvSpPr/>
            <p:nvPr/>
          </p:nvSpPr>
          <p:spPr>
            <a:xfrm>
              <a:off x="9144000" y="3848100"/>
              <a:ext cx="23241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QA / AI cost measures; both workstreams</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dxc-core-seven-gates">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MOVE 1 · STABILIZE CORE SDLC</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Stabilize the Core flow with seven gates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61</a:t>
            </a:fld>
            <a:endParaRPr lang="en-US" sz="700" spc="0" kern="0" b="0" i="0" dirty="0">
              <a:solidFill>
                <a:srgbClr val="070154"/>
              </a:solidFill>
              <a:latin typeface="IBM Plex Mono SemiBold"/>
              <a:ea typeface="IBM Plex Mono SemiBold"/>
              <a:cs typeface="IBM Plex Mono SemiBold"/>
            </a:endParaRPr>
          </a:p>
        </p:txBody>
      </p:sp>
      <p:grpSp>
        <p:nvGrpSpPr>
          <p:cNvPr id="31" name="node01"/>
          <p:cNvGrpSpPr/>
          <p:nvPr/>
        </p:nvGrpSpPr>
        <p:grpSpPr>
          <a:xfrm>
            <a:off x="723900" y="1600200"/>
            <a:ext cx="5257800" cy="4343400"/>
            <a:chOff x="723900" y="1600200"/>
            <a:chExt cx="5257800" cy="4343400"/>
          </a:xfrm>
        </p:grpSpPr>
        <p:sp>
          <p:nvSpPr>
            <p:cNvPr id="7" name="node01.container"/>
            <p:cNvSpPr/>
            <p:nvPr/>
          </p:nvSpPr>
          <p:spPr>
            <a:xfrm>
              <a:off x="723900" y="1600200"/>
              <a:ext cx="5257800" cy="4343400"/>
            </a:xfrm>
            <a:prstGeom prst="rect">
              <a:avLst/>
            </a:prstGeom>
            <a:solidFill>
              <a:srgbClr val="E8EEF8"/>
            </a:solidFill>
            <a:ln>
              <a:noFill/>
            </a:ln>
          </p:spPr>
        </p:sp>
        <p:sp>
          <p:nvSpPr>
            <p:cNvPr id="8" name="node01.label"/>
            <p:cNvSpPr/>
            <p:nvPr/>
          </p:nvSpPr>
          <p:spPr>
            <a:xfrm>
              <a:off x="952500" y="18288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EXISTING CORE FLOW</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952500" y="2019300"/>
              <a:ext cx="4800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Gates on the flow Core already runs</a:t>
              </a:r>
              <a:endParaRPr lang="en-US" sz="1800" spc="-18" kern="0" b="0" i="0" dirty="0">
                <a:solidFill>
                  <a:srgbClr val="070154"/>
                </a:solidFill>
                <a:latin typeface="IBM Plex Sans SemiBold"/>
                <a:ea typeface="IBM Plex Sans SemiBold"/>
                <a:cs typeface="IBM Plex Sans SemiBold"/>
              </a:endParaRPr>
            </a:p>
          </p:txBody>
        </p:sp>
        <p:sp>
          <p:nvSpPr>
            <p:cNvPr id="10" name="node01.body.node01-body-1.label"/>
            <p:cNvSpPr/>
            <p:nvPr/>
          </p:nvSpPr>
          <p:spPr>
            <a:xfrm>
              <a:off x="952500" y="24384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CONTEXT</a:t>
              </a:r>
              <a:endParaRPr lang="en-US" sz="900" spc="54" kern="0" b="0" i="0" dirty="0">
                <a:solidFill>
                  <a:srgbClr val="0047FF"/>
                </a:solidFill>
                <a:latin typeface="IBM Plex Mono Medium"/>
                <a:ea typeface="IBM Plex Mono Medium"/>
                <a:cs typeface="IBM Plex Mono Medium"/>
              </a:endParaRPr>
            </a:p>
          </p:txBody>
        </p:sp>
        <p:sp>
          <p:nvSpPr>
            <p:cNvPr id="11" name="node01.body.node01-body-2.paragraph"/>
            <p:cNvSpPr/>
            <p:nvPr/>
          </p:nvSpPr>
          <p:spPr>
            <a:xfrm>
              <a:off x="952500" y="2628900"/>
              <a:ext cx="4800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Keep Java and Scrum. Same-build promotion is the pipeline touch; settle branching and template environments for two releases in flight.</a:t>
              </a:r>
              <a:endParaRPr lang="en-US" sz="1200" spc="0" kern="0" b="0" i="0" dirty="0">
                <a:solidFill>
                  <a:srgbClr val="50658E"/>
                </a:solidFill>
                <a:latin typeface="IBM Plex Sans"/>
                <a:ea typeface="IBM Plex Sans"/>
                <a:cs typeface="IBM Plex Sans"/>
              </a:endParaRPr>
            </a:p>
          </p:txBody>
        </p:sp>
        <p:sp>
          <p:nvSpPr>
            <p:cNvPr id="12" name="node01.body.node01-body-3.label"/>
            <p:cNvSpPr/>
            <p:nvPr/>
          </p:nvSpPr>
          <p:spPr>
            <a:xfrm>
              <a:off x="952500" y="31242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CLAUDE ASSISTS; PEOPLE APPROVE</a:t>
              </a:r>
              <a:endParaRPr lang="en-US" sz="900" spc="54" kern="0" b="0" i="0" dirty="0">
                <a:solidFill>
                  <a:srgbClr val="0047FF"/>
                </a:solidFill>
                <a:latin typeface="IBM Plex Mono Medium"/>
                <a:ea typeface="IBM Plex Mono Medium"/>
                <a:cs typeface="IBM Plex Mono Medium"/>
              </a:endParaRPr>
            </a:p>
          </p:txBody>
        </p:sp>
        <p:sp>
          <p:nvSpPr>
            <p:cNvPr id="13" name="node01.body.node01-body-4.bullets.node01-body-item04-bullets-1.marker"/>
            <p:cNvSpPr/>
            <p:nvPr/>
          </p:nvSpPr>
          <p:spPr>
            <a:xfrm>
              <a:off x="952500" y="3403600"/>
              <a:ext cx="38100" cy="38100"/>
            </a:xfrm>
            <a:prstGeom prst="rect">
              <a:avLst/>
            </a:prstGeom>
            <a:solidFill>
              <a:srgbClr val="070154"/>
            </a:solidFill>
            <a:ln>
              <a:noFill/>
            </a:ln>
          </p:spPr>
        </p:sp>
        <p:sp>
          <p:nvSpPr>
            <p:cNvPr id="14" name="node01.body.node01-body-4.bullets.node01-body-item04-bullets-1.text"/>
            <p:cNvSpPr/>
            <p:nvPr/>
          </p:nvSpPr>
          <p:spPr>
            <a:xfrm>
              <a:off x="1104900" y="33147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Draft acceptance criteria and tests</a:t>
              </a:r>
              <a:endParaRPr lang="en-US" sz="1200" spc="0" kern="0" b="0" i="0" dirty="0">
                <a:solidFill>
                  <a:srgbClr val="070154"/>
                </a:solidFill>
                <a:latin typeface="IBM Plex Sans"/>
                <a:ea typeface="IBM Plex Sans"/>
                <a:cs typeface="IBM Plex Sans"/>
              </a:endParaRPr>
            </a:p>
          </p:txBody>
        </p:sp>
        <p:sp>
          <p:nvSpPr>
            <p:cNvPr id="15" name="node01.body.node01-body-4.bullets.node01-body-item04-bullets-2.marker"/>
            <p:cNvSpPr/>
            <p:nvPr/>
          </p:nvSpPr>
          <p:spPr>
            <a:xfrm>
              <a:off x="952500" y="3670300"/>
              <a:ext cx="38100" cy="38100"/>
            </a:xfrm>
            <a:prstGeom prst="rect">
              <a:avLst/>
            </a:prstGeom>
            <a:solidFill>
              <a:srgbClr val="070154"/>
            </a:solidFill>
            <a:ln>
              <a:noFill/>
            </a:ln>
          </p:spPr>
        </p:sp>
        <p:sp>
          <p:nvSpPr>
            <p:cNvPr id="16" name="node01.body.node01-body-4.bullets.node01-body-item04-bullets-2.text"/>
            <p:cNvSpPr/>
            <p:nvPr/>
          </p:nvSpPr>
          <p:spPr>
            <a:xfrm>
              <a:off x="1104900" y="35814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Size slices; pair on code, unit tests and docs</a:t>
              </a:r>
              <a:endParaRPr lang="en-US" sz="1200" spc="0" kern="0" b="0" i="0" dirty="0">
                <a:solidFill>
                  <a:srgbClr val="070154"/>
                </a:solidFill>
                <a:latin typeface="IBM Plex Sans"/>
                <a:ea typeface="IBM Plex Sans"/>
                <a:cs typeface="IBM Plex Sans"/>
              </a:endParaRPr>
            </a:p>
          </p:txBody>
        </p:sp>
        <p:sp>
          <p:nvSpPr>
            <p:cNvPr id="17" name="node01.body.node01-body-4.bullets.node01-body-item04-bullets-3.marker"/>
            <p:cNvSpPr/>
            <p:nvPr/>
          </p:nvSpPr>
          <p:spPr>
            <a:xfrm>
              <a:off x="952500" y="3937000"/>
              <a:ext cx="38100" cy="38100"/>
            </a:xfrm>
            <a:prstGeom prst="rect">
              <a:avLst/>
            </a:prstGeom>
            <a:solidFill>
              <a:srgbClr val="070154"/>
            </a:solidFill>
            <a:ln>
              <a:noFill/>
            </a:ln>
          </p:spPr>
        </p:sp>
        <p:sp>
          <p:nvSpPr>
            <p:cNvPr id="18" name="node01.body.node01-body-4.bullets.node01-body-item04-bullets-3.text"/>
            <p:cNvSpPr/>
            <p:nvPr/>
          </p:nvSpPr>
          <p:spPr>
            <a:xfrm>
              <a:off x="1104900" y="38481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Pre-review PRs; draft reviewed backlog tests</a:t>
              </a:r>
              <a:endParaRPr lang="en-US" sz="1200" spc="0" kern="0" b="0" i="0" dirty="0">
                <a:solidFill>
                  <a:srgbClr val="070154"/>
                </a:solidFill>
                <a:latin typeface="IBM Plex Sans"/>
                <a:ea typeface="IBM Plex Sans"/>
                <a:cs typeface="IBM Plex Sans"/>
              </a:endParaRPr>
            </a:p>
          </p:txBody>
        </p:sp>
        <p:sp>
          <p:nvSpPr>
            <p:cNvPr id="19" name="node01.body.node01-body-4.bullets.node01-body-item04-bullets-4.marker"/>
            <p:cNvSpPr/>
            <p:nvPr/>
          </p:nvSpPr>
          <p:spPr>
            <a:xfrm>
              <a:off x="952500" y="4203700"/>
              <a:ext cx="38100" cy="38100"/>
            </a:xfrm>
            <a:prstGeom prst="rect">
              <a:avLst/>
            </a:prstGeom>
            <a:solidFill>
              <a:srgbClr val="070154"/>
            </a:solidFill>
            <a:ln>
              <a:noFill/>
            </a:ln>
          </p:spPr>
        </p:sp>
        <p:sp>
          <p:nvSpPr>
            <p:cNvPr id="20" name="node01.body.node01-body-4.bullets.node01-body-item04-bullets-4.text"/>
            <p:cNvSpPr/>
            <p:nvPr/>
          </p:nvSpPr>
          <p:spPr>
            <a:xfrm>
              <a:off x="1104900" y="41148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Draft release notes and root-cause summaries</a:t>
              </a:r>
              <a:endParaRPr lang="en-US" sz="1200" spc="0" kern="0" b="0" i="0" dirty="0">
                <a:solidFill>
                  <a:srgbClr val="070154"/>
                </a:solidFill>
                <a:latin typeface="IBM Plex Sans"/>
                <a:ea typeface="IBM Plex Sans"/>
                <a:cs typeface="IBM Plex Sans"/>
              </a:endParaRPr>
            </a:p>
          </p:txBody>
        </p:sp>
        <p:sp>
          <p:nvSpPr>
            <p:cNvPr id="21" name="node01.body.node01-body-5.label"/>
            <p:cNvSpPr/>
            <p:nvPr/>
          </p:nvSpPr>
          <p:spPr>
            <a:xfrm>
              <a:off x="952500" y="43815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DXC OWNERSHIP</a:t>
              </a:r>
              <a:endParaRPr lang="en-US" sz="900" spc="54" kern="0" b="0" i="0" dirty="0">
                <a:solidFill>
                  <a:srgbClr val="0047FF"/>
                </a:solidFill>
                <a:latin typeface="IBM Plex Mono Medium"/>
                <a:ea typeface="IBM Plex Mono Medium"/>
                <a:cs typeface="IBM Plex Mono Medium"/>
              </a:endParaRPr>
            </a:p>
          </p:txBody>
        </p:sp>
        <p:sp>
          <p:nvSpPr>
            <p:cNvPr id="22" name="node01.body.node01-body-6.bullets.node01-body-item06-bullets-1.marker"/>
            <p:cNvSpPr/>
            <p:nvPr/>
          </p:nvSpPr>
          <p:spPr>
            <a:xfrm>
              <a:off x="952500" y="4660900"/>
              <a:ext cx="38100" cy="38100"/>
            </a:xfrm>
            <a:prstGeom prst="rect">
              <a:avLst/>
            </a:prstGeom>
            <a:solidFill>
              <a:srgbClr val="070154"/>
            </a:solidFill>
            <a:ln>
              <a:noFill/>
            </a:ln>
          </p:spPr>
        </p:sp>
        <p:sp>
          <p:nvSpPr>
            <p:cNvPr id="23" name="node01.body.node01-body-6.bullets.node01-body-item06-bullets-1.text"/>
            <p:cNvSpPr/>
            <p:nvPr/>
          </p:nvSpPr>
          <p:spPr>
            <a:xfrm>
              <a:off x="1104900" y="45720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Refine: PMs + QA; Plan: scrum master</a:t>
              </a:r>
              <a:endParaRPr lang="en-US" sz="1200" spc="0" kern="0" b="0" i="0" dirty="0">
                <a:solidFill>
                  <a:srgbClr val="070154"/>
                </a:solidFill>
                <a:latin typeface="IBM Plex Sans"/>
                <a:ea typeface="IBM Plex Sans"/>
                <a:cs typeface="IBM Plex Sans"/>
              </a:endParaRPr>
            </a:p>
          </p:txBody>
        </p:sp>
        <p:sp>
          <p:nvSpPr>
            <p:cNvPr id="24" name="node01.body.node01-body-6.bullets.node01-body-item06-bullets-2.marker"/>
            <p:cNvSpPr/>
            <p:nvPr/>
          </p:nvSpPr>
          <p:spPr>
            <a:xfrm>
              <a:off x="952500" y="4927600"/>
              <a:ext cx="38100" cy="38100"/>
            </a:xfrm>
            <a:prstGeom prst="rect">
              <a:avLst/>
            </a:prstGeom>
            <a:solidFill>
              <a:srgbClr val="070154"/>
            </a:solidFill>
            <a:ln>
              <a:noFill/>
            </a:ln>
          </p:spPr>
        </p:sp>
        <p:sp>
          <p:nvSpPr>
            <p:cNvPr id="25" name="node01.body.node01-body-6.bullets.node01-body-item06-bullets-2.text"/>
            <p:cNvSpPr/>
            <p:nvPr/>
          </p:nvSpPr>
          <p:spPr>
            <a:xfrm>
              <a:off x="1104900" y="48387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Core engineers; Review: Core lead</a:t>
              </a:r>
              <a:endParaRPr lang="en-US" sz="1200" spc="0" kern="0" b="0" i="0" dirty="0">
                <a:solidFill>
                  <a:srgbClr val="070154"/>
                </a:solidFill>
                <a:latin typeface="IBM Plex Sans"/>
                <a:ea typeface="IBM Plex Sans"/>
                <a:cs typeface="IBM Plex Sans"/>
              </a:endParaRPr>
            </a:p>
          </p:txBody>
        </p:sp>
        <p:sp>
          <p:nvSpPr>
            <p:cNvPr id="26" name="node01.body.node01-body-6.bullets.node01-body-item06-bullets-3.marker"/>
            <p:cNvSpPr/>
            <p:nvPr/>
          </p:nvSpPr>
          <p:spPr>
            <a:xfrm>
              <a:off x="952500" y="5194300"/>
              <a:ext cx="38100" cy="38100"/>
            </a:xfrm>
            <a:prstGeom prst="rect">
              <a:avLst/>
            </a:prstGeom>
            <a:solidFill>
              <a:srgbClr val="070154"/>
            </a:solidFill>
            <a:ln>
              <a:noFill/>
            </a:ln>
          </p:spPr>
        </p:sp>
        <p:sp>
          <p:nvSpPr>
            <p:cNvPr id="27" name="node01.body.node01-body-6.bullets.node01-body-item06-bullets-3.text"/>
            <p:cNvSpPr/>
            <p:nvPr/>
          </p:nvSpPr>
          <p:spPr>
            <a:xfrm>
              <a:off x="1104900" y="51054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QA: QA lead; Release: Release + DevOps</a:t>
              </a:r>
              <a:endParaRPr lang="en-US" sz="1200" spc="0" kern="0" b="0" i="0" dirty="0">
                <a:solidFill>
                  <a:srgbClr val="070154"/>
                </a:solidFill>
                <a:latin typeface="IBM Plex Sans"/>
                <a:ea typeface="IBM Plex Sans"/>
                <a:cs typeface="IBM Plex Sans"/>
              </a:endParaRPr>
            </a:p>
          </p:txBody>
        </p:sp>
        <p:sp>
          <p:nvSpPr>
            <p:cNvPr id="28" name="node01.body.node01-body-6.bullets.node01-body-item06-bullets-4.marker"/>
            <p:cNvSpPr/>
            <p:nvPr/>
          </p:nvSpPr>
          <p:spPr>
            <a:xfrm>
              <a:off x="952500" y="5461000"/>
              <a:ext cx="38100" cy="38100"/>
            </a:xfrm>
            <a:prstGeom prst="rect">
              <a:avLst/>
            </a:prstGeom>
            <a:solidFill>
              <a:srgbClr val="070154"/>
            </a:solidFill>
            <a:ln>
              <a:noFill/>
            </a:ln>
          </p:spPr>
        </p:sp>
        <p:sp>
          <p:nvSpPr>
            <p:cNvPr id="29" name="node01.body.node01-body-6.bullets.node01-body-item06-bullets-4.text"/>
            <p:cNvSpPr/>
            <p:nvPr/>
          </p:nvSpPr>
          <p:spPr>
            <a:xfrm>
              <a:off x="1104900" y="53721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Patch: Release; keep senior review for high risk</a:t>
              </a:r>
              <a:endParaRPr lang="en-US" sz="1200" spc="0" kern="0" b="0" i="0" dirty="0">
                <a:solidFill>
                  <a:srgbClr val="070154"/>
                </a:solidFill>
                <a:latin typeface="IBM Plex Sans"/>
                <a:ea typeface="IBM Plex Sans"/>
                <a:cs typeface="IBM Plex Sans"/>
              </a:endParaRPr>
            </a:p>
          </p:txBody>
        </p:sp>
      </p:grpSp>
      <p:grpSp>
        <p:nvGrpSpPr>
          <p:cNvPr id="32" name="node02"/>
          <p:cNvGrpSpPr/>
          <p:nvPr/>
        </p:nvGrpSpPr>
        <p:grpSpPr>
          <a:xfrm>
            <a:off x="6210300" y="1600200"/>
            <a:ext cx="5257800" cy="4089400"/>
            <a:chOff x="6210300" y="1600200"/>
            <a:chExt cx="5257800" cy="4089400"/>
          </a:xfrm>
        </p:grpSpPr>
        <p:graphicFrame>
          <p:nvGraphicFramePr>
            <p:cNvPr id="30" name="node02.native"/>
            <p:cNvGraphicFramePr>
              <a:graphicFrameLocks noGrp="1"/>
            </p:cNvGraphicFramePr>
            <p:nvPr>
              <p:extLst>
                <p:ext uri="{D42A27DB-BD31-4B8C-83A1-F6EECF244321}">
                  <p14:modId xmlns:p14="http://schemas.microsoft.com/office/powerpoint/2010/main" val="1579011935"/>
                </p:ext>
              </p:extLst>
            </p:nvPr>
          </p:nvGraphicFramePr>
          <p:xfrm>
            <a:off x="6210300" y="1600200"/>
            <a:ext cx="5257800" cy="4089400"/>
          </p:xfrm>
          <a:graphic>
            <a:graphicData uri="http://schemas.openxmlformats.org/drawingml/2006/table">
              <a:tbl>
                <a:tblPr/>
                <a:tblGrid>
                  <a:gridCol w="609600"/>
                  <a:gridCol w="1752600"/>
                  <a:gridCol w="2895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CORE STAGE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ADDED GATE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01</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Ready: tests and technical notes before sprint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02</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Reserve a run lane for support and patches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03</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Code, unit tests and docs before PR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04</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 bot in pipeline + rotating second reviewer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05</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Critical paths automated; release evidence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06</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9–10-day hardening; promote tested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07</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Patch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RCA within sprint; credential/cert alerts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dxc-engineering-proposed-scorecard">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SCORECARD · PROPOSED TARGETS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Ten engineering measures; targets are hypotheses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62</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318000"/>
            <a:chOff x="723900" y="1600200"/>
            <a:chExt cx="10744200" cy="43180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318000"/>
          </p:xfrm>
          <a:graphic>
            <a:graphicData uri="http://schemas.openxmlformats.org/drawingml/2006/table">
              <a:tbl>
                <a:tblPr/>
                <a:tblGrid>
                  <a:gridCol w="1371600"/>
                  <a:gridCol w="2438400"/>
                  <a:gridCol w="3962400"/>
                  <a:gridCol w="1828800"/>
                  <a:gridCol w="1143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GROUP</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MEASURE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TODAY → PROPOSED TARGET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BASIS / DECISION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WHEN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Unplanned; 90d post-phase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50% (15/30) → ≤25%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Halve triaged share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90d</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Repeat causes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Salesforce expiry twice → 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Inventory + alerts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Control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Owned / alerted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inventory found → 100%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Credentials / certs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window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3–4 days → 9–10 days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existing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Matching builds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Unknown / merge on release day → 100%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Promotion rule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Quality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Critical-path tests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~10–15% → ~30% (hypothesis)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+ 2 QE engineers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Flow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Ready stories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Not tracked → ≥80%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Pilot / Ready check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Access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Sanctioned AI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Some FT; no contractors → 100%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W2 access decision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Commit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Signed spec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Not consistent → 100% new commitments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Spec-before-date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Measure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4 delivery metrics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Not measured → baseline, then targets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Need baseline first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W2/6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Confirm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Target hypotheses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Confirm all proposed targets at week 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Owner agreement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Scorecard / scale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evidence; decide what scales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Next-pod decision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dxc-engineering-next-phase-adds">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NEXT PHASE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Build on DXC’s assets in the next phase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63</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1600200"/>
            <a:ext cx="3429000" cy="152400"/>
            <a:chOff x="723900" y="1600200"/>
            <a:chExt cx="3429000" cy="152400"/>
          </a:xfrm>
        </p:grpSpPr>
        <p:sp>
          <p:nvSpPr>
            <p:cNvPr id="7"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DXC EFFORT · ESTIMATES</a:t>
              </a:r>
              <a:endParaRPr lang="en-US" sz="1000" spc="80" kern="0" b="0" i="0" dirty="0">
                <a:solidFill>
                  <a:srgbClr val="0047FF"/>
                </a:solidFill>
                <a:latin typeface="IBM Plex Mono SemiBold"/>
                <a:ea typeface="IBM Plex Mono SemiBold"/>
                <a:cs typeface="IBM Plex Mono SemiBold"/>
              </a:endParaRPr>
            </a:p>
          </p:txBody>
        </p:sp>
      </p:grpSp>
      <p:grpSp>
        <p:nvGrpSpPr>
          <p:cNvPr id="34" name="node02"/>
          <p:cNvGrpSpPr/>
          <p:nvPr/>
        </p:nvGrpSpPr>
        <p:grpSpPr>
          <a:xfrm>
            <a:off x="723900" y="1828800"/>
            <a:ext cx="3429000" cy="685800"/>
            <a:chOff x="723900" y="1828800"/>
            <a:chExt cx="3429000" cy="685800"/>
          </a:xfrm>
        </p:grpSpPr>
        <p:sp>
          <p:nvSpPr>
            <p:cNvPr id="8" name="node02.text"/>
            <p:cNvSpPr/>
            <p:nvPr/>
          </p:nvSpPr>
          <p:spPr>
            <a:xfrm>
              <a:off x="723900" y="1828800"/>
              <a:ext cx="34290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Confirm time with each owner</a:t>
              </a:r>
              <a:endParaRPr lang="en-US" sz="1800" spc="-18" kern="0" b="0" i="0" dirty="0">
                <a:solidFill>
                  <a:srgbClr val="070154"/>
                </a:solidFill>
                <a:latin typeface="IBM Plex Sans SemiBold"/>
                <a:ea typeface="IBM Plex Sans SemiBold"/>
                <a:cs typeface="IBM Plex Sans SemiBold"/>
              </a:endParaRPr>
            </a:p>
          </p:txBody>
        </p:sp>
      </p:grpSp>
      <p:grpSp>
        <p:nvGrpSpPr>
          <p:cNvPr id="35" name="node03"/>
          <p:cNvGrpSpPr/>
          <p:nvPr/>
        </p:nvGrpSpPr>
        <p:grpSpPr>
          <a:xfrm>
            <a:off x="723900" y="2743200"/>
            <a:ext cx="3429000" cy="2362200"/>
            <a:chOff x="723900" y="2743200"/>
            <a:chExt cx="3429000" cy="2362200"/>
          </a:xfrm>
        </p:grpSpPr>
        <p:sp>
          <p:nvSpPr>
            <p:cNvPr id="9" name="node03.node03-items-1.bullet"/>
            <p:cNvSpPr/>
            <p:nvPr/>
          </p:nvSpPr>
          <p:spPr>
            <a:xfrm>
              <a:off x="723900" y="2851150"/>
              <a:ext cx="50800" cy="50800"/>
            </a:xfrm>
            <a:prstGeom prst="rect">
              <a:avLst/>
            </a:prstGeom>
            <a:solidFill>
              <a:srgbClr val="070154"/>
            </a:solidFill>
            <a:ln>
              <a:noFill/>
            </a:ln>
          </p:spPr>
        </p:sp>
        <p:sp>
          <p:nvSpPr>
            <p:cNvPr id="10" name="node03.node03-items-1.text"/>
            <p:cNvSpPr/>
            <p:nvPr/>
          </p:nvSpPr>
          <p:spPr>
            <a:xfrm>
              <a:off x="914400" y="27432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Leadership.</a:t>
              </a:r>
              <a:r>
                <a:rPr lang="en-US" sz="1400" spc="0" kern="0" b="0" i="0" dirty="0">
                  <a:solidFill>
                    <a:srgbClr val="50658E"/>
                  </a:solidFill>
                  <a:latin typeface="IBM Plex Sans"/>
                  <a:ea typeface="IBM Plex Sans"/>
                  <a:cs typeface="IBM Plex Sans"/>
                </a:rPr>
                <a:t xml:space="preserve"> 1h/week + three 1h gates; Core lead 4h/week + workshop.</a:t>
              </a:r>
              <a:endParaRPr lang="en-US" sz="1400" spc="0" kern="0" b="0" i="0" dirty="0">
                <a:solidFill>
                  <a:srgbClr val="070154"/>
                </a:solidFill>
                <a:latin typeface="IBM Plex Sans"/>
                <a:ea typeface="IBM Plex Sans"/>
                <a:cs typeface="IBM Plex Sans"/>
              </a:endParaRPr>
            </a:p>
          </p:txBody>
        </p:sp>
        <p:sp>
          <p:nvSpPr>
            <p:cNvPr id="11" name="node03.node03-items-2.bullet"/>
            <p:cNvSpPr/>
            <p:nvPr/>
          </p:nvSpPr>
          <p:spPr>
            <a:xfrm>
              <a:off x="723900" y="3460750"/>
              <a:ext cx="50800" cy="50800"/>
            </a:xfrm>
            <a:prstGeom prst="rect">
              <a:avLst/>
            </a:prstGeom>
            <a:solidFill>
              <a:srgbClr val="070154"/>
            </a:solidFill>
            <a:ln>
              <a:noFill/>
            </a:ln>
          </p:spPr>
        </p:sp>
        <p:sp>
          <p:nvSpPr>
            <p:cNvPr id="12" name="node03.node03-items-2.text"/>
            <p:cNvSpPr/>
            <p:nvPr/>
          </p:nvSpPr>
          <p:spPr>
            <a:xfrm>
              <a:off x="914400" y="33528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QA / Release.</a:t>
              </a:r>
              <a:r>
                <a:rPr lang="en-US" sz="1400" spc="0" kern="0" b="0" i="0" dirty="0">
                  <a:solidFill>
                    <a:srgbClr val="50658E"/>
                  </a:solidFill>
                  <a:latin typeface="IBM Plex Sans"/>
                  <a:ea typeface="IBM Plex Sans"/>
                  <a:cs typeface="IBM Plex Sans"/>
                </a:rPr>
                <a:t xml:space="preserve"> QA lead 4h/week; Release 3h/week.</a:t>
              </a:r>
              <a:endParaRPr lang="en-US" sz="1400" spc="0" kern="0" b="0" i="0" dirty="0">
                <a:solidFill>
                  <a:srgbClr val="070154"/>
                </a:solidFill>
                <a:latin typeface="IBM Plex Sans"/>
                <a:ea typeface="IBM Plex Sans"/>
                <a:cs typeface="IBM Plex Sans"/>
              </a:endParaRPr>
            </a:p>
          </p:txBody>
        </p:sp>
        <p:sp>
          <p:nvSpPr>
            <p:cNvPr id="13" name="node03.node03-items-3.bullet"/>
            <p:cNvSpPr/>
            <p:nvPr/>
          </p:nvSpPr>
          <p:spPr>
            <a:xfrm>
              <a:off x="723900" y="4070350"/>
              <a:ext cx="50800" cy="50800"/>
            </a:xfrm>
            <a:prstGeom prst="rect">
              <a:avLst/>
            </a:prstGeom>
            <a:solidFill>
              <a:srgbClr val="070154"/>
            </a:solidFill>
            <a:ln>
              <a:noFill/>
            </a:ln>
          </p:spPr>
        </p:sp>
        <p:sp>
          <p:nvSpPr>
            <p:cNvPr id="14" name="node03.node03-items-3.text"/>
            <p:cNvSpPr/>
            <p:nvPr/>
          </p:nvSpPr>
          <p:spPr>
            <a:xfrm>
              <a:off x="914400" y="39624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DevOps / Security.</a:t>
              </a:r>
              <a:r>
                <a:rPr lang="en-US" sz="1400" spc="0" kern="0" b="0" i="0" dirty="0">
                  <a:solidFill>
                    <a:srgbClr val="50658E"/>
                  </a:solidFill>
                  <a:latin typeface="IBM Plex Sans"/>
                  <a:ea typeface="IBM Plex Sans"/>
                  <a:cs typeface="IBM Plex Sans"/>
                </a:rPr>
                <a:t xml:space="preserve"> DevOps 1 day/week (W2–6); Security one review (W1–3).</a:t>
              </a:r>
              <a:endParaRPr lang="en-US" sz="1400" spc="0" kern="0" b="0" i="0" dirty="0">
                <a:solidFill>
                  <a:srgbClr val="070154"/>
                </a:solidFill>
                <a:latin typeface="IBM Plex Sans"/>
                <a:ea typeface="IBM Plex Sans"/>
                <a:cs typeface="IBM Plex Sans"/>
              </a:endParaRPr>
            </a:p>
          </p:txBody>
        </p:sp>
        <p:sp>
          <p:nvSpPr>
            <p:cNvPr id="15" name="node03.node03-items-4.bullet"/>
            <p:cNvSpPr/>
            <p:nvPr/>
          </p:nvSpPr>
          <p:spPr>
            <a:xfrm>
              <a:off x="723900" y="4679950"/>
              <a:ext cx="50800" cy="50800"/>
            </a:xfrm>
            <a:prstGeom prst="rect">
              <a:avLst/>
            </a:prstGeom>
            <a:solidFill>
              <a:srgbClr val="070154"/>
            </a:solidFill>
            <a:ln>
              <a:noFill/>
            </a:ln>
          </p:spPr>
        </p:sp>
        <p:sp>
          <p:nvSpPr>
            <p:cNvPr id="16" name="node03.node03-items-4.text"/>
            <p:cNvSpPr/>
            <p:nvPr/>
          </p:nvSpPr>
          <p:spPr>
            <a:xfrm>
              <a:off x="914400" y="45720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Product / Pilot.</a:t>
              </a:r>
              <a:r>
                <a:rPr lang="en-US" sz="1400" spc="0" kern="0" b="0" i="0" dirty="0">
                  <a:solidFill>
                    <a:srgbClr val="50658E"/>
                  </a:solidFill>
                  <a:latin typeface="IBM Plex Sans"/>
                  <a:ea typeface="IBM Plex Sans"/>
                  <a:cs typeface="IBM Plex Sans"/>
                </a:rPr>
                <a:t xml:space="preserve"> PMs 2h/week; pilot engineers a three-day workshop.</a:t>
              </a:r>
              <a:endParaRPr lang="en-US" sz="1400" spc="0" kern="0" b="0" i="0" dirty="0">
                <a:solidFill>
                  <a:srgbClr val="070154"/>
                </a:solidFill>
                <a:latin typeface="IBM Plex Sans"/>
                <a:ea typeface="IBM Plex Sans"/>
                <a:cs typeface="IBM Plex Sans"/>
              </a:endParaRPr>
            </a:p>
          </p:txBody>
        </p:sp>
      </p:grpSp>
      <p:grpSp>
        <p:nvGrpSpPr>
          <p:cNvPr id="36" name="node04"/>
          <p:cNvGrpSpPr/>
          <p:nvPr/>
        </p:nvGrpSpPr>
        <p:grpSpPr>
          <a:xfrm>
            <a:off x="4381500" y="1600200"/>
            <a:ext cx="3429000" cy="2057400"/>
            <a:chOff x="4381500" y="1600200"/>
            <a:chExt cx="3429000" cy="2057400"/>
          </a:xfrm>
        </p:grpSpPr>
        <p:sp>
          <p:nvSpPr>
            <p:cNvPr id="17" name="node04.container"/>
            <p:cNvSpPr/>
            <p:nvPr/>
          </p:nvSpPr>
          <p:spPr>
            <a:xfrm>
              <a:off x="4381500" y="1600200"/>
              <a:ext cx="3429000" cy="2057400"/>
            </a:xfrm>
            <a:prstGeom prst="rect">
              <a:avLst/>
            </a:prstGeom>
            <a:solidFill>
              <a:srgbClr val="E8EEF8"/>
            </a:solidFill>
            <a:ln>
              <a:noFill/>
            </a:ln>
          </p:spPr>
        </p:sp>
        <p:sp>
          <p:nvSpPr>
            <p:cNvPr id="18" name="node04.number"/>
            <p:cNvSpPr/>
            <p:nvPr/>
          </p:nvSpPr>
          <p:spPr>
            <a:xfrm>
              <a:off x="46101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9" name="node04.title"/>
            <p:cNvSpPr/>
            <p:nvPr/>
          </p:nvSpPr>
          <p:spPr>
            <a:xfrm>
              <a:off x="5010150" y="1828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Core SDLC</a:t>
              </a:r>
              <a:endParaRPr lang="en-US" sz="1800" spc="-18" kern="0" b="0" i="0" dirty="0">
                <a:solidFill>
                  <a:srgbClr val="070154"/>
                </a:solidFill>
                <a:latin typeface="IBM Plex Sans SemiBold"/>
                <a:ea typeface="IBM Plex Sans SemiBold"/>
                <a:cs typeface="IBM Plex Sans SemiBold"/>
              </a:endParaRPr>
            </a:p>
          </p:txBody>
        </p:sp>
        <p:sp>
          <p:nvSpPr>
            <p:cNvPr id="20" name="node04.body.node04-body-1.paragraph"/>
            <p:cNvSpPr/>
            <p:nvPr/>
          </p:nvSpPr>
          <p:spPr>
            <a:xfrm>
              <a:off x="4610100" y="22860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DXC: CAB, calendar, build IDs, QA hardening. WM adds patch RCA, cert inventory, same-build design and VM templating with DevOps.</a:t>
              </a:r>
              <a:endParaRPr lang="en-US" sz="1400" spc="0" kern="0" b="0" i="0" dirty="0">
                <a:solidFill>
                  <a:srgbClr val="50658E"/>
                </a:solidFill>
                <a:latin typeface="IBM Plex Sans"/>
                <a:ea typeface="IBM Plex Sans"/>
                <a:cs typeface="IBM Plex Sans"/>
              </a:endParaRPr>
            </a:p>
          </p:txBody>
        </p:sp>
      </p:grpSp>
      <p:grpSp>
        <p:nvGrpSpPr>
          <p:cNvPr id="37" name="node05"/>
          <p:cNvGrpSpPr/>
          <p:nvPr/>
        </p:nvGrpSpPr>
        <p:grpSpPr>
          <a:xfrm>
            <a:off x="8039100" y="1600200"/>
            <a:ext cx="3429000" cy="2057400"/>
            <a:chOff x="8039100" y="1600200"/>
            <a:chExt cx="3429000" cy="2057400"/>
          </a:xfrm>
        </p:grpSpPr>
        <p:sp>
          <p:nvSpPr>
            <p:cNvPr id="21" name="node05.container"/>
            <p:cNvSpPr/>
            <p:nvPr/>
          </p:nvSpPr>
          <p:spPr>
            <a:xfrm>
              <a:off x="8039100" y="1600200"/>
              <a:ext cx="3429000" cy="2057400"/>
            </a:xfrm>
            <a:prstGeom prst="rect">
              <a:avLst/>
            </a:prstGeom>
            <a:solidFill>
              <a:srgbClr val="E8EEF8"/>
            </a:solidFill>
            <a:ln>
              <a:noFill/>
            </a:ln>
          </p:spPr>
        </p:sp>
        <p:sp>
          <p:nvSpPr>
            <p:cNvPr id="22" name="node05.number"/>
            <p:cNvSpPr/>
            <p:nvPr/>
          </p:nvSpPr>
          <p:spPr>
            <a:xfrm>
              <a:off x="82677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23" name="node05.title"/>
            <p:cNvSpPr/>
            <p:nvPr/>
          </p:nvSpPr>
          <p:spPr>
            <a:xfrm>
              <a:off x="8667750" y="1828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Agile with Claude</a:t>
              </a:r>
              <a:endParaRPr lang="en-US" sz="1800" spc="-18" kern="0" b="0" i="0" dirty="0">
                <a:solidFill>
                  <a:srgbClr val="070154"/>
                </a:solidFill>
                <a:latin typeface="IBM Plex Sans SemiBold"/>
                <a:ea typeface="IBM Plex Sans SemiBold"/>
                <a:cs typeface="IBM Plex Sans SemiBold"/>
              </a:endParaRPr>
            </a:p>
          </p:txBody>
        </p:sp>
        <p:sp>
          <p:nvSpPr>
            <p:cNvPr id="24" name="node05.body.node05-body-1.paragraph"/>
            <p:cNvSpPr/>
            <p:nvPr/>
          </p:nvSpPr>
          <p:spPr>
            <a:xfrm>
              <a:off x="8267700" y="22860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DXC: Scrum, Copilot, some Claude and Reconcile pipeline. WM adds Core skills, Ready / PR gates, workshop and coaching.</a:t>
              </a:r>
              <a:endParaRPr lang="en-US" sz="1400" spc="0" kern="0" b="0" i="0" dirty="0">
                <a:solidFill>
                  <a:srgbClr val="50658E"/>
                </a:solidFill>
                <a:latin typeface="IBM Plex Sans"/>
                <a:ea typeface="IBM Plex Sans"/>
                <a:cs typeface="IBM Plex Sans"/>
              </a:endParaRPr>
            </a:p>
          </p:txBody>
        </p:sp>
      </p:grpSp>
      <p:grpSp>
        <p:nvGrpSpPr>
          <p:cNvPr id="38" name="node06"/>
          <p:cNvGrpSpPr/>
          <p:nvPr/>
        </p:nvGrpSpPr>
        <p:grpSpPr>
          <a:xfrm>
            <a:off x="4381500" y="3886200"/>
            <a:ext cx="3429000" cy="2057400"/>
            <a:chOff x="4381500" y="3886200"/>
            <a:chExt cx="3429000" cy="2057400"/>
          </a:xfrm>
        </p:grpSpPr>
        <p:sp>
          <p:nvSpPr>
            <p:cNvPr id="25" name="node06.container"/>
            <p:cNvSpPr/>
            <p:nvPr/>
          </p:nvSpPr>
          <p:spPr>
            <a:xfrm>
              <a:off x="4381500" y="3886200"/>
              <a:ext cx="3429000" cy="2057400"/>
            </a:xfrm>
            <a:prstGeom prst="rect">
              <a:avLst/>
            </a:prstGeom>
            <a:solidFill>
              <a:srgbClr val="E8EEF8"/>
            </a:solidFill>
            <a:ln>
              <a:noFill/>
            </a:ln>
          </p:spPr>
        </p:sp>
        <p:sp>
          <p:nvSpPr>
            <p:cNvPr id="26" name="node06.number"/>
            <p:cNvSpPr/>
            <p:nvPr/>
          </p:nvSpPr>
          <p:spPr>
            <a:xfrm>
              <a:off x="46101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7" name="node06.title"/>
            <p:cNvSpPr/>
            <p:nvPr/>
          </p:nvSpPr>
          <p:spPr>
            <a:xfrm>
              <a:off x="5010150" y="4114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Robust QA</a:t>
              </a:r>
              <a:endParaRPr lang="en-US" sz="1800" spc="-18" kern="0" b="0" i="0" dirty="0">
                <a:solidFill>
                  <a:srgbClr val="070154"/>
                </a:solidFill>
                <a:latin typeface="IBM Plex Sans SemiBold"/>
                <a:ea typeface="IBM Plex Sans SemiBold"/>
                <a:cs typeface="IBM Plex Sans SemiBold"/>
              </a:endParaRPr>
            </a:p>
          </p:txBody>
        </p:sp>
        <p:sp>
          <p:nvSpPr>
            <p:cNvPr id="28" name="node06.body.node06-body-1.paragraph"/>
            <p:cNvSpPr/>
            <p:nvPr/>
          </p:nvSpPr>
          <p:spPr>
            <a:xfrm>
              <a:off x="4610100" y="45720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DXC: Playwright, agents, PR bot and defined paths. WM adds two full-time QE engineers for one sprint, coverage, AWS hosting and evidence.</a:t>
              </a:r>
              <a:endParaRPr lang="en-US" sz="1400" spc="0" kern="0" b="0" i="0" dirty="0">
                <a:solidFill>
                  <a:srgbClr val="50658E"/>
                </a:solidFill>
                <a:latin typeface="IBM Plex Sans"/>
                <a:ea typeface="IBM Plex Sans"/>
                <a:cs typeface="IBM Plex Sans"/>
              </a:endParaRPr>
            </a:p>
          </p:txBody>
        </p:sp>
      </p:grpSp>
      <p:grpSp>
        <p:nvGrpSpPr>
          <p:cNvPr id="39" name="node07"/>
          <p:cNvGrpSpPr/>
          <p:nvPr/>
        </p:nvGrpSpPr>
        <p:grpSpPr>
          <a:xfrm>
            <a:off x="8039100" y="3886200"/>
            <a:ext cx="3429000" cy="2057400"/>
            <a:chOff x="8039100" y="3886200"/>
            <a:chExt cx="3429000" cy="2057400"/>
          </a:xfrm>
        </p:grpSpPr>
        <p:sp>
          <p:nvSpPr>
            <p:cNvPr id="29" name="node07.container"/>
            <p:cNvSpPr/>
            <p:nvPr/>
          </p:nvSpPr>
          <p:spPr>
            <a:xfrm>
              <a:off x="8039100" y="3886200"/>
              <a:ext cx="3429000" cy="2057400"/>
            </a:xfrm>
            <a:prstGeom prst="rect">
              <a:avLst/>
            </a:prstGeom>
            <a:solidFill>
              <a:srgbClr val="E8EEF8"/>
            </a:solidFill>
            <a:ln>
              <a:noFill/>
            </a:ln>
          </p:spPr>
        </p:sp>
        <p:sp>
          <p:nvSpPr>
            <p:cNvPr id="30" name="node07.number"/>
            <p:cNvSpPr/>
            <p:nvPr/>
          </p:nvSpPr>
          <p:spPr>
            <a:xfrm>
              <a:off x="82677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31" name="node07.title"/>
            <p:cNvSpPr/>
            <p:nvPr/>
          </p:nvSpPr>
          <p:spPr>
            <a:xfrm>
              <a:off x="8667750" y="41148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Metrics</a:t>
              </a:r>
              <a:endParaRPr lang="en-US" sz="1800" spc="-18" kern="0" b="0" i="0" dirty="0">
                <a:solidFill>
                  <a:srgbClr val="070154"/>
                </a:solidFill>
                <a:latin typeface="IBM Plex Sans SemiBold"/>
                <a:ea typeface="IBM Plex Sans SemiBold"/>
                <a:cs typeface="IBM Plex Sans SemiBold"/>
              </a:endParaRPr>
            </a:p>
          </p:txBody>
        </p:sp>
        <p:sp>
          <p:nvSpPr>
            <p:cNvPr id="32" name="node07.body.node07-body-1.paragraph"/>
            <p:cNvSpPr/>
            <p:nvPr/>
          </p:nvSpPr>
          <p:spPr>
            <a:xfrm>
              <a:off x="8267700" y="45720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DXC: Jira, calendar, build IDs and QA AI-cost log. WM adds definitions, cause codes and dashboard aligned with Product metrics.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dxc-engineering-appendix">
    <p:spTree>
      <p:nvGrpSpPr>
        <p:cNvPr id="1" name=""/>
        <p:cNvGrpSpPr/>
        <p:nvPr/>
      </p:nvGrpSpPr>
      <p:grpSpPr>
        <a:xfrm>
          <a:off x="0" y="0"/>
          <a:ext cx="0" cy="0"/>
          <a:chOff x="0" y="0"/>
          <a:chExt cx="0" cy="0"/>
        </a:xfrm>
      </p:grpSpPr>
      <p:sp>
        <p:nvSpPr>
          <p:cNvPr id="2" name="wm.library-whiteboard.001.001.001"/>
          <p:cNvSpPr/>
          <p:nvPr/>
        </p:nvSpPr>
        <p:spPr>
          <a:xfrm>
            <a:off x="8039100" y="1371600"/>
            <a:ext cx="38100" cy="38100"/>
          </a:xfrm>
          <a:prstGeom prst="rect">
            <a:avLst/>
          </a:prstGeom>
          <a:solidFill>
            <a:srgbClr val="CED7E6"/>
          </a:solidFill>
          <a:ln>
            <a:noFill/>
          </a:ln>
        </p:spPr>
      </p:sp>
      <p:sp>
        <p:nvSpPr>
          <p:cNvPr id="3" name="wm.library-whiteboard.001.001.002"/>
          <p:cNvSpPr/>
          <p:nvPr/>
        </p:nvSpPr>
        <p:spPr>
          <a:xfrm>
            <a:off x="8039100" y="1600200"/>
            <a:ext cx="38100" cy="38100"/>
          </a:xfrm>
          <a:prstGeom prst="rect">
            <a:avLst/>
          </a:prstGeom>
          <a:solidFill>
            <a:srgbClr val="CED7E6"/>
          </a:solidFill>
          <a:ln>
            <a:noFill/>
          </a:ln>
        </p:spPr>
      </p:sp>
      <p:sp>
        <p:nvSpPr>
          <p:cNvPr id="4" name="wm.library-whiteboard.001.001.003"/>
          <p:cNvSpPr/>
          <p:nvPr/>
        </p:nvSpPr>
        <p:spPr>
          <a:xfrm>
            <a:off x="8039100" y="1828800"/>
            <a:ext cx="38100" cy="38100"/>
          </a:xfrm>
          <a:prstGeom prst="rect">
            <a:avLst/>
          </a:prstGeom>
          <a:solidFill>
            <a:srgbClr val="CED7E6"/>
          </a:solidFill>
          <a:ln>
            <a:noFill/>
          </a:ln>
        </p:spPr>
      </p:sp>
      <p:sp>
        <p:nvSpPr>
          <p:cNvPr id="5" name="wm.library-whiteboard.001.001.004"/>
          <p:cNvSpPr/>
          <p:nvPr/>
        </p:nvSpPr>
        <p:spPr>
          <a:xfrm>
            <a:off x="8039100" y="2057400"/>
            <a:ext cx="38100" cy="38100"/>
          </a:xfrm>
          <a:prstGeom prst="rect">
            <a:avLst/>
          </a:prstGeom>
          <a:solidFill>
            <a:srgbClr val="CED7E6"/>
          </a:solidFill>
          <a:ln>
            <a:noFill/>
          </a:ln>
        </p:spPr>
      </p:sp>
      <p:sp>
        <p:nvSpPr>
          <p:cNvPr id="6" name="wm.library-whiteboard.001.001.005"/>
          <p:cNvSpPr/>
          <p:nvPr/>
        </p:nvSpPr>
        <p:spPr>
          <a:xfrm>
            <a:off x="8039100" y="2286000"/>
            <a:ext cx="38100" cy="38100"/>
          </a:xfrm>
          <a:prstGeom prst="rect">
            <a:avLst/>
          </a:prstGeom>
          <a:solidFill>
            <a:srgbClr val="CED7E6"/>
          </a:solidFill>
          <a:ln>
            <a:noFill/>
          </a:ln>
        </p:spPr>
      </p:sp>
      <p:sp>
        <p:nvSpPr>
          <p:cNvPr id="7" name="wm.library-whiteboard.001.001.006"/>
          <p:cNvSpPr/>
          <p:nvPr/>
        </p:nvSpPr>
        <p:spPr>
          <a:xfrm>
            <a:off x="8039100" y="2514600"/>
            <a:ext cx="38100" cy="38100"/>
          </a:xfrm>
          <a:prstGeom prst="rect">
            <a:avLst/>
          </a:prstGeom>
          <a:solidFill>
            <a:srgbClr val="CED7E6"/>
          </a:solidFill>
          <a:ln>
            <a:noFill/>
          </a:ln>
        </p:spPr>
      </p:sp>
      <p:sp>
        <p:nvSpPr>
          <p:cNvPr id="8" name="wm.library-whiteboard.001.001.007"/>
          <p:cNvSpPr/>
          <p:nvPr/>
        </p:nvSpPr>
        <p:spPr>
          <a:xfrm>
            <a:off x="8039100" y="2743200"/>
            <a:ext cx="38100" cy="38100"/>
          </a:xfrm>
          <a:prstGeom prst="rect">
            <a:avLst/>
          </a:prstGeom>
          <a:solidFill>
            <a:srgbClr val="CED7E6"/>
          </a:solidFill>
          <a:ln>
            <a:noFill/>
          </a:ln>
        </p:spPr>
      </p:sp>
      <p:sp>
        <p:nvSpPr>
          <p:cNvPr id="9" name="wm.library-whiteboard.001.001.008"/>
          <p:cNvSpPr/>
          <p:nvPr/>
        </p:nvSpPr>
        <p:spPr>
          <a:xfrm>
            <a:off x="8039100" y="2971800"/>
            <a:ext cx="38100" cy="38100"/>
          </a:xfrm>
          <a:prstGeom prst="rect">
            <a:avLst/>
          </a:prstGeom>
          <a:solidFill>
            <a:srgbClr val="CED7E6"/>
          </a:solidFill>
          <a:ln>
            <a:noFill/>
          </a:ln>
        </p:spPr>
      </p:sp>
      <p:sp>
        <p:nvSpPr>
          <p:cNvPr id="10" name="wm.library-whiteboard.001.001.009"/>
          <p:cNvSpPr/>
          <p:nvPr/>
        </p:nvSpPr>
        <p:spPr>
          <a:xfrm>
            <a:off x="8039100" y="3200400"/>
            <a:ext cx="38100" cy="38100"/>
          </a:xfrm>
          <a:prstGeom prst="rect">
            <a:avLst/>
          </a:prstGeom>
          <a:solidFill>
            <a:srgbClr val="CED7E6"/>
          </a:solidFill>
          <a:ln>
            <a:noFill/>
          </a:ln>
        </p:spPr>
      </p:sp>
      <p:sp>
        <p:nvSpPr>
          <p:cNvPr id="11" name="wm.library-whiteboard.001.001.010"/>
          <p:cNvSpPr/>
          <p:nvPr/>
        </p:nvSpPr>
        <p:spPr>
          <a:xfrm>
            <a:off x="8039100" y="3429000"/>
            <a:ext cx="38100" cy="38100"/>
          </a:xfrm>
          <a:prstGeom prst="rect">
            <a:avLst/>
          </a:prstGeom>
          <a:solidFill>
            <a:srgbClr val="CED7E6"/>
          </a:solidFill>
          <a:ln>
            <a:noFill/>
          </a:ln>
        </p:spPr>
      </p:sp>
      <p:sp>
        <p:nvSpPr>
          <p:cNvPr id="12" name="wm.library-whiteboard.001.001.011"/>
          <p:cNvSpPr/>
          <p:nvPr/>
        </p:nvSpPr>
        <p:spPr>
          <a:xfrm>
            <a:off x="8039100" y="3657600"/>
            <a:ext cx="38100" cy="38100"/>
          </a:xfrm>
          <a:prstGeom prst="rect">
            <a:avLst/>
          </a:prstGeom>
          <a:solidFill>
            <a:srgbClr val="CED7E6"/>
          </a:solidFill>
          <a:ln>
            <a:noFill/>
          </a:ln>
        </p:spPr>
      </p:sp>
      <p:sp>
        <p:nvSpPr>
          <p:cNvPr id="13" name="wm.library-whiteboard.001.001.012"/>
          <p:cNvSpPr/>
          <p:nvPr/>
        </p:nvSpPr>
        <p:spPr>
          <a:xfrm>
            <a:off x="8039100" y="3886200"/>
            <a:ext cx="38100" cy="38100"/>
          </a:xfrm>
          <a:prstGeom prst="rect">
            <a:avLst/>
          </a:prstGeom>
          <a:solidFill>
            <a:srgbClr val="CED7E6"/>
          </a:solidFill>
          <a:ln>
            <a:noFill/>
          </a:ln>
        </p:spPr>
      </p:sp>
      <p:sp>
        <p:nvSpPr>
          <p:cNvPr id="14" name="wm.library-whiteboard.001.001.013"/>
          <p:cNvSpPr/>
          <p:nvPr/>
        </p:nvSpPr>
        <p:spPr>
          <a:xfrm>
            <a:off x="8039100" y="4114800"/>
            <a:ext cx="38100" cy="38100"/>
          </a:xfrm>
          <a:prstGeom prst="rect">
            <a:avLst/>
          </a:prstGeom>
          <a:solidFill>
            <a:srgbClr val="CED7E6"/>
          </a:solidFill>
          <a:ln>
            <a:noFill/>
          </a:ln>
        </p:spPr>
      </p:sp>
      <p:sp>
        <p:nvSpPr>
          <p:cNvPr id="15" name="wm.library-whiteboard.001.001.014"/>
          <p:cNvSpPr/>
          <p:nvPr/>
        </p:nvSpPr>
        <p:spPr>
          <a:xfrm>
            <a:off x="8039100" y="4343400"/>
            <a:ext cx="38100" cy="38100"/>
          </a:xfrm>
          <a:prstGeom prst="rect">
            <a:avLst/>
          </a:prstGeom>
          <a:solidFill>
            <a:srgbClr val="CED7E6"/>
          </a:solidFill>
          <a:ln>
            <a:noFill/>
          </a:ln>
        </p:spPr>
      </p:sp>
      <p:sp>
        <p:nvSpPr>
          <p:cNvPr id="16" name="wm.library-whiteboard.001.001.015"/>
          <p:cNvSpPr/>
          <p:nvPr/>
        </p:nvSpPr>
        <p:spPr>
          <a:xfrm>
            <a:off x="8039100" y="4572000"/>
            <a:ext cx="38100" cy="38100"/>
          </a:xfrm>
          <a:prstGeom prst="rect">
            <a:avLst/>
          </a:prstGeom>
          <a:solidFill>
            <a:srgbClr val="CED7E6"/>
          </a:solidFill>
          <a:ln>
            <a:noFill/>
          </a:ln>
        </p:spPr>
      </p:sp>
      <p:sp>
        <p:nvSpPr>
          <p:cNvPr id="17" name="wm.library-whiteboard.001.001.016"/>
          <p:cNvSpPr/>
          <p:nvPr/>
        </p:nvSpPr>
        <p:spPr>
          <a:xfrm>
            <a:off x="8039100" y="4800600"/>
            <a:ext cx="38100" cy="38100"/>
          </a:xfrm>
          <a:prstGeom prst="rect">
            <a:avLst/>
          </a:prstGeom>
          <a:solidFill>
            <a:srgbClr val="CED7E6"/>
          </a:solidFill>
          <a:ln>
            <a:noFill/>
          </a:ln>
        </p:spPr>
      </p:sp>
      <p:sp>
        <p:nvSpPr>
          <p:cNvPr id="18" name="wm.library-whiteboard.001.002.001"/>
          <p:cNvSpPr/>
          <p:nvPr/>
        </p:nvSpPr>
        <p:spPr>
          <a:xfrm>
            <a:off x="8267700" y="1371600"/>
            <a:ext cx="38100" cy="38100"/>
          </a:xfrm>
          <a:prstGeom prst="rect">
            <a:avLst/>
          </a:prstGeom>
          <a:solidFill>
            <a:srgbClr val="CED7E6"/>
          </a:solidFill>
          <a:ln>
            <a:noFill/>
          </a:ln>
        </p:spPr>
      </p:sp>
      <p:sp>
        <p:nvSpPr>
          <p:cNvPr id="19" name="wm.library-whiteboard.001.002.002"/>
          <p:cNvSpPr/>
          <p:nvPr/>
        </p:nvSpPr>
        <p:spPr>
          <a:xfrm>
            <a:off x="8267700" y="1600200"/>
            <a:ext cx="38100" cy="38100"/>
          </a:xfrm>
          <a:prstGeom prst="rect">
            <a:avLst/>
          </a:prstGeom>
          <a:solidFill>
            <a:srgbClr val="CED7E6"/>
          </a:solidFill>
          <a:ln>
            <a:noFill/>
          </a:ln>
        </p:spPr>
      </p:sp>
      <p:sp>
        <p:nvSpPr>
          <p:cNvPr id="20" name="wm.library-whiteboard.001.002.003"/>
          <p:cNvSpPr/>
          <p:nvPr/>
        </p:nvSpPr>
        <p:spPr>
          <a:xfrm>
            <a:off x="8267700" y="1828800"/>
            <a:ext cx="38100" cy="38100"/>
          </a:xfrm>
          <a:prstGeom prst="rect">
            <a:avLst/>
          </a:prstGeom>
          <a:solidFill>
            <a:srgbClr val="CED7E6"/>
          </a:solidFill>
          <a:ln>
            <a:noFill/>
          </a:ln>
        </p:spPr>
      </p:sp>
      <p:sp>
        <p:nvSpPr>
          <p:cNvPr id="21" name="wm.library-whiteboard.001.002.004"/>
          <p:cNvSpPr/>
          <p:nvPr/>
        </p:nvSpPr>
        <p:spPr>
          <a:xfrm>
            <a:off x="8267700" y="2057400"/>
            <a:ext cx="38100" cy="38100"/>
          </a:xfrm>
          <a:prstGeom prst="rect">
            <a:avLst/>
          </a:prstGeom>
          <a:solidFill>
            <a:srgbClr val="CED7E6"/>
          </a:solidFill>
          <a:ln>
            <a:noFill/>
          </a:ln>
        </p:spPr>
      </p:sp>
      <p:sp>
        <p:nvSpPr>
          <p:cNvPr id="22" name="wm.library-whiteboard.001.002.005"/>
          <p:cNvSpPr/>
          <p:nvPr/>
        </p:nvSpPr>
        <p:spPr>
          <a:xfrm>
            <a:off x="8267700" y="2286000"/>
            <a:ext cx="38100" cy="38100"/>
          </a:xfrm>
          <a:prstGeom prst="rect">
            <a:avLst/>
          </a:prstGeom>
          <a:solidFill>
            <a:srgbClr val="CED7E6"/>
          </a:solidFill>
          <a:ln>
            <a:noFill/>
          </a:ln>
        </p:spPr>
      </p:sp>
      <p:sp>
        <p:nvSpPr>
          <p:cNvPr id="23" name="wm.library-whiteboard.001.002.006"/>
          <p:cNvSpPr/>
          <p:nvPr/>
        </p:nvSpPr>
        <p:spPr>
          <a:xfrm>
            <a:off x="8267700" y="2514600"/>
            <a:ext cx="38100" cy="38100"/>
          </a:xfrm>
          <a:prstGeom prst="rect">
            <a:avLst/>
          </a:prstGeom>
          <a:solidFill>
            <a:srgbClr val="CED7E6"/>
          </a:solidFill>
          <a:ln>
            <a:noFill/>
          </a:ln>
        </p:spPr>
      </p:sp>
      <p:sp>
        <p:nvSpPr>
          <p:cNvPr id="24" name="wm.library-whiteboard.001.002.007"/>
          <p:cNvSpPr/>
          <p:nvPr/>
        </p:nvSpPr>
        <p:spPr>
          <a:xfrm>
            <a:off x="8267700" y="2743200"/>
            <a:ext cx="38100" cy="38100"/>
          </a:xfrm>
          <a:prstGeom prst="rect">
            <a:avLst/>
          </a:prstGeom>
          <a:solidFill>
            <a:srgbClr val="CED7E6"/>
          </a:solidFill>
          <a:ln>
            <a:noFill/>
          </a:ln>
        </p:spPr>
      </p:sp>
      <p:sp>
        <p:nvSpPr>
          <p:cNvPr id="25" name="wm.library-whiteboard.001.002.008"/>
          <p:cNvSpPr/>
          <p:nvPr/>
        </p:nvSpPr>
        <p:spPr>
          <a:xfrm>
            <a:off x="8267700" y="2971800"/>
            <a:ext cx="38100" cy="38100"/>
          </a:xfrm>
          <a:prstGeom prst="rect">
            <a:avLst/>
          </a:prstGeom>
          <a:solidFill>
            <a:srgbClr val="CED7E6"/>
          </a:solidFill>
          <a:ln>
            <a:noFill/>
          </a:ln>
        </p:spPr>
      </p:sp>
      <p:sp>
        <p:nvSpPr>
          <p:cNvPr id="26" name="wm.library-whiteboard.001.002.009"/>
          <p:cNvSpPr/>
          <p:nvPr/>
        </p:nvSpPr>
        <p:spPr>
          <a:xfrm>
            <a:off x="8267700" y="3200400"/>
            <a:ext cx="38100" cy="38100"/>
          </a:xfrm>
          <a:prstGeom prst="rect">
            <a:avLst/>
          </a:prstGeom>
          <a:solidFill>
            <a:srgbClr val="CED7E6"/>
          </a:solidFill>
          <a:ln>
            <a:noFill/>
          </a:ln>
        </p:spPr>
      </p:sp>
      <p:sp>
        <p:nvSpPr>
          <p:cNvPr id="27" name="wm.library-whiteboard.001.002.010"/>
          <p:cNvSpPr/>
          <p:nvPr/>
        </p:nvSpPr>
        <p:spPr>
          <a:xfrm>
            <a:off x="8267700" y="3429000"/>
            <a:ext cx="38100" cy="38100"/>
          </a:xfrm>
          <a:prstGeom prst="rect">
            <a:avLst/>
          </a:prstGeom>
          <a:solidFill>
            <a:srgbClr val="CED7E6"/>
          </a:solidFill>
          <a:ln>
            <a:noFill/>
          </a:ln>
        </p:spPr>
      </p:sp>
      <p:sp>
        <p:nvSpPr>
          <p:cNvPr id="28" name="wm.library-whiteboard.001.002.011"/>
          <p:cNvSpPr/>
          <p:nvPr/>
        </p:nvSpPr>
        <p:spPr>
          <a:xfrm>
            <a:off x="8267700" y="3657600"/>
            <a:ext cx="38100" cy="38100"/>
          </a:xfrm>
          <a:prstGeom prst="rect">
            <a:avLst/>
          </a:prstGeom>
          <a:solidFill>
            <a:srgbClr val="CED7E6"/>
          </a:solidFill>
          <a:ln>
            <a:noFill/>
          </a:ln>
        </p:spPr>
      </p:sp>
      <p:sp>
        <p:nvSpPr>
          <p:cNvPr id="29" name="wm.library-whiteboard.001.002.012"/>
          <p:cNvSpPr/>
          <p:nvPr/>
        </p:nvSpPr>
        <p:spPr>
          <a:xfrm>
            <a:off x="8267700" y="3886200"/>
            <a:ext cx="38100" cy="38100"/>
          </a:xfrm>
          <a:prstGeom prst="rect">
            <a:avLst/>
          </a:prstGeom>
          <a:solidFill>
            <a:srgbClr val="CED7E6"/>
          </a:solidFill>
          <a:ln>
            <a:noFill/>
          </a:ln>
        </p:spPr>
      </p:sp>
      <p:sp>
        <p:nvSpPr>
          <p:cNvPr id="30" name="wm.library-whiteboard.001.002.013"/>
          <p:cNvSpPr/>
          <p:nvPr/>
        </p:nvSpPr>
        <p:spPr>
          <a:xfrm>
            <a:off x="8267700" y="4114800"/>
            <a:ext cx="38100" cy="38100"/>
          </a:xfrm>
          <a:prstGeom prst="rect">
            <a:avLst/>
          </a:prstGeom>
          <a:solidFill>
            <a:srgbClr val="CED7E6"/>
          </a:solidFill>
          <a:ln>
            <a:noFill/>
          </a:ln>
        </p:spPr>
      </p:sp>
      <p:sp>
        <p:nvSpPr>
          <p:cNvPr id="31" name="wm.library-whiteboard.001.002.014"/>
          <p:cNvSpPr/>
          <p:nvPr/>
        </p:nvSpPr>
        <p:spPr>
          <a:xfrm>
            <a:off x="8267700" y="4343400"/>
            <a:ext cx="38100" cy="38100"/>
          </a:xfrm>
          <a:prstGeom prst="rect">
            <a:avLst/>
          </a:prstGeom>
          <a:solidFill>
            <a:srgbClr val="CED7E6"/>
          </a:solidFill>
          <a:ln>
            <a:noFill/>
          </a:ln>
        </p:spPr>
      </p:sp>
      <p:sp>
        <p:nvSpPr>
          <p:cNvPr id="32" name="wm.library-whiteboard.001.002.015"/>
          <p:cNvSpPr/>
          <p:nvPr/>
        </p:nvSpPr>
        <p:spPr>
          <a:xfrm>
            <a:off x="8267700" y="4572000"/>
            <a:ext cx="38100" cy="38100"/>
          </a:xfrm>
          <a:prstGeom prst="rect">
            <a:avLst/>
          </a:prstGeom>
          <a:solidFill>
            <a:srgbClr val="CED7E6"/>
          </a:solidFill>
          <a:ln>
            <a:noFill/>
          </a:ln>
        </p:spPr>
      </p:sp>
      <p:sp>
        <p:nvSpPr>
          <p:cNvPr id="33" name="wm.library-whiteboard.001.002.016"/>
          <p:cNvSpPr/>
          <p:nvPr/>
        </p:nvSpPr>
        <p:spPr>
          <a:xfrm>
            <a:off x="8267700" y="4800600"/>
            <a:ext cx="38100" cy="38100"/>
          </a:xfrm>
          <a:prstGeom prst="rect">
            <a:avLst/>
          </a:prstGeom>
          <a:solidFill>
            <a:srgbClr val="CED7E6"/>
          </a:solidFill>
          <a:ln>
            <a:noFill/>
          </a:ln>
        </p:spPr>
      </p:sp>
      <p:sp>
        <p:nvSpPr>
          <p:cNvPr id="34" name="wm.library-whiteboard.001.003.001"/>
          <p:cNvSpPr/>
          <p:nvPr/>
        </p:nvSpPr>
        <p:spPr>
          <a:xfrm>
            <a:off x="8496300" y="1371600"/>
            <a:ext cx="38100" cy="38100"/>
          </a:xfrm>
          <a:prstGeom prst="rect">
            <a:avLst/>
          </a:prstGeom>
          <a:solidFill>
            <a:srgbClr val="CED7E6"/>
          </a:solidFill>
          <a:ln>
            <a:noFill/>
          </a:ln>
        </p:spPr>
      </p:sp>
      <p:sp>
        <p:nvSpPr>
          <p:cNvPr id="35" name="wm.library-whiteboard.001.003.002"/>
          <p:cNvSpPr/>
          <p:nvPr/>
        </p:nvSpPr>
        <p:spPr>
          <a:xfrm>
            <a:off x="8496300" y="1600200"/>
            <a:ext cx="38100" cy="38100"/>
          </a:xfrm>
          <a:prstGeom prst="rect">
            <a:avLst/>
          </a:prstGeom>
          <a:solidFill>
            <a:srgbClr val="CED7E6"/>
          </a:solidFill>
          <a:ln>
            <a:noFill/>
          </a:ln>
        </p:spPr>
      </p:sp>
      <p:sp>
        <p:nvSpPr>
          <p:cNvPr id="36" name="wm.library-whiteboard.001.003.003"/>
          <p:cNvSpPr/>
          <p:nvPr/>
        </p:nvSpPr>
        <p:spPr>
          <a:xfrm>
            <a:off x="8496300" y="1828800"/>
            <a:ext cx="38100" cy="38100"/>
          </a:xfrm>
          <a:prstGeom prst="rect">
            <a:avLst/>
          </a:prstGeom>
          <a:solidFill>
            <a:srgbClr val="CED7E6"/>
          </a:solidFill>
          <a:ln>
            <a:noFill/>
          </a:ln>
        </p:spPr>
      </p:sp>
      <p:sp>
        <p:nvSpPr>
          <p:cNvPr id="37" name="wm.library-whiteboard.001.003.004"/>
          <p:cNvSpPr/>
          <p:nvPr/>
        </p:nvSpPr>
        <p:spPr>
          <a:xfrm>
            <a:off x="8496300" y="2057400"/>
            <a:ext cx="38100" cy="38100"/>
          </a:xfrm>
          <a:prstGeom prst="rect">
            <a:avLst/>
          </a:prstGeom>
          <a:solidFill>
            <a:srgbClr val="CED7E6"/>
          </a:solidFill>
          <a:ln>
            <a:noFill/>
          </a:ln>
        </p:spPr>
      </p:sp>
      <p:sp>
        <p:nvSpPr>
          <p:cNvPr id="38" name="wm.library-whiteboard.001.003.005"/>
          <p:cNvSpPr/>
          <p:nvPr/>
        </p:nvSpPr>
        <p:spPr>
          <a:xfrm>
            <a:off x="8496300" y="2286000"/>
            <a:ext cx="38100" cy="38100"/>
          </a:xfrm>
          <a:prstGeom prst="rect">
            <a:avLst/>
          </a:prstGeom>
          <a:solidFill>
            <a:srgbClr val="CED7E6"/>
          </a:solidFill>
          <a:ln>
            <a:noFill/>
          </a:ln>
        </p:spPr>
      </p:sp>
      <p:sp>
        <p:nvSpPr>
          <p:cNvPr id="39" name="wm.library-whiteboard.001.003.006"/>
          <p:cNvSpPr/>
          <p:nvPr/>
        </p:nvSpPr>
        <p:spPr>
          <a:xfrm>
            <a:off x="8496300" y="2514600"/>
            <a:ext cx="38100" cy="38100"/>
          </a:xfrm>
          <a:prstGeom prst="rect">
            <a:avLst/>
          </a:prstGeom>
          <a:solidFill>
            <a:srgbClr val="CED7E6"/>
          </a:solidFill>
          <a:ln>
            <a:noFill/>
          </a:ln>
        </p:spPr>
      </p:sp>
      <p:sp>
        <p:nvSpPr>
          <p:cNvPr id="40" name="wm.library-whiteboard.001.003.007"/>
          <p:cNvSpPr/>
          <p:nvPr/>
        </p:nvSpPr>
        <p:spPr>
          <a:xfrm>
            <a:off x="8496300" y="2743200"/>
            <a:ext cx="38100" cy="38100"/>
          </a:xfrm>
          <a:prstGeom prst="rect">
            <a:avLst/>
          </a:prstGeom>
          <a:solidFill>
            <a:srgbClr val="CED7E6"/>
          </a:solidFill>
          <a:ln>
            <a:noFill/>
          </a:ln>
        </p:spPr>
      </p:sp>
      <p:sp>
        <p:nvSpPr>
          <p:cNvPr id="41" name="wm.library-whiteboard.001.003.008"/>
          <p:cNvSpPr/>
          <p:nvPr/>
        </p:nvSpPr>
        <p:spPr>
          <a:xfrm>
            <a:off x="8496300" y="2971800"/>
            <a:ext cx="38100" cy="38100"/>
          </a:xfrm>
          <a:prstGeom prst="rect">
            <a:avLst/>
          </a:prstGeom>
          <a:solidFill>
            <a:srgbClr val="CED7E6"/>
          </a:solidFill>
          <a:ln>
            <a:noFill/>
          </a:ln>
        </p:spPr>
      </p:sp>
      <p:sp>
        <p:nvSpPr>
          <p:cNvPr id="42" name="wm.library-whiteboard.001.003.009"/>
          <p:cNvSpPr/>
          <p:nvPr/>
        </p:nvSpPr>
        <p:spPr>
          <a:xfrm>
            <a:off x="8496300" y="3200400"/>
            <a:ext cx="38100" cy="38100"/>
          </a:xfrm>
          <a:prstGeom prst="rect">
            <a:avLst/>
          </a:prstGeom>
          <a:solidFill>
            <a:srgbClr val="CED7E6"/>
          </a:solidFill>
          <a:ln>
            <a:noFill/>
          </a:ln>
        </p:spPr>
      </p:sp>
      <p:sp>
        <p:nvSpPr>
          <p:cNvPr id="43" name="wm.library-whiteboard.001.003.010"/>
          <p:cNvSpPr/>
          <p:nvPr/>
        </p:nvSpPr>
        <p:spPr>
          <a:xfrm>
            <a:off x="8496300" y="3429000"/>
            <a:ext cx="38100" cy="38100"/>
          </a:xfrm>
          <a:prstGeom prst="rect">
            <a:avLst/>
          </a:prstGeom>
          <a:solidFill>
            <a:srgbClr val="CED7E6"/>
          </a:solidFill>
          <a:ln>
            <a:noFill/>
          </a:ln>
        </p:spPr>
      </p:sp>
      <p:sp>
        <p:nvSpPr>
          <p:cNvPr id="44" name="wm.library-whiteboard.001.003.011"/>
          <p:cNvSpPr/>
          <p:nvPr/>
        </p:nvSpPr>
        <p:spPr>
          <a:xfrm>
            <a:off x="8496300" y="3657600"/>
            <a:ext cx="38100" cy="38100"/>
          </a:xfrm>
          <a:prstGeom prst="rect">
            <a:avLst/>
          </a:prstGeom>
          <a:solidFill>
            <a:srgbClr val="CED7E6"/>
          </a:solidFill>
          <a:ln>
            <a:noFill/>
          </a:ln>
        </p:spPr>
      </p:sp>
      <p:sp>
        <p:nvSpPr>
          <p:cNvPr id="45" name="wm.library-whiteboard.001.003.012"/>
          <p:cNvSpPr/>
          <p:nvPr/>
        </p:nvSpPr>
        <p:spPr>
          <a:xfrm>
            <a:off x="8496300" y="3886200"/>
            <a:ext cx="38100" cy="38100"/>
          </a:xfrm>
          <a:prstGeom prst="rect">
            <a:avLst/>
          </a:prstGeom>
          <a:solidFill>
            <a:srgbClr val="CED7E6"/>
          </a:solidFill>
          <a:ln>
            <a:noFill/>
          </a:ln>
        </p:spPr>
      </p:sp>
      <p:sp>
        <p:nvSpPr>
          <p:cNvPr id="46" name="wm.library-whiteboard.001.003.013"/>
          <p:cNvSpPr/>
          <p:nvPr/>
        </p:nvSpPr>
        <p:spPr>
          <a:xfrm>
            <a:off x="8496300" y="4114800"/>
            <a:ext cx="38100" cy="38100"/>
          </a:xfrm>
          <a:prstGeom prst="rect">
            <a:avLst/>
          </a:prstGeom>
          <a:solidFill>
            <a:srgbClr val="CED7E6"/>
          </a:solidFill>
          <a:ln>
            <a:noFill/>
          </a:ln>
        </p:spPr>
      </p:sp>
      <p:sp>
        <p:nvSpPr>
          <p:cNvPr id="47" name="wm.library-whiteboard.001.003.014"/>
          <p:cNvSpPr/>
          <p:nvPr/>
        </p:nvSpPr>
        <p:spPr>
          <a:xfrm>
            <a:off x="8496300" y="4343400"/>
            <a:ext cx="38100" cy="38100"/>
          </a:xfrm>
          <a:prstGeom prst="rect">
            <a:avLst/>
          </a:prstGeom>
          <a:solidFill>
            <a:srgbClr val="CED7E6"/>
          </a:solidFill>
          <a:ln>
            <a:noFill/>
          </a:ln>
        </p:spPr>
      </p:sp>
      <p:sp>
        <p:nvSpPr>
          <p:cNvPr id="48" name="wm.library-whiteboard.001.003.015"/>
          <p:cNvSpPr/>
          <p:nvPr/>
        </p:nvSpPr>
        <p:spPr>
          <a:xfrm>
            <a:off x="8496300" y="4572000"/>
            <a:ext cx="38100" cy="38100"/>
          </a:xfrm>
          <a:prstGeom prst="rect">
            <a:avLst/>
          </a:prstGeom>
          <a:solidFill>
            <a:srgbClr val="CED7E6"/>
          </a:solidFill>
          <a:ln>
            <a:noFill/>
          </a:ln>
        </p:spPr>
      </p:sp>
      <p:sp>
        <p:nvSpPr>
          <p:cNvPr id="49" name="wm.library-whiteboard.001.003.016"/>
          <p:cNvSpPr/>
          <p:nvPr/>
        </p:nvSpPr>
        <p:spPr>
          <a:xfrm>
            <a:off x="8496300" y="4800600"/>
            <a:ext cx="38100" cy="38100"/>
          </a:xfrm>
          <a:prstGeom prst="rect">
            <a:avLst/>
          </a:prstGeom>
          <a:solidFill>
            <a:srgbClr val="CED7E6"/>
          </a:solidFill>
          <a:ln>
            <a:noFill/>
          </a:ln>
        </p:spPr>
      </p:sp>
      <p:sp>
        <p:nvSpPr>
          <p:cNvPr id="50" name="wm.library-whiteboard.001.004.001"/>
          <p:cNvSpPr/>
          <p:nvPr/>
        </p:nvSpPr>
        <p:spPr>
          <a:xfrm>
            <a:off x="8724900" y="1371600"/>
            <a:ext cx="38100" cy="38100"/>
          </a:xfrm>
          <a:prstGeom prst="rect">
            <a:avLst/>
          </a:prstGeom>
          <a:solidFill>
            <a:srgbClr val="CED7E6"/>
          </a:solidFill>
          <a:ln>
            <a:noFill/>
          </a:ln>
        </p:spPr>
      </p:sp>
      <p:sp>
        <p:nvSpPr>
          <p:cNvPr id="51" name="wm.library-whiteboard.001.004.002"/>
          <p:cNvSpPr/>
          <p:nvPr/>
        </p:nvSpPr>
        <p:spPr>
          <a:xfrm>
            <a:off x="8724900" y="1600200"/>
            <a:ext cx="38100" cy="38100"/>
          </a:xfrm>
          <a:prstGeom prst="rect">
            <a:avLst/>
          </a:prstGeom>
          <a:solidFill>
            <a:srgbClr val="CED7E6"/>
          </a:solidFill>
          <a:ln>
            <a:noFill/>
          </a:ln>
        </p:spPr>
      </p:sp>
      <p:sp>
        <p:nvSpPr>
          <p:cNvPr id="52" name="wm.library-whiteboard.001.004.003"/>
          <p:cNvSpPr/>
          <p:nvPr/>
        </p:nvSpPr>
        <p:spPr>
          <a:xfrm>
            <a:off x="8724900" y="1828800"/>
            <a:ext cx="38100" cy="38100"/>
          </a:xfrm>
          <a:prstGeom prst="rect">
            <a:avLst/>
          </a:prstGeom>
          <a:solidFill>
            <a:srgbClr val="CED7E6"/>
          </a:solidFill>
          <a:ln>
            <a:noFill/>
          </a:ln>
        </p:spPr>
      </p:sp>
      <p:sp>
        <p:nvSpPr>
          <p:cNvPr id="53" name="wm.library-whiteboard.001.004.004"/>
          <p:cNvSpPr/>
          <p:nvPr/>
        </p:nvSpPr>
        <p:spPr>
          <a:xfrm>
            <a:off x="8724900" y="2057400"/>
            <a:ext cx="38100" cy="38100"/>
          </a:xfrm>
          <a:prstGeom prst="rect">
            <a:avLst/>
          </a:prstGeom>
          <a:solidFill>
            <a:srgbClr val="CED7E6"/>
          </a:solidFill>
          <a:ln>
            <a:noFill/>
          </a:ln>
        </p:spPr>
      </p:sp>
      <p:sp>
        <p:nvSpPr>
          <p:cNvPr id="54" name="wm.library-whiteboard.001.004.005"/>
          <p:cNvSpPr/>
          <p:nvPr/>
        </p:nvSpPr>
        <p:spPr>
          <a:xfrm>
            <a:off x="8724900" y="2286000"/>
            <a:ext cx="38100" cy="38100"/>
          </a:xfrm>
          <a:prstGeom prst="rect">
            <a:avLst/>
          </a:prstGeom>
          <a:solidFill>
            <a:srgbClr val="CED7E6"/>
          </a:solidFill>
          <a:ln>
            <a:noFill/>
          </a:ln>
        </p:spPr>
      </p:sp>
      <p:sp>
        <p:nvSpPr>
          <p:cNvPr id="55" name="wm.library-whiteboard.001.004.006"/>
          <p:cNvSpPr/>
          <p:nvPr/>
        </p:nvSpPr>
        <p:spPr>
          <a:xfrm>
            <a:off x="8724900" y="2514600"/>
            <a:ext cx="38100" cy="38100"/>
          </a:xfrm>
          <a:prstGeom prst="rect">
            <a:avLst/>
          </a:prstGeom>
          <a:solidFill>
            <a:srgbClr val="CED7E6"/>
          </a:solidFill>
          <a:ln>
            <a:noFill/>
          </a:ln>
        </p:spPr>
      </p:sp>
      <p:sp>
        <p:nvSpPr>
          <p:cNvPr id="56" name="wm.library-whiteboard.001.004.007"/>
          <p:cNvSpPr/>
          <p:nvPr/>
        </p:nvSpPr>
        <p:spPr>
          <a:xfrm>
            <a:off x="8724900" y="2743200"/>
            <a:ext cx="38100" cy="38100"/>
          </a:xfrm>
          <a:prstGeom prst="rect">
            <a:avLst/>
          </a:prstGeom>
          <a:solidFill>
            <a:srgbClr val="CED7E6"/>
          </a:solidFill>
          <a:ln>
            <a:noFill/>
          </a:ln>
        </p:spPr>
      </p:sp>
      <p:sp>
        <p:nvSpPr>
          <p:cNvPr id="57" name="wm.library-whiteboard.001.004.008"/>
          <p:cNvSpPr/>
          <p:nvPr/>
        </p:nvSpPr>
        <p:spPr>
          <a:xfrm>
            <a:off x="8724900" y="2971800"/>
            <a:ext cx="38100" cy="38100"/>
          </a:xfrm>
          <a:prstGeom prst="rect">
            <a:avLst/>
          </a:prstGeom>
          <a:solidFill>
            <a:srgbClr val="CED7E6"/>
          </a:solidFill>
          <a:ln>
            <a:noFill/>
          </a:ln>
        </p:spPr>
      </p:sp>
      <p:sp>
        <p:nvSpPr>
          <p:cNvPr id="58" name="wm.library-whiteboard.001.004.009"/>
          <p:cNvSpPr/>
          <p:nvPr/>
        </p:nvSpPr>
        <p:spPr>
          <a:xfrm>
            <a:off x="8724900" y="3200400"/>
            <a:ext cx="38100" cy="38100"/>
          </a:xfrm>
          <a:prstGeom prst="rect">
            <a:avLst/>
          </a:prstGeom>
          <a:solidFill>
            <a:srgbClr val="CED7E6"/>
          </a:solidFill>
          <a:ln>
            <a:noFill/>
          </a:ln>
        </p:spPr>
      </p:sp>
      <p:sp>
        <p:nvSpPr>
          <p:cNvPr id="59" name="wm.library-whiteboard.001.004.010"/>
          <p:cNvSpPr/>
          <p:nvPr/>
        </p:nvSpPr>
        <p:spPr>
          <a:xfrm>
            <a:off x="8724900" y="3429000"/>
            <a:ext cx="38100" cy="38100"/>
          </a:xfrm>
          <a:prstGeom prst="rect">
            <a:avLst/>
          </a:prstGeom>
          <a:solidFill>
            <a:srgbClr val="CED7E6"/>
          </a:solidFill>
          <a:ln>
            <a:noFill/>
          </a:ln>
        </p:spPr>
      </p:sp>
      <p:sp>
        <p:nvSpPr>
          <p:cNvPr id="60" name="wm.library-whiteboard.001.004.011"/>
          <p:cNvSpPr/>
          <p:nvPr/>
        </p:nvSpPr>
        <p:spPr>
          <a:xfrm>
            <a:off x="8724900" y="3657600"/>
            <a:ext cx="38100" cy="38100"/>
          </a:xfrm>
          <a:prstGeom prst="rect">
            <a:avLst/>
          </a:prstGeom>
          <a:solidFill>
            <a:srgbClr val="CED7E6"/>
          </a:solidFill>
          <a:ln>
            <a:noFill/>
          </a:ln>
        </p:spPr>
      </p:sp>
      <p:sp>
        <p:nvSpPr>
          <p:cNvPr id="61" name="wm.library-whiteboard.001.004.012"/>
          <p:cNvSpPr/>
          <p:nvPr/>
        </p:nvSpPr>
        <p:spPr>
          <a:xfrm>
            <a:off x="8724900" y="3886200"/>
            <a:ext cx="38100" cy="38100"/>
          </a:xfrm>
          <a:prstGeom prst="rect">
            <a:avLst/>
          </a:prstGeom>
          <a:solidFill>
            <a:srgbClr val="CED7E6"/>
          </a:solidFill>
          <a:ln>
            <a:noFill/>
          </a:ln>
        </p:spPr>
      </p:sp>
      <p:sp>
        <p:nvSpPr>
          <p:cNvPr id="62" name="wm.library-whiteboard.001.004.013"/>
          <p:cNvSpPr/>
          <p:nvPr/>
        </p:nvSpPr>
        <p:spPr>
          <a:xfrm>
            <a:off x="8724900" y="4114800"/>
            <a:ext cx="38100" cy="38100"/>
          </a:xfrm>
          <a:prstGeom prst="rect">
            <a:avLst/>
          </a:prstGeom>
          <a:solidFill>
            <a:srgbClr val="CED7E6"/>
          </a:solidFill>
          <a:ln>
            <a:noFill/>
          </a:ln>
        </p:spPr>
      </p:sp>
      <p:sp>
        <p:nvSpPr>
          <p:cNvPr id="63" name="wm.library-whiteboard.001.004.014"/>
          <p:cNvSpPr/>
          <p:nvPr/>
        </p:nvSpPr>
        <p:spPr>
          <a:xfrm>
            <a:off x="8724900" y="4343400"/>
            <a:ext cx="38100" cy="38100"/>
          </a:xfrm>
          <a:prstGeom prst="rect">
            <a:avLst/>
          </a:prstGeom>
          <a:solidFill>
            <a:srgbClr val="CED7E6"/>
          </a:solidFill>
          <a:ln>
            <a:noFill/>
          </a:ln>
        </p:spPr>
      </p:sp>
      <p:sp>
        <p:nvSpPr>
          <p:cNvPr id="64" name="wm.library-whiteboard.001.004.015"/>
          <p:cNvSpPr/>
          <p:nvPr/>
        </p:nvSpPr>
        <p:spPr>
          <a:xfrm>
            <a:off x="8724900" y="4572000"/>
            <a:ext cx="38100" cy="38100"/>
          </a:xfrm>
          <a:prstGeom prst="rect">
            <a:avLst/>
          </a:prstGeom>
          <a:solidFill>
            <a:srgbClr val="CED7E6"/>
          </a:solidFill>
          <a:ln>
            <a:noFill/>
          </a:ln>
        </p:spPr>
      </p:sp>
      <p:sp>
        <p:nvSpPr>
          <p:cNvPr id="65" name="wm.library-whiteboard.001.004.016"/>
          <p:cNvSpPr/>
          <p:nvPr/>
        </p:nvSpPr>
        <p:spPr>
          <a:xfrm>
            <a:off x="8724900" y="4800600"/>
            <a:ext cx="38100" cy="38100"/>
          </a:xfrm>
          <a:prstGeom prst="rect">
            <a:avLst/>
          </a:prstGeom>
          <a:solidFill>
            <a:srgbClr val="CED7E6"/>
          </a:solidFill>
          <a:ln>
            <a:noFill/>
          </a:ln>
        </p:spPr>
      </p:sp>
      <p:sp>
        <p:nvSpPr>
          <p:cNvPr id="66" name="wm.library-whiteboard.001.005.001"/>
          <p:cNvSpPr/>
          <p:nvPr/>
        </p:nvSpPr>
        <p:spPr>
          <a:xfrm>
            <a:off x="8953500" y="1371600"/>
            <a:ext cx="38100" cy="38100"/>
          </a:xfrm>
          <a:prstGeom prst="rect">
            <a:avLst/>
          </a:prstGeom>
          <a:solidFill>
            <a:srgbClr val="CED7E6"/>
          </a:solidFill>
          <a:ln>
            <a:noFill/>
          </a:ln>
        </p:spPr>
      </p:sp>
      <p:sp>
        <p:nvSpPr>
          <p:cNvPr id="67" name="wm.library-whiteboard.001.005.002"/>
          <p:cNvSpPr/>
          <p:nvPr/>
        </p:nvSpPr>
        <p:spPr>
          <a:xfrm>
            <a:off x="8953500" y="1600200"/>
            <a:ext cx="38100" cy="38100"/>
          </a:xfrm>
          <a:prstGeom prst="rect">
            <a:avLst/>
          </a:prstGeom>
          <a:solidFill>
            <a:srgbClr val="CED7E6"/>
          </a:solidFill>
          <a:ln>
            <a:noFill/>
          </a:ln>
        </p:spPr>
      </p:sp>
      <p:sp>
        <p:nvSpPr>
          <p:cNvPr id="68" name="wm.library-whiteboard.001.005.003"/>
          <p:cNvSpPr/>
          <p:nvPr/>
        </p:nvSpPr>
        <p:spPr>
          <a:xfrm>
            <a:off x="8953500" y="1828800"/>
            <a:ext cx="38100" cy="38100"/>
          </a:xfrm>
          <a:prstGeom prst="rect">
            <a:avLst/>
          </a:prstGeom>
          <a:solidFill>
            <a:srgbClr val="CED7E6"/>
          </a:solidFill>
          <a:ln>
            <a:noFill/>
          </a:ln>
        </p:spPr>
      </p:sp>
      <p:sp>
        <p:nvSpPr>
          <p:cNvPr id="69" name="wm.library-whiteboard.001.005.004"/>
          <p:cNvSpPr/>
          <p:nvPr/>
        </p:nvSpPr>
        <p:spPr>
          <a:xfrm>
            <a:off x="8953500" y="2057400"/>
            <a:ext cx="38100" cy="38100"/>
          </a:xfrm>
          <a:prstGeom prst="rect">
            <a:avLst/>
          </a:prstGeom>
          <a:solidFill>
            <a:srgbClr val="CED7E6"/>
          </a:solidFill>
          <a:ln>
            <a:noFill/>
          </a:ln>
        </p:spPr>
      </p:sp>
      <p:sp>
        <p:nvSpPr>
          <p:cNvPr id="70" name="wm.library-whiteboard.001.005.005"/>
          <p:cNvSpPr/>
          <p:nvPr/>
        </p:nvSpPr>
        <p:spPr>
          <a:xfrm>
            <a:off x="8953500" y="2286000"/>
            <a:ext cx="38100" cy="38100"/>
          </a:xfrm>
          <a:prstGeom prst="rect">
            <a:avLst/>
          </a:prstGeom>
          <a:solidFill>
            <a:srgbClr val="CED7E6"/>
          </a:solidFill>
          <a:ln>
            <a:noFill/>
          </a:ln>
        </p:spPr>
      </p:sp>
      <p:sp>
        <p:nvSpPr>
          <p:cNvPr id="71" name="wm.library-whiteboard.001.005.006"/>
          <p:cNvSpPr/>
          <p:nvPr/>
        </p:nvSpPr>
        <p:spPr>
          <a:xfrm>
            <a:off x="8953500" y="2514600"/>
            <a:ext cx="38100" cy="38100"/>
          </a:xfrm>
          <a:prstGeom prst="rect">
            <a:avLst/>
          </a:prstGeom>
          <a:solidFill>
            <a:srgbClr val="CED7E6"/>
          </a:solidFill>
          <a:ln>
            <a:noFill/>
          </a:ln>
        </p:spPr>
      </p:sp>
      <p:sp>
        <p:nvSpPr>
          <p:cNvPr id="72" name="wm.library-whiteboard.001.005.007"/>
          <p:cNvSpPr/>
          <p:nvPr/>
        </p:nvSpPr>
        <p:spPr>
          <a:xfrm>
            <a:off x="8953500" y="2743200"/>
            <a:ext cx="38100" cy="38100"/>
          </a:xfrm>
          <a:prstGeom prst="rect">
            <a:avLst/>
          </a:prstGeom>
          <a:solidFill>
            <a:srgbClr val="CED7E6"/>
          </a:solidFill>
          <a:ln>
            <a:noFill/>
          </a:ln>
        </p:spPr>
      </p:sp>
      <p:sp>
        <p:nvSpPr>
          <p:cNvPr id="73" name="wm.library-whiteboard.001.005.008"/>
          <p:cNvSpPr/>
          <p:nvPr/>
        </p:nvSpPr>
        <p:spPr>
          <a:xfrm>
            <a:off x="8953500" y="2971800"/>
            <a:ext cx="38100" cy="38100"/>
          </a:xfrm>
          <a:prstGeom prst="rect">
            <a:avLst/>
          </a:prstGeom>
          <a:solidFill>
            <a:srgbClr val="CED7E6"/>
          </a:solidFill>
          <a:ln>
            <a:noFill/>
          </a:ln>
        </p:spPr>
      </p:sp>
      <p:sp>
        <p:nvSpPr>
          <p:cNvPr id="74" name="wm.library-whiteboard.001.005.009"/>
          <p:cNvSpPr/>
          <p:nvPr/>
        </p:nvSpPr>
        <p:spPr>
          <a:xfrm>
            <a:off x="8953500" y="3200400"/>
            <a:ext cx="38100" cy="38100"/>
          </a:xfrm>
          <a:prstGeom prst="rect">
            <a:avLst/>
          </a:prstGeom>
          <a:solidFill>
            <a:srgbClr val="CED7E6"/>
          </a:solidFill>
          <a:ln>
            <a:noFill/>
          </a:ln>
        </p:spPr>
      </p:sp>
      <p:sp>
        <p:nvSpPr>
          <p:cNvPr id="75" name="wm.library-whiteboard.001.005.010"/>
          <p:cNvSpPr/>
          <p:nvPr/>
        </p:nvSpPr>
        <p:spPr>
          <a:xfrm>
            <a:off x="8953500" y="3429000"/>
            <a:ext cx="38100" cy="38100"/>
          </a:xfrm>
          <a:prstGeom prst="rect">
            <a:avLst/>
          </a:prstGeom>
          <a:solidFill>
            <a:srgbClr val="CED7E6"/>
          </a:solidFill>
          <a:ln>
            <a:noFill/>
          </a:ln>
        </p:spPr>
      </p:sp>
      <p:sp>
        <p:nvSpPr>
          <p:cNvPr id="76" name="wm.library-whiteboard.001.005.011"/>
          <p:cNvSpPr/>
          <p:nvPr/>
        </p:nvSpPr>
        <p:spPr>
          <a:xfrm>
            <a:off x="8953500" y="3657600"/>
            <a:ext cx="38100" cy="38100"/>
          </a:xfrm>
          <a:prstGeom prst="rect">
            <a:avLst/>
          </a:prstGeom>
          <a:solidFill>
            <a:srgbClr val="CED7E6"/>
          </a:solidFill>
          <a:ln>
            <a:noFill/>
          </a:ln>
        </p:spPr>
      </p:sp>
      <p:sp>
        <p:nvSpPr>
          <p:cNvPr id="77" name="wm.library-whiteboard.001.005.012"/>
          <p:cNvSpPr/>
          <p:nvPr/>
        </p:nvSpPr>
        <p:spPr>
          <a:xfrm>
            <a:off x="8953500" y="3886200"/>
            <a:ext cx="38100" cy="38100"/>
          </a:xfrm>
          <a:prstGeom prst="rect">
            <a:avLst/>
          </a:prstGeom>
          <a:solidFill>
            <a:srgbClr val="CED7E6"/>
          </a:solidFill>
          <a:ln>
            <a:noFill/>
          </a:ln>
        </p:spPr>
      </p:sp>
      <p:sp>
        <p:nvSpPr>
          <p:cNvPr id="78" name="wm.library-whiteboard.001.005.013"/>
          <p:cNvSpPr/>
          <p:nvPr/>
        </p:nvSpPr>
        <p:spPr>
          <a:xfrm>
            <a:off x="8953500" y="4114800"/>
            <a:ext cx="38100" cy="38100"/>
          </a:xfrm>
          <a:prstGeom prst="rect">
            <a:avLst/>
          </a:prstGeom>
          <a:solidFill>
            <a:srgbClr val="CED7E6"/>
          </a:solidFill>
          <a:ln>
            <a:noFill/>
          </a:ln>
        </p:spPr>
      </p:sp>
      <p:sp>
        <p:nvSpPr>
          <p:cNvPr id="79" name="wm.library-whiteboard.001.005.014"/>
          <p:cNvSpPr/>
          <p:nvPr/>
        </p:nvSpPr>
        <p:spPr>
          <a:xfrm>
            <a:off x="8953500" y="4343400"/>
            <a:ext cx="38100" cy="38100"/>
          </a:xfrm>
          <a:prstGeom prst="rect">
            <a:avLst/>
          </a:prstGeom>
          <a:solidFill>
            <a:srgbClr val="CED7E6"/>
          </a:solidFill>
          <a:ln>
            <a:noFill/>
          </a:ln>
        </p:spPr>
      </p:sp>
      <p:sp>
        <p:nvSpPr>
          <p:cNvPr id="80" name="wm.library-whiteboard.001.005.015"/>
          <p:cNvSpPr/>
          <p:nvPr/>
        </p:nvSpPr>
        <p:spPr>
          <a:xfrm>
            <a:off x="8953500" y="4572000"/>
            <a:ext cx="38100" cy="38100"/>
          </a:xfrm>
          <a:prstGeom prst="rect">
            <a:avLst/>
          </a:prstGeom>
          <a:solidFill>
            <a:srgbClr val="CED7E6"/>
          </a:solidFill>
          <a:ln>
            <a:noFill/>
          </a:ln>
        </p:spPr>
      </p:sp>
      <p:sp>
        <p:nvSpPr>
          <p:cNvPr id="81" name="wm.library-whiteboard.001.005.016"/>
          <p:cNvSpPr/>
          <p:nvPr/>
        </p:nvSpPr>
        <p:spPr>
          <a:xfrm>
            <a:off x="8953500" y="4800600"/>
            <a:ext cx="38100" cy="38100"/>
          </a:xfrm>
          <a:prstGeom prst="rect">
            <a:avLst/>
          </a:prstGeom>
          <a:solidFill>
            <a:srgbClr val="CED7E6"/>
          </a:solidFill>
          <a:ln>
            <a:noFill/>
          </a:ln>
        </p:spPr>
      </p:sp>
      <p:sp>
        <p:nvSpPr>
          <p:cNvPr id="82" name="wm.library-whiteboard.001.006.001"/>
          <p:cNvSpPr/>
          <p:nvPr/>
        </p:nvSpPr>
        <p:spPr>
          <a:xfrm>
            <a:off x="9182100" y="1371600"/>
            <a:ext cx="38100" cy="38100"/>
          </a:xfrm>
          <a:prstGeom prst="rect">
            <a:avLst/>
          </a:prstGeom>
          <a:solidFill>
            <a:srgbClr val="CED7E6"/>
          </a:solidFill>
          <a:ln>
            <a:noFill/>
          </a:ln>
        </p:spPr>
      </p:sp>
      <p:sp>
        <p:nvSpPr>
          <p:cNvPr id="83" name="wm.library-whiteboard.001.006.002"/>
          <p:cNvSpPr/>
          <p:nvPr/>
        </p:nvSpPr>
        <p:spPr>
          <a:xfrm>
            <a:off x="9182100" y="1600200"/>
            <a:ext cx="38100" cy="38100"/>
          </a:xfrm>
          <a:prstGeom prst="rect">
            <a:avLst/>
          </a:prstGeom>
          <a:solidFill>
            <a:srgbClr val="CED7E6"/>
          </a:solidFill>
          <a:ln>
            <a:noFill/>
          </a:ln>
        </p:spPr>
      </p:sp>
      <p:sp>
        <p:nvSpPr>
          <p:cNvPr id="84" name="wm.library-whiteboard.001.006.003"/>
          <p:cNvSpPr/>
          <p:nvPr/>
        </p:nvSpPr>
        <p:spPr>
          <a:xfrm>
            <a:off x="9182100" y="1828800"/>
            <a:ext cx="38100" cy="38100"/>
          </a:xfrm>
          <a:prstGeom prst="rect">
            <a:avLst/>
          </a:prstGeom>
          <a:solidFill>
            <a:srgbClr val="CED7E6"/>
          </a:solidFill>
          <a:ln>
            <a:noFill/>
          </a:ln>
        </p:spPr>
      </p:sp>
      <p:sp>
        <p:nvSpPr>
          <p:cNvPr id="85" name="wm.library-whiteboard.001.006.004"/>
          <p:cNvSpPr/>
          <p:nvPr/>
        </p:nvSpPr>
        <p:spPr>
          <a:xfrm>
            <a:off x="9182100" y="2057400"/>
            <a:ext cx="38100" cy="38100"/>
          </a:xfrm>
          <a:prstGeom prst="rect">
            <a:avLst/>
          </a:prstGeom>
          <a:solidFill>
            <a:srgbClr val="CED7E6"/>
          </a:solidFill>
          <a:ln>
            <a:noFill/>
          </a:ln>
        </p:spPr>
      </p:sp>
      <p:sp>
        <p:nvSpPr>
          <p:cNvPr id="86" name="wm.library-whiteboard.001.006.005"/>
          <p:cNvSpPr/>
          <p:nvPr/>
        </p:nvSpPr>
        <p:spPr>
          <a:xfrm>
            <a:off x="9182100" y="2286000"/>
            <a:ext cx="38100" cy="38100"/>
          </a:xfrm>
          <a:prstGeom prst="rect">
            <a:avLst/>
          </a:prstGeom>
          <a:solidFill>
            <a:srgbClr val="CED7E6"/>
          </a:solidFill>
          <a:ln>
            <a:noFill/>
          </a:ln>
        </p:spPr>
      </p:sp>
      <p:sp>
        <p:nvSpPr>
          <p:cNvPr id="87" name="wm.library-whiteboard.001.006.006"/>
          <p:cNvSpPr/>
          <p:nvPr/>
        </p:nvSpPr>
        <p:spPr>
          <a:xfrm>
            <a:off x="9182100" y="2514600"/>
            <a:ext cx="38100" cy="38100"/>
          </a:xfrm>
          <a:prstGeom prst="rect">
            <a:avLst/>
          </a:prstGeom>
          <a:solidFill>
            <a:srgbClr val="CED7E6"/>
          </a:solidFill>
          <a:ln>
            <a:noFill/>
          </a:ln>
        </p:spPr>
      </p:sp>
      <p:sp>
        <p:nvSpPr>
          <p:cNvPr id="88" name="wm.library-whiteboard.001.006.007"/>
          <p:cNvSpPr/>
          <p:nvPr/>
        </p:nvSpPr>
        <p:spPr>
          <a:xfrm>
            <a:off x="9182100" y="2743200"/>
            <a:ext cx="38100" cy="38100"/>
          </a:xfrm>
          <a:prstGeom prst="rect">
            <a:avLst/>
          </a:prstGeom>
          <a:solidFill>
            <a:srgbClr val="CED7E6"/>
          </a:solidFill>
          <a:ln>
            <a:noFill/>
          </a:ln>
        </p:spPr>
      </p:sp>
      <p:sp>
        <p:nvSpPr>
          <p:cNvPr id="89" name="wm.library-whiteboard.001.006.008"/>
          <p:cNvSpPr/>
          <p:nvPr/>
        </p:nvSpPr>
        <p:spPr>
          <a:xfrm>
            <a:off x="9182100" y="2971800"/>
            <a:ext cx="38100" cy="38100"/>
          </a:xfrm>
          <a:prstGeom prst="rect">
            <a:avLst/>
          </a:prstGeom>
          <a:solidFill>
            <a:srgbClr val="CED7E6"/>
          </a:solidFill>
          <a:ln>
            <a:noFill/>
          </a:ln>
        </p:spPr>
      </p:sp>
      <p:sp>
        <p:nvSpPr>
          <p:cNvPr id="90" name="wm.library-whiteboard.001.006.009"/>
          <p:cNvSpPr/>
          <p:nvPr/>
        </p:nvSpPr>
        <p:spPr>
          <a:xfrm>
            <a:off x="9182100" y="3200400"/>
            <a:ext cx="38100" cy="38100"/>
          </a:xfrm>
          <a:prstGeom prst="rect">
            <a:avLst/>
          </a:prstGeom>
          <a:solidFill>
            <a:srgbClr val="CED7E6"/>
          </a:solidFill>
          <a:ln>
            <a:noFill/>
          </a:ln>
        </p:spPr>
      </p:sp>
      <p:sp>
        <p:nvSpPr>
          <p:cNvPr id="91" name="wm.library-whiteboard.001.006.010"/>
          <p:cNvSpPr/>
          <p:nvPr/>
        </p:nvSpPr>
        <p:spPr>
          <a:xfrm>
            <a:off x="9182100" y="3429000"/>
            <a:ext cx="38100" cy="38100"/>
          </a:xfrm>
          <a:prstGeom prst="rect">
            <a:avLst/>
          </a:prstGeom>
          <a:solidFill>
            <a:srgbClr val="CED7E6"/>
          </a:solidFill>
          <a:ln>
            <a:noFill/>
          </a:ln>
        </p:spPr>
      </p:sp>
      <p:sp>
        <p:nvSpPr>
          <p:cNvPr id="92" name="wm.library-whiteboard.001.006.011"/>
          <p:cNvSpPr/>
          <p:nvPr/>
        </p:nvSpPr>
        <p:spPr>
          <a:xfrm>
            <a:off x="9182100" y="3657600"/>
            <a:ext cx="38100" cy="38100"/>
          </a:xfrm>
          <a:prstGeom prst="rect">
            <a:avLst/>
          </a:prstGeom>
          <a:solidFill>
            <a:srgbClr val="CED7E6"/>
          </a:solidFill>
          <a:ln>
            <a:noFill/>
          </a:ln>
        </p:spPr>
      </p:sp>
      <p:sp>
        <p:nvSpPr>
          <p:cNvPr id="93" name="wm.library-whiteboard.001.006.012"/>
          <p:cNvSpPr/>
          <p:nvPr/>
        </p:nvSpPr>
        <p:spPr>
          <a:xfrm>
            <a:off x="9182100" y="3886200"/>
            <a:ext cx="38100" cy="38100"/>
          </a:xfrm>
          <a:prstGeom prst="rect">
            <a:avLst/>
          </a:prstGeom>
          <a:solidFill>
            <a:srgbClr val="CED7E6"/>
          </a:solidFill>
          <a:ln>
            <a:noFill/>
          </a:ln>
        </p:spPr>
      </p:sp>
      <p:sp>
        <p:nvSpPr>
          <p:cNvPr id="94" name="wm.library-whiteboard.001.006.013"/>
          <p:cNvSpPr/>
          <p:nvPr/>
        </p:nvSpPr>
        <p:spPr>
          <a:xfrm>
            <a:off x="9182100" y="4114800"/>
            <a:ext cx="38100" cy="38100"/>
          </a:xfrm>
          <a:prstGeom prst="rect">
            <a:avLst/>
          </a:prstGeom>
          <a:solidFill>
            <a:srgbClr val="CED7E6"/>
          </a:solidFill>
          <a:ln>
            <a:noFill/>
          </a:ln>
        </p:spPr>
      </p:sp>
      <p:sp>
        <p:nvSpPr>
          <p:cNvPr id="95" name="wm.library-whiteboard.001.006.014"/>
          <p:cNvSpPr/>
          <p:nvPr/>
        </p:nvSpPr>
        <p:spPr>
          <a:xfrm>
            <a:off x="9182100" y="4343400"/>
            <a:ext cx="38100" cy="38100"/>
          </a:xfrm>
          <a:prstGeom prst="rect">
            <a:avLst/>
          </a:prstGeom>
          <a:solidFill>
            <a:srgbClr val="CED7E6"/>
          </a:solidFill>
          <a:ln>
            <a:noFill/>
          </a:ln>
        </p:spPr>
      </p:sp>
      <p:sp>
        <p:nvSpPr>
          <p:cNvPr id="96" name="wm.library-whiteboard.001.006.015"/>
          <p:cNvSpPr/>
          <p:nvPr/>
        </p:nvSpPr>
        <p:spPr>
          <a:xfrm>
            <a:off x="9182100" y="4572000"/>
            <a:ext cx="38100" cy="38100"/>
          </a:xfrm>
          <a:prstGeom prst="rect">
            <a:avLst/>
          </a:prstGeom>
          <a:solidFill>
            <a:srgbClr val="CED7E6"/>
          </a:solidFill>
          <a:ln>
            <a:noFill/>
          </a:ln>
        </p:spPr>
      </p:sp>
      <p:sp>
        <p:nvSpPr>
          <p:cNvPr id="97" name="wm.library-whiteboard.001.006.016"/>
          <p:cNvSpPr/>
          <p:nvPr/>
        </p:nvSpPr>
        <p:spPr>
          <a:xfrm>
            <a:off x="9182100" y="4800600"/>
            <a:ext cx="38100" cy="38100"/>
          </a:xfrm>
          <a:prstGeom prst="rect">
            <a:avLst/>
          </a:prstGeom>
          <a:solidFill>
            <a:srgbClr val="CED7E6"/>
          </a:solidFill>
          <a:ln>
            <a:noFill/>
          </a:ln>
        </p:spPr>
      </p:sp>
      <p:sp>
        <p:nvSpPr>
          <p:cNvPr id="98" name="wm.library-whiteboard.001.007.001"/>
          <p:cNvSpPr/>
          <p:nvPr/>
        </p:nvSpPr>
        <p:spPr>
          <a:xfrm>
            <a:off x="9410700" y="1371600"/>
            <a:ext cx="38100" cy="38100"/>
          </a:xfrm>
          <a:prstGeom prst="rect">
            <a:avLst/>
          </a:prstGeom>
          <a:solidFill>
            <a:srgbClr val="CED7E6"/>
          </a:solidFill>
          <a:ln>
            <a:noFill/>
          </a:ln>
        </p:spPr>
      </p:sp>
      <p:sp>
        <p:nvSpPr>
          <p:cNvPr id="99" name="wm.library-whiteboard.001.007.002"/>
          <p:cNvSpPr/>
          <p:nvPr/>
        </p:nvSpPr>
        <p:spPr>
          <a:xfrm>
            <a:off x="9410700" y="1600200"/>
            <a:ext cx="38100" cy="38100"/>
          </a:xfrm>
          <a:prstGeom prst="rect">
            <a:avLst/>
          </a:prstGeom>
          <a:solidFill>
            <a:srgbClr val="CED7E6"/>
          </a:solidFill>
          <a:ln>
            <a:noFill/>
          </a:ln>
        </p:spPr>
      </p:sp>
      <p:sp>
        <p:nvSpPr>
          <p:cNvPr id="100" name="wm.library-whiteboard.001.007.003"/>
          <p:cNvSpPr/>
          <p:nvPr/>
        </p:nvSpPr>
        <p:spPr>
          <a:xfrm>
            <a:off x="9410700" y="1828800"/>
            <a:ext cx="38100" cy="38100"/>
          </a:xfrm>
          <a:prstGeom prst="rect">
            <a:avLst/>
          </a:prstGeom>
          <a:solidFill>
            <a:srgbClr val="CED7E6"/>
          </a:solidFill>
          <a:ln>
            <a:noFill/>
          </a:ln>
        </p:spPr>
      </p:sp>
      <p:sp>
        <p:nvSpPr>
          <p:cNvPr id="101" name="wm.library-whiteboard.001.007.004"/>
          <p:cNvSpPr/>
          <p:nvPr/>
        </p:nvSpPr>
        <p:spPr>
          <a:xfrm>
            <a:off x="9410700" y="2057400"/>
            <a:ext cx="38100" cy="38100"/>
          </a:xfrm>
          <a:prstGeom prst="rect">
            <a:avLst/>
          </a:prstGeom>
          <a:solidFill>
            <a:srgbClr val="CED7E6"/>
          </a:solidFill>
          <a:ln>
            <a:noFill/>
          </a:ln>
        </p:spPr>
      </p:sp>
      <p:sp>
        <p:nvSpPr>
          <p:cNvPr id="102" name="wm.library-whiteboard.001.007.005"/>
          <p:cNvSpPr/>
          <p:nvPr/>
        </p:nvSpPr>
        <p:spPr>
          <a:xfrm>
            <a:off x="9410700" y="2286000"/>
            <a:ext cx="38100" cy="38100"/>
          </a:xfrm>
          <a:prstGeom prst="rect">
            <a:avLst/>
          </a:prstGeom>
          <a:solidFill>
            <a:srgbClr val="CED7E6"/>
          </a:solidFill>
          <a:ln>
            <a:noFill/>
          </a:ln>
        </p:spPr>
      </p:sp>
      <p:sp>
        <p:nvSpPr>
          <p:cNvPr id="103" name="wm.library-whiteboard.001.007.006"/>
          <p:cNvSpPr/>
          <p:nvPr/>
        </p:nvSpPr>
        <p:spPr>
          <a:xfrm>
            <a:off x="9410700" y="2514600"/>
            <a:ext cx="38100" cy="38100"/>
          </a:xfrm>
          <a:prstGeom prst="rect">
            <a:avLst/>
          </a:prstGeom>
          <a:solidFill>
            <a:srgbClr val="CED7E6"/>
          </a:solidFill>
          <a:ln>
            <a:noFill/>
          </a:ln>
        </p:spPr>
      </p:sp>
      <p:sp>
        <p:nvSpPr>
          <p:cNvPr id="104" name="wm.library-whiteboard.001.007.007"/>
          <p:cNvSpPr/>
          <p:nvPr/>
        </p:nvSpPr>
        <p:spPr>
          <a:xfrm>
            <a:off x="9410700" y="2743200"/>
            <a:ext cx="38100" cy="38100"/>
          </a:xfrm>
          <a:prstGeom prst="rect">
            <a:avLst/>
          </a:prstGeom>
          <a:solidFill>
            <a:srgbClr val="CED7E6"/>
          </a:solidFill>
          <a:ln>
            <a:noFill/>
          </a:ln>
        </p:spPr>
      </p:sp>
      <p:sp>
        <p:nvSpPr>
          <p:cNvPr id="105" name="wm.library-whiteboard.001.007.008"/>
          <p:cNvSpPr/>
          <p:nvPr/>
        </p:nvSpPr>
        <p:spPr>
          <a:xfrm>
            <a:off x="9410700" y="2971800"/>
            <a:ext cx="38100" cy="38100"/>
          </a:xfrm>
          <a:prstGeom prst="rect">
            <a:avLst/>
          </a:prstGeom>
          <a:solidFill>
            <a:srgbClr val="CED7E6"/>
          </a:solidFill>
          <a:ln>
            <a:noFill/>
          </a:ln>
        </p:spPr>
      </p:sp>
      <p:sp>
        <p:nvSpPr>
          <p:cNvPr id="106" name="wm.library-whiteboard.001.007.009"/>
          <p:cNvSpPr/>
          <p:nvPr/>
        </p:nvSpPr>
        <p:spPr>
          <a:xfrm>
            <a:off x="9410700" y="3200400"/>
            <a:ext cx="38100" cy="38100"/>
          </a:xfrm>
          <a:prstGeom prst="rect">
            <a:avLst/>
          </a:prstGeom>
          <a:solidFill>
            <a:srgbClr val="CED7E6"/>
          </a:solidFill>
          <a:ln>
            <a:noFill/>
          </a:ln>
        </p:spPr>
      </p:sp>
      <p:sp>
        <p:nvSpPr>
          <p:cNvPr id="107" name="wm.library-whiteboard.001.007.010"/>
          <p:cNvSpPr/>
          <p:nvPr/>
        </p:nvSpPr>
        <p:spPr>
          <a:xfrm>
            <a:off x="9410700" y="3429000"/>
            <a:ext cx="38100" cy="38100"/>
          </a:xfrm>
          <a:prstGeom prst="rect">
            <a:avLst/>
          </a:prstGeom>
          <a:solidFill>
            <a:srgbClr val="CED7E6"/>
          </a:solidFill>
          <a:ln>
            <a:noFill/>
          </a:ln>
        </p:spPr>
      </p:sp>
      <p:sp>
        <p:nvSpPr>
          <p:cNvPr id="108" name="wm.library-whiteboard.001.007.011"/>
          <p:cNvSpPr/>
          <p:nvPr/>
        </p:nvSpPr>
        <p:spPr>
          <a:xfrm>
            <a:off x="9410700" y="3657600"/>
            <a:ext cx="38100" cy="38100"/>
          </a:xfrm>
          <a:prstGeom prst="rect">
            <a:avLst/>
          </a:prstGeom>
          <a:solidFill>
            <a:srgbClr val="CED7E6"/>
          </a:solidFill>
          <a:ln>
            <a:noFill/>
          </a:ln>
        </p:spPr>
      </p:sp>
      <p:sp>
        <p:nvSpPr>
          <p:cNvPr id="109" name="wm.library-whiteboard.001.007.012"/>
          <p:cNvSpPr/>
          <p:nvPr/>
        </p:nvSpPr>
        <p:spPr>
          <a:xfrm>
            <a:off x="9410700" y="3886200"/>
            <a:ext cx="38100" cy="38100"/>
          </a:xfrm>
          <a:prstGeom prst="rect">
            <a:avLst/>
          </a:prstGeom>
          <a:solidFill>
            <a:srgbClr val="CED7E6"/>
          </a:solidFill>
          <a:ln>
            <a:noFill/>
          </a:ln>
        </p:spPr>
      </p:sp>
      <p:sp>
        <p:nvSpPr>
          <p:cNvPr id="110" name="wm.library-whiteboard.001.007.013"/>
          <p:cNvSpPr/>
          <p:nvPr/>
        </p:nvSpPr>
        <p:spPr>
          <a:xfrm>
            <a:off x="9410700" y="4114800"/>
            <a:ext cx="38100" cy="38100"/>
          </a:xfrm>
          <a:prstGeom prst="rect">
            <a:avLst/>
          </a:prstGeom>
          <a:solidFill>
            <a:srgbClr val="CED7E6"/>
          </a:solidFill>
          <a:ln>
            <a:noFill/>
          </a:ln>
        </p:spPr>
      </p:sp>
      <p:sp>
        <p:nvSpPr>
          <p:cNvPr id="111" name="wm.library-whiteboard.001.007.014"/>
          <p:cNvSpPr/>
          <p:nvPr/>
        </p:nvSpPr>
        <p:spPr>
          <a:xfrm>
            <a:off x="9410700" y="4343400"/>
            <a:ext cx="38100" cy="38100"/>
          </a:xfrm>
          <a:prstGeom prst="rect">
            <a:avLst/>
          </a:prstGeom>
          <a:solidFill>
            <a:srgbClr val="CED7E6"/>
          </a:solidFill>
          <a:ln>
            <a:noFill/>
          </a:ln>
        </p:spPr>
      </p:sp>
      <p:sp>
        <p:nvSpPr>
          <p:cNvPr id="112" name="wm.library-whiteboard.001.007.015"/>
          <p:cNvSpPr/>
          <p:nvPr/>
        </p:nvSpPr>
        <p:spPr>
          <a:xfrm>
            <a:off x="9410700" y="4572000"/>
            <a:ext cx="38100" cy="38100"/>
          </a:xfrm>
          <a:prstGeom prst="rect">
            <a:avLst/>
          </a:prstGeom>
          <a:solidFill>
            <a:srgbClr val="CED7E6"/>
          </a:solidFill>
          <a:ln>
            <a:noFill/>
          </a:ln>
        </p:spPr>
      </p:sp>
      <p:sp>
        <p:nvSpPr>
          <p:cNvPr id="113" name="wm.library-whiteboard.001.007.016"/>
          <p:cNvSpPr/>
          <p:nvPr/>
        </p:nvSpPr>
        <p:spPr>
          <a:xfrm>
            <a:off x="9410700" y="4800600"/>
            <a:ext cx="38100" cy="38100"/>
          </a:xfrm>
          <a:prstGeom prst="rect">
            <a:avLst/>
          </a:prstGeom>
          <a:solidFill>
            <a:srgbClr val="CED7E6"/>
          </a:solidFill>
          <a:ln>
            <a:noFill/>
          </a:ln>
        </p:spPr>
      </p:sp>
      <p:sp>
        <p:nvSpPr>
          <p:cNvPr id="114" name="wm.library-whiteboard.001.008.001"/>
          <p:cNvSpPr/>
          <p:nvPr/>
        </p:nvSpPr>
        <p:spPr>
          <a:xfrm>
            <a:off x="9639300" y="1371600"/>
            <a:ext cx="38100" cy="38100"/>
          </a:xfrm>
          <a:prstGeom prst="rect">
            <a:avLst/>
          </a:prstGeom>
          <a:solidFill>
            <a:srgbClr val="CED7E6"/>
          </a:solidFill>
          <a:ln>
            <a:noFill/>
          </a:ln>
        </p:spPr>
      </p:sp>
      <p:sp>
        <p:nvSpPr>
          <p:cNvPr id="115" name="wm.library-whiteboard.001.008.002"/>
          <p:cNvSpPr/>
          <p:nvPr/>
        </p:nvSpPr>
        <p:spPr>
          <a:xfrm>
            <a:off x="9639300" y="1600200"/>
            <a:ext cx="38100" cy="38100"/>
          </a:xfrm>
          <a:prstGeom prst="rect">
            <a:avLst/>
          </a:prstGeom>
          <a:solidFill>
            <a:srgbClr val="CED7E6"/>
          </a:solidFill>
          <a:ln>
            <a:noFill/>
          </a:ln>
        </p:spPr>
      </p:sp>
      <p:sp>
        <p:nvSpPr>
          <p:cNvPr id="116" name="wm.library-whiteboard.001.008.003"/>
          <p:cNvSpPr/>
          <p:nvPr/>
        </p:nvSpPr>
        <p:spPr>
          <a:xfrm>
            <a:off x="9639300" y="1828800"/>
            <a:ext cx="38100" cy="38100"/>
          </a:xfrm>
          <a:prstGeom prst="rect">
            <a:avLst/>
          </a:prstGeom>
          <a:solidFill>
            <a:srgbClr val="CED7E6"/>
          </a:solidFill>
          <a:ln>
            <a:noFill/>
          </a:ln>
        </p:spPr>
      </p:sp>
      <p:sp>
        <p:nvSpPr>
          <p:cNvPr id="117" name="wm.library-whiteboard.001.008.004"/>
          <p:cNvSpPr/>
          <p:nvPr/>
        </p:nvSpPr>
        <p:spPr>
          <a:xfrm>
            <a:off x="9639300" y="2057400"/>
            <a:ext cx="38100" cy="38100"/>
          </a:xfrm>
          <a:prstGeom prst="rect">
            <a:avLst/>
          </a:prstGeom>
          <a:solidFill>
            <a:srgbClr val="CED7E6"/>
          </a:solidFill>
          <a:ln>
            <a:noFill/>
          </a:ln>
        </p:spPr>
      </p:sp>
      <p:sp>
        <p:nvSpPr>
          <p:cNvPr id="118" name="wm.library-whiteboard.001.008.005"/>
          <p:cNvSpPr/>
          <p:nvPr/>
        </p:nvSpPr>
        <p:spPr>
          <a:xfrm>
            <a:off x="9639300" y="2286000"/>
            <a:ext cx="38100" cy="38100"/>
          </a:xfrm>
          <a:prstGeom prst="rect">
            <a:avLst/>
          </a:prstGeom>
          <a:solidFill>
            <a:srgbClr val="CED7E6"/>
          </a:solidFill>
          <a:ln>
            <a:noFill/>
          </a:ln>
        </p:spPr>
      </p:sp>
      <p:sp>
        <p:nvSpPr>
          <p:cNvPr id="119" name="wm.library-whiteboard.001.008.006"/>
          <p:cNvSpPr/>
          <p:nvPr/>
        </p:nvSpPr>
        <p:spPr>
          <a:xfrm>
            <a:off x="9639300" y="2514600"/>
            <a:ext cx="38100" cy="38100"/>
          </a:xfrm>
          <a:prstGeom prst="rect">
            <a:avLst/>
          </a:prstGeom>
          <a:solidFill>
            <a:srgbClr val="CED7E6"/>
          </a:solidFill>
          <a:ln>
            <a:noFill/>
          </a:ln>
        </p:spPr>
      </p:sp>
      <p:sp>
        <p:nvSpPr>
          <p:cNvPr id="120" name="wm.library-whiteboard.001.008.007"/>
          <p:cNvSpPr/>
          <p:nvPr/>
        </p:nvSpPr>
        <p:spPr>
          <a:xfrm>
            <a:off x="9639300" y="2743200"/>
            <a:ext cx="38100" cy="38100"/>
          </a:xfrm>
          <a:prstGeom prst="rect">
            <a:avLst/>
          </a:prstGeom>
          <a:solidFill>
            <a:srgbClr val="CED7E6"/>
          </a:solidFill>
          <a:ln>
            <a:noFill/>
          </a:ln>
        </p:spPr>
      </p:sp>
      <p:sp>
        <p:nvSpPr>
          <p:cNvPr id="121" name="wm.library-whiteboard.001.008.008"/>
          <p:cNvSpPr/>
          <p:nvPr/>
        </p:nvSpPr>
        <p:spPr>
          <a:xfrm>
            <a:off x="9639300" y="2971800"/>
            <a:ext cx="38100" cy="38100"/>
          </a:xfrm>
          <a:prstGeom prst="rect">
            <a:avLst/>
          </a:prstGeom>
          <a:solidFill>
            <a:srgbClr val="CED7E6"/>
          </a:solidFill>
          <a:ln>
            <a:noFill/>
          </a:ln>
        </p:spPr>
      </p:sp>
      <p:sp>
        <p:nvSpPr>
          <p:cNvPr id="122" name="wm.library-whiteboard.001.008.009"/>
          <p:cNvSpPr/>
          <p:nvPr/>
        </p:nvSpPr>
        <p:spPr>
          <a:xfrm>
            <a:off x="9639300" y="3200400"/>
            <a:ext cx="38100" cy="38100"/>
          </a:xfrm>
          <a:prstGeom prst="rect">
            <a:avLst/>
          </a:prstGeom>
          <a:solidFill>
            <a:srgbClr val="CED7E6"/>
          </a:solidFill>
          <a:ln>
            <a:noFill/>
          </a:ln>
        </p:spPr>
      </p:sp>
      <p:sp>
        <p:nvSpPr>
          <p:cNvPr id="123" name="wm.library-whiteboard.001.008.010"/>
          <p:cNvSpPr/>
          <p:nvPr/>
        </p:nvSpPr>
        <p:spPr>
          <a:xfrm>
            <a:off x="9639300" y="3429000"/>
            <a:ext cx="38100" cy="38100"/>
          </a:xfrm>
          <a:prstGeom prst="rect">
            <a:avLst/>
          </a:prstGeom>
          <a:solidFill>
            <a:srgbClr val="CED7E6"/>
          </a:solidFill>
          <a:ln>
            <a:noFill/>
          </a:ln>
        </p:spPr>
      </p:sp>
      <p:sp>
        <p:nvSpPr>
          <p:cNvPr id="124" name="wm.library-whiteboard.001.008.011"/>
          <p:cNvSpPr/>
          <p:nvPr/>
        </p:nvSpPr>
        <p:spPr>
          <a:xfrm>
            <a:off x="9639300" y="3657600"/>
            <a:ext cx="38100" cy="38100"/>
          </a:xfrm>
          <a:prstGeom prst="rect">
            <a:avLst/>
          </a:prstGeom>
          <a:solidFill>
            <a:srgbClr val="CED7E6"/>
          </a:solidFill>
          <a:ln>
            <a:noFill/>
          </a:ln>
        </p:spPr>
      </p:sp>
      <p:sp>
        <p:nvSpPr>
          <p:cNvPr id="125" name="wm.library-whiteboard.001.008.012"/>
          <p:cNvSpPr/>
          <p:nvPr/>
        </p:nvSpPr>
        <p:spPr>
          <a:xfrm>
            <a:off x="9639300" y="3886200"/>
            <a:ext cx="38100" cy="38100"/>
          </a:xfrm>
          <a:prstGeom prst="rect">
            <a:avLst/>
          </a:prstGeom>
          <a:solidFill>
            <a:srgbClr val="CED7E6"/>
          </a:solidFill>
          <a:ln>
            <a:noFill/>
          </a:ln>
        </p:spPr>
      </p:sp>
      <p:sp>
        <p:nvSpPr>
          <p:cNvPr id="126" name="wm.library-whiteboard.001.008.013"/>
          <p:cNvSpPr/>
          <p:nvPr/>
        </p:nvSpPr>
        <p:spPr>
          <a:xfrm>
            <a:off x="9639300" y="4114800"/>
            <a:ext cx="38100" cy="38100"/>
          </a:xfrm>
          <a:prstGeom prst="rect">
            <a:avLst/>
          </a:prstGeom>
          <a:solidFill>
            <a:srgbClr val="CED7E6"/>
          </a:solidFill>
          <a:ln>
            <a:noFill/>
          </a:ln>
        </p:spPr>
      </p:sp>
      <p:sp>
        <p:nvSpPr>
          <p:cNvPr id="127" name="wm.library-whiteboard.001.008.014"/>
          <p:cNvSpPr/>
          <p:nvPr/>
        </p:nvSpPr>
        <p:spPr>
          <a:xfrm>
            <a:off x="9639300" y="4343400"/>
            <a:ext cx="38100" cy="38100"/>
          </a:xfrm>
          <a:prstGeom prst="rect">
            <a:avLst/>
          </a:prstGeom>
          <a:solidFill>
            <a:srgbClr val="CED7E6"/>
          </a:solidFill>
          <a:ln>
            <a:noFill/>
          </a:ln>
        </p:spPr>
      </p:sp>
      <p:sp>
        <p:nvSpPr>
          <p:cNvPr id="128" name="wm.library-whiteboard.001.008.015"/>
          <p:cNvSpPr/>
          <p:nvPr/>
        </p:nvSpPr>
        <p:spPr>
          <a:xfrm>
            <a:off x="9639300" y="4572000"/>
            <a:ext cx="38100" cy="38100"/>
          </a:xfrm>
          <a:prstGeom prst="rect">
            <a:avLst/>
          </a:prstGeom>
          <a:solidFill>
            <a:srgbClr val="CED7E6"/>
          </a:solidFill>
          <a:ln>
            <a:noFill/>
          </a:ln>
        </p:spPr>
      </p:sp>
      <p:sp>
        <p:nvSpPr>
          <p:cNvPr id="129" name="wm.library-whiteboard.001.008.016"/>
          <p:cNvSpPr/>
          <p:nvPr/>
        </p:nvSpPr>
        <p:spPr>
          <a:xfrm>
            <a:off x="9639300" y="4800600"/>
            <a:ext cx="38100" cy="38100"/>
          </a:xfrm>
          <a:prstGeom prst="rect">
            <a:avLst/>
          </a:prstGeom>
          <a:solidFill>
            <a:srgbClr val="CED7E6"/>
          </a:solidFill>
          <a:ln>
            <a:noFill/>
          </a:ln>
        </p:spPr>
      </p:sp>
      <p:sp>
        <p:nvSpPr>
          <p:cNvPr id="130" name="wm.library-whiteboard.001.009.001"/>
          <p:cNvSpPr/>
          <p:nvPr/>
        </p:nvSpPr>
        <p:spPr>
          <a:xfrm>
            <a:off x="9867900" y="1371600"/>
            <a:ext cx="38100" cy="38100"/>
          </a:xfrm>
          <a:prstGeom prst="rect">
            <a:avLst/>
          </a:prstGeom>
          <a:solidFill>
            <a:srgbClr val="CED7E6"/>
          </a:solidFill>
          <a:ln>
            <a:noFill/>
          </a:ln>
        </p:spPr>
      </p:sp>
      <p:sp>
        <p:nvSpPr>
          <p:cNvPr id="131" name="wm.library-whiteboard.001.009.002"/>
          <p:cNvSpPr/>
          <p:nvPr/>
        </p:nvSpPr>
        <p:spPr>
          <a:xfrm>
            <a:off x="9867900" y="1600200"/>
            <a:ext cx="38100" cy="38100"/>
          </a:xfrm>
          <a:prstGeom prst="rect">
            <a:avLst/>
          </a:prstGeom>
          <a:solidFill>
            <a:srgbClr val="CED7E6"/>
          </a:solidFill>
          <a:ln>
            <a:noFill/>
          </a:ln>
        </p:spPr>
      </p:sp>
      <p:sp>
        <p:nvSpPr>
          <p:cNvPr id="132" name="wm.library-whiteboard.001.009.003"/>
          <p:cNvSpPr/>
          <p:nvPr/>
        </p:nvSpPr>
        <p:spPr>
          <a:xfrm>
            <a:off x="9867900" y="1828800"/>
            <a:ext cx="38100" cy="38100"/>
          </a:xfrm>
          <a:prstGeom prst="rect">
            <a:avLst/>
          </a:prstGeom>
          <a:solidFill>
            <a:srgbClr val="CED7E6"/>
          </a:solidFill>
          <a:ln>
            <a:noFill/>
          </a:ln>
        </p:spPr>
      </p:sp>
      <p:sp>
        <p:nvSpPr>
          <p:cNvPr id="133" name="wm.library-whiteboard.001.009.004"/>
          <p:cNvSpPr/>
          <p:nvPr/>
        </p:nvSpPr>
        <p:spPr>
          <a:xfrm>
            <a:off x="9867900" y="2057400"/>
            <a:ext cx="38100" cy="38100"/>
          </a:xfrm>
          <a:prstGeom prst="rect">
            <a:avLst/>
          </a:prstGeom>
          <a:solidFill>
            <a:srgbClr val="CED7E6"/>
          </a:solidFill>
          <a:ln>
            <a:noFill/>
          </a:ln>
        </p:spPr>
      </p:sp>
      <p:sp>
        <p:nvSpPr>
          <p:cNvPr id="134" name="wm.library-whiteboard.001.009.005"/>
          <p:cNvSpPr/>
          <p:nvPr/>
        </p:nvSpPr>
        <p:spPr>
          <a:xfrm>
            <a:off x="9867900" y="2286000"/>
            <a:ext cx="38100" cy="38100"/>
          </a:xfrm>
          <a:prstGeom prst="rect">
            <a:avLst/>
          </a:prstGeom>
          <a:solidFill>
            <a:srgbClr val="CED7E6"/>
          </a:solidFill>
          <a:ln>
            <a:noFill/>
          </a:ln>
        </p:spPr>
      </p:sp>
      <p:sp>
        <p:nvSpPr>
          <p:cNvPr id="135" name="wm.library-whiteboard.001.009.006"/>
          <p:cNvSpPr/>
          <p:nvPr/>
        </p:nvSpPr>
        <p:spPr>
          <a:xfrm>
            <a:off x="9867900" y="2514600"/>
            <a:ext cx="38100" cy="38100"/>
          </a:xfrm>
          <a:prstGeom prst="rect">
            <a:avLst/>
          </a:prstGeom>
          <a:solidFill>
            <a:srgbClr val="CED7E6"/>
          </a:solidFill>
          <a:ln>
            <a:noFill/>
          </a:ln>
        </p:spPr>
      </p:sp>
      <p:sp>
        <p:nvSpPr>
          <p:cNvPr id="136" name="wm.library-whiteboard.001.009.007"/>
          <p:cNvSpPr/>
          <p:nvPr/>
        </p:nvSpPr>
        <p:spPr>
          <a:xfrm>
            <a:off x="9867900" y="2743200"/>
            <a:ext cx="38100" cy="38100"/>
          </a:xfrm>
          <a:prstGeom prst="rect">
            <a:avLst/>
          </a:prstGeom>
          <a:solidFill>
            <a:srgbClr val="CED7E6"/>
          </a:solidFill>
          <a:ln>
            <a:noFill/>
          </a:ln>
        </p:spPr>
      </p:sp>
      <p:sp>
        <p:nvSpPr>
          <p:cNvPr id="137" name="wm.library-whiteboard.001.009.008"/>
          <p:cNvSpPr/>
          <p:nvPr/>
        </p:nvSpPr>
        <p:spPr>
          <a:xfrm>
            <a:off x="9867900" y="2971800"/>
            <a:ext cx="38100" cy="38100"/>
          </a:xfrm>
          <a:prstGeom prst="rect">
            <a:avLst/>
          </a:prstGeom>
          <a:solidFill>
            <a:srgbClr val="CED7E6"/>
          </a:solidFill>
          <a:ln>
            <a:noFill/>
          </a:ln>
        </p:spPr>
      </p:sp>
      <p:sp>
        <p:nvSpPr>
          <p:cNvPr id="138" name="wm.library-whiteboard.001.009.009"/>
          <p:cNvSpPr/>
          <p:nvPr/>
        </p:nvSpPr>
        <p:spPr>
          <a:xfrm>
            <a:off x="9867900" y="3200400"/>
            <a:ext cx="38100" cy="38100"/>
          </a:xfrm>
          <a:prstGeom prst="rect">
            <a:avLst/>
          </a:prstGeom>
          <a:solidFill>
            <a:srgbClr val="CED7E6"/>
          </a:solidFill>
          <a:ln>
            <a:noFill/>
          </a:ln>
        </p:spPr>
      </p:sp>
      <p:sp>
        <p:nvSpPr>
          <p:cNvPr id="139" name="wm.library-whiteboard.001.009.010"/>
          <p:cNvSpPr/>
          <p:nvPr/>
        </p:nvSpPr>
        <p:spPr>
          <a:xfrm>
            <a:off x="9867900" y="3429000"/>
            <a:ext cx="38100" cy="38100"/>
          </a:xfrm>
          <a:prstGeom prst="rect">
            <a:avLst/>
          </a:prstGeom>
          <a:solidFill>
            <a:srgbClr val="CED7E6"/>
          </a:solidFill>
          <a:ln>
            <a:noFill/>
          </a:ln>
        </p:spPr>
      </p:sp>
      <p:sp>
        <p:nvSpPr>
          <p:cNvPr id="140" name="wm.library-whiteboard.001.009.011"/>
          <p:cNvSpPr/>
          <p:nvPr/>
        </p:nvSpPr>
        <p:spPr>
          <a:xfrm>
            <a:off x="9867900" y="3657600"/>
            <a:ext cx="38100" cy="38100"/>
          </a:xfrm>
          <a:prstGeom prst="rect">
            <a:avLst/>
          </a:prstGeom>
          <a:solidFill>
            <a:srgbClr val="CED7E6"/>
          </a:solidFill>
          <a:ln>
            <a:noFill/>
          </a:ln>
        </p:spPr>
      </p:sp>
      <p:sp>
        <p:nvSpPr>
          <p:cNvPr id="141" name="wm.library-whiteboard.001.009.012"/>
          <p:cNvSpPr/>
          <p:nvPr/>
        </p:nvSpPr>
        <p:spPr>
          <a:xfrm>
            <a:off x="9867900" y="3886200"/>
            <a:ext cx="38100" cy="38100"/>
          </a:xfrm>
          <a:prstGeom prst="rect">
            <a:avLst/>
          </a:prstGeom>
          <a:solidFill>
            <a:srgbClr val="CED7E6"/>
          </a:solidFill>
          <a:ln>
            <a:noFill/>
          </a:ln>
        </p:spPr>
      </p:sp>
      <p:sp>
        <p:nvSpPr>
          <p:cNvPr id="142" name="wm.library-whiteboard.001.009.013"/>
          <p:cNvSpPr/>
          <p:nvPr/>
        </p:nvSpPr>
        <p:spPr>
          <a:xfrm>
            <a:off x="9867900" y="4114800"/>
            <a:ext cx="38100" cy="38100"/>
          </a:xfrm>
          <a:prstGeom prst="rect">
            <a:avLst/>
          </a:prstGeom>
          <a:solidFill>
            <a:srgbClr val="CED7E6"/>
          </a:solidFill>
          <a:ln>
            <a:noFill/>
          </a:ln>
        </p:spPr>
      </p:sp>
      <p:sp>
        <p:nvSpPr>
          <p:cNvPr id="143" name="wm.library-whiteboard.001.009.014"/>
          <p:cNvSpPr/>
          <p:nvPr/>
        </p:nvSpPr>
        <p:spPr>
          <a:xfrm>
            <a:off x="9867900" y="4343400"/>
            <a:ext cx="38100" cy="38100"/>
          </a:xfrm>
          <a:prstGeom prst="rect">
            <a:avLst/>
          </a:prstGeom>
          <a:solidFill>
            <a:srgbClr val="CED7E6"/>
          </a:solidFill>
          <a:ln>
            <a:noFill/>
          </a:ln>
        </p:spPr>
      </p:sp>
      <p:sp>
        <p:nvSpPr>
          <p:cNvPr id="144" name="wm.library-whiteboard.001.009.015"/>
          <p:cNvSpPr/>
          <p:nvPr/>
        </p:nvSpPr>
        <p:spPr>
          <a:xfrm>
            <a:off x="9867900" y="4572000"/>
            <a:ext cx="38100" cy="38100"/>
          </a:xfrm>
          <a:prstGeom prst="rect">
            <a:avLst/>
          </a:prstGeom>
          <a:solidFill>
            <a:srgbClr val="CED7E6"/>
          </a:solidFill>
          <a:ln>
            <a:noFill/>
          </a:ln>
        </p:spPr>
      </p:sp>
      <p:sp>
        <p:nvSpPr>
          <p:cNvPr id="145" name="wm.library-whiteboard.001.009.016"/>
          <p:cNvSpPr/>
          <p:nvPr/>
        </p:nvSpPr>
        <p:spPr>
          <a:xfrm>
            <a:off x="9867900" y="4800600"/>
            <a:ext cx="38100" cy="38100"/>
          </a:xfrm>
          <a:prstGeom prst="rect">
            <a:avLst/>
          </a:prstGeom>
          <a:solidFill>
            <a:srgbClr val="CED7E6"/>
          </a:solidFill>
          <a:ln>
            <a:noFill/>
          </a:ln>
        </p:spPr>
      </p:sp>
      <p:sp>
        <p:nvSpPr>
          <p:cNvPr id="146" name="wm.library-whiteboard.001.010.001"/>
          <p:cNvSpPr/>
          <p:nvPr/>
        </p:nvSpPr>
        <p:spPr>
          <a:xfrm>
            <a:off x="10096500" y="1371600"/>
            <a:ext cx="38100" cy="38100"/>
          </a:xfrm>
          <a:prstGeom prst="rect">
            <a:avLst/>
          </a:prstGeom>
          <a:solidFill>
            <a:srgbClr val="CED7E6"/>
          </a:solidFill>
          <a:ln>
            <a:noFill/>
          </a:ln>
        </p:spPr>
      </p:sp>
      <p:sp>
        <p:nvSpPr>
          <p:cNvPr id="147" name="wm.library-whiteboard.001.010.002"/>
          <p:cNvSpPr/>
          <p:nvPr/>
        </p:nvSpPr>
        <p:spPr>
          <a:xfrm>
            <a:off x="10096500" y="1600200"/>
            <a:ext cx="38100" cy="38100"/>
          </a:xfrm>
          <a:prstGeom prst="rect">
            <a:avLst/>
          </a:prstGeom>
          <a:solidFill>
            <a:srgbClr val="CED7E6"/>
          </a:solidFill>
          <a:ln>
            <a:noFill/>
          </a:ln>
        </p:spPr>
      </p:sp>
      <p:sp>
        <p:nvSpPr>
          <p:cNvPr id="148" name="wm.library-whiteboard.001.010.003"/>
          <p:cNvSpPr/>
          <p:nvPr/>
        </p:nvSpPr>
        <p:spPr>
          <a:xfrm>
            <a:off x="10096500" y="1828800"/>
            <a:ext cx="38100" cy="38100"/>
          </a:xfrm>
          <a:prstGeom prst="rect">
            <a:avLst/>
          </a:prstGeom>
          <a:solidFill>
            <a:srgbClr val="CED7E6"/>
          </a:solidFill>
          <a:ln>
            <a:noFill/>
          </a:ln>
        </p:spPr>
      </p:sp>
      <p:sp>
        <p:nvSpPr>
          <p:cNvPr id="149" name="wm.library-whiteboard.001.010.004"/>
          <p:cNvSpPr/>
          <p:nvPr/>
        </p:nvSpPr>
        <p:spPr>
          <a:xfrm>
            <a:off x="10096500" y="2057400"/>
            <a:ext cx="38100" cy="38100"/>
          </a:xfrm>
          <a:prstGeom prst="rect">
            <a:avLst/>
          </a:prstGeom>
          <a:solidFill>
            <a:srgbClr val="CED7E6"/>
          </a:solidFill>
          <a:ln>
            <a:noFill/>
          </a:ln>
        </p:spPr>
      </p:sp>
      <p:sp>
        <p:nvSpPr>
          <p:cNvPr id="150" name="wm.library-whiteboard.001.010.005"/>
          <p:cNvSpPr/>
          <p:nvPr/>
        </p:nvSpPr>
        <p:spPr>
          <a:xfrm>
            <a:off x="10096500" y="2286000"/>
            <a:ext cx="38100" cy="38100"/>
          </a:xfrm>
          <a:prstGeom prst="rect">
            <a:avLst/>
          </a:prstGeom>
          <a:solidFill>
            <a:srgbClr val="CED7E6"/>
          </a:solidFill>
          <a:ln>
            <a:noFill/>
          </a:ln>
        </p:spPr>
      </p:sp>
      <p:sp>
        <p:nvSpPr>
          <p:cNvPr id="151" name="wm.library-whiteboard.001.010.006"/>
          <p:cNvSpPr/>
          <p:nvPr/>
        </p:nvSpPr>
        <p:spPr>
          <a:xfrm>
            <a:off x="10096500" y="2514600"/>
            <a:ext cx="38100" cy="38100"/>
          </a:xfrm>
          <a:prstGeom prst="rect">
            <a:avLst/>
          </a:prstGeom>
          <a:solidFill>
            <a:srgbClr val="CED7E6"/>
          </a:solidFill>
          <a:ln>
            <a:noFill/>
          </a:ln>
        </p:spPr>
      </p:sp>
      <p:sp>
        <p:nvSpPr>
          <p:cNvPr id="152" name="wm.library-whiteboard.001.010.007"/>
          <p:cNvSpPr/>
          <p:nvPr/>
        </p:nvSpPr>
        <p:spPr>
          <a:xfrm>
            <a:off x="10096500" y="2743200"/>
            <a:ext cx="38100" cy="38100"/>
          </a:xfrm>
          <a:prstGeom prst="rect">
            <a:avLst/>
          </a:prstGeom>
          <a:solidFill>
            <a:srgbClr val="CED7E6"/>
          </a:solidFill>
          <a:ln>
            <a:noFill/>
          </a:ln>
        </p:spPr>
      </p:sp>
      <p:sp>
        <p:nvSpPr>
          <p:cNvPr id="153" name="wm.library-whiteboard.001.010.008"/>
          <p:cNvSpPr/>
          <p:nvPr/>
        </p:nvSpPr>
        <p:spPr>
          <a:xfrm>
            <a:off x="10096500" y="2971800"/>
            <a:ext cx="38100" cy="38100"/>
          </a:xfrm>
          <a:prstGeom prst="rect">
            <a:avLst/>
          </a:prstGeom>
          <a:solidFill>
            <a:srgbClr val="CED7E6"/>
          </a:solidFill>
          <a:ln>
            <a:noFill/>
          </a:ln>
        </p:spPr>
      </p:sp>
      <p:sp>
        <p:nvSpPr>
          <p:cNvPr id="154" name="wm.library-whiteboard.001.010.009"/>
          <p:cNvSpPr/>
          <p:nvPr/>
        </p:nvSpPr>
        <p:spPr>
          <a:xfrm>
            <a:off x="10096500" y="3200400"/>
            <a:ext cx="38100" cy="38100"/>
          </a:xfrm>
          <a:prstGeom prst="rect">
            <a:avLst/>
          </a:prstGeom>
          <a:solidFill>
            <a:srgbClr val="CED7E6"/>
          </a:solidFill>
          <a:ln>
            <a:noFill/>
          </a:ln>
        </p:spPr>
      </p:sp>
      <p:sp>
        <p:nvSpPr>
          <p:cNvPr id="155" name="wm.library-whiteboard.001.010.010"/>
          <p:cNvSpPr/>
          <p:nvPr/>
        </p:nvSpPr>
        <p:spPr>
          <a:xfrm>
            <a:off x="10096500" y="3429000"/>
            <a:ext cx="38100" cy="38100"/>
          </a:xfrm>
          <a:prstGeom prst="rect">
            <a:avLst/>
          </a:prstGeom>
          <a:solidFill>
            <a:srgbClr val="CED7E6"/>
          </a:solidFill>
          <a:ln>
            <a:noFill/>
          </a:ln>
        </p:spPr>
      </p:sp>
      <p:sp>
        <p:nvSpPr>
          <p:cNvPr id="156" name="wm.library-whiteboard.001.010.011"/>
          <p:cNvSpPr/>
          <p:nvPr/>
        </p:nvSpPr>
        <p:spPr>
          <a:xfrm>
            <a:off x="10096500" y="3657600"/>
            <a:ext cx="38100" cy="38100"/>
          </a:xfrm>
          <a:prstGeom prst="rect">
            <a:avLst/>
          </a:prstGeom>
          <a:solidFill>
            <a:srgbClr val="CED7E6"/>
          </a:solidFill>
          <a:ln>
            <a:noFill/>
          </a:ln>
        </p:spPr>
      </p:sp>
      <p:sp>
        <p:nvSpPr>
          <p:cNvPr id="157" name="wm.library-whiteboard.001.010.012"/>
          <p:cNvSpPr/>
          <p:nvPr/>
        </p:nvSpPr>
        <p:spPr>
          <a:xfrm>
            <a:off x="10096500" y="3886200"/>
            <a:ext cx="38100" cy="38100"/>
          </a:xfrm>
          <a:prstGeom prst="rect">
            <a:avLst/>
          </a:prstGeom>
          <a:solidFill>
            <a:srgbClr val="CED7E6"/>
          </a:solidFill>
          <a:ln>
            <a:noFill/>
          </a:ln>
        </p:spPr>
      </p:sp>
      <p:sp>
        <p:nvSpPr>
          <p:cNvPr id="158" name="wm.library-whiteboard.001.010.013"/>
          <p:cNvSpPr/>
          <p:nvPr/>
        </p:nvSpPr>
        <p:spPr>
          <a:xfrm>
            <a:off x="10096500" y="4114800"/>
            <a:ext cx="38100" cy="38100"/>
          </a:xfrm>
          <a:prstGeom prst="rect">
            <a:avLst/>
          </a:prstGeom>
          <a:solidFill>
            <a:srgbClr val="CED7E6"/>
          </a:solidFill>
          <a:ln>
            <a:noFill/>
          </a:ln>
        </p:spPr>
      </p:sp>
      <p:sp>
        <p:nvSpPr>
          <p:cNvPr id="159" name="wm.library-whiteboard.001.010.014"/>
          <p:cNvSpPr/>
          <p:nvPr/>
        </p:nvSpPr>
        <p:spPr>
          <a:xfrm>
            <a:off x="10096500" y="4343400"/>
            <a:ext cx="38100" cy="38100"/>
          </a:xfrm>
          <a:prstGeom prst="rect">
            <a:avLst/>
          </a:prstGeom>
          <a:solidFill>
            <a:srgbClr val="CED7E6"/>
          </a:solidFill>
          <a:ln>
            <a:noFill/>
          </a:ln>
        </p:spPr>
      </p:sp>
      <p:sp>
        <p:nvSpPr>
          <p:cNvPr id="160" name="wm.library-whiteboard.001.010.015"/>
          <p:cNvSpPr/>
          <p:nvPr/>
        </p:nvSpPr>
        <p:spPr>
          <a:xfrm>
            <a:off x="10096500" y="4572000"/>
            <a:ext cx="38100" cy="38100"/>
          </a:xfrm>
          <a:prstGeom prst="rect">
            <a:avLst/>
          </a:prstGeom>
          <a:solidFill>
            <a:srgbClr val="CED7E6"/>
          </a:solidFill>
          <a:ln>
            <a:noFill/>
          </a:ln>
        </p:spPr>
      </p:sp>
      <p:sp>
        <p:nvSpPr>
          <p:cNvPr id="161" name="wm.library-whiteboard.001.010.016"/>
          <p:cNvSpPr/>
          <p:nvPr/>
        </p:nvSpPr>
        <p:spPr>
          <a:xfrm>
            <a:off x="10096500" y="4800600"/>
            <a:ext cx="38100" cy="38100"/>
          </a:xfrm>
          <a:prstGeom prst="rect">
            <a:avLst/>
          </a:prstGeom>
          <a:solidFill>
            <a:srgbClr val="CED7E6"/>
          </a:solidFill>
          <a:ln>
            <a:noFill/>
          </a:ln>
        </p:spPr>
      </p:sp>
      <p:sp>
        <p:nvSpPr>
          <p:cNvPr id="162" name="wm.library-whiteboard.001.011.001"/>
          <p:cNvSpPr/>
          <p:nvPr/>
        </p:nvSpPr>
        <p:spPr>
          <a:xfrm>
            <a:off x="10325100" y="1371600"/>
            <a:ext cx="38100" cy="38100"/>
          </a:xfrm>
          <a:prstGeom prst="rect">
            <a:avLst/>
          </a:prstGeom>
          <a:solidFill>
            <a:srgbClr val="CED7E6"/>
          </a:solidFill>
          <a:ln>
            <a:noFill/>
          </a:ln>
        </p:spPr>
      </p:sp>
      <p:sp>
        <p:nvSpPr>
          <p:cNvPr id="163" name="wm.library-whiteboard.001.011.002"/>
          <p:cNvSpPr/>
          <p:nvPr/>
        </p:nvSpPr>
        <p:spPr>
          <a:xfrm>
            <a:off x="10325100" y="1600200"/>
            <a:ext cx="38100" cy="38100"/>
          </a:xfrm>
          <a:prstGeom prst="rect">
            <a:avLst/>
          </a:prstGeom>
          <a:solidFill>
            <a:srgbClr val="CED7E6"/>
          </a:solidFill>
          <a:ln>
            <a:noFill/>
          </a:ln>
        </p:spPr>
      </p:sp>
      <p:sp>
        <p:nvSpPr>
          <p:cNvPr id="164" name="wm.library-whiteboard.001.011.003"/>
          <p:cNvSpPr/>
          <p:nvPr/>
        </p:nvSpPr>
        <p:spPr>
          <a:xfrm>
            <a:off x="10325100" y="1828800"/>
            <a:ext cx="38100" cy="38100"/>
          </a:xfrm>
          <a:prstGeom prst="rect">
            <a:avLst/>
          </a:prstGeom>
          <a:solidFill>
            <a:srgbClr val="CED7E6"/>
          </a:solidFill>
          <a:ln>
            <a:noFill/>
          </a:ln>
        </p:spPr>
      </p:sp>
      <p:sp>
        <p:nvSpPr>
          <p:cNvPr id="165" name="wm.library-whiteboard.001.011.004"/>
          <p:cNvSpPr/>
          <p:nvPr/>
        </p:nvSpPr>
        <p:spPr>
          <a:xfrm>
            <a:off x="10325100" y="2057400"/>
            <a:ext cx="38100" cy="38100"/>
          </a:xfrm>
          <a:prstGeom prst="rect">
            <a:avLst/>
          </a:prstGeom>
          <a:solidFill>
            <a:srgbClr val="CED7E6"/>
          </a:solidFill>
          <a:ln>
            <a:noFill/>
          </a:ln>
        </p:spPr>
      </p:sp>
      <p:sp>
        <p:nvSpPr>
          <p:cNvPr id="166" name="wm.library-whiteboard.001.011.005"/>
          <p:cNvSpPr/>
          <p:nvPr/>
        </p:nvSpPr>
        <p:spPr>
          <a:xfrm>
            <a:off x="10325100" y="2286000"/>
            <a:ext cx="38100" cy="38100"/>
          </a:xfrm>
          <a:prstGeom prst="rect">
            <a:avLst/>
          </a:prstGeom>
          <a:solidFill>
            <a:srgbClr val="CED7E6"/>
          </a:solidFill>
          <a:ln>
            <a:noFill/>
          </a:ln>
        </p:spPr>
      </p:sp>
      <p:sp>
        <p:nvSpPr>
          <p:cNvPr id="167" name="wm.library-whiteboard.001.011.006"/>
          <p:cNvSpPr/>
          <p:nvPr/>
        </p:nvSpPr>
        <p:spPr>
          <a:xfrm>
            <a:off x="10325100" y="2514600"/>
            <a:ext cx="38100" cy="38100"/>
          </a:xfrm>
          <a:prstGeom prst="rect">
            <a:avLst/>
          </a:prstGeom>
          <a:solidFill>
            <a:srgbClr val="CED7E6"/>
          </a:solidFill>
          <a:ln>
            <a:noFill/>
          </a:ln>
        </p:spPr>
      </p:sp>
      <p:sp>
        <p:nvSpPr>
          <p:cNvPr id="168" name="wm.library-whiteboard.001.011.007"/>
          <p:cNvSpPr/>
          <p:nvPr/>
        </p:nvSpPr>
        <p:spPr>
          <a:xfrm>
            <a:off x="10325100" y="2743200"/>
            <a:ext cx="38100" cy="38100"/>
          </a:xfrm>
          <a:prstGeom prst="rect">
            <a:avLst/>
          </a:prstGeom>
          <a:solidFill>
            <a:srgbClr val="CED7E6"/>
          </a:solidFill>
          <a:ln>
            <a:noFill/>
          </a:ln>
        </p:spPr>
      </p:sp>
      <p:sp>
        <p:nvSpPr>
          <p:cNvPr id="169" name="wm.library-whiteboard.001.011.008"/>
          <p:cNvSpPr/>
          <p:nvPr/>
        </p:nvSpPr>
        <p:spPr>
          <a:xfrm>
            <a:off x="10325100" y="2971800"/>
            <a:ext cx="38100" cy="38100"/>
          </a:xfrm>
          <a:prstGeom prst="rect">
            <a:avLst/>
          </a:prstGeom>
          <a:solidFill>
            <a:srgbClr val="CED7E6"/>
          </a:solidFill>
          <a:ln>
            <a:noFill/>
          </a:ln>
        </p:spPr>
      </p:sp>
      <p:sp>
        <p:nvSpPr>
          <p:cNvPr id="170" name="wm.library-whiteboard.001.011.009"/>
          <p:cNvSpPr/>
          <p:nvPr/>
        </p:nvSpPr>
        <p:spPr>
          <a:xfrm>
            <a:off x="10325100" y="3200400"/>
            <a:ext cx="38100" cy="38100"/>
          </a:xfrm>
          <a:prstGeom prst="rect">
            <a:avLst/>
          </a:prstGeom>
          <a:solidFill>
            <a:srgbClr val="CED7E6"/>
          </a:solidFill>
          <a:ln>
            <a:noFill/>
          </a:ln>
        </p:spPr>
      </p:sp>
      <p:sp>
        <p:nvSpPr>
          <p:cNvPr id="171" name="wm.library-whiteboard.001.011.010"/>
          <p:cNvSpPr/>
          <p:nvPr/>
        </p:nvSpPr>
        <p:spPr>
          <a:xfrm>
            <a:off x="10325100" y="3429000"/>
            <a:ext cx="38100" cy="38100"/>
          </a:xfrm>
          <a:prstGeom prst="rect">
            <a:avLst/>
          </a:prstGeom>
          <a:solidFill>
            <a:srgbClr val="CED7E6"/>
          </a:solidFill>
          <a:ln>
            <a:noFill/>
          </a:ln>
        </p:spPr>
      </p:sp>
      <p:sp>
        <p:nvSpPr>
          <p:cNvPr id="172" name="wm.library-whiteboard.001.011.011"/>
          <p:cNvSpPr/>
          <p:nvPr/>
        </p:nvSpPr>
        <p:spPr>
          <a:xfrm>
            <a:off x="10325100" y="3657600"/>
            <a:ext cx="38100" cy="38100"/>
          </a:xfrm>
          <a:prstGeom prst="rect">
            <a:avLst/>
          </a:prstGeom>
          <a:solidFill>
            <a:srgbClr val="CED7E6"/>
          </a:solidFill>
          <a:ln>
            <a:noFill/>
          </a:ln>
        </p:spPr>
      </p:sp>
      <p:sp>
        <p:nvSpPr>
          <p:cNvPr id="173" name="wm.library-whiteboard.001.011.012"/>
          <p:cNvSpPr/>
          <p:nvPr/>
        </p:nvSpPr>
        <p:spPr>
          <a:xfrm>
            <a:off x="10325100" y="3886200"/>
            <a:ext cx="38100" cy="38100"/>
          </a:xfrm>
          <a:prstGeom prst="rect">
            <a:avLst/>
          </a:prstGeom>
          <a:solidFill>
            <a:srgbClr val="CED7E6"/>
          </a:solidFill>
          <a:ln>
            <a:noFill/>
          </a:ln>
        </p:spPr>
      </p:sp>
      <p:sp>
        <p:nvSpPr>
          <p:cNvPr id="174" name="wm.library-whiteboard.001.011.013"/>
          <p:cNvSpPr/>
          <p:nvPr/>
        </p:nvSpPr>
        <p:spPr>
          <a:xfrm>
            <a:off x="10325100" y="4114800"/>
            <a:ext cx="38100" cy="38100"/>
          </a:xfrm>
          <a:prstGeom prst="rect">
            <a:avLst/>
          </a:prstGeom>
          <a:solidFill>
            <a:srgbClr val="CED7E6"/>
          </a:solidFill>
          <a:ln>
            <a:noFill/>
          </a:ln>
        </p:spPr>
      </p:sp>
      <p:sp>
        <p:nvSpPr>
          <p:cNvPr id="175" name="wm.library-whiteboard.001.011.014"/>
          <p:cNvSpPr/>
          <p:nvPr/>
        </p:nvSpPr>
        <p:spPr>
          <a:xfrm>
            <a:off x="10325100" y="4343400"/>
            <a:ext cx="38100" cy="38100"/>
          </a:xfrm>
          <a:prstGeom prst="rect">
            <a:avLst/>
          </a:prstGeom>
          <a:solidFill>
            <a:srgbClr val="CED7E6"/>
          </a:solidFill>
          <a:ln>
            <a:noFill/>
          </a:ln>
        </p:spPr>
      </p:sp>
      <p:sp>
        <p:nvSpPr>
          <p:cNvPr id="176" name="wm.library-whiteboard.001.011.015"/>
          <p:cNvSpPr/>
          <p:nvPr/>
        </p:nvSpPr>
        <p:spPr>
          <a:xfrm>
            <a:off x="10325100" y="4572000"/>
            <a:ext cx="38100" cy="38100"/>
          </a:xfrm>
          <a:prstGeom prst="rect">
            <a:avLst/>
          </a:prstGeom>
          <a:solidFill>
            <a:srgbClr val="CED7E6"/>
          </a:solidFill>
          <a:ln>
            <a:noFill/>
          </a:ln>
        </p:spPr>
      </p:sp>
      <p:sp>
        <p:nvSpPr>
          <p:cNvPr id="177" name="wm.library-whiteboard.001.011.016"/>
          <p:cNvSpPr/>
          <p:nvPr/>
        </p:nvSpPr>
        <p:spPr>
          <a:xfrm>
            <a:off x="10325100" y="4800600"/>
            <a:ext cx="38100" cy="38100"/>
          </a:xfrm>
          <a:prstGeom prst="rect">
            <a:avLst/>
          </a:prstGeom>
          <a:solidFill>
            <a:srgbClr val="CED7E6"/>
          </a:solidFill>
          <a:ln>
            <a:noFill/>
          </a:ln>
        </p:spPr>
      </p:sp>
      <p:sp>
        <p:nvSpPr>
          <p:cNvPr id="178" name="wm.library-whiteboard.001.012.001"/>
          <p:cNvSpPr/>
          <p:nvPr/>
        </p:nvSpPr>
        <p:spPr>
          <a:xfrm>
            <a:off x="10553700" y="1371600"/>
            <a:ext cx="38100" cy="38100"/>
          </a:xfrm>
          <a:prstGeom prst="rect">
            <a:avLst/>
          </a:prstGeom>
          <a:solidFill>
            <a:srgbClr val="CED7E6"/>
          </a:solidFill>
          <a:ln>
            <a:noFill/>
          </a:ln>
        </p:spPr>
      </p:sp>
      <p:sp>
        <p:nvSpPr>
          <p:cNvPr id="179" name="wm.library-whiteboard.001.012.002"/>
          <p:cNvSpPr/>
          <p:nvPr/>
        </p:nvSpPr>
        <p:spPr>
          <a:xfrm>
            <a:off x="10553700" y="1600200"/>
            <a:ext cx="38100" cy="38100"/>
          </a:xfrm>
          <a:prstGeom prst="rect">
            <a:avLst/>
          </a:prstGeom>
          <a:solidFill>
            <a:srgbClr val="CED7E6"/>
          </a:solidFill>
          <a:ln>
            <a:noFill/>
          </a:ln>
        </p:spPr>
      </p:sp>
      <p:sp>
        <p:nvSpPr>
          <p:cNvPr id="180" name="wm.library-whiteboard.001.012.003"/>
          <p:cNvSpPr/>
          <p:nvPr/>
        </p:nvSpPr>
        <p:spPr>
          <a:xfrm>
            <a:off x="10553700" y="1828800"/>
            <a:ext cx="38100" cy="38100"/>
          </a:xfrm>
          <a:prstGeom prst="rect">
            <a:avLst/>
          </a:prstGeom>
          <a:solidFill>
            <a:srgbClr val="CED7E6"/>
          </a:solidFill>
          <a:ln>
            <a:noFill/>
          </a:ln>
        </p:spPr>
      </p:sp>
      <p:sp>
        <p:nvSpPr>
          <p:cNvPr id="181" name="wm.library-whiteboard.001.012.004"/>
          <p:cNvSpPr/>
          <p:nvPr/>
        </p:nvSpPr>
        <p:spPr>
          <a:xfrm>
            <a:off x="10553700" y="2057400"/>
            <a:ext cx="38100" cy="38100"/>
          </a:xfrm>
          <a:prstGeom prst="rect">
            <a:avLst/>
          </a:prstGeom>
          <a:solidFill>
            <a:srgbClr val="CED7E6"/>
          </a:solidFill>
          <a:ln>
            <a:noFill/>
          </a:ln>
        </p:spPr>
      </p:sp>
      <p:sp>
        <p:nvSpPr>
          <p:cNvPr id="182" name="wm.library-whiteboard.001.012.005"/>
          <p:cNvSpPr/>
          <p:nvPr/>
        </p:nvSpPr>
        <p:spPr>
          <a:xfrm>
            <a:off x="10553700" y="2286000"/>
            <a:ext cx="38100" cy="38100"/>
          </a:xfrm>
          <a:prstGeom prst="rect">
            <a:avLst/>
          </a:prstGeom>
          <a:solidFill>
            <a:srgbClr val="CED7E6"/>
          </a:solidFill>
          <a:ln>
            <a:noFill/>
          </a:ln>
        </p:spPr>
      </p:sp>
      <p:sp>
        <p:nvSpPr>
          <p:cNvPr id="183" name="wm.library-whiteboard.001.012.006"/>
          <p:cNvSpPr/>
          <p:nvPr/>
        </p:nvSpPr>
        <p:spPr>
          <a:xfrm>
            <a:off x="10553700" y="2514600"/>
            <a:ext cx="38100" cy="38100"/>
          </a:xfrm>
          <a:prstGeom prst="rect">
            <a:avLst/>
          </a:prstGeom>
          <a:solidFill>
            <a:srgbClr val="CED7E6"/>
          </a:solidFill>
          <a:ln>
            <a:noFill/>
          </a:ln>
        </p:spPr>
      </p:sp>
      <p:sp>
        <p:nvSpPr>
          <p:cNvPr id="184" name="wm.library-whiteboard.001.012.007"/>
          <p:cNvSpPr/>
          <p:nvPr/>
        </p:nvSpPr>
        <p:spPr>
          <a:xfrm>
            <a:off x="10553700" y="2743200"/>
            <a:ext cx="38100" cy="38100"/>
          </a:xfrm>
          <a:prstGeom prst="rect">
            <a:avLst/>
          </a:prstGeom>
          <a:solidFill>
            <a:srgbClr val="CED7E6"/>
          </a:solidFill>
          <a:ln>
            <a:noFill/>
          </a:ln>
        </p:spPr>
      </p:sp>
      <p:sp>
        <p:nvSpPr>
          <p:cNvPr id="185" name="wm.library-whiteboard.001.012.008"/>
          <p:cNvSpPr/>
          <p:nvPr/>
        </p:nvSpPr>
        <p:spPr>
          <a:xfrm>
            <a:off x="10553700" y="2971800"/>
            <a:ext cx="38100" cy="38100"/>
          </a:xfrm>
          <a:prstGeom prst="rect">
            <a:avLst/>
          </a:prstGeom>
          <a:solidFill>
            <a:srgbClr val="CED7E6"/>
          </a:solidFill>
          <a:ln>
            <a:noFill/>
          </a:ln>
        </p:spPr>
      </p:sp>
      <p:sp>
        <p:nvSpPr>
          <p:cNvPr id="186" name="wm.library-whiteboard.001.012.009"/>
          <p:cNvSpPr/>
          <p:nvPr/>
        </p:nvSpPr>
        <p:spPr>
          <a:xfrm>
            <a:off x="10553700" y="3200400"/>
            <a:ext cx="38100" cy="38100"/>
          </a:xfrm>
          <a:prstGeom prst="rect">
            <a:avLst/>
          </a:prstGeom>
          <a:solidFill>
            <a:srgbClr val="CED7E6"/>
          </a:solidFill>
          <a:ln>
            <a:noFill/>
          </a:ln>
        </p:spPr>
      </p:sp>
      <p:sp>
        <p:nvSpPr>
          <p:cNvPr id="187" name="wm.library-whiteboard.001.012.010"/>
          <p:cNvSpPr/>
          <p:nvPr/>
        </p:nvSpPr>
        <p:spPr>
          <a:xfrm>
            <a:off x="10553700" y="3429000"/>
            <a:ext cx="38100" cy="38100"/>
          </a:xfrm>
          <a:prstGeom prst="rect">
            <a:avLst/>
          </a:prstGeom>
          <a:solidFill>
            <a:srgbClr val="CED7E6"/>
          </a:solidFill>
          <a:ln>
            <a:noFill/>
          </a:ln>
        </p:spPr>
      </p:sp>
      <p:sp>
        <p:nvSpPr>
          <p:cNvPr id="188" name="wm.library-whiteboard.001.012.011"/>
          <p:cNvSpPr/>
          <p:nvPr/>
        </p:nvSpPr>
        <p:spPr>
          <a:xfrm>
            <a:off x="10553700" y="3657600"/>
            <a:ext cx="38100" cy="38100"/>
          </a:xfrm>
          <a:prstGeom prst="rect">
            <a:avLst/>
          </a:prstGeom>
          <a:solidFill>
            <a:srgbClr val="CED7E6"/>
          </a:solidFill>
          <a:ln>
            <a:noFill/>
          </a:ln>
        </p:spPr>
      </p:sp>
      <p:sp>
        <p:nvSpPr>
          <p:cNvPr id="189" name="wm.library-whiteboard.001.012.012"/>
          <p:cNvSpPr/>
          <p:nvPr/>
        </p:nvSpPr>
        <p:spPr>
          <a:xfrm>
            <a:off x="10553700" y="3886200"/>
            <a:ext cx="38100" cy="38100"/>
          </a:xfrm>
          <a:prstGeom prst="rect">
            <a:avLst/>
          </a:prstGeom>
          <a:solidFill>
            <a:srgbClr val="CED7E6"/>
          </a:solidFill>
          <a:ln>
            <a:noFill/>
          </a:ln>
        </p:spPr>
      </p:sp>
      <p:sp>
        <p:nvSpPr>
          <p:cNvPr id="190" name="wm.library-whiteboard.001.012.013"/>
          <p:cNvSpPr/>
          <p:nvPr/>
        </p:nvSpPr>
        <p:spPr>
          <a:xfrm>
            <a:off x="10553700" y="4114800"/>
            <a:ext cx="38100" cy="38100"/>
          </a:xfrm>
          <a:prstGeom prst="rect">
            <a:avLst/>
          </a:prstGeom>
          <a:solidFill>
            <a:srgbClr val="CED7E6"/>
          </a:solidFill>
          <a:ln>
            <a:noFill/>
          </a:ln>
        </p:spPr>
      </p:sp>
      <p:sp>
        <p:nvSpPr>
          <p:cNvPr id="191" name="wm.library-whiteboard.001.012.014"/>
          <p:cNvSpPr/>
          <p:nvPr/>
        </p:nvSpPr>
        <p:spPr>
          <a:xfrm>
            <a:off x="10553700" y="4343400"/>
            <a:ext cx="38100" cy="38100"/>
          </a:xfrm>
          <a:prstGeom prst="rect">
            <a:avLst/>
          </a:prstGeom>
          <a:solidFill>
            <a:srgbClr val="CED7E6"/>
          </a:solidFill>
          <a:ln>
            <a:noFill/>
          </a:ln>
        </p:spPr>
      </p:sp>
      <p:sp>
        <p:nvSpPr>
          <p:cNvPr id="192" name="wm.library-whiteboard.001.012.015"/>
          <p:cNvSpPr/>
          <p:nvPr/>
        </p:nvSpPr>
        <p:spPr>
          <a:xfrm>
            <a:off x="10553700" y="4572000"/>
            <a:ext cx="38100" cy="38100"/>
          </a:xfrm>
          <a:prstGeom prst="rect">
            <a:avLst/>
          </a:prstGeom>
          <a:solidFill>
            <a:srgbClr val="CED7E6"/>
          </a:solidFill>
          <a:ln>
            <a:noFill/>
          </a:ln>
        </p:spPr>
      </p:sp>
      <p:sp>
        <p:nvSpPr>
          <p:cNvPr id="193" name="wm.library-whiteboard.001.012.016"/>
          <p:cNvSpPr/>
          <p:nvPr/>
        </p:nvSpPr>
        <p:spPr>
          <a:xfrm>
            <a:off x="10553700" y="4800600"/>
            <a:ext cx="38100" cy="38100"/>
          </a:xfrm>
          <a:prstGeom prst="rect">
            <a:avLst/>
          </a:prstGeom>
          <a:solidFill>
            <a:srgbClr val="CED7E6"/>
          </a:solidFill>
          <a:ln>
            <a:noFill/>
          </a:ln>
        </p:spPr>
      </p:sp>
      <p:sp>
        <p:nvSpPr>
          <p:cNvPr id="194" name="wm.library-whiteboard.001.013.001"/>
          <p:cNvSpPr/>
          <p:nvPr/>
        </p:nvSpPr>
        <p:spPr>
          <a:xfrm>
            <a:off x="10782300" y="1371600"/>
            <a:ext cx="38100" cy="38100"/>
          </a:xfrm>
          <a:prstGeom prst="rect">
            <a:avLst/>
          </a:prstGeom>
          <a:solidFill>
            <a:srgbClr val="CED7E6"/>
          </a:solidFill>
          <a:ln>
            <a:noFill/>
          </a:ln>
        </p:spPr>
      </p:sp>
      <p:sp>
        <p:nvSpPr>
          <p:cNvPr id="195" name="wm.library-whiteboard.001.013.002"/>
          <p:cNvSpPr/>
          <p:nvPr/>
        </p:nvSpPr>
        <p:spPr>
          <a:xfrm>
            <a:off x="10782300" y="1600200"/>
            <a:ext cx="38100" cy="38100"/>
          </a:xfrm>
          <a:prstGeom prst="rect">
            <a:avLst/>
          </a:prstGeom>
          <a:solidFill>
            <a:srgbClr val="CED7E6"/>
          </a:solidFill>
          <a:ln>
            <a:noFill/>
          </a:ln>
        </p:spPr>
      </p:sp>
      <p:sp>
        <p:nvSpPr>
          <p:cNvPr id="196" name="wm.library-whiteboard.001.013.003"/>
          <p:cNvSpPr/>
          <p:nvPr/>
        </p:nvSpPr>
        <p:spPr>
          <a:xfrm>
            <a:off x="10782300" y="1828800"/>
            <a:ext cx="38100" cy="38100"/>
          </a:xfrm>
          <a:prstGeom prst="rect">
            <a:avLst/>
          </a:prstGeom>
          <a:solidFill>
            <a:srgbClr val="CED7E6"/>
          </a:solidFill>
          <a:ln>
            <a:noFill/>
          </a:ln>
        </p:spPr>
      </p:sp>
      <p:sp>
        <p:nvSpPr>
          <p:cNvPr id="197" name="wm.library-whiteboard.001.013.004"/>
          <p:cNvSpPr/>
          <p:nvPr/>
        </p:nvSpPr>
        <p:spPr>
          <a:xfrm>
            <a:off x="10782300" y="2057400"/>
            <a:ext cx="38100" cy="38100"/>
          </a:xfrm>
          <a:prstGeom prst="rect">
            <a:avLst/>
          </a:prstGeom>
          <a:solidFill>
            <a:srgbClr val="CED7E6"/>
          </a:solidFill>
          <a:ln>
            <a:noFill/>
          </a:ln>
        </p:spPr>
      </p:sp>
      <p:sp>
        <p:nvSpPr>
          <p:cNvPr id="198" name="wm.library-whiteboard.001.013.005"/>
          <p:cNvSpPr/>
          <p:nvPr/>
        </p:nvSpPr>
        <p:spPr>
          <a:xfrm>
            <a:off x="10782300" y="2286000"/>
            <a:ext cx="38100" cy="38100"/>
          </a:xfrm>
          <a:prstGeom prst="rect">
            <a:avLst/>
          </a:prstGeom>
          <a:solidFill>
            <a:srgbClr val="CED7E6"/>
          </a:solidFill>
          <a:ln>
            <a:noFill/>
          </a:ln>
        </p:spPr>
      </p:sp>
      <p:sp>
        <p:nvSpPr>
          <p:cNvPr id="199" name="wm.library-whiteboard.001.013.006"/>
          <p:cNvSpPr/>
          <p:nvPr/>
        </p:nvSpPr>
        <p:spPr>
          <a:xfrm>
            <a:off x="10782300" y="2514600"/>
            <a:ext cx="38100" cy="38100"/>
          </a:xfrm>
          <a:prstGeom prst="rect">
            <a:avLst/>
          </a:prstGeom>
          <a:solidFill>
            <a:srgbClr val="CED7E6"/>
          </a:solidFill>
          <a:ln>
            <a:noFill/>
          </a:ln>
        </p:spPr>
      </p:sp>
      <p:sp>
        <p:nvSpPr>
          <p:cNvPr id="200" name="wm.library-whiteboard.001.013.007"/>
          <p:cNvSpPr/>
          <p:nvPr/>
        </p:nvSpPr>
        <p:spPr>
          <a:xfrm>
            <a:off x="10782300" y="2743200"/>
            <a:ext cx="38100" cy="38100"/>
          </a:xfrm>
          <a:prstGeom prst="rect">
            <a:avLst/>
          </a:prstGeom>
          <a:solidFill>
            <a:srgbClr val="CED7E6"/>
          </a:solidFill>
          <a:ln>
            <a:noFill/>
          </a:ln>
        </p:spPr>
      </p:sp>
      <p:sp>
        <p:nvSpPr>
          <p:cNvPr id="201" name="wm.library-whiteboard.001.013.008"/>
          <p:cNvSpPr/>
          <p:nvPr/>
        </p:nvSpPr>
        <p:spPr>
          <a:xfrm>
            <a:off x="10782300" y="2971800"/>
            <a:ext cx="38100" cy="38100"/>
          </a:xfrm>
          <a:prstGeom prst="rect">
            <a:avLst/>
          </a:prstGeom>
          <a:solidFill>
            <a:srgbClr val="CED7E6"/>
          </a:solidFill>
          <a:ln>
            <a:noFill/>
          </a:ln>
        </p:spPr>
      </p:sp>
      <p:sp>
        <p:nvSpPr>
          <p:cNvPr id="202" name="wm.library-whiteboard.001.013.009"/>
          <p:cNvSpPr/>
          <p:nvPr/>
        </p:nvSpPr>
        <p:spPr>
          <a:xfrm>
            <a:off x="10782300" y="3200400"/>
            <a:ext cx="38100" cy="38100"/>
          </a:xfrm>
          <a:prstGeom prst="rect">
            <a:avLst/>
          </a:prstGeom>
          <a:solidFill>
            <a:srgbClr val="CED7E6"/>
          </a:solidFill>
          <a:ln>
            <a:noFill/>
          </a:ln>
        </p:spPr>
      </p:sp>
      <p:sp>
        <p:nvSpPr>
          <p:cNvPr id="203" name="wm.library-whiteboard.001.013.010"/>
          <p:cNvSpPr/>
          <p:nvPr/>
        </p:nvSpPr>
        <p:spPr>
          <a:xfrm>
            <a:off x="10782300" y="3429000"/>
            <a:ext cx="38100" cy="38100"/>
          </a:xfrm>
          <a:prstGeom prst="rect">
            <a:avLst/>
          </a:prstGeom>
          <a:solidFill>
            <a:srgbClr val="CED7E6"/>
          </a:solidFill>
          <a:ln>
            <a:noFill/>
          </a:ln>
        </p:spPr>
      </p:sp>
      <p:sp>
        <p:nvSpPr>
          <p:cNvPr id="204" name="wm.library-whiteboard.001.013.011"/>
          <p:cNvSpPr/>
          <p:nvPr/>
        </p:nvSpPr>
        <p:spPr>
          <a:xfrm>
            <a:off x="10782300" y="3657600"/>
            <a:ext cx="38100" cy="38100"/>
          </a:xfrm>
          <a:prstGeom prst="rect">
            <a:avLst/>
          </a:prstGeom>
          <a:solidFill>
            <a:srgbClr val="CED7E6"/>
          </a:solidFill>
          <a:ln>
            <a:noFill/>
          </a:ln>
        </p:spPr>
      </p:sp>
      <p:sp>
        <p:nvSpPr>
          <p:cNvPr id="205" name="wm.library-whiteboard.001.013.012"/>
          <p:cNvSpPr/>
          <p:nvPr/>
        </p:nvSpPr>
        <p:spPr>
          <a:xfrm>
            <a:off x="10782300" y="3886200"/>
            <a:ext cx="38100" cy="38100"/>
          </a:xfrm>
          <a:prstGeom prst="rect">
            <a:avLst/>
          </a:prstGeom>
          <a:solidFill>
            <a:srgbClr val="CED7E6"/>
          </a:solidFill>
          <a:ln>
            <a:noFill/>
          </a:ln>
        </p:spPr>
      </p:sp>
      <p:sp>
        <p:nvSpPr>
          <p:cNvPr id="206" name="wm.library-whiteboard.001.013.013"/>
          <p:cNvSpPr/>
          <p:nvPr/>
        </p:nvSpPr>
        <p:spPr>
          <a:xfrm>
            <a:off x="10782300" y="4114800"/>
            <a:ext cx="38100" cy="38100"/>
          </a:xfrm>
          <a:prstGeom prst="rect">
            <a:avLst/>
          </a:prstGeom>
          <a:solidFill>
            <a:srgbClr val="CED7E6"/>
          </a:solidFill>
          <a:ln>
            <a:noFill/>
          </a:ln>
        </p:spPr>
      </p:sp>
      <p:sp>
        <p:nvSpPr>
          <p:cNvPr id="207" name="wm.library-whiteboard.001.013.014"/>
          <p:cNvSpPr/>
          <p:nvPr/>
        </p:nvSpPr>
        <p:spPr>
          <a:xfrm>
            <a:off x="10782300" y="4343400"/>
            <a:ext cx="38100" cy="38100"/>
          </a:xfrm>
          <a:prstGeom prst="rect">
            <a:avLst/>
          </a:prstGeom>
          <a:solidFill>
            <a:srgbClr val="CED7E6"/>
          </a:solidFill>
          <a:ln>
            <a:noFill/>
          </a:ln>
        </p:spPr>
      </p:sp>
      <p:sp>
        <p:nvSpPr>
          <p:cNvPr id="208" name="wm.library-whiteboard.001.013.015"/>
          <p:cNvSpPr/>
          <p:nvPr/>
        </p:nvSpPr>
        <p:spPr>
          <a:xfrm>
            <a:off x="10782300" y="4572000"/>
            <a:ext cx="38100" cy="38100"/>
          </a:xfrm>
          <a:prstGeom prst="rect">
            <a:avLst/>
          </a:prstGeom>
          <a:solidFill>
            <a:srgbClr val="CED7E6"/>
          </a:solidFill>
          <a:ln>
            <a:noFill/>
          </a:ln>
        </p:spPr>
      </p:sp>
      <p:sp>
        <p:nvSpPr>
          <p:cNvPr id="209" name="wm.library-whiteboard.001.013.016"/>
          <p:cNvSpPr/>
          <p:nvPr/>
        </p:nvSpPr>
        <p:spPr>
          <a:xfrm>
            <a:off x="10782300" y="4800600"/>
            <a:ext cx="38100" cy="38100"/>
          </a:xfrm>
          <a:prstGeom prst="rect">
            <a:avLst/>
          </a:prstGeom>
          <a:solidFill>
            <a:srgbClr val="CED7E6"/>
          </a:solidFill>
          <a:ln>
            <a:noFill/>
          </a:ln>
        </p:spPr>
      </p:sp>
      <p:sp>
        <p:nvSpPr>
          <p:cNvPr id="210" name="wm.library-whiteboard.001.014.001"/>
          <p:cNvSpPr/>
          <p:nvPr/>
        </p:nvSpPr>
        <p:spPr>
          <a:xfrm>
            <a:off x="11010900" y="1371600"/>
            <a:ext cx="38100" cy="38100"/>
          </a:xfrm>
          <a:prstGeom prst="rect">
            <a:avLst/>
          </a:prstGeom>
          <a:solidFill>
            <a:srgbClr val="CED7E6"/>
          </a:solidFill>
          <a:ln>
            <a:noFill/>
          </a:ln>
        </p:spPr>
      </p:sp>
      <p:sp>
        <p:nvSpPr>
          <p:cNvPr id="211" name="wm.library-whiteboard.001.014.002"/>
          <p:cNvSpPr/>
          <p:nvPr/>
        </p:nvSpPr>
        <p:spPr>
          <a:xfrm>
            <a:off x="11010900" y="1600200"/>
            <a:ext cx="38100" cy="38100"/>
          </a:xfrm>
          <a:prstGeom prst="rect">
            <a:avLst/>
          </a:prstGeom>
          <a:solidFill>
            <a:srgbClr val="CED7E6"/>
          </a:solidFill>
          <a:ln>
            <a:noFill/>
          </a:ln>
        </p:spPr>
      </p:sp>
      <p:sp>
        <p:nvSpPr>
          <p:cNvPr id="212" name="wm.library-whiteboard.001.014.003"/>
          <p:cNvSpPr/>
          <p:nvPr/>
        </p:nvSpPr>
        <p:spPr>
          <a:xfrm>
            <a:off x="11010900" y="1828800"/>
            <a:ext cx="38100" cy="38100"/>
          </a:xfrm>
          <a:prstGeom prst="rect">
            <a:avLst/>
          </a:prstGeom>
          <a:solidFill>
            <a:srgbClr val="CED7E6"/>
          </a:solidFill>
          <a:ln>
            <a:noFill/>
          </a:ln>
        </p:spPr>
      </p:sp>
      <p:sp>
        <p:nvSpPr>
          <p:cNvPr id="213" name="wm.library-whiteboard.001.014.004"/>
          <p:cNvSpPr/>
          <p:nvPr/>
        </p:nvSpPr>
        <p:spPr>
          <a:xfrm>
            <a:off x="11010900" y="2057400"/>
            <a:ext cx="38100" cy="38100"/>
          </a:xfrm>
          <a:prstGeom prst="rect">
            <a:avLst/>
          </a:prstGeom>
          <a:solidFill>
            <a:srgbClr val="CED7E6"/>
          </a:solidFill>
          <a:ln>
            <a:noFill/>
          </a:ln>
        </p:spPr>
      </p:sp>
      <p:sp>
        <p:nvSpPr>
          <p:cNvPr id="214" name="wm.library-whiteboard.001.014.005"/>
          <p:cNvSpPr/>
          <p:nvPr/>
        </p:nvSpPr>
        <p:spPr>
          <a:xfrm>
            <a:off x="11010900" y="2286000"/>
            <a:ext cx="38100" cy="38100"/>
          </a:xfrm>
          <a:prstGeom prst="rect">
            <a:avLst/>
          </a:prstGeom>
          <a:solidFill>
            <a:srgbClr val="CED7E6"/>
          </a:solidFill>
          <a:ln>
            <a:noFill/>
          </a:ln>
        </p:spPr>
      </p:sp>
      <p:sp>
        <p:nvSpPr>
          <p:cNvPr id="215" name="wm.library-whiteboard.001.014.006"/>
          <p:cNvSpPr/>
          <p:nvPr/>
        </p:nvSpPr>
        <p:spPr>
          <a:xfrm>
            <a:off x="11010900" y="2514600"/>
            <a:ext cx="38100" cy="38100"/>
          </a:xfrm>
          <a:prstGeom prst="rect">
            <a:avLst/>
          </a:prstGeom>
          <a:solidFill>
            <a:srgbClr val="CED7E6"/>
          </a:solidFill>
          <a:ln>
            <a:noFill/>
          </a:ln>
        </p:spPr>
      </p:sp>
      <p:sp>
        <p:nvSpPr>
          <p:cNvPr id="216" name="wm.library-whiteboard.001.014.007"/>
          <p:cNvSpPr/>
          <p:nvPr/>
        </p:nvSpPr>
        <p:spPr>
          <a:xfrm>
            <a:off x="11010900" y="2743200"/>
            <a:ext cx="38100" cy="38100"/>
          </a:xfrm>
          <a:prstGeom prst="rect">
            <a:avLst/>
          </a:prstGeom>
          <a:solidFill>
            <a:srgbClr val="CED7E6"/>
          </a:solidFill>
          <a:ln>
            <a:noFill/>
          </a:ln>
        </p:spPr>
      </p:sp>
      <p:sp>
        <p:nvSpPr>
          <p:cNvPr id="217" name="wm.library-whiteboard.001.014.008"/>
          <p:cNvSpPr/>
          <p:nvPr/>
        </p:nvSpPr>
        <p:spPr>
          <a:xfrm>
            <a:off x="11010900" y="2971800"/>
            <a:ext cx="38100" cy="38100"/>
          </a:xfrm>
          <a:prstGeom prst="rect">
            <a:avLst/>
          </a:prstGeom>
          <a:solidFill>
            <a:srgbClr val="CED7E6"/>
          </a:solidFill>
          <a:ln>
            <a:noFill/>
          </a:ln>
        </p:spPr>
      </p:sp>
      <p:sp>
        <p:nvSpPr>
          <p:cNvPr id="218" name="wm.library-whiteboard.001.014.009"/>
          <p:cNvSpPr/>
          <p:nvPr/>
        </p:nvSpPr>
        <p:spPr>
          <a:xfrm>
            <a:off x="11010900" y="3200400"/>
            <a:ext cx="38100" cy="38100"/>
          </a:xfrm>
          <a:prstGeom prst="rect">
            <a:avLst/>
          </a:prstGeom>
          <a:solidFill>
            <a:srgbClr val="CED7E6"/>
          </a:solidFill>
          <a:ln>
            <a:noFill/>
          </a:ln>
        </p:spPr>
      </p:sp>
      <p:sp>
        <p:nvSpPr>
          <p:cNvPr id="219" name="wm.library-whiteboard.001.014.010"/>
          <p:cNvSpPr/>
          <p:nvPr/>
        </p:nvSpPr>
        <p:spPr>
          <a:xfrm>
            <a:off x="11010900" y="3429000"/>
            <a:ext cx="38100" cy="38100"/>
          </a:xfrm>
          <a:prstGeom prst="rect">
            <a:avLst/>
          </a:prstGeom>
          <a:solidFill>
            <a:srgbClr val="CED7E6"/>
          </a:solidFill>
          <a:ln>
            <a:noFill/>
          </a:ln>
        </p:spPr>
      </p:sp>
      <p:sp>
        <p:nvSpPr>
          <p:cNvPr id="220" name="wm.library-whiteboard.001.014.011"/>
          <p:cNvSpPr/>
          <p:nvPr/>
        </p:nvSpPr>
        <p:spPr>
          <a:xfrm>
            <a:off x="11010900" y="3657600"/>
            <a:ext cx="38100" cy="38100"/>
          </a:xfrm>
          <a:prstGeom prst="rect">
            <a:avLst/>
          </a:prstGeom>
          <a:solidFill>
            <a:srgbClr val="CED7E6"/>
          </a:solidFill>
          <a:ln>
            <a:noFill/>
          </a:ln>
        </p:spPr>
      </p:sp>
      <p:sp>
        <p:nvSpPr>
          <p:cNvPr id="221" name="wm.library-whiteboard.001.014.012"/>
          <p:cNvSpPr/>
          <p:nvPr/>
        </p:nvSpPr>
        <p:spPr>
          <a:xfrm>
            <a:off x="11010900" y="3886200"/>
            <a:ext cx="38100" cy="38100"/>
          </a:xfrm>
          <a:prstGeom prst="rect">
            <a:avLst/>
          </a:prstGeom>
          <a:solidFill>
            <a:srgbClr val="CED7E6"/>
          </a:solidFill>
          <a:ln>
            <a:noFill/>
          </a:ln>
        </p:spPr>
      </p:sp>
      <p:sp>
        <p:nvSpPr>
          <p:cNvPr id="222" name="wm.library-whiteboard.001.014.013"/>
          <p:cNvSpPr/>
          <p:nvPr/>
        </p:nvSpPr>
        <p:spPr>
          <a:xfrm>
            <a:off x="11010900" y="4114800"/>
            <a:ext cx="38100" cy="38100"/>
          </a:xfrm>
          <a:prstGeom prst="rect">
            <a:avLst/>
          </a:prstGeom>
          <a:solidFill>
            <a:srgbClr val="CED7E6"/>
          </a:solidFill>
          <a:ln>
            <a:noFill/>
          </a:ln>
        </p:spPr>
      </p:sp>
      <p:sp>
        <p:nvSpPr>
          <p:cNvPr id="223" name="wm.library-whiteboard.001.014.014"/>
          <p:cNvSpPr/>
          <p:nvPr/>
        </p:nvSpPr>
        <p:spPr>
          <a:xfrm>
            <a:off x="11010900" y="4343400"/>
            <a:ext cx="38100" cy="38100"/>
          </a:xfrm>
          <a:prstGeom prst="rect">
            <a:avLst/>
          </a:prstGeom>
          <a:solidFill>
            <a:srgbClr val="CED7E6"/>
          </a:solidFill>
          <a:ln>
            <a:noFill/>
          </a:ln>
        </p:spPr>
      </p:sp>
      <p:sp>
        <p:nvSpPr>
          <p:cNvPr id="224" name="wm.library-whiteboard.001.014.015"/>
          <p:cNvSpPr/>
          <p:nvPr/>
        </p:nvSpPr>
        <p:spPr>
          <a:xfrm>
            <a:off x="11010900" y="4572000"/>
            <a:ext cx="38100" cy="38100"/>
          </a:xfrm>
          <a:prstGeom prst="rect">
            <a:avLst/>
          </a:prstGeom>
          <a:solidFill>
            <a:srgbClr val="CED7E6"/>
          </a:solidFill>
          <a:ln>
            <a:noFill/>
          </a:ln>
        </p:spPr>
      </p:sp>
      <p:sp>
        <p:nvSpPr>
          <p:cNvPr id="225" name="wm.library-whiteboard.001.014.016"/>
          <p:cNvSpPr/>
          <p:nvPr/>
        </p:nvSpPr>
        <p:spPr>
          <a:xfrm>
            <a:off x="11010900" y="4800600"/>
            <a:ext cx="38100" cy="38100"/>
          </a:xfrm>
          <a:prstGeom prst="rect">
            <a:avLst/>
          </a:prstGeom>
          <a:solidFill>
            <a:srgbClr val="CED7E6"/>
          </a:solidFill>
          <a:ln>
            <a:noFill/>
          </a:ln>
        </p:spPr>
      </p:sp>
      <p:sp>
        <p:nvSpPr>
          <p:cNvPr id="226" name="wm.library-whiteboard.001.015.001"/>
          <p:cNvSpPr/>
          <p:nvPr/>
        </p:nvSpPr>
        <p:spPr>
          <a:xfrm>
            <a:off x="11239500" y="1371600"/>
            <a:ext cx="38100" cy="38100"/>
          </a:xfrm>
          <a:prstGeom prst="rect">
            <a:avLst/>
          </a:prstGeom>
          <a:solidFill>
            <a:srgbClr val="CED7E6"/>
          </a:solidFill>
          <a:ln>
            <a:noFill/>
          </a:ln>
        </p:spPr>
      </p:sp>
      <p:sp>
        <p:nvSpPr>
          <p:cNvPr id="227" name="wm.library-whiteboard.001.015.002"/>
          <p:cNvSpPr/>
          <p:nvPr/>
        </p:nvSpPr>
        <p:spPr>
          <a:xfrm>
            <a:off x="11239500" y="1600200"/>
            <a:ext cx="38100" cy="38100"/>
          </a:xfrm>
          <a:prstGeom prst="rect">
            <a:avLst/>
          </a:prstGeom>
          <a:solidFill>
            <a:srgbClr val="CED7E6"/>
          </a:solidFill>
          <a:ln>
            <a:noFill/>
          </a:ln>
        </p:spPr>
      </p:sp>
      <p:sp>
        <p:nvSpPr>
          <p:cNvPr id="228" name="wm.library-whiteboard.001.015.003"/>
          <p:cNvSpPr/>
          <p:nvPr/>
        </p:nvSpPr>
        <p:spPr>
          <a:xfrm>
            <a:off x="11239500" y="1828800"/>
            <a:ext cx="38100" cy="38100"/>
          </a:xfrm>
          <a:prstGeom prst="rect">
            <a:avLst/>
          </a:prstGeom>
          <a:solidFill>
            <a:srgbClr val="CED7E6"/>
          </a:solidFill>
          <a:ln>
            <a:noFill/>
          </a:ln>
        </p:spPr>
      </p:sp>
      <p:sp>
        <p:nvSpPr>
          <p:cNvPr id="229" name="wm.library-whiteboard.001.015.004"/>
          <p:cNvSpPr/>
          <p:nvPr/>
        </p:nvSpPr>
        <p:spPr>
          <a:xfrm>
            <a:off x="11239500" y="2057400"/>
            <a:ext cx="38100" cy="38100"/>
          </a:xfrm>
          <a:prstGeom prst="rect">
            <a:avLst/>
          </a:prstGeom>
          <a:solidFill>
            <a:srgbClr val="CED7E6"/>
          </a:solidFill>
          <a:ln>
            <a:noFill/>
          </a:ln>
        </p:spPr>
      </p:sp>
      <p:sp>
        <p:nvSpPr>
          <p:cNvPr id="230" name="wm.library-whiteboard.001.015.005"/>
          <p:cNvSpPr/>
          <p:nvPr/>
        </p:nvSpPr>
        <p:spPr>
          <a:xfrm>
            <a:off x="11239500" y="2286000"/>
            <a:ext cx="38100" cy="38100"/>
          </a:xfrm>
          <a:prstGeom prst="rect">
            <a:avLst/>
          </a:prstGeom>
          <a:solidFill>
            <a:srgbClr val="CED7E6"/>
          </a:solidFill>
          <a:ln>
            <a:noFill/>
          </a:ln>
        </p:spPr>
      </p:sp>
      <p:sp>
        <p:nvSpPr>
          <p:cNvPr id="231" name="wm.library-whiteboard.001.015.006"/>
          <p:cNvSpPr/>
          <p:nvPr/>
        </p:nvSpPr>
        <p:spPr>
          <a:xfrm>
            <a:off x="11239500" y="2514600"/>
            <a:ext cx="38100" cy="38100"/>
          </a:xfrm>
          <a:prstGeom prst="rect">
            <a:avLst/>
          </a:prstGeom>
          <a:solidFill>
            <a:srgbClr val="CED7E6"/>
          </a:solidFill>
          <a:ln>
            <a:noFill/>
          </a:ln>
        </p:spPr>
      </p:sp>
      <p:sp>
        <p:nvSpPr>
          <p:cNvPr id="232" name="wm.library-whiteboard.001.015.007"/>
          <p:cNvSpPr/>
          <p:nvPr/>
        </p:nvSpPr>
        <p:spPr>
          <a:xfrm>
            <a:off x="11239500" y="2743200"/>
            <a:ext cx="38100" cy="38100"/>
          </a:xfrm>
          <a:prstGeom prst="rect">
            <a:avLst/>
          </a:prstGeom>
          <a:solidFill>
            <a:srgbClr val="CED7E6"/>
          </a:solidFill>
          <a:ln>
            <a:noFill/>
          </a:ln>
        </p:spPr>
      </p:sp>
      <p:sp>
        <p:nvSpPr>
          <p:cNvPr id="233" name="wm.library-whiteboard.001.015.008"/>
          <p:cNvSpPr/>
          <p:nvPr/>
        </p:nvSpPr>
        <p:spPr>
          <a:xfrm>
            <a:off x="11239500" y="2971800"/>
            <a:ext cx="38100" cy="38100"/>
          </a:xfrm>
          <a:prstGeom prst="rect">
            <a:avLst/>
          </a:prstGeom>
          <a:solidFill>
            <a:srgbClr val="CED7E6"/>
          </a:solidFill>
          <a:ln>
            <a:noFill/>
          </a:ln>
        </p:spPr>
      </p:sp>
      <p:sp>
        <p:nvSpPr>
          <p:cNvPr id="234" name="wm.library-whiteboard.001.015.009"/>
          <p:cNvSpPr/>
          <p:nvPr/>
        </p:nvSpPr>
        <p:spPr>
          <a:xfrm>
            <a:off x="11239500" y="3200400"/>
            <a:ext cx="38100" cy="38100"/>
          </a:xfrm>
          <a:prstGeom prst="rect">
            <a:avLst/>
          </a:prstGeom>
          <a:solidFill>
            <a:srgbClr val="CED7E6"/>
          </a:solidFill>
          <a:ln>
            <a:noFill/>
          </a:ln>
        </p:spPr>
      </p:sp>
      <p:sp>
        <p:nvSpPr>
          <p:cNvPr id="235" name="wm.library-whiteboard.001.015.010"/>
          <p:cNvSpPr/>
          <p:nvPr/>
        </p:nvSpPr>
        <p:spPr>
          <a:xfrm>
            <a:off x="11239500" y="3429000"/>
            <a:ext cx="38100" cy="38100"/>
          </a:xfrm>
          <a:prstGeom prst="rect">
            <a:avLst/>
          </a:prstGeom>
          <a:solidFill>
            <a:srgbClr val="CED7E6"/>
          </a:solidFill>
          <a:ln>
            <a:noFill/>
          </a:ln>
        </p:spPr>
      </p:sp>
      <p:sp>
        <p:nvSpPr>
          <p:cNvPr id="236" name="wm.library-whiteboard.001.015.011"/>
          <p:cNvSpPr/>
          <p:nvPr/>
        </p:nvSpPr>
        <p:spPr>
          <a:xfrm>
            <a:off x="11239500" y="3657600"/>
            <a:ext cx="38100" cy="38100"/>
          </a:xfrm>
          <a:prstGeom prst="rect">
            <a:avLst/>
          </a:prstGeom>
          <a:solidFill>
            <a:srgbClr val="CED7E6"/>
          </a:solidFill>
          <a:ln>
            <a:noFill/>
          </a:ln>
        </p:spPr>
      </p:sp>
      <p:sp>
        <p:nvSpPr>
          <p:cNvPr id="237" name="wm.library-whiteboard.001.015.012"/>
          <p:cNvSpPr/>
          <p:nvPr/>
        </p:nvSpPr>
        <p:spPr>
          <a:xfrm>
            <a:off x="11239500" y="3886200"/>
            <a:ext cx="38100" cy="38100"/>
          </a:xfrm>
          <a:prstGeom prst="rect">
            <a:avLst/>
          </a:prstGeom>
          <a:solidFill>
            <a:srgbClr val="CED7E6"/>
          </a:solidFill>
          <a:ln>
            <a:noFill/>
          </a:ln>
        </p:spPr>
      </p:sp>
      <p:sp>
        <p:nvSpPr>
          <p:cNvPr id="238" name="wm.library-whiteboard.001.015.013"/>
          <p:cNvSpPr/>
          <p:nvPr/>
        </p:nvSpPr>
        <p:spPr>
          <a:xfrm>
            <a:off x="11239500" y="4114800"/>
            <a:ext cx="38100" cy="38100"/>
          </a:xfrm>
          <a:prstGeom prst="rect">
            <a:avLst/>
          </a:prstGeom>
          <a:solidFill>
            <a:srgbClr val="CED7E6"/>
          </a:solidFill>
          <a:ln>
            <a:noFill/>
          </a:ln>
        </p:spPr>
      </p:sp>
      <p:sp>
        <p:nvSpPr>
          <p:cNvPr id="239" name="wm.library-whiteboard.001.015.014"/>
          <p:cNvSpPr/>
          <p:nvPr/>
        </p:nvSpPr>
        <p:spPr>
          <a:xfrm>
            <a:off x="11239500" y="4343400"/>
            <a:ext cx="38100" cy="38100"/>
          </a:xfrm>
          <a:prstGeom prst="rect">
            <a:avLst/>
          </a:prstGeom>
          <a:solidFill>
            <a:srgbClr val="CED7E6"/>
          </a:solidFill>
          <a:ln>
            <a:noFill/>
          </a:ln>
        </p:spPr>
      </p:sp>
      <p:sp>
        <p:nvSpPr>
          <p:cNvPr id="240" name="wm.library-whiteboard.001.015.015"/>
          <p:cNvSpPr/>
          <p:nvPr/>
        </p:nvSpPr>
        <p:spPr>
          <a:xfrm>
            <a:off x="11239500" y="4572000"/>
            <a:ext cx="38100" cy="38100"/>
          </a:xfrm>
          <a:prstGeom prst="rect">
            <a:avLst/>
          </a:prstGeom>
          <a:solidFill>
            <a:srgbClr val="CED7E6"/>
          </a:solidFill>
          <a:ln>
            <a:noFill/>
          </a:ln>
        </p:spPr>
      </p:sp>
      <p:sp>
        <p:nvSpPr>
          <p:cNvPr id="241" name="wm.library-whiteboard.001.015.016"/>
          <p:cNvSpPr/>
          <p:nvPr/>
        </p:nvSpPr>
        <p:spPr>
          <a:xfrm>
            <a:off x="11239500" y="4800600"/>
            <a:ext cx="38100" cy="38100"/>
          </a:xfrm>
          <a:prstGeom prst="rect">
            <a:avLst/>
          </a:prstGeom>
          <a:solidFill>
            <a:srgbClr val="CED7E6"/>
          </a:solidFill>
          <a:ln>
            <a:noFill/>
          </a:ln>
        </p:spPr>
      </p:sp>
      <p:sp>
        <p:nvSpPr>
          <p:cNvPr id="242" name="wm.library-whiteboard.001.016.001"/>
          <p:cNvSpPr/>
          <p:nvPr/>
        </p:nvSpPr>
        <p:spPr>
          <a:xfrm>
            <a:off x="11468100" y="1371600"/>
            <a:ext cx="38100" cy="38100"/>
          </a:xfrm>
          <a:prstGeom prst="rect">
            <a:avLst/>
          </a:prstGeom>
          <a:solidFill>
            <a:srgbClr val="CED7E6"/>
          </a:solidFill>
          <a:ln>
            <a:noFill/>
          </a:ln>
        </p:spPr>
      </p:sp>
      <p:sp>
        <p:nvSpPr>
          <p:cNvPr id="243" name="wm.library-whiteboard.001.016.002"/>
          <p:cNvSpPr/>
          <p:nvPr/>
        </p:nvSpPr>
        <p:spPr>
          <a:xfrm>
            <a:off x="11468100" y="1600200"/>
            <a:ext cx="38100" cy="38100"/>
          </a:xfrm>
          <a:prstGeom prst="rect">
            <a:avLst/>
          </a:prstGeom>
          <a:solidFill>
            <a:srgbClr val="CED7E6"/>
          </a:solidFill>
          <a:ln>
            <a:noFill/>
          </a:ln>
        </p:spPr>
      </p:sp>
      <p:sp>
        <p:nvSpPr>
          <p:cNvPr id="244" name="wm.library-whiteboard.001.016.003"/>
          <p:cNvSpPr/>
          <p:nvPr/>
        </p:nvSpPr>
        <p:spPr>
          <a:xfrm>
            <a:off x="11468100" y="1828800"/>
            <a:ext cx="38100" cy="38100"/>
          </a:xfrm>
          <a:prstGeom prst="rect">
            <a:avLst/>
          </a:prstGeom>
          <a:solidFill>
            <a:srgbClr val="CED7E6"/>
          </a:solidFill>
          <a:ln>
            <a:noFill/>
          </a:ln>
        </p:spPr>
      </p:sp>
      <p:sp>
        <p:nvSpPr>
          <p:cNvPr id="245" name="wm.library-whiteboard.001.016.004"/>
          <p:cNvSpPr/>
          <p:nvPr/>
        </p:nvSpPr>
        <p:spPr>
          <a:xfrm>
            <a:off x="11468100" y="2057400"/>
            <a:ext cx="38100" cy="38100"/>
          </a:xfrm>
          <a:prstGeom prst="rect">
            <a:avLst/>
          </a:prstGeom>
          <a:solidFill>
            <a:srgbClr val="CED7E6"/>
          </a:solidFill>
          <a:ln>
            <a:noFill/>
          </a:ln>
        </p:spPr>
      </p:sp>
      <p:sp>
        <p:nvSpPr>
          <p:cNvPr id="246" name="wm.library-whiteboard.001.016.005"/>
          <p:cNvSpPr/>
          <p:nvPr/>
        </p:nvSpPr>
        <p:spPr>
          <a:xfrm>
            <a:off x="11468100" y="2286000"/>
            <a:ext cx="38100" cy="38100"/>
          </a:xfrm>
          <a:prstGeom prst="rect">
            <a:avLst/>
          </a:prstGeom>
          <a:solidFill>
            <a:srgbClr val="CED7E6"/>
          </a:solidFill>
          <a:ln>
            <a:noFill/>
          </a:ln>
        </p:spPr>
      </p:sp>
      <p:sp>
        <p:nvSpPr>
          <p:cNvPr id="247" name="wm.library-whiteboard.001.016.006"/>
          <p:cNvSpPr/>
          <p:nvPr/>
        </p:nvSpPr>
        <p:spPr>
          <a:xfrm>
            <a:off x="11468100" y="2514600"/>
            <a:ext cx="38100" cy="38100"/>
          </a:xfrm>
          <a:prstGeom prst="rect">
            <a:avLst/>
          </a:prstGeom>
          <a:solidFill>
            <a:srgbClr val="CED7E6"/>
          </a:solidFill>
          <a:ln>
            <a:noFill/>
          </a:ln>
        </p:spPr>
      </p:sp>
      <p:sp>
        <p:nvSpPr>
          <p:cNvPr id="248" name="wm.library-whiteboard.001.016.007"/>
          <p:cNvSpPr/>
          <p:nvPr/>
        </p:nvSpPr>
        <p:spPr>
          <a:xfrm>
            <a:off x="11468100" y="2743200"/>
            <a:ext cx="38100" cy="38100"/>
          </a:xfrm>
          <a:prstGeom prst="rect">
            <a:avLst/>
          </a:prstGeom>
          <a:solidFill>
            <a:srgbClr val="CED7E6"/>
          </a:solidFill>
          <a:ln>
            <a:noFill/>
          </a:ln>
        </p:spPr>
      </p:sp>
      <p:sp>
        <p:nvSpPr>
          <p:cNvPr id="249" name="wm.library-whiteboard.001.016.008"/>
          <p:cNvSpPr/>
          <p:nvPr/>
        </p:nvSpPr>
        <p:spPr>
          <a:xfrm>
            <a:off x="11468100" y="2971800"/>
            <a:ext cx="38100" cy="38100"/>
          </a:xfrm>
          <a:prstGeom prst="rect">
            <a:avLst/>
          </a:prstGeom>
          <a:solidFill>
            <a:srgbClr val="CED7E6"/>
          </a:solidFill>
          <a:ln>
            <a:noFill/>
          </a:ln>
        </p:spPr>
      </p:sp>
      <p:sp>
        <p:nvSpPr>
          <p:cNvPr id="250" name="wm.library-whiteboard.001.016.009"/>
          <p:cNvSpPr/>
          <p:nvPr/>
        </p:nvSpPr>
        <p:spPr>
          <a:xfrm>
            <a:off x="11468100" y="3200400"/>
            <a:ext cx="38100" cy="38100"/>
          </a:xfrm>
          <a:prstGeom prst="rect">
            <a:avLst/>
          </a:prstGeom>
          <a:solidFill>
            <a:srgbClr val="CED7E6"/>
          </a:solidFill>
          <a:ln>
            <a:noFill/>
          </a:ln>
        </p:spPr>
      </p:sp>
      <p:sp>
        <p:nvSpPr>
          <p:cNvPr id="251" name="wm.library-whiteboard.001.016.010"/>
          <p:cNvSpPr/>
          <p:nvPr/>
        </p:nvSpPr>
        <p:spPr>
          <a:xfrm>
            <a:off x="11468100" y="3429000"/>
            <a:ext cx="38100" cy="38100"/>
          </a:xfrm>
          <a:prstGeom prst="rect">
            <a:avLst/>
          </a:prstGeom>
          <a:solidFill>
            <a:srgbClr val="CED7E6"/>
          </a:solidFill>
          <a:ln>
            <a:noFill/>
          </a:ln>
        </p:spPr>
      </p:sp>
      <p:sp>
        <p:nvSpPr>
          <p:cNvPr id="252" name="wm.library-whiteboard.001.016.011"/>
          <p:cNvSpPr/>
          <p:nvPr/>
        </p:nvSpPr>
        <p:spPr>
          <a:xfrm>
            <a:off x="11468100" y="3657600"/>
            <a:ext cx="38100" cy="38100"/>
          </a:xfrm>
          <a:prstGeom prst="rect">
            <a:avLst/>
          </a:prstGeom>
          <a:solidFill>
            <a:srgbClr val="CED7E6"/>
          </a:solidFill>
          <a:ln>
            <a:noFill/>
          </a:ln>
        </p:spPr>
      </p:sp>
      <p:sp>
        <p:nvSpPr>
          <p:cNvPr id="253" name="wm.library-whiteboard.001.016.012"/>
          <p:cNvSpPr/>
          <p:nvPr/>
        </p:nvSpPr>
        <p:spPr>
          <a:xfrm>
            <a:off x="11468100" y="3886200"/>
            <a:ext cx="38100" cy="38100"/>
          </a:xfrm>
          <a:prstGeom prst="rect">
            <a:avLst/>
          </a:prstGeom>
          <a:solidFill>
            <a:srgbClr val="CED7E6"/>
          </a:solidFill>
          <a:ln>
            <a:noFill/>
          </a:ln>
        </p:spPr>
      </p:sp>
      <p:sp>
        <p:nvSpPr>
          <p:cNvPr id="254" name="wm.library-whiteboard.001.016.013"/>
          <p:cNvSpPr/>
          <p:nvPr/>
        </p:nvSpPr>
        <p:spPr>
          <a:xfrm>
            <a:off x="11468100" y="4114800"/>
            <a:ext cx="38100" cy="38100"/>
          </a:xfrm>
          <a:prstGeom prst="rect">
            <a:avLst/>
          </a:prstGeom>
          <a:solidFill>
            <a:srgbClr val="CED7E6"/>
          </a:solidFill>
          <a:ln>
            <a:noFill/>
          </a:ln>
        </p:spPr>
      </p:sp>
      <p:sp>
        <p:nvSpPr>
          <p:cNvPr id="255" name="wm.library-whiteboard.001.016.014"/>
          <p:cNvSpPr/>
          <p:nvPr/>
        </p:nvSpPr>
        <p:spPr>
          <a:xfrm>
            <a:off x="11468100" y="4343400"/>
            <a:ext cx="38100" cy="38100"/>
          </a:xfrm>
          <a:prstGeom prst="rect">
            <a:avLst/>
          </a:prstGeom>
          <a:solidFill>
            <a:srgbClr val="CED7E6"/>
          </a:solidFill>
          <a:ln>
            <a:noFill/>
          </a:ln>
        </p:spPr>
      </p:sp>
      <p:sp>
        <p:nvSpPr>
          <p:cNvPr id="256" name="wm.library-whiteboard.001.016.015"/>
          <p:cNvSpPr/>
          <p:nvPr/>
        </p:nvSpPr>
        <p:spPr>
          <a:xfrm>
            <a:off x="11468100" y="4572000"/>
            <a:ext cx="38100" cy="38100"/>
          </a:xfrm>
          <a:prstGeom prst="rect">
            <a:avLst/>
          </a:prstGeom>
          <a:solidFill>
            <a:srgbClr val="CED7E6"/>
          </a:solidFill>
          <a:ln>
            <a:noFill/>
          </a:ln>
        </p:spPr>
      </p:sp>
      <p:sp>
        <p:nvSpPr>
          <p:cNvPr id="257" name="wm.library-whiteboard.001.016.016"/>
          <p:cNvSpPr/>
          <p:nvPr/>
        </p:nvSpPr>
        <p:spPr>
          <a:xfrm>
            <a:off x="11468100" y="4800600"/>
            <a:ext cx="38100" cy="38100"/>
          </a:xfrm>
          <a:prstGeom prst="rect">
            <a:avLst/>
          </a:prstGeom>
          <a:solidFill>
            <a:srgbClr val="CED7E6"/>
          </a:solidFill>
          <a:ln>
            <a:noFill/>
          </a:ln>
        </p:spPr>
      </p:sp>
      <p:grpSp>
        <p:nvGrpSpPr>
          <p:cNvPr id="269" name="node01"/>
          <p:cNvGrpSpPr/>
          <p:nvPr/>
        </p:nvGrpSpPr>
        <p:grpSpPr>
          <a:xfrm>
            <a:off x="723900" y="685800"/>
            <a:ext cx="1600200" cy="334342"/>
            <a:chOff x="723900" y="685800"/>
            <a:chExt cx="1600200" cy="334342"/>
          </a:xfrm>
        </p:grpSpPr>
        <p:pic>
          <p:nvPicPr>
            <p:cNvPr id="260" name="node01.image" descr="logo-pos; canonical SHA256=1792d6399d80ca979fc609aa50c9cc0dc1b9358132748180df858fb82ad39d86">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85800"/>
              <a:ext cx="1600200" cy="334342"/>
            </a:xfrm>
            <a:prstGeom prst="rect">
              <a:avLst/>
            </a:prstGeom>
          </p:spPr>
        </p:pic>
      </p:grpSp>
      <p:grpSp>
        <p:nvGrpSpPr>
          <p:cNvPr id="270" name="node02"/>
          <p:cNvGrpSpPr/>
          <p:nvPr/>
        </p:nvGrpSpPr>
        <p:grpSpPr>
          <a:xfrm>
            <a:off x="723900" y="2057400"/>
            <a:ext cx="7086600" cy="152400"/>
            <a:chOff x="723900" y="2057400"/>
            <a:chExt cx="7086600" cy="152400"/>
          </a:xfrm>
        </p:grpSpPr>
        <p:sp>
          <p:nvSpPr>
            <p:cNvPr id="261" name="node02.text"/>
            <p:cNvSpPr/>
            <p:nvPr/>
          </p:nvSpPr>
          <p:spPr>
            <a:xfrm>
              <a:off x="723900" y="20574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APPENDIX</a:t>
              </a:r>
              <a:endParaRPr lang="en-US" sz="1000" spc="80" kern="0" b="0" i="0" dirty="0">
                <a:solidFill>
                  <a:srgbClr val="0047FF"/>
                </a:solidFill>
                <a:latin typeface="IBM Plex Mono SemiBold"/>
                <a:ea typeface="IBM Plex Mono SemiBold"/>
                <a:cs typeface="IBM Plex Mono SemiBold"/>
              </a:endParaRPr>
            </a:p>
          </p:txBody>
        </p:sp>
      </p:grpSp>
      <p:grpSp>
        <p:nvGrpSpPr>
          <p:cNvPr id="271" name="node03"/>
          <p:cNvGrpSpPr/>
          <p:nvPr/>
        </p:nvGrpSpPr>
        <p:grpSpPr>
          <a:xfrm>
            <a:off x="723900" y="2286000"/>
            <a:ext cx="6858000" cy="1524000"/>
            <a:chOff x="723900" y="2286000"/>
            <a:chExt cx="6858000" cy="1524000"/>
          </a:xfrm>
        </p:grpSpPr>
        <p:pic>
          <p:nvPicPr>
            <p:cNvPr id="262" name="node03.text.mark-002-001" descr="underscore; canonical SHA256=49d5a97f776a33dcf11e794bad153776f1f33cf3747f42e2c277857faa224278;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96326" y="2941320"/>
              <a:ext cx="2782920" cy="251068"/>
            </a:xfrm>
            <a:prstGeom prst="rect">
              <a:avLst/>
            </a:prstGeom>
          </p:spPr>
        </p:pic>
        <p:pic>
          <p:nvPicPr>
            <p:cNvPr id="263" name="node03.text.mark-002-002" descr="underscore; canonical SHA256=49d5a97f776a33dcf11e794bad153776f1f33cf3747f42e2c277857faa224278; resolved ink=070154">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4227" y="3703320"/>
              <a:ext cx="1755102" cy="158341"/>
            </a:xfrm>
            <a:prstGeom prst="rect">
              <a:avLst/>
            </a:prstGeom>
          </p:spPr>
        </p:pic>
        <p:sp>
          <p:nvSpPr>
            <p:cNvPr id="264" name="node03.text"/>
            <p:cNvSpPr/>
            <p:nvPr/>
          </p:nvSpPr>
          <p:spPr>
            <a:xfrm>
              <a:off x="723900" y="2286000"/>
              <a:ext cx="6858000" cy="1524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070154"/>
                  </a:solidFill>
                  <a:latin typeface="IBM Plex Sans SemiBold"/>
                  <a:ea typeface="IBM Plex Sans SemiBold"/>
                  <a:cs typeface="IBM Plex Sans SemiBold"/>
                </a:rPr>
                <a:t xml:space="preserve">Appendix: </a:t>
              </a:r>
              <a:r>
                <a:rPr lang="en-US" sz="5400" spc="-135" kern="0" b="0" i="0" dirty="0">
                  <a:solidFill>
                    <a:srgbClr val="070154"/>
                  </a:solidFill>
                  <a:latin typeface="IBM Plex Sans SemiBold"/>
                  <a:ea typeface="IBM Plex Sans SemiBold"/>
                  <a:cs typeface="IBM Plex Sans SemiBold"/>
                </a:rPr>
                <a:t xml:space="preserve">detailed </a:t>
              </a:r>
              <a:br>
                <a:rPr lang="en-US" sz="5400" spc="-135" kern="0" b="0" i="0" dirty="0">
                  <a:solidFill>
                    <a:srgbClr val="070154"/>
                  </a:solidFill>
                  <a:latin typeface="IBM Plex Sans SemiBold"/>
                  <a:ea typeface="IBM Plex Sans SemiBold"/>
                  <a:cs typeface="IBM Plex Sans SemiBold"/>
                </a:rPr>
              </a:br>
              <a:r>
                <a:rPr lang="en-US" sz="5400" spc="-135" kern="0" b="0" i="0" dirty="0">
                  <a:solidFill>
                    <a:srgbClr val="070154"/>
                  </a:solidFill>
                  <a:latin typeface="IBM Plex Sans SemiBold"/>
                  <a:ea typeface="IBM Plex Sans SemiBold"/>
                  <a:cs typeface="IBM Plex Sans SemiBold"/>
                </a:rPr>
                <a:t xml:space="preserve">plans</a:t>
              </a:r>
              <a:endParaRPr lang="en-US" sz="5400" spc="-135" kern="0" b="0" i="0" dirty="0">
                <a:solidFill>
                  <a:srgbClr val="070154"/>
                </a:solidFill>
                <a:latin typeface="IBM Plex Sans SemiBold"/>
                <a:ea typeface="IBM Plex Sans SemiBold"/>
                <a:cs typeface="IBM Plex Sans SemiBold"/>
              </a:endParaRPr>
            </a:p>
          </p:txBody>
        </p:sp>
      </p:grpSp>
      <p:grpSp>
        <p:nvGrpSpPr>
          <p:cNvPr id="272" name="node04"/>
          <p:cNvGrpSpPr/>
          <p:nvPr/>
        </p:nvGrpSpPr>
        <p:grpSpPr>
          <a:xfrm>
            <a:off x="723900" y="4343400"/>
            <a:ext cx="5257800" cy="304800"/>
            <a:chOff x="723900" y="4343400"/>
            <a:chExt cx="5257800" cy="304800"/>
          </a:xfrm>
        </p:grpSpPr>
        <p:sp>
          <p:nvSpPr>
            <p:cNvPr id="265" name="node04.text"/>
            <p:cNvSpPr/>
            <p:nvPr/>
          </p:nvSpPr>
          <p:spPr>
            <a:xfrm>
              <a:off x="723900" y="4343400"/>
              <a:ext cx="52578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50658E"/>
                  </a:solidFill>
                  <a:latin typeface="IBM Plex Sans"/>
                  <a:ea typeface="IBM Plex Sans"/>
                  <a:cs typeface="IBM Plex Sans"/>
                </a:rPr>
                <a:t>Core SDLC · Agile with Claude Code · Robust QA · Metrics</a:t>
              </a:r>
              <a:endParaRPr lang="en-US" sz="1600" spc="0" kern="0" b="0" i="0" dirty="0">
                <a:solidFill>
                  <a:srgbClr val="50658E"/>
                </a:solidFill>
                <a:latin typeface="IBM Plex Sans"/>
                <a:ea typeface="IBM Plex Sans"/>
                <a:cs typeface="IBM Plex Sans"/>
              </a:endParaRPr>
            </a:p>
          </p:txBody>
        </p:sp>
      </p:grpSp>
      <p:grpSp>
        <p:nvGrpSpPr>
          <p:cNvPr id="273" name="node05"/>
          <p:cNvGrpSpPr/>
          <p:nvPr/>
        </p:nvGrpSpPr>
        <p:grpSpPr>
          <a:xfrm>
            <a:off x="8953500" y="2286000"/>
            <a:ext cx="2514600" cy="2514600"/>
            <a:chOff x="8953500" y="2286000"/>
            <a:chExt cx="2514600" cy="2514600"/>
          </a:xfrm>
        </p:grpSpPr>
        <p:sp>
          <p:nvSpPr>
            <p:cNvPr id="266" name="node05.surface"/>
            <p:cNvSpPr/>
            <p:nvPr/>
          </p:nvSpPr>
          <p:spPr>
            <a:xfrm>
              <a:off x="8953500" y="2286000"/>
              <a:ext cx="2514600" cy="2514600"/>
            </a:xfrm>
            <a:prstGeom prst="rect">
              <a:avLst/>
            </a:prstGeom>
            <a:solidFill>
              <a:srgbClr val="070154"/>
            </a:solidFill>
            <a:ln>
              <a:noFill/>
            </a:ln>
          </p:spPr>
        </p:sp>
        <p:sp>
          <p:nvSpPr>
            <p:cNvPr id="267" name="node05.stat"/>
            <p:cNvSpPr/>
            <p:nvPr/>
          </p:nvSpPr>
          <p:spPr>
            <a:xfrm>
              <a:off x="9105900" y="3922522"/>
              <a:ext cx="2209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DXC</a:t>
              </a:r>
              <a:endParaRPr lang="en-US" sz="3600" spc="-72" kern="0" b="0" i="0" dirty="0">
                <a:solidFill>
                  <a:srgbClr val="FFFFFF"/>
                </a:solidFill>
                <a:latin typeface="IBM Plex Mono SemiBold"/>
                <a:ea typeface="IBM Plex Mono SemiBold"/>
                <a:cs typeface="IBM Plex Mono SemiBold"/>
              </a:endParaRPr>
            </a:p>
          </p:txBody>
        </p:sp>
        <p:sp>
          <p:nvSpPr>
            <p:cNvPr id="268" name="node05.label"/>
            <p:cNvSpPr/>
            <p:nvPr/>
          </p:nvSpPr>
          <p:spPr>
            <a:xfrm>
              <a:off x="9105900" y="44196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Engineering</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dxc-core-current-seven-weak-points">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MOVE 1 · CORE SDLC TODAY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Core SDLC today: seven weak points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65</a:t>
            </a:fld>
            <a:endParaRPr lang="en-US" sz="700" spc="0" kern="0" b="0" i="0" dirty="0">
              <a:solidFill>
                <a:srgbClr val="070154"/>
              </a:solidFill>
              <a:latin typeface="IBM Plex Mono SemiBold"/>
              <a:ea typeface="IBM Plex Mono SemiBold"/>
              <a:cs typeface="IBM Plex Mono SemiBold"/>
            </a:endParaRPr>
          </a:p>
        </p:txBody>
      </p:sp>
      <p:grpSp>
        <p:nvGrpSpPr>
          <p:cNvPr id="31" name="node01"/>
          <p:cNvGrpSpPr/>
          <p:nvPr/>
        </p:nvGrpSpPr>
        <p:grpSpPr>
          <a:xfrm>
            <a:off x="723900" y="1600200"/>
            <a:ext cx="5257800" cy="4343400"/>
            <a:chOff x="723900" y="1600200"/>
            <a:chExt cx="5257800" cy="4343400"/>
          </a:xfrm>
        </p:grpSpPr>
        <p:sp>
          <p:nvSpPr>
            <p:cNvPr id="7" name="node01.container"/>
            <p:cNvSpPr/>
            <p:nvPr/>
          </p:nvSpPr>
          <p:spPr>
            <a:xfrm>
              <a:off x="723900" y="1600200"/>
              <a:ext cx="5257800" cy="4343400"/>
            </a:xfrm>
            <a:prstGeom prst="rect">
              <a:avLst/>
            </a:prstGeom>
            <a:solidFill>
              <a:srgbClr val="E8EEF8"/>
            </a:solidFill>
            <a:ln>
              <a:noFill/>
            </a:ln>
          </p:spPr>
        </p:sp>
        <p:sp>
          <p:nvSpPr>
            <p:cNvPr id="8" name="node01.label"/>
            <p:cNvSpPr/>
            <p:nvPr/>
          </p:nvSpPr>
          <p:spPr>
            <a:xfrm>
              <a:off x="952500" y="18288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CURRENT CORE FLOW</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952500" y="2019300"/>
              <a:ext cx="4800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 working flow with weak points</a:t>
              </a:r>
              <a:endParaRPr lang="en-US" sz="1800" spc="-18" kern="0" b="0" i="0" dirty="0">
                <a:solidFill>
                  <a:srgbClr val="070154"/>
                </a:solidFill>
                <a:latin typeface="IBM Plex Sans SemiBold"/>
                <a:ea typeface="IBM Plex Sans SemiBold"/>
                <a:cs typeface="IBM Plex Sans SemiBold"/>
              </a:endParaRPr>
            </a:p>
          </p:txBody>
        </p:sp>
        <p:sp>
          <p:nvSpPr>
            <p:cNvPr id="10" name="node01.body.node01-body-1.label"/>
            <p:cNvSpPr/>
            <p:nvPr/>
          </p:nvSpPr>
          <p:spPr>
            <a:xfrm>
              <a:off x="952500" y="24384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CONTEXT</a:t>
              </a:r>
              <a:endParaRPr lang="en-US" sz="900" spc="54" kern="0" b="0" i="0" dirty="0">
                <a:solidFill>
                  <a:srgbClr val="0047FF"/>
                </a:solidFill>
                <a:latin typeface="IBM Plex Mono Medium"/>
                <a:ea typeface="IBM Plex Mono Medium"/>
                <a:cs typeface="IBM Plex Mono Medium"/>
              </a:endParaRPr>
            </a:p>
          </p:txBody>
        </p:sp>
        <p:sp>
          <p:nvSpPr>
            <p:cNvPr id="11" name="node01.body.node01-body-2.paragraph"/>
            <p:cNvSpPr/>
            <p:nvPr/>
          </p:nvSpPr>
          <p:spPr>
            <a:xfrm>
              <a:off x="952500" y="2628900"/>
              <a:ext cx="4800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Core already runs Java and Scrum. Today the delivery number is story points; lead time, failure rate and waiting time are not measured.</a:t>
              </a:r>
              <a:endParaRPr lang="en-US" sz="1200" spc="0" kern="0" b="0" i="0" dirty="0">
                <a:solidFill>
                  <a:srgbClr val="50658E"/>
                </a:solidFill>
                <a:latin typeface="IBM Plex Sans"/>
                <a:ea typeface="IBM Plex Sans"/>
                <a:cs typeface="IBM Plex Sans"/>
              </a:endParaRPr>
            </a:p>
          </p:txBody>
        </p:sp>
        <p:sp>
          <p:nvSpPr>
            <p:cNvPr id="12" name="node01.body.node01-body-3.label"/>
            <p:cNvSpPr/>
            <p:nvPr/>
          </p:nvSpPr>
          <p:spPr>
            <a:xfrm>
              <a:off x="952500" y="31242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IS ALREADY WORKING</a:t>
              </a:r>
              <a:endParaRPr lang="en-US" sz="900" spc="54" kern="0" b="0" i="0" dirty="0">
                <a:solidFill>
                  <a:srgbClr val="0047FF"/>
                </a:solidFill>
                <a:latin typeface="IBM Plex Mono Medium"/>
                <a:ea typeface="IBM Plex Mono Medium"/>
                <a:cs typeface="IBM Plex Mono Medium"/>
              </a:endParaRPr>
            </a:p>
          </p:txBody>
        </p:sp>
        <p:sp>
          <p:nvSpPr>
            <p:cNvPr id="13" name="node01.body.node01-body-4.bullets.node01-body-item04-bullets-1.marker"/>
            <p:cNvSpPr/>
            <p:nvPr/>
          </p:nvSpPr>
          <p:spPr>
            <a:xfrm>
              <a:off x="952500" y="3403600"/>
              <a:ext cx="38100" cy="38100"/>
            </a:xfrm>
            <a:prstGeom prst="rect">
              <a:avLst/>
            </a:prstGeom>
            <a:solidFill>
              <a:srgbClr val="070154"/>
            </a:solidFill>
            <a:ln>
              <a:noFill/>
            </a:ln>
          </p:spPr>
        </p:sp>
        <p:sp>
          <p:nvSpPr>
            <p:cNvPr id="14" name="node01.body.node01-body-4.bullets.node01-body-item04-bullets-1.text"/>
            <p:cNvSpPr/>
            <p:nvPr/>
          </p:nvSpPr>
          <p:spPr>
            <a:xfrm>
              <a:off x="1104900" y="33147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Two-week sprints; ~65 points; lead assigns by skill</a:t>
              </a:r>
              <a:endParaRPr lang="en-US" sz="1200" spc="0" kern="0" b="0" i="0" dirty="0">
                <a:solidFill>
                  <a:srgbClr val="070154"/>
                </a:solidFill>
                <a:latin typeface="IBM Plex Sans"/>
                <a:ea typeface="IBM Plex Sans"/>
                <a:cs typeface="IBM Plex Sans"/>
              </a:endParaRPr>
            </a:p>
          </p:txBody>
        </p:sp>
        <p:sp>
          <p:nvSpPr>
            <p:cNvPr id="15" name="node01.body.node01-body-4.bullets.node01-body-item04-bullets-2.marker"/>
            <p:cNvSpPr/>
            <p:nvPr/>
          </p:nvSpPr>
          <p:spPr>
            <a:xfrm>
              <a:off x="952500" y="3670300"/>
              <a:ext cx="38100" cy="38100"/>
            </a:xfrm>
            <a:prstGeom prst="rect">
              <a:avLst/>
            </a:prstGeom>
            <a:solidFill>
              <a:srgbClr val="070154"/>
            </a:solidFill>
            <a:ln>
              <a:noFill/>
            </a:ln>
          </p:spPr>
        </p:sp>
        <p:sp>
          <p:nvSpPr>
            <p:cNvPr id="16" name="node01.body.node01-body-4.bullets.node01-body-item04-bullets-2.text"/>
            <p:cNvSpPr/>
            <p:nvPr/>
          </p:nvSpPr>
          <p:spPr>
            <a:xfrm>
              <a:off x="1104900" y="35814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Copilot in IntelliJ; Claude for some staff</a:t>
              </a:r>
              <a:endParaRPr lang="en-US" sz="1200" spc="0" kern="0" b="0" i="0" dirty="0">
                <a:solidFill>
                  <a:srgbClr val="070154"/>
                </a:solidFill>
                <a:latin typeface="IBM Plex Sans"/>
                <a:ea typeface="IBM Plex Sans"/>
                <a:cs typeface="IBM Plex Sans"/>
              </a:endParaRPr>
            </a:p>
          </p:txBody>
        </p:sp>
        <p:sp>
          <p:nvSpPr>
            <p:cNvPr id="17" name="node01.body.node01-body-4.bullets.node01-body-item04-bullets-3.marker"/>
            <p:cNvSpPr/>
            <p:nvPr/>
          </p:nvSpPr>
          <p:spPr>
            <a:xfrm>
              <a:off x="952500" y="3937000"/>
              <a:ext cx="38100" cy="38100"/>
            </a:xfrm>
            <a:prstGeom prst="rect">
              <a:avLst/>
            </a:prstGeom>
            <a:solidFill>
              <a:srgbClr val="070154"/>
            </a:solidFill>
            <a:ln>
              <a:noFill/>
            </a:ln>
          </p:spPr>
        </p:sp>
        <p:sp>
          <p:nvSpPr>
            <p:cNvPr id="18" name="node01.body.node01-body-4.bullets.node01-body-item04-bullets-3.text"/>
            <p:cNvSpPr/>
            <p:nvPr/>
          </p:nvSpPr>
          <p:spPr>
            <a:xfrm>
              <a:off x="1104900" y="38481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QA automation grew 21 → 200+ in five months</a:t>
              </a:r>
              <a:endParaRPr lang="en-US" sz="1200" spc="0" kern="0" b="0" i="0" dirty="0">
                <a:solidFill>
                  <a:srgbClr val="070154"/>
                </a:solidFill>
                <a:latin typeface="IBM Plex Sans"/>
                <a:ea typeface="IBM Plex Sans"/>
                <a:cs typeface="IBM Plex Sans"/>
              </a:endParaRPr>
            </a:p>
          </p:txBody>
        </p:sp>
        <p:sp>
          <p:nvSpPr>
            <p:cNvPr id="19" name="node01.body.node01-body-4.bullets.node01-body-item04-bullets-4.marker"/>
            <p:cNvSpPr/>
            <p:nvPr/>
          </p:nvSpPr>
          <p:spPr>
            <a:xfrm>
              <a:off x="952500" y="4203700"/>
              <a:ext cx="38100" cy="38100"/>
            </a:xfrm>
            <a:prstGeom prst="rect">
              <a:avLst/>
            </a:prstGeom>
            <a:solidFill>
              <a:srgbClr val="070154"/>
            </a:solidFill>
            <a:ln>
              <a:noFill/>
            </a:ln>
          </p:spPr>
        </p:sp>
        <p:sp>
          <p:nvSpPr>
            <p:cNvPr id="20" name="node01.body.node01-body-4.bullets.node01-body-item04-bullets-4.text"/>
            <p:cNvSpPr/>
            <p:nvPr/>
          </p:nvSpPr>
          <p:spPr>
            <a:xfrm>
              <a:off x="1104900" y="41148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Senior Core PR review and production smoke checks</a:t>
              </a:r>
              <a:endParaRPr lang="en-US" sz="1200" spc="0" kern="0" b="0" i="0" dirty="0">
                <a:solidFill>
                  <a:srgbClr val="070154"/>
                </a:solidFill>
                <a:latin typeface="IBM Plex Sans"/>
                <a:ea typeface="IBM Plex Sans"/>
                <a:cs typeface="IBM Plex Sans"/>
              </a:endParaRPr>
            </a:p>
          </p:txBody>
        </p:sp>
        <p:sp>
          <p:nvSpPr>
            <p:cNvPr id="21" name="node01.body.node01-body-5.label"/>
            <p:cNvSpPr/>
            <p:nvPr/>
          </p:nvSpPr>
          <p:spPr>
            <a:xfrm>
              <a:off x="952500" y="43815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WHERE CONTROL IS THIN</a:t>
              </a:r>
              <a:endParaRPr lang="en-US" sz="900" spc="54" kern="0" b="0" i="0" dirty="0">
                <a:solidFill>
                  <a:srgbClr val="0047FF"/>
                </a:solidFill>
                <a:latin typeface="IBM Plex Mono Medium"/>
                <a:ea typeface="IBM Plex Mono Medium"/>
                <a:cs typeface="IBM Plex Mono Medium"/>
              </a:endParaRPr>
            </a:p>
          </p:txBody>
        </p:sp>
        <p:sp>
          <p:nvSpPr>
            <p:cNvPr id="22" name="node01.body.node01-body-6.bullets.node01-body-item06-bullets-1.marker"/>
            <p:cNvSpPr/>
            <p:nvPr/>
          </p:nvSpPr>
          <p:spPr>
            <a:xfrm>
              <a:off x="952500" y="4660900"/>
              <a:ext cx="38100" cy="38100"/>
            </a:xfrm>
            <a:prstGeom prst="rect">
              <a:avLst/>
            </a:prstGeom>
            <a:solidFill>
              <a:srgbClr val="070154"/>
            </a:solidFill>
            <a:ln>
              <a:noFill/>
            </a:ln>
          </p:spPr>
        </p:sp>
        <p:sp>
          <p:nvSpPr>
            <p:cNvPr id="23" name="node01.body.node01-body-6.bullets.node01-body-item06-bullets-1.text"/>
            <p:cNvSpPr/>
            <p:nvPr/>
          </p:nvSpPr>
          <p:spPr>
            <a:xfrm>
              <a:off x="1104900" y="45720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QA and design absent from refinement</a:t>
              </a:r>
              <a:endParaRPr lang="en-US" sz="1200" spc="0" kern="0" b="0" i="0" dirty="0">
                <a:solidFill>
                  <a:srgbClr val="070154"/>
                </a:solidFill>
                <a:latin typeface="IBM Plex Sans"/>
                <a:ea typeface="IBM Plex Sans"/>
                <a:cs typeface="IBM Plex Sans"/>
              </a:endParaRPr>
            </a:p>
          </p:txBody>
        </p:sp>
        <p:sp>
          <p:nvSpPr>
            <p:cNvPr id="24" name="node01.body.node01-body-6.bullets.node01-body-item06-bullets-2.marker"/>
            <p:cNvSpPr/>
            <p:nvPr/>
          </p:nvSpPr>
          <p:spPr>
            <a:xfrm>
              <a:off x="952500" y="4927600"/>
              <a:ext cx="38100" cy="38100"/>
            </a:xfrm>
            <a:prstGeom prst="rect">
              <a:avLst/>
            </a:prstGeom>
            <a:solidFill>
              <a:srgbClr val="070154"/>
            </a:solidFill>
            <a:ln>
              <a:noFill/>
            </a:ln>
          </p:spPr>
        </p:sp>
        <p:sp>
          <p:nvSpPr>
            <p:cNvPr id="25" name="node01.body.node01-body-6.bullets.node01-body-item06-bullets-2.text"/>
            <p:cNvSpPr/>
            <p:nvPr/>
          </p:nvSpPr>
          <p:spPr>
            <a:xfrm>
              <a:off x="1104900" y="48387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Support and patches draw on the same people</a:t>
              </a:r>
              <a:endParaRPr lang="en-US" sz="1200" spc="0" kern="0" b="0" i="0" dirty="0">
                <a:solidFill>
                  <a:srgbClr val="070154"/>
                </a:solidFill>
                <a:latin typeface="IBM Plex Sans"/>
                <a:ea typeface="IBM Plex Sans"/>
                <a:cs typeface="IBM Plex Sans"/>
              </a:endParaRPr>
            </a:p>
          </p:txBody>
        </p:sp>
        <p:sp>
          <p:nvSpPr>
            <p:cNvPr id="26" name="node01.body.node01-body-6.bullets.node01-body-item06-bullets-3.marker"/>
            <p:cNvSpPr/>
            <p:nvPr/>
          </p:nvSpPr>
          <p:spPr>
            <a:xfrm>
              <a:off x="952500" y="5194300"/>
              <a:ext cx="38100" cy="38100"/>
            </a:xfrm>
            <a:prstGeom prst="rect">
              <a:avLst/>
            </a:prstGeom>
            <a:solidFill>
              <a:srgbClr val="070154"/>
            </a:solidFill>
            <a:ln>
              <a:noFill/>
            </a:ln>
          </p:spPr>
        </p:sp>
        <p:sp>
          <p:nvSpPr>
            <p:cNvPr id="27" name="node01.body.node01-body-6.bullets.node01-body-item06-bullets-3.text"/>
            <p:cNvSpPr/>
            <p:nvPr/>
          </p:nvSpPr>
          <p:spPr>
            <a:xfrm>
              <a:off x="1104900" y="51054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Pre-live is not prod-like; branches merge on release day</a:t>
              </a:r>
              <a:endParaRPr lang="en-US" sz="1200" spc="0" kern="0" b="0" i="0" dirty="0">
                <a:solidFill>
                  <a:srgbClr val="070154"/>
                </a:solidFill>
                <a:latin typeface="IBM Plex Sans"/>
                <a:ea typeface="IBM Plex Sans"/>
                <a:cs typeface="IBM Plex Sans"/>
              </a:endParaRPr>
            </a:p>
          </p:txBody>
        </p:sp>
        <p:sp>
          <p:nvSpPr>
            <p:cNvPr id="28" name="node01.body.node01-body-6.bullets.node01-body-item06-bullets-4.marker"/>
            <p:cNvSpPr/>
            <p:nvPr/>
          </p:nvSpPr>
          <p:spPr>
            <a:xfrm>
              <a:off x="952500" y="5461000"/>
              <a:ext cx="38100" cy="38100"/>
            </a:xfrm>
            <a:prstGeom prst="rect">
              <a:avLst/>
            </a:prstGeom>
            <a:solidFill>
              <a:srgbClr val="070154"/>
            </a:solidFill>
            <a:ln>
              <a:noFill/>
            </a:ln>
          </p:spPr>
        </p:sp>
        <p:sp>
          <p:nvSpPr>
            <p:cNvPr id="29" name="node01.body.node01-body-6.bullets.node01-body-item06-bullets-4.text"/>
            <p:cNvSpPr/>
            <p:nvPr/>
          </p:nvSpPr>
          <p:spPr>
            <a:xfrm>
              <a:off x="1104900" y="53721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Most QA is manual; defined path coverage ~10–15%</a:t>
              </a:r>
              <a:endParaRPr lang="en-US" sz="1200" spc="0" kern="0" b="0" i="0" dirty="0">
                <a:solidFill>
                  <a:srgbClr val="070154"/>
                </a:solidFill>
                <a:latin typeface="IBM Plex Sans"/>
                <a:ea typeface="IBM Plex Sans"/>
                <a:cs typeface="IBM Plex Sans"/>
              </a:endParaRPr>
            </a:p>
          </p:txBody>
        </p:sp>
      </p:grpSp>
      <p:grpSp>
        <p:nvGrpSpPr>
          <p:cNvPr id="32" name="node02"/>
          <p:cNvGrpSpPr/>
          <p:nvPr/>
        </p:nvGrpSpPr>
        <p:grpSpPr>
          <a:xfrm>
            <a:off x="6210300" y="1600200"/>
            <a:ext cx="5257800" cy="4089400"/>
            <a:chOff x="6210300" y="1600200"/>
            <a:chExt cx="5257800" cy="4089400"/>
          </a:xfrm>
        </p:grpSpPr>
        <p:graphicFrame>
          <p:nvGraphicFramePr>
            <p:cNvPr id="30" name="node02.native"/>
            <p:cNvGraphicFramePr>
              <a:graphicFrameLocks noGrp="1"/>
            </p:cNvGraphicFramePr>
            <p:nvPr>
              <p:extLst>
                <p:ext uri="{D42A27DB-BD31-4B8C-83A1-F6EECF244321}">
                  <p14:modId xmlns:p14="http://schemas.microsoft.com/office/powerpoint/2010/main" val="1579011935"/>
                </p:ext>
              </p:extLst>
            </p:nvPr>
          </p:nvGraphicFramePr>
          <p:xfrm>
            <a:off x="6210300" y="1600200"/>
            <a:ext cx="5257800" cy="4089400"/>
          </p:xfrm>
          <a:graphic>
            <a:graphicData uri="http://schemas.openxmlformats.org/drawingml/2006/table">
              <a:tbl>
                <a:tblPr/>
                <a:tblGrid>
                  <a:gridCol w="609600"/>
                  <a:gridCol w="1752600"/>
                  <a:gridCol w="2895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CURRENT STAGE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OBSERVED WEAKNESS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01</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PMs + engineers vote; QA/design absent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02</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Two-week sprint; support uses same capacity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03</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Docs after coding; offshore lacks live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04</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bottleneck; QA PR bot on demand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05</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200+ automated; mostly manual; no load test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06</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4-day window;</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UAT / QA 3–4 days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07</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Patch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15 unplanned events; causes not trended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dxc-core-stabilization-action-plan">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MOVE 1 · TESTING &amp; RELEASE CONTROLS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Stabilize Core SDLC: action plan</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W2: decide triage owner, hardening, promotion rule and environment funding. Measures: unplanned share, repeats, window, matching builds.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66</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600200"/>
            <a:ext cx="10744200" cy="4013200"/>
            <a:chOff x="723900" y="1600200"/>
            <a:chExt cx="10744200" cy="4013200"/>
          </a:xfrm>
        </p:grpSpPr>
        <p:graphicFrame>
          <p:nvGraphicFramePr>
            <p:cNvPr id="8"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2057400"/>
                  <a:gridCol w="3200400"/>
                  <a:gridCol w="2171700"/>
                  <a:gridCol w="1714500"/>
                  <a:gridCol w="1600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 DONE WHEN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DXC 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WM ROLE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WEEKS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Patch triage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Classify 15 unplanned events; every event has cause + owner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QE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Cert inventory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Inventory expiry, owner and alert; 100% owned / alerted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 DevOps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QE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Hardening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Adopt 9–10 days; settle branching; first release in new window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Leadership + QA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Exec Eng Leader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VM templates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Support two releases in flight; no environment conflict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DevOps + app architects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QE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W2–6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Same build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Promote tested pre-live build; IDs match for every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DevOps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QE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W3–6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Hotfix lane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patch / rollback cause within sprint; RCA before close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 Core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QE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W2–6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dxc-claude-agile-ceremonies">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MOVE 2 · PILOT: RULES ENGINE + ONE CORE TEAM</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Agile with Claude Code: five ceremony changes</a:t>
            </a:r>
            <a:endParaRPr lang="en-US" sz="3200" spc="-64" kern="0" b="0" i="0" dirty="0">
              <a:solidFill>
                <a:srgbClr val="070154"/>
              </a:solidFill>
              <a:latin typeface="IBM Plex Sans SemiBold"/>
              <a:ea typeface="IBM Plex Sans SemiBold"/>
              <a:cs typeface="IBM Plex Sans SemiBold"/>
            </a:endParaRPr>
          </a:p>
        </p:txBody>
      </p:sp>
      <p:sp>
        <p:nvSpPr>
          <p:cNvPr id="6" name="nav.scope"/>
          <p:cNvSpPr/>
          <p:nvPr/>
        </p:nvSpPr>
        <p:spPr>
          <a:xfrm>
            <a:off x="266700" y="457200"/>
            <a:ext cx="228600" cy="1036320"/>
          </a:xfrm>
          <a:prstGeom prst="rect">
            <a:avLst/>
          </a:prstGeom>
          <a:solidFill>
            <a:srgbClr val="E8EEF8"/>
          </a:solidFill>
          <a:ln>
            <a:noFill/>
          </a:ln>
        </p:spPr>
      </p:sp>
      <p:sp>
        <p:nvSpPr>
          <p:cNvPr id="7" name="nav.label.scope"/>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PILOT</a:t>
            </a:r>
            <a:endParaRPr lang="en-US" sz="800" spc="80" kern="0" b="0" i="0" dirty="0">
              <a:solidFill>
                <a:srgbClr val="50658E"/>
              </a:solidFill>
              <a:latin typeface="IBM Plex Mono SemiBold"/>
              <a:ea typeface="IBM Plex Mono SemiBold"/>
              <a:cs typeface="IBM Plex Mono SemiBold"/>
            </a:endParaRPr>
          </a:p>
        </p:txBody>
      </p:sp>
      <p:sp>
        <p:nvSpPr>
          <p:cNvPr id="8" name="nav.access"/>
          <p:cNvSpPr/>
          <p:nvPr/>
        </p:nvSpPr>
        <p:spPr>
          <a:xfrm>
            <a:off x="266700" y="1569720"/>
            <a:ext cx="228600" cy="1036320"/>
          </a:xfrm>
          <a:prstGeom prst="rect">
            <a:avLst/>
          </a:prstGeom>
          <a:solidFill>
            <a:srgbClr val="E8EEF8"/>
          </a:solidFill>
          <a:ln>
            <a:noFill/>
          </a:ln>
        </p:spPr>
      </p:sp>
      <p:sp>
        <p:nvSpPr>
          <p:cNvPr id="9" name="nav.label.access"/>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CONTRACTOR AI</a:t>
            </a:r>
            <a:endParaRPr lang="en-US" sz="800" spc="80" kern="0" b="0" i="0" dirty="0">
              <a:solidFill>
                <a:srgbClr val="50658E"/>
              </a:solidFill>
              <a:latin typeface="IBM Plex Mono SemiBold"/>
              <a:ea typeface="IBM Plex Mono SemiBold"/>
              <a:cs typeface="IBM Plex Mono SemiBold"/>
            </a:endParaRPr>
          </a:p>
        </p:txBody>
      </p:sp>
      <p:sp>
        <p:nvSpPr>
          <p:cNvPr id="10" name="nav.data"/>
          <p:cNvSpPr/>
          <p:nvPr/>
        </p:nvSpPr>
        <p:spPr>
          <a:xfrm>
            <a:off x="266700" y="2682240"/>
            <a:ext cx="228600" cy="1036320"/>
          </a:xfrm>
          <a:prstGeom prst="rect">
            <a:avLst/>
          </a:prstGeom>
          <a:solidFill>
            <a:srgbClr val="E8EEF8"/>
          </a:solidFill>
          <a:ln>
            <a:noFill/>
          </a:ln>
        </p:spPr>
      </p:sp>
      <p:sp>
        <p:nvSpPr>
          <p:cNvPr id="11" name="nav.label.data"/>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DXC / NO PHI</a:t>
            </a:r>
            <a:endParaRPr lang="en-US" sz="800" spc="80" kern="0" b="0" i="0" dirty="0">
              <a:solidFill>
                <a:srgbClr val="50658E"/>
              </a:solidFill>
              <a:latin typeface="IBM Plex Mono SemiBold"/>
              <a:ea typeface="IBM Plex Mono SemiBold"/>
              <a:cs typeface="IBM Plex Mono SemiBold"/>
            </a:endParaRPr>
          </a:p>
        </p:txBody>
      </p:sp>
      <p:sp>
        <p:nvSpPr>
          <p:cNvPr id="12" name="nav.review"/>
          <p:cNvSpPr/>
          <p:nvPr/>
        </p:nvSpPr>
        <p:spPr>
          <a:xfrm>
            <a:off x="266700" y="3794760"/>
            <a:ext cx="228600" cy="1036320"/>
          </a:xfrm>
          <a:prstGeom prst="rect">
            <a:avLst/>
          </a:prstGeom>
          <a:solidFill>
            <a:srgbClr val="070154"/>
          </a:solidFill>
          <a:ln>
            <a:noFill/>
          </a:ln>
        </p:spPr>
      </p:sp>
      <p:sp>
        <p:nvSpPr>
          <p:cNvPr id="13" name="nav.label.review"/>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HUMAN REVIEW</a:t>
            </a:r>
            <a:endParaRPr lang="en-US" sz="800" spc="80" kern="0" b="0" i="0" dirty="0">
              <a:solidFill>
                <a:srgbClr val="FFFFFF"/>
              </a:solidFill>
              <a:latin typeface="IBM Plex Mono SemiBold"/>
              <a:ea typeface="IBM Plex Mono SemiBold"/>
              <a:cs typeface="IBM Plex Mono SemiBold"/>
            </a:endParaRPr>
          </a:p>
        </p:txBody>
      </p:sp>
      <p:sp>
        <p:nvSpPr>
          <p:cNvPr id="14" name="nav.scale"/>
          <p:cNvSpPr/>
          <p:nvPr/>
        </p:nvSpPr>
        <p:spPr>
          <a:xfrm>
            <a:off x="266700" y="4907280"/>
            <a:ext cx="228600" cy="1036320"/>
          </a:xfrm>
          <a:prstGeom prst="rect">
            <a:avLst/>
          </a:prstGeom>
          <a:solidFill>
            <a:srgbClr val="E8EEF8"/>
          </a:solidFill>
          <a:ln>
            <a:noFill/>
          </a:ln>
        </p:spPr>
      </p:sp>
      <p:sp>
        <p:nvSpPr>
          <p:cNvPr id="15" name="nav.label.scale"/>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SCALE W6</a:t>
            </a:r>
            <a:endParaRPr lang="en-US" sz="800" spc="80" kern="0" b="0" i="0" dirty="0">
              <a:solidFill>
                <a:srgbClr val="50658E"/>
              </a:solidFill>
              <a:latin typeface="IBM Plex Mono SemiBold"/>
              <a:ea typeface="IBM Plex Mono SemiBold"/>
              <a:cs typeface="IBM Plex Mono SemiBold"/>
            </a:endParaRPr>
          </a:p>
        </p:txBody>
      </p:sp>
      <p:sp>
        <p:nvSpPr>
          <p:cNvPr id="1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67</a:t>
            </a:fld>
            <a:endParaRPr lang="en-US" sz="700" spc="0" kern="0" b="0" i="0" dirty="0">
              <a:solidFill>
                <a:srgbClr val="070154"/>
              </a:solidFill>
              <a:latin typeface="IBM Plex Mono SemiBold"/>
              <a:ea typeface="IBM Plex Mono SemiBold"/>
              <a:cs typeface="IBM Plex Mono SemiBold"/>
            </a:endParaRPr>
          </a:p>
        </p:txBody>
      </p:sp>
      <p:grpSp>
        <p:nvGrpSpPr>
          <p:cNvPr id="19" name="node01"/>
          <p:cNvGrpSpPr/>
          <p:nvPr/>
        </p:nvGrpSpPr>
        <p:grpSpPr>
          <a:xfrm>
            <a:off x="723900" y="1600200"/>
            <a:ext cx="10744200" cy="4267200"/>
            <a:chOff x="723900" y="1600200"/>
            <a:chExt cx="10744200" cy="4267200"/>
          </a:xfrm>
        </p:grpSpPr>
        <p:graphicFrame>
          <p:nvGraphicFramePr>
            <p:cNvPr id="1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267200"/>
          </p:xfrm>
          <a:graphic>
            <a:graphicData uri="http://schemas.openxmlformats.org/drawingml/2006/table">
              <a:tbl>
                <a:tblPr/>
                <a:tblGrid>
                  <a:gridCol w="2514600"/>
                  <a:gridCol w="2743200"/>
                  <a:gridCol w="2743200"/>
                  <a:gridCol w="27432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CEREMONY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TODAY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CLAUDE ASSISTANCE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HUMAN GATE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7620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Refinement</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Points voted; QA absent</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Draft criteria, tests and notes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PM + QA approve Ready</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620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Planning</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~65 points; skills assign</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Smaller slices; separate run lane</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Scrum master / lead own capacity</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620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Build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Core Java; Copilot; docs after code</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Pair on code, unit tests and docs</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Engineer owns each merged line</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620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Review</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Senior Core reviewer</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QA PR bot on every Core PR</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Rotating second; senior for high risk</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620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Retro</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Each sprint; no flow data</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Cycle time, escaped / unplanned</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One change per sprint; track AI cost</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r>
              </a:tbl>
            </a:graphicData>
          </a:graphic>
        </p:graphicFrame>
        <p:sp>
          <p:nvSpPr>
            <p:cNvPr id="18" name="node01.highlight-edge"/>
            <p:cNvSpPr/>
            <p:nvPr/>
          </p:nvSpPr>
          <p:spPr>
            <a:xfrm>
              <a:off x="5981700" y="1562100"/>
              <a:ext cx="2743200" cy="38100"/>
            </a:xfrm>
            <a:prstGeom prst="rect">
              <a:avLst/>
            </a:prstGeom>
            <a:solidFill>
              <a:srgbClr val="0047FF"/>
            </a:solidFill>
            <a:ln>
              <a:noFill/>
            </a:ln>
          </p:spPr>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dxc-claude-agile-action-plan">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MOVE 2 · RECONCILE AI ENGINEERING ACROSS CORE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Agile with Claude Code: action plan</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W2: approve spec-before-date and sanctioned Claude for contractor pilot. Measures: signed specs, stage cycle time, Ready and AI pre-review.</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68</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600200"/>
            <a:ext cx="10744200" cy="4013200"/>
            <a:chOff x="723900" y="1600200"/>
            <a:chExt cx="10744200" cy="4013200"/>
          </a:xfrm>
        </p:grpSpPr>
        <p:graphicFrame>
          <p:nvGraphicFramePr>
            <p:cNvPr id="8"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2057400"/>
                  <a:gridCol w="3200400"/>
                  <a:gridCol w="2171700"/>
                  <a:gridCol w="1714500"/>
                  <a:gridCol w="1600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 DONE WHEN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DXC 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WM ROLE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WEEKS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Spec before date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Engineering estimate + signed Rules Engine spec before 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 leadership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Exec Eng Leader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Ready gate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Criteria, tests, notes; signed agent-drafted pilot spec before sprint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lead + PM + QA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Core skills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Versioned Java spec / unit / review / docs skills; test on real epic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Pairing pilot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Real stories, two sprints; W4 hands-on workshop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engineers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W3–6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 gate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Pipeline PR bot; rotating second reviewer; each Core PR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lead + QA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W2–5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Sprint learning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Reserve run lane; two retros use delivery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Scrum master + PM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dxc-qa-seven-layers">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MOVE 3 · SCALE QA’S EXISTING FRAMEWORK</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Robust QA: scale existing tools in seven layers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69</a:t>
            </a:fld>
            <a:endParaRPr lang="en-US" sz="700" spc="0" kern="0" b="0" i="0" dirty="0">
              <a:solidFill>
                <a:srgbClr val="070154"/>
              </a:solidFill>
              <a:latin typeface="IBM Plex Mono SemiBold"/>
              <a:ea typeface="IBM Plex Mono SemiBold"/>
              <a:cs typeface="IBM Plex Mono SemiBold"/>
            </a:endParaRPr>
          </a:p>
        </p:txBody>
      </p:sp>
      <p:grpSp>
        <p:nvGrpSpPr>
          <p:cNvPr id="31" name="node01"/>
          <p:cNvGrpSpPr/>
          <p:nvPr/>
        </p:nvGrpSpPr>
        <p:grpSpPr>
          <a:xfrm>
            <a:off x="723900" y="1600200"/>
            <a:ext cx="5257800" cy="4343400"/>
            <a:chOff x="723900" y="1600200"/>
            <a:chExt cx="5257800" cy="4343400"/>
          </a:xfrm>
        </p:grpSpPr>
        <p:sp>
          <p:nvSpPr>
            <p:cNvPr id="7" name="node01.container"/>
            <p:cNvSpPr/>
            <p:nvPr/>
          </p:nvSpPr>
          <p:spPr>
            <a:xfrm>
              <a:off x="723900" y="1600200"/>
              <a:ext cx="5257800" cy="4343400"/>
            </a:xfrm>
            <a:prstGeom prst="rect">
              <a:avLst/>
            </a:prstGeom>
            <a:solidFill>
              <a:srgbClr val="E8EEF8"/>
            </a:solidFill>
            <a:ln>
              <a:noFill/>
            </a:ln>
          </p:spPr>
        </p:sp>
        <p:sp>
          <p:nvSpPr>
            <p:cNvPr id="8" name="node01.label"/>
            <p:cNvSpPr/>
            <p:nvPr/>
          </p:nvSpPr>
          <p:spPr>
            <a:xfrm>
              <a:off x="952500" y="18288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BUILD ON FIVE MONTHS OF QA WORK</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952500" y="2019300"/>
              <a:ext cx="4800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Layer by layer; reviewed by people</a:t>
              </a:r>
              <a:endParaRPr lang="en-US" sz="1800" spc="-18" kern="0" b="0" i="0" dirty="0">
                <a:solidFill>
                  <a:srgbClr val="070154"/>
                </a:solidFill>
                <a:latin typeface="IBM Plex Sans SemiBold"/>
                <a:ea typeface="IBM Plex Sans SemiBold"/>
                <a:cs typeface="IBM Plex Sans SemiBold"/>
              </a:endParaRPr>
            </a:p>
          </p:txBody>
        </p:sp>
        <p:sp>
          <p:nvSpPr>
            <p:cNvPr id="10" name="node01.body.node01-body-1.label"/>
            <p:cNvSpPr/>
            <p:nvPr/>
          </p:nvSpPr>
          <p:spPr>
            <a:xfrm>
              <a:off x="952500" y="24384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CONTEXT</a:t>
              </a:r>
              <a:endParaRPr lang="en-US" sz="900" spc="54" kern="0" b="0" i="0" dirty="0">
                <a:solidFill>
                  <a:srgbClr val="0047FF"/>
                </a:solidFill>
                <a:latin typeface="IBM Plex Mono Medium"/>
                <a:ea typeface="IBM Plex Mono Medium"/>
                <a:cs typeface="IBM Plex Mono Medium"/>
              </a:endParaRPr>
            </a:p>
          </p:txBody>
        </p:sp>
        <p:sp>
          <p:nvSpPr>
            <p:cNvPr id="11" name="node01.body.node01-body-2.paragraph"/>
            <p:cNvSpPr/>
            <p:nvPr/>
          </p:nvSpPr>
          <p:spPr>
            <a:xfrm>
              <a:off x="952500" y="2628900"/>
              <a:ext cx="4800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Keep the Playwright framework and Claude tools QA already built. Productionize the agents, PR bot and Jira story-to-test generator.</a:t>
              </a:r>
              <a:endParaRPr lang="en-US" sz="1200" spc="0" kern="0" b="0" i="0" dirty="0">
                <a:solidFill>
                  <a:srgbClr val="50658E"/>
                </a:solidFill>
                <a:latin typeface="IBM Plex Sans"/>
                <a:ea typeface="IBM Plex Sans"/>
                <a:cs typeface="IBM Plex Sans"/>
              </a:endParaRPr>
            </a:p>
          </p:txBody>
        </p:sp>
        <p:sp>
          <p:nvSpPr>
            <p:cNvPr id="12" name="node01.body.node01-body-3.label"/>
            <p:cNvSpPr/>
            <p:nvPr/>
          </p:nvSpPr>
          <p:spPr>
            <a:xfrm>
              <a:off x="952500" y="31242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CURRENT CAPACITY AND LIMITS</a:t>
              </a:r>
              <a:endParaRPr lang="en-US" sz="900" spc="54" kern="0" b="0" i="0" dirty="0">
                <a:solidFill>
                  <a:srgbClr val="0047FF"/>
                </a:solidFill>
                <a:latin typeface="IBM Plex Mono Medium"/>
                <a:ea typeface="IBM Plex Mono Medium"/>
                <a:cs typeface="IBM Plex Mono Medium"/>
              </a:endParaRPr>
            </a:p>
          </p:txBody>
        </p:sp>
        <p:sp>
          <p:nvSpPr>
            <p:cNvPr id="13" name="node01.body.node01-body-4.bullets.node01-body-item04-bullets-1.marker"/>
            <p:cNvSpPr/>
            <p:nvPr/>
          </p:nvSpPr>
          <p:spPr>
            <a:xfrm>
              <a:off x="952500" y="3403600"/>
              <a:ext cx="38100" cy="38100"/>
            </a:xfrm>
            <a:prstGeom prst="rect">
              <a:avLst/>
            </a:prstGeom>
            <a:solidFill>
              <a:srgbClr val="070154"/>
            </a:solidFill>
            <a:ln>
              <a:noFill/>
            </a:ln>
          </p:spPr>
        </p:sp>
        <p:sp>
          <p:nvSpPr>
            <p:cNvPr id="14" name="node01.body.node01-body-4.bullets.node01-body-item04-bullets-1.text"/>
            <p:cNvSpPr/>
            <p:nvPr/>
          </p:nvSpPr>
          <p:spPr>
            <a:xfrm>
              <a:off x="1104900" y="33147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leader for ~15 testers; two full-time staff</a:t>
              </a:r>
              <a:endParaRPr lang="en-US" sz="1200" spc="0" kern="0" b="0" i="0" dirty="0">
                <a:solidFill>
                  <a:srgbClr val="070154"/>
                </a:solidFill>
                <a:latin typeface="IBM Plex Sans"/>
                <a:ea typeface="IBM Plex Sans"/>
                <a:cs typeface="IBM Plex Sans"/>
              </a:endParaRPr>
            </a:p>
          </p:txBody>
        </p:sp>
        <p:sp>
          <p:nvSpPr>
            <p:cNvPr id="15" name="node01.body.node01-body-4.bullets.node01-body-item04-bullets-2.marker"/>
            <p:cNvSpPr/>
            <p:nvPr/>
          </p:nvSpPr>
          <p:spPr>
            <a:xfrm>
              <a:off x="952500" y="3670300"/>
              <a:ext cx="38100" cy="38100"/>
            </a:xfrm>
            <a:prstGeom prst="rect">
              <a:avLst/>
            </a:prstGeom>
            <a:solidFill>
              <a:srgbClr val="070154"/>
            </a:solidFill>
            <a:ln>
              <a:noFill/>
            </a:ln>
          </p:spPr>
        </p:sp>
        <p:sp>
          <p:nvSpPr>
            <p:cNvPr id="16" name="node01.body.node01-body-4.bullets.node01-body-item04-bullets-2.text"/>
            <p:cNvSpPr/>
            <p:nvPr/>
          </p:nvSpPr>
          <p:spPr>
            <a:xfrm>
              <a:off x="1104900" y="35814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Core: 200+ automated tests, but mostly manual</a:t>
              </a:r>
              <a:endParaRPr lang="en-US" sz="1200" spc="0" kern="0" b="0" i="0" dirty="0">
                <a:solidFill>
                  <a:srgbClr val="070154"/>
                </a:solidFill>
                <a:latin typeface="IBM Plex Sans"/>
                <a:ea typeface="IBM Plex Sans"/>
                <a:cs typeface="IBM Plex Sans"/>
              </a:endParaRPr>
            </a:p>
          </p:txBody>
        </p:sp>
        <p:sp>
          <p:nvSpPr>
            <p:cNvPr id="17" name="node01.body.node01-body-4.bullets.node01-body-item04-bullets-3.marker"/>
            <p:cNvSpPr/>
            <p:nvPr/>
          </p:nvSpPr>
          <p:spPr>
            <a:xfrm>
              <a:off x="952500" y="3937000"/>
              <a:ext cx="38100" cy="38100"/>
            </a:xfrm>
            <a:prstGeom prst="rect">
              <a:avLst/>
            </a:prstGeom>
            <a:solidFill>
              <a:srgbClr val="070154"/>
            </a:solidFill>
            <a:ln>
              <a:noFill/>
            </a:ln>
          </p:spPr>
        </p:sp>
        <p:sp>
          <p:nvSpPr>
            <p:cNvPr id="18" name="node01.body.node01-body-4.bullets.node01-body-item04-bullets-3.text"/>
            <p:cNvSpPr/>
            <p:nvPr/>
          </p:nvSpPr>
          <p:spPr>
            <a:xfrm>
              <a:off x="1104900" y="38481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Defined critical paths ~10–15%; no performance tests</a:t>
              </a:r>
              <a:endParaRPr lang="en-US" sz="1200" spc="0" kern="0" b="0" i="0" dirty="0">
                <a:solidFill>
                  <a:srgbClr val="070154"/>
                </a:solidFill>
                <a:latin typeface="IBM Plex Sans"/>
                <a:ea typeface="IBM Plex Sans"/>
                <a:cs typeface="IBM Plex Sans"/>
              </a:endParaRPr>
            </a:p>
          </p:txBody>
        </p:sp>
        <p:sp>
          <p:nvSpPr>
            <p:cNvPr id="19" name="node01.body.node01-body-4.bullets.node01-body-item04-bullets-4.marker"/>
            <p:cNvSpPr/>
            <p:nvPr/>
          </p:nvSpPr>
          <p:spPr>
            <a:xfrm>
              <a:off x="952500" y="4203700"/>
              <a:ext cx="38100" cy="38100"/>
            </a:xfrm>
            <a:prstGeom prst="rect">
              <a:avLst/>
            </a:prstGeom>
            <a:solidFill>
              <a:srgbClr val="070154"/>
            </a:solidFill>
            <a:ln>
              <a:noFill/>
            </a:ln>
          </p:spPr>
        </p:sp>
        <p:sp>
          <p:nvSpPr>
            <p:cNvPr id="20" name="node01.body.node01-body-4.bullets.node01-body-item04-bullets-4.text"/>
            <p:cNvSpPr/>
            <p:nvPr/>
          </p:nvSpPr>
          <p:spPr>
            <a:xfrm>
              <a:off x="1104900" y="41148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UAT / QA has only 3–4 days today</a:t>
              </a:r>
              <a:endParaRPr lang="en-US" sz="1200" spc="0" kern="0" b="0" i="0" dirty="0">
                <a:solidFill>
                  <a:srgbClr val="070154"/>
                </a:solidFill>
                <a:latin typeface="IBM Plex Sans"/>
                <a:ea typeface="IBM Plex Sans"/>
                <a:cs typeface="IBM Plex Sans"/>
              </a:endParaRPr>
            </a:p>
          </p:txBody>
        </p:sp>
        <p:sp>
          <p:nvSpPr>
            <p:cNvPr id="21" name="node01.body.node01-body-5.label"/>
            <p:cNvSpPr/>
            <p:nvPr/>
          </p:nvSpPr>
          <p:spPr>
            <a:xfrm>
              <a:off x="952500" y="43815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THE NEXT PHASE ADDS</a:t>
              </a:r>
              <a:endParaRPr lang="en-US" sz="900" spc="54" kern="0" b="0" i="0" dirty="0">
                <a:solidFill>
                  <a:srgbClr val="0047FF"/>
                </a:solidFill>
                <a:latin typeface="IBM Plex Mono Medium"/>
                <a:ea typeface="IBM Plex Mono Medium"/>
                <a:cs typeface="IBM Plex Mono Medium"/>
              </a:endParaRPr>
            </a:p>
          </p:txBody>
        </p:sp>
        <p:sp>
          <p:nvSpPr>
            <p:cNvPr id="22" name="node01.body.node01-body-6.bullets.node01-body-item06-bullets-1.marker"/>
            <p:cNvSpPr/>
            <p:nvPr/>
          </p:nvSpPr>
          <p:spPr>
            <a:xfrm>
              <a:off x="952500" y="4660900"/>
              <a:ext cx="38100" cy="38100"/>
            </a:xfrm>
            <a:prstGeom prst="rect">
              <a:avLst/>
            </a:prstGeom>
            <a:solidFill>
              <a:srgbClr val="070154"/>
            </a:solidFill>
            <a:ln>
              <a:noFill/>
            </a:ln>
          </p:spPr>
        </p:sp>
        <p:sp>
          <p:nvSpPr>
            <p:cNvPr id="23" name="node01.body.node01-body-6.bullets.node01-body-item06-bullets-1.text"/>
            <p:cNvSpPr/>
            <p:nvPr/>
          </p:nvSpPr>
          <p:spPr>
            <a:xfrm>
              <a:off x="1104900" y="45720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Name or hire a QA lead for Core</a:t>
              </a:r>
              <a:endParaRPr lang="en-US" sz="1200" spc="0" kern="0" b="0" i="0" dirty="0">
                <a:solidFill>
                  <a:srgbClr val="070154"/>
                </a:solidFill>
                <a:latin typeface="IBM Plex Sans"/>
                <a:ea typeface="IBM Plex Sans"/>
                <a:cs typeface="IBM Plex Sans"/>
              </a:endParaRPr>
            </a:p>
          </p:txBody>
        </p:sp>
        <p:sp>
          <p:nvSpPr>
            <p:cNvPr id="24" name="node01.body.node01-body-6.bullets.node01-body-item06-bullets-2.marker"/>
            <p:cNvSpPr/>
            <p:nvPr/>
          </p:nvSpPr>
          <p:spPr>
            <a:xfrm>
              <a:off x="952500" y="4927600"/>
              <a:ext cx="38100" cy="38100"/>
            </a:xfrm>
            <a:prstGeom prst="rect">
              <a:avLst/>
            </a:prstGeom>
            <a:solidFill>
              <a:srgbClr val="070154"/>
            </a:solidFill>
            <a:ln>
              <a:noFill/>
            </a:ln>
          </p:spPr>
        </p:sp>
        <p:sp>
          <p:nvSpPr>
            <p:cNvPr id="25" name="node01.body.node01-body-6.bullets.node01-body-item06-bullets-2.text"/>
            <p:cNvSpPr/>
            <p:nvPr/>
          </p:nvSpPr>
          <p:spPr>
            <a:xfrm>
              <a:off x="1104900" y="48387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Sanctioned Claude practice for contractors too</a:t>
              </a:r>
              <a:endParaRPr lang="en-US" sz="1200" spc="0" kern="0" b="0" i="0" dirty="0">
                <a:solidFill>
                  <a:srgbClr val="070154"/>
                </a:solidFill>
                <a:latin typeface="IBM Plex Sans"/>
                <a:ea typeface="IBM Plex Sans"/>
                <a:cs typeface="IBM Plex Sans"/>
              </a:endParaRPr>
            </a:p>
          </p:txBody>
        </p:sp>
        <p:sp>
          <p:nvSpPr>
            <p:cNvPr id="26" name="node01.body.node01-body-6.bullets.node01-body-item06-bullets-3.marker"/>
            <p:cNvSpPr/>
            <p:nvPr/>
          </p:nvSpPr>
          <p:spPr>
            <a:xfrm>
              <a:off x="952500" y="5194300"/>
              <a:ext cx="38100" cy="38100"/>
            </a:xfrm>
            <a:prstGeom prst="rect">
              <a:avLst/>
            </a:prstGeom>
            <a:solidFill>
              <a:srgbClr val="070154"/>
            </a:solidFill>
            <a:ln>
              <a:noFill/>
            </a:ln>
          </p:spPr>
        </p:sp>
        <p:sp>
          <p:nvSpPr>
            <p:cNvPr id="27" name="node01.body.node01-body-6.bullets.node01-body-item06-bullets-3.text"/>
            <p:cNvSpPr/>
            <p:nvPr/>
          </p:nvSpPr>
          <p:spPr>
            <a:xfrm>
              <a:off x="1104900" y="51054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Two full-time QE engineers for one sprint</a:t>
              </a:r>
              <a:endParaRPr lang="en-US" sz="1200" spc="0" kern="0" b="0" i="0" dirty="0">
                <a:solidFill>
                  <a:srgbClr val="070154"/>
                </a:solidFill>
                <a:latin typeface="IBM Plex Sans"/>
                <a:ea typeface="IBM Plex Sans"/>
                <a:cs typeface="IBM Plex Sans"/>
              </a:endParaRPr>
            </a:p>
          </p:txBody>
        </p:sp>
        <p:sp>
          <p:nvSpPr>
            <p:cNvPr id="28" name="node01.body.node01-body-6.bullets.node01-body-item06-bullets-4.marker"/>
            <p:cNvSpPr/>
            <p:nvPr/>
          </p:nvSpPr>
          <p:spPr>
            <a:xfrm>
              <a:off x="952500" y="5461000"/>
              <a:ext cx="38100" cy="38100"/>
            </a:xfrm>
            <a:prstGeom prst="rect">
              <a:avLst/>
            </a:prstGeom>
            <a:solidFill>
              <a:srgbClr val="070154"/>
            </a:solidFill>
            <a:ln>
              <a:noFill/>
            </a:ln>
          </p:spPr>
        </p:sp>
        <p:sp>
          <p:nvSpPr>
            <p:cNvPr id="29" name="node01.body.node01-body-6.bullets.node01-body-item06-bullets-4.text"/>
            <p:cNvSpPr/>
            <p:nvPr/>
          </p:nvSpPr>
          <p:spPr>
            <a:xfrm>
              <a:off x="1104900" y="53721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DXC hosting, pipeline integration and release evidence</a:t>
              </a:r>
              <a:endParaRPr lang="en-US" sz="1200" spc="0" kern="0" b="0" i="0" dirty="0">
                <a:solidFill>
                  <a:srgbClr val="070154"/>
                </a:solidFill>
                <a:latin typeface="IBM Plex Sans"/>
                <a:ea typeface="IBM Plex Sans"/>
                <a:cs typeface="IBM Plex Sans"/>
              </a:endParaRPr>
            </a:p>
          </p:txBody>
        </p:sp>
      </p:grpSp>
      <p:grpSp>
        <p:nvGrpSpPr>
          <p:cNvPr id="32" name="node02"/>
          <p:cNvGrpSpPr/>
          <p:nvPr/>
        </p:nvGrpSpPr>
        <p:grpSpPr>
          <a:xfrm>
            <a:off x="6210300" y="1600200"/>
            <a:ext cx="5257800" cy="4089400"/>
            <a:chOff x="6210300" y="1600200"/>
            <a:chExt cx="5257800" cy="4089400"/>
          </a:xfrm>
        </p:grpSpPr>
        <p:graphicFrame>
          <p:nvGraphicFramePr>
            <p:cNvPr id="30" name="node02.native"/>
            <p:cNvGraphicFramePr>
              <a:graphicFrameLocks noGrp="1"/>
            </p:cNvGraphicFramePr>
            <p:nvPr>
              <p:extLst>
                <p:ext uri="{D42A27DB-BD31-4B8C-83A1-F6EECF244321}">
                  <p14:modId xmlns:p14="http://schemas.microsoft.com/office/powerpoint/2010/main" val="1579011935"/>
                </p:ext>
              </p:extLst>
            </p:nvPr>
          </p:nvGraphicFramePr>
          <p:xfrm>
            <a:off x="6210300" y="1600200"/>
            <a:ext cx="5257800" cy="4089400"/>
          </p:xfrm>
          <a:graphic>
            <a:graphicData uri="http://schemas.openxmlformats.org/drawingml/2006/table">
              <a:tbl>
                <a:tblPr/>
                <a:tblGrid>
                  <a:gridCol w="609600"/>
                  <a:gridCol w="1752600"/>
                  <a:gridCol w="2895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QA LAYER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OWNER / CHANGE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01</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Refinement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lead + PM: criteria / tests before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02</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 Claude: reviewed tests on changed code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03</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API / UI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daily agents and PR-reviewed test backlog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04</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Critical paths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 Product: automate defined paths by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05</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Performance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 DevOps: highest-volume baseline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06</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UAT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realistic pre-live, hardening window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07</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 checks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 DevOps: smoke checks + evidence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dxc-qa-action-plan">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MOVE 3 · TESTING &amp; RELEASE CONTROLS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Robust QA: action plan</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W2: QA lead, contractor access and DXC home for AI tools. Measures: critical paths (~30% hypothesis), reviewed tests, escaped causes, AI cost.</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70</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600200"/>
            <a:ext cx="10744200" cy="4013200"/>
            <a:chOff x="723900" y="1600200"/>
            <a:chExt cx="10744200" cy="4013200"/>
          </a:xfrm>
        </p:grpSpPr>
        <p:graphicFrame>
          <p:nvGraphicFramePr>
            <p:cNvPr id="8"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2057400"/>
                  <a:gridCol w="3200400"/>
                  <a:gridCol w="2171700"/>
                  <a:gridCol w="1714500"/>
                  <a:gridCol w="1600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 DONE WHEN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DXC 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WM ROLE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WEEKS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Critical paths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Defined Core paths ~10–15% → ~30% by W6 (hypothesis)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QE Senior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Agent tests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Run reviewed backlog tests daily; merge each sprint after PR review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QE Senior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 bot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Bitbucket pipeline; every QA PR; monthly cost reporting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 DevOps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QE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W2–4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Jira test gen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Host in DXC AWS; human approval; one pilot team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 DevOps + Security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QE 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W3–6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Access / practice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Sanctioned Claude for all testers, contractors included; review before PR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 Eng leadership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Exec Eng Leader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QA lead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 or hire Core QA lead; agree one FT QA per pod over 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leadership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Exec Eng Leader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dxc-engineering-ten-metrics">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MOVE 4 · STORY POINTS PLAN; THEY DO NOT MEASURE PERFORMANCE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Ten metrics from data DXC already has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71</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318000"/>
            <a:chOff x="723900" y="1600200"/>
            <a:chExt cx="10744200" cy="43180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318000"/>
          </p:xfrm>
          <a:graphic>
            <a:graphicData uri="http://schemas.openxmlformats.org/drawingml/2006/table">
              <a:tbl>
                <a:tblPr/>
                <a:tblGrid>
                  <a:gridCol w="1371600"/>
                  <a:gridCol w="2438400"/>
                  <a:gridCol w="3962400"/>
                  <a:gridCol w="1828800"/>
                  <a:gridCol w="1143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GROUP</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METRIC</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DEFINITION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EXISTING SOURCE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CADENCE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Deploy frequency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Production releases per month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Calendar / builds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Month</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 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Merge → production, days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Git / builds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Month</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Change failure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Share needing patch or rollback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Calendar / tickets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Month</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Restore 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Incident opened → service restored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Support tickets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Month</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Flow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Cycle by stage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Days in each Jira status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Jira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Sprint</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Flow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Unplanned share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Capacity spent on support / patches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Jira labels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Sprint</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Flow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Commit reliability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Stories done vs committed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Jira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Sprint</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Quality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Escaped defects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Production defects per release, by cause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Tickets / Jira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Release</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Quality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Critical-path tests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Share of defined paths automated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suite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Release</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Adoption / cost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Sanctioned builders; model cost per run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Access / QA cost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Month</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Start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Baseline / define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W1–2 baseline; W3–4 definitions + cause codes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Existing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W1–4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Dashboard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W5–6 dashboard; retro + leadership review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 new / vendor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W5–6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dxc-engineering-findings-traceability">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FINDINGS TO PROPOSAL · TWO ENGINEERING WORKSTREAMS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Trace findings to workstreams and week-6 results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72</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013200"/>
            <a:chOff x="723900" y="1600200"/>
            <a:chExt cx="10744200" cy="4013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685800"/>
                  <a:gridCol w="2438400"/>
                  <a:gridCol w="1676400"/>
                  <a:gridCol w="1600200"/>
                  <a:gridCol w="2514600"/>
                  <a:gridCol w="182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FINDING</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MOVE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WORKSTREAM</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WEEK-6 RESULT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MEASURE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Unplanned / untracked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Stabilize Core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Classify every unplanned change; hotfix RCA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Events / repeats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Same failure twice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Stabilize Core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Credential / cert owners + alerts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 repeat incidents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Tested ≠ shipped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Stabilize Core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Hardening, VM templates, same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Window / build IDs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 locked to few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Claude + QA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Both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Sanctioned access for all; pipeline PR bot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Builders with access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Dates before design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Agile / Claude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Reconcile AI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Signed agent-drafted Rules spec; spec before 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Signed commitments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capacity gap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Robust QA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lead, DXC-hosted tools; path coverage rises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Paths automated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7</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delivery numbers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Metrics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Both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Baseline metrics and monthly dashboard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Metrics live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Each workstream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Findings → fixes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Both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Specific findings; measurable W6 results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at W6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dxc-engineering-six-week-roadmap">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SIX-WEEK PLAN · CORE AI / TESTING &amp; RELEASE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weeks, two workstreams and three decision gates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73</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600200"/>
            <a:ext cx="10744200" cy="4292600"/>
            <a:chOff x="723900" y="1600200"/>
            <a:chExt cx="10744200" cy="42926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292600"/>
          </p:xfrm>
          <a:graphic>
            <a:graphicData uri="http://schemas.openxmlformats.org/drawingml/2006/table">
              <a:tbl>
                <a:tblPr/>
                <a:tblGrid>
                  <a:gridCol w="1905000"/>
                  <a:gridCol w="2946400"/>
                  <a:gridCol w="2946400"/>
                  <a:gridCol w="2946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ACTION GROUP</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WEEKS 1–2</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WEEKS 3–4</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WEEKS 5–6</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Core: SDLC</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Map + Ready / spec-before-date (W1–2)</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skills (W1–3)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Finish skills (W3)</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Pilot completes (W4)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Core: AI / metrics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Engine pilot starts (W1–4)</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Baseline / dashboard (W1–6)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Claude pairing + PR gate (W3–6)</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Hands-on workshop at W4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Continue pairing / PR gate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Metrics dashboard review at W6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Test / release: stability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Patch W1–2; certs W1–3</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Harden W1–3; templates W2–6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Continue templated environments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Same-build promotion (W3–6)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Environments / same build continue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Test / release: QA tools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Critical paths / agent tests (W1–6)</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 bot pipeline (W2–4)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Jira test generator in DXC (W3–6)</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Critical paths / agent tests continue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Tests / Jira generator continue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Decisions / guardrail</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W2: QA lead + AI access; owners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W2: harden; Ready / PR; spec rule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W4: workshop on real Core epics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W6: scorecard / next-pod decision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highlight-edge"/>
            <p:cNvSpPr/>
            <p:nvPr/>
          </p:nvSpPr>
          <p:spPr>
            <a:xfrm>
              <a:off x="2628900" y="1562100"/>
              <a:ext cx="2946400" cy="38100"/>
            </a:xfrm>
            <a:prstGeom prst="rect">
              <a:avLst/>
            </a:prstGeom>
            <a:solidFill>
              <a:srgbClr val="0047FF"/>
            </a:solidFill>
            <a:ln>
              <a:noFill/>
            </a:ln>
          </p:spPr>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dxc-engineering-risks-dependencies">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RISKS / DEPENDENCIES · MOST REQUIRE DECISIONS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Eight dependencies: five need week-2 decisions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74</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013200"/>
            <a:chOff x="723900" y="1600200"/>
            <a:chExt cx="10744200" cy="4013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3200400"/>
                  <a:gridCol w="1143000"/>
                  <a:gridCol w="3200400"/>
                  <a:gridCol w="3200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RISK / DEPENDENCY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OWNER / DUE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MITIGATION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IF IT SLIPS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Claude access + PHI rule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 Sec W2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Decide W2; start with full-time pilot users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 moves stall for contractors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Security / QA tools in AWS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Sec / Ops W3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Start review W1 on existing Claude subscription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generator / PR bot stay manual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Environment templating capacity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DevOps / Arch W2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Template pre-live first; stagger releases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Hardening cannot support two releases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QA / Core leadership load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leaders W2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WM QE executes; name a QA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Actions slip; leads burn out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Branch strategy unsettled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 QA / Rel W2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Options paper; decide at W2 gate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Hardening window blocked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CAB switched-off code rule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 CAB W3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Written rule in release gate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friction continues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Baseline data quality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leaders W3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Calendar + build IDs; add Jira cause codes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Metrics are not trusted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Engine platform undecided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 / Eng W2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Keep spec platform-neutral; decide W2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Spec-first pilot delayed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dxc-engineering-internal-proposed-edits">
    <p:spTree>
      <p:nvGrpSpPr>
        <p:cNvPr id="1" name=""/>
        <p:cNvGrpSpPr/>
        <p:nvPr/>
      </p:nvGrpSpPr>
      <p:grpSpPr>
        <a:xfrm>
          <a:off x="0" y="0"/>
          <a:ext cx="0" cy="0"/>
          <a:chOff x="0" y="0"/>
          <a:chExt cx="0" cy="0"/>
        </a:xfrm>
      </p:grpSpPr>
      <p:sp>
        <p:nvSpPr>
          <p:cNvPr id="4" name="eyebrow"/>
          <p:cNvSpPr/>
          <p:nvPr/>
        </p:nvSpPr>
        <p:spPr>
          <a:xfrm>
            <a:off x="723900" y="457200"/>
            <a:ext cx="8458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 NOT FOR CLIENT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Proposed main-deck edits · internal review only</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75</a:t>
            </a:fld>
            <a:endParaRPr lang="en-US" sz="700" spc="0" kern="0" b="0" i="0" dirty="0">
              <a:solidFill>
                <a:srgbClr val="070154"/>
              </a:solidFill>
              <a:latin typeface="IBM Plex Mono SemiBold"/>
              <a:ea typeface="IBM Plex Mono SemiBold"/>
              <a:cs typeface="IBM Plex Mono SemiBold"/>
            </a:endParaRPr>
          </a:p>
        </p:txBody>
      </p:sp>
      <p:grpSp>
        <p:nvGrpSpPr>
          <p:cNvPr id="17" name="node01"/>
          <p:cNvGrpSpPr/>
          <p:nvPr/>
        </p:nvGrpSpPr>
        <p:grpSpPr>
          <a:xfrm>
            <a:off x="723900" y="1600200"/>
            <a:ext cx="10744200" cy="914400"/>
            <a:chOff x="723900" y="1600200"/>
            <a:chExt cx="10744200" cy="914400"/>
          </a:xfrm>
        </p:grpSpPr>
        <p:sp>
          <p:nvSpPr>
            <p:cNvPr id="7" name="node01.surface"/>
            <p:cNvSpPr/>
            <p:nvPr/>
          </p:nvSpPr>
          <p:spPr>
            <a:xfrm>
              <a:off x="723900" y="1600200"/>
              <a:ext cx="10744200" cy="914400"/>
            </a:xfrm>
            <a:prstGeom prst="rect">
              <a:avLst/>
            </a:prstGeom>
            <a:solidFill>
              <a:srgbClr val="E8EEF8"/>
            </a:solidFill>
            <a:ln>
              <a:noFill/>
            </a:ln>
          </p:spPr>
        </p:sp>
      </p:grpSp>
      <p:grpSp>
        <p:nvGrpSpPr>
          <p:cNvPr id="18" name="node02"/>
          <p:cNvGrpSpPr/>
          <p:nvPr/>
        </p:nvGrpSpPr>
        <p:grpSpPr>
          <a:xfrm>
            <a:off x="876300" y="1752600"/>
            <a:ext cx="2209800" cy="152400"/>
            <a:chOff x="876300" y="1752600"/>
            <a:chExt cx="2209800" cy="152400"/>
          </a:xfrm>
        </p:grpSpPr>
        <p:sp>
          <p:nvSpPr>
            <p:cNvPr id="8" name="node02.text"/>
            <p:cNvSpPr/>
            <p:nvPr/>
          </p:nvSpPr>
          <p:spPr>
            <a:xfrm>
              <a:off x="876300" y="1752600"/>
              <a:ext cx="2209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PROPOSED SUMMARY LINES</a:t>
              </a:r>
              <a:endParaRPr lang="en-US" sz="1000" spc="80" kern="0" b="0" i="0" dirty="0">
                <a:solidFill>
                  <a:srgbClr val="0047FF"/>
                </a:solidFill>
                <a:latin typeface="IBM Plex Mono SemiBold"/>
                <a:ea typeface="IBM Plex Mono SemiBold"/>
                <a:cs typeface="IBM Plex Mono SemiBold"/>
              </a:endParaRPr>
            </a:p>
          </p:txBody>
        </p:sp>
      </p:grpSp>
      <p:grpSp>
        <p:nvGrpSpPr>
          <p:cNvPr id="19" name="node03"/>
          <p:cNvGrpSpPr/>
          <p:nvPr/>
        </p:nvGrpSpPr>
        <p:grpSpPr>
          <a:xfrm>
            <a:off x="3467100" y="1752600"/>
            <a:ext cx="3810000" cy="228600"/>
            <a:chOff x="3467100" y="1752600"/>
            <a:chExt cx="3810000" cy="228600"/>
          </a:xfrm>
        </p:grpSpPr>
        <p:sp>
          <p:nvSpPr>
            <p:cNvPr id="9" name="node03.text"/>
            <p:cNvSpPr/>
            <p:nvPr/>
          </p:nvSpPr>
          <p:spPr>
            <a:xfrm>
              <a:off x="3467100" y="1752600"/>
              <a:ext cx="381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Saw: unplanned / repeat failure / tested ≠ shipped</a:t>
              </a:r>
              <a:endParaRPr lang="en-US" sz="1200" spc="0" kern="0" b="0" i="0" dirty="0">
                <a:solidFill>
                  <a:srgbClr val="070154"/>
                </a:solidFill>
                <a:latin typeface="IBM Plex Sans"/>
                <a:ea typeface="IBM Plex Sans"/>
                <a:cs typeface="IBM Plex Sans"/>
              </a:endParaRPr>
            </a:p>
          </p:txBody>
        </p:sp>
      </p:grpSp>
      <p:grpSp>
        <p:nvGrpSpPr>
          <p:cNvPr id="20" name="node04"/>
          <p:cNvGrpSpPr/>
          <p:nvPr/>
        </p:nvGrpSpPr>
        <p:grpSpPr>
          <a:xfrm>
            <a:off x="3467100" y="2057400"/>
            <a:ext cx="3810000" cy="228600"/>
            <a:chOff x="3467100" y="2057400"/>
            <a:chExt cx="3810000" cy="228600"/>
          </a:xfrm>
        </p:grpSpPr>
        <p:sp>
          <p:nvSpPr>
            <p:cNvPr id="10" name="node04.text"/>
            <p:cNvSpPr/>
            <p:nvPr/>
          </p:nvSpPr>
          <p:spPr>
            <a:xfrm>
              <a:off x="3467100" y="2057400"/>
              <a:ext cx="381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Saw: AI access / dates before design / QA staffing</a:t>
              </a:r>
              <a:endParaRPr lang="en-US" sz="1200" spc="0" kern="0" b="0" i="0" dirty="0">
                <a:solidFill>
                  <a:srgbClr val="070154"/>
                </a:solidFill>
                <a:latin typeface="IBM Plex Sans"/>
                <a:ea typeface="IBM Plex Sans"/>
                <a:cs typeface="IBM Plex Sans"/>
              </a:endParaRPr>
            </a:p>
          </p:txBody>
        </p:sp>
      </p:grpSp>
      <p:grpSp>
        <p:nvGrpSpPr>
          <p:cNvPr id="21" name="node05"/>
          <p:cNvGrpSpPr/>
          <p:nvPr/>
        </p:nvGrpSpPr>
        <p:grpSpPr>
          <a:xfrm>
            <a:off x="7581900" y="1752600"/>
            <a:ext cx="3733800" cy="228600"/>
            <a:chOff x="7581900" y="1752600"/>
            <a:chExt cx="3733800" cy="228600"/>
          </a:xfrm>
        </p:grpSpPr>
        <p:sp>
          <p:nvSpPr>
            <p:cNvPr id="11" name="node05.text"/>
            <p:cNvSpPr/>
            <p:nvPr/>
          </p:nvSpPr>
          <p:spPr>
            <a:xfrm>
              <a:off x="7581900" y="17526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Do: Core SDLC / Claude / robust QA / metrics</a:t>
              </a:r>
              <a:endParaRPr lang="en-US" sz="1200" spc="0" kern="0" b="0" i="0" dirty="0">
                <a:solidFill>
                  <a:srgbClr val="070154"/>
                </a:solidFill>
                <a:latin typeface="IBM Plex Sans"/>
                <a:ea typeface="IBM Plex Sans"/>
                <a:cs typeface="IBM Plex Sans"/>
              </a:endParaRPr>
            </a:p>
          </p:txBody>
        </p:sp>
      </p:grpSp>
      <p:grpSp>
        <p:nvGrpSpPr>
          <p:cNvPr id="22" name="node06"/>
          <p:cNvGrpSpPr/>
          <p:nvPr/>
        </p:nvGrpSpPr>
        <p:grpSpPr>
          <a:xfrm>
            <a:off x="7581900" y="2057400"/>
            <a:ext cx="3733800" cy="228600"/>
            <a:chOff x="7581900" y="2057400"/>
            <a:chExt cx="3733800" cy="228600"/>
          </a:xfrm>
        </p:grpSpPr>
        <p:sp>
          <p:nvSpPr>
            <p:cNvPr id="12" name="node06.text"/>
            <p:cNvSpPr/>
            <p:nvPr/>
          </p:nvSpPr>
          <p:spPr>
            <a:xfrm>
              <a:off x="7581900" y="20574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Decide at W2; review scorecard at W6</a:t>
              </a:r>
              <a:endParaRPr lang="en-US" sz="1200" spc="0" kern="0" b="0" i="0" dirty="0">
                <a:solidFill>
                  <a:srgbClr val="070154"/>
                </a:solidFill>
                <a:latin typeface="IBM Plex Sans"/>
                <a:ea typeface="IBM Plex Sans"/>
                <a:cs typeface="IBM Plex Sans"/>
              </a:endParaRPr>
            </a:p>
          </p:txBody>
        </p:sp>
      </p:grpSp>
      <p:grpSp>
        <p:nvGrpSpPr>
          <p:cNvPr id="23" name="node07"/>
          <p:cNvGrpSpPr/>
          <p:nvPr/>
        </p:nvGrpSpPr>
        <p:grpSpPr>
          <a:xfrm>
            <a:off x="723900" y="2743200"/>
            <a:ext cx="5257800" cy="152400"/>
            <a:chOff x="723900" y="2743200"/>
            <a:chExt cx="5257800" cy="152400"/>
          </a:xfrm>
        </p:grpSpPr>
        <p:sp>
          <p:nvSpPr>
            <p:cNvPr id="13" name="node07.text"/>
            <p:cNvSpPr/>
            <p:nvPr/>
          </p:nvSpPr>
          <p:spPr>
            <a:xfrm>
              <a:off x="723900" y="2743200"/>
              <a:ext cx="5257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PROPOSED CHANGES FOR DISCUSSION</a:t>
              </a:r>
              <a:endParaRPr lang="en-US" sz="1000" spc="80" kern="0" b="0" i="0" dirty="0">
                <a:solidFill>
                  <a:srgbClr val="0047FF"/>
                </a:solidFill>
                <a:latin typeface="IBM Plex Mono SemiBold"/>
                <a:ea typeface="IBM Plex Mono SemiBold"/>
                <a:cs typeface="IBM Plex Mono SemiBold"/>
              </a:endParaRPr>
            </a:p>
          </p:txBody>
        </p:sp>
      </p:grpSp>
      <p:grpSp>
        <p:nvGrpSpPr>
          <p:cNvPr id="24" name="node08"/>
          <p:cNvGrpSpPr/>
          <p:nvPr/>
        </p:nvGrpSpPr>
        <p:grpSpPr>
          <a:xfrm>
            <a:off x="723900" y="2971800"/>
            <a:ext cx="10744200" cy="2844800"/>
            <a:chOff x="723900" y="2971800"/>
            <a:chExt cx="10744200" cy="2844800"/>
          </a:xfrm>
        </p:grpSpPr>
        <p:graphicFrame>
          <p:nvGraphicFramePr>
            <p:cNvPr id="14" name="node08.native"/>
            <p:cNvGraphicFramePr>
              <a:graphicFrameLocks noGrp="1"/>
            </p:cNvGraphicFramePr>
            <p:nvPr>
              <p:extLst>
                <p:ext uri="{D42A27DB-BD31-4B8C-83A1-F6EECF244321}">
                  <p14:modId xmlns:p14="http://schemas.microsoft.com/office/powerpoint/2010/main" val="1579011935"/>
                </p:ext>
              </p:extLst>
            </p:nvPr>
          </p:nvGraphicFramePr>
          <p:xfrm>
            <a:off x="723900" y="2971800"/>
            <a:ext cx="10744200" cy="2844800"/>
          </p:xfrm>
          <a:graphic>
            <a:graphicData uri="http://schemas.openxmlformats.org/drawingml/2006/table">
              <a:tbl>
                <a:tblPr/>
                <a:tblGrid>
                  <a:gridCol w="685800"/>
                  <a:gridCol w="2514600"/>
                  <a:gridCol w="4800600"/>
                  <a:gridCol w="2743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SLIDE</a:t>
                        </a:r>
                        <a:endParaRPr lang="en-US" sz="900" spc="54" kern="0" b="0" i="0" dirty="0">
                          <a:solidFill>
                            <a:srgbClr val="070154"/>
                          </a:solidFill>
                          <a:latin typeface="IBM Plex Mono SemiBold"/>
                          <a:ea typeface="IBM Plex Mono SemiBold"/>
                          <a:cs typeface="IBM Plex Mono SemiBold"/>
                        </a:endParaRPr>
                      </a:p>
                    </a:txBody>
                    <a:tcPr marL="76200" marR="762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MAIN-DECK TOPIC</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PROPOSED CHANGE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QUALIFICATION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Executive summary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Six finding hooks, four moves, W2 decisions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Proposed replacement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Engineering practices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Fix “one QA” + patch claim, or appendix</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Internal recommendation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19+</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19/20/31: prior content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Move to graveyard; four moves / plans replace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Proposed, not applied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21+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21–23: priorities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Replace with Core, Claude, QA and metrics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Proposed, not applied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25+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25/32: roadmap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 / Next / Future; no agentic Future 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Internal recommendation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39+</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39/40: workstreams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Moves / gates; QA framework, VM templates, hardening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 on existing tools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3/7/40: editorial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3 duplicates 35; 7 empty; 40 “Datatabase” typo</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Source observations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25" name="wm.library-stamp"/>
          <p:cNvGrpSpPr/>
          <p:nvPr/>
        </p:nvGrpSpPr>
        <p:grpSpPr>
          <a:xfrm>
            <a:off x="9921267" y="419100"/>
            <a:ext cx="1546833" cy="228600"/>
            <a:chOff x="9921267" y="419100"/>
            <a:chExt cx="1546833" cy="228600"/>
          </a:xfrm>
        </p:grpSpPr>
        <p:sp>
          <p:nvSpPr>
            <p:cNvPr id="15" name="wm.library-stamp.outline"/>
            <p:cNvSpPr/>
            <p:nvPr/>
          </p:nvSpPr>
          <p:spPr>
            <a:xfrm>
              <a:off x="9921267" y="419100"/>
              <a:ext cx="1546833" cy="228600"/>
            </a:xfrm>
            <a:prstGeom prst="rect">
              <a:avLst/>
            </a:prstGeom>
            <a:ln w="9525">
              <a:solidFill>
                <a:srgbClr val="070154"/>
              </a:solidFill>
              <a:prstDash val="solid"/>
            </a:ln>
          </p:spPr>
        </p:sp>
        <p:sp>
          <p:nvSpPr>
            <p:cNvPr id="16" name="wm.library-stamp.text"/>
            <p:cNvSpPr/>
            <p:nvPr/>
          </p:nvSpPr>
          <p:spPr>
            <a:xfrm>
              <a:off x="9997467" y="457200"/>
              <a:ext cx="1394433" cy="152400"/>
            </a:xfrm>
            <a:prstGeom prst="rect">
              <a:avLst/>
            </a:prstGeom>
            <a:noFill/>
            <a:ln/>
          </p:spPr>
          <p:txBody>
            <a:bodyPr wrap="square" lIns="0" tIns="0" rIns="0" bIns="0" rtlCol="0" anchor="t"/>
            <a:lstStyle/>
            <a:p>
              <a:pPr algn="l" indent="0" marL="0">
                <a:lnSpc>
                  <a:spcPts val="1200"/>
                </a:lnSpc>
                <a:buNone/>
              </a:pPr>
              <a:r>
                <a:rPr lang="en-US" sz="800" spc="64" kern="0" b="0" i="0" dirty="0">
                  <a:solidFill>
                    <a:srgbClr val="070154"/>
                  </a:solidFill>
                  <a:latin typeface="IBM Plex Mono SemiBold"/>
                  <a:ea typeface="IBM Plex Mono SemiBold"/>
                  <a:cs typeface="IBM Plex Mono SemiBold"/>
                </a:rPr>
                <a:t>INTERNAL REVIEW ONLY</a:t>
              </a:r>
              <a:endParaRPr lang="en-US" sz="800" spc="64" kern="0" b="0" i="0" dirty="0">
                <a:solidFill>
                  <a:srgbClr val="070154"/>
                </a:solidFill>
                <a:latin typeface="IBM Plex Mono SemiBold"/>
                <a:ea typeface="IBM Plex Mono SemiBold"/>
                <a:cs typeface="IBM Plex Mono SemiBold"/>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15</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DentalXChange operating model and engineering action plan</dc:title>
  <dc:subject>PptxGenJS Presentation</dc:subject>
  <dc:creator>West Monroe</dc:creator>
  <cp:lastModifiedBy>West Monroe</cp:lastModifiedBy>
  <cp:revision>1</cp:revision>
  <dcterms:created xsi:type="dcterms:W3CDTF">2000-01-01T00:00:00Z</dcterms:created>
  <dcterms:modified xsi:type="dcterms:W3CDTF">2000-01-01T00:00:00Z</dcterms:modified>
</cp:coreProperties>
</file>